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81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30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30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69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81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77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69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3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23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77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238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30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30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92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20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33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66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30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77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857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92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23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85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20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81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30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364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95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30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69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812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30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77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23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30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81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3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43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30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92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20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70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774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81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3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30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81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3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354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65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30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81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3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74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79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30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812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30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747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794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30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169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812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921522" y="3170392"/>
              <a:ext cx="62256" cy="167167"/>
            </a:xfrm>
            <a:custGeom>
              <a:avLst/>
              <a:pathLst>
                <a:path w="62256" h="167167">
                  <a:moveTo>
                    <a:pt x="62256" y="0"/>
                  </a:moveTo>
                  <a:lnTo>
                    <a:pt x="56457" y="100"/>
                  </a:lnTo>
                  <a:lnTo>
                    <a:pt x="50666" y="402"/>
                  </a:lnTo>
                  <a:lnTo>
                    <a:pt x="44889" y="904"/>
                  </a:lnTo>
                  <a:lnTo>
                    <a:pt x="39133" y="1606"/>
                  </a:lnTo>
                  <a:lnTo>
                    <a:pt x="33404" y="2508"/>
                  </a:lnTo>
                  <a:lnTo>
                    <a:pt x="27710" y="3608"/>
                  </a:lnTo>
                  <a:lnTo>
                    <a:pt x="22058" y="4905"/>
                  </a:lnTo>
                  <a:lnTo>
                    <a:pt x="16454" y="6396"/>
                  </a:lnTo>
                  <a:lnTo>
                    <a:pt x="10905" y="8082"/>
                  </a:lnTo>
                  <a:lnTo>
                    <a:pt x="5418" y="9959"/>
                  </a:lnTo>
                  <a:lnTo>
                    <a:pt x="0" y="12025"/>
                  </a:lnTo>
                  <a:lnTo>
                    <a:pt x="6225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816626" y="3170414"/>
              <a:ext cx="334318" cy="334308"/>
            </a:xfrm>
            <a:custGeom>
              <a:avLst/>
              <a:pathLst>
                <a:path w="334318" h="334308">
                  <a:moveTo>
                    <a:pt x="104896" y="12003"/>
                  </a:moveTo>
                  <a:lnTo>
                    <a:pt x="100019" y="14050"/>
                  </a:lnTo>
                  <a:lnTo>
                    <a:pt x="95209" y="16251"/>
                  </a:lnTo>
                  <a:lnTo>
                    <a:pt x="90471" y="18602"/>
                  </a:lnTo>
                  <a:lnTo>
                    <a:pt x="85810" y="21103"/>
                  </a:lnTo>
                  <a:lnTo>
                    <a:pt x="81231" y="23749"/>
                  </a:lnTo>
                  <a:lnTo>
                    <a:pt x="76737" y="26539"/>
                  </a:lnTo>
                  <a:lnTo>
                    <a:pt x="72334" y="29470"/>
                  </a:lnTo>
                  <a:lnTo>
                    <a:pt x="68026" y="32539"/>
                  </a:lnTo>
                  <a:lnTo>
                    <a:pt x="63817" y="35742"/>
                  </a:lnTo>
                  <a:lnTo>
                    <a:pt x="59712" y="39077"/>
                  </a:lnTo>
                  <a:lnTo>
                    <a:pt x="55714" y="42540"/>
                  </a:lnTo>
                  <a:lnTo>
                    <a:pt x="51827" y="46128"/>
                  </a:lnTo>
                  <a:lnTo>
                    <a:pt x="48056" y="49837"/>
                  </a:lnTo>
                  <a:lnTo>
                    <a:pt x="44405" y="53664"/>
                  </a:lnTo>
                  <a:lnTo>
                    <a:pt x="40876" y="57604"/>
                  </a:lnTo>
                  <a:lnTo>
                    <a:pt x="37474" y="61654"/>
                  </a:lnTo>
                  <a:lnTo>
                    <a:pt x="34201" y="65809"/>
                  </a:lnTo>
                  <a:lnTo>
                    <a:pt x="31062" y="70066"/>
                  </a:lnTo>
                  <a:lnTo>
                    <a:pt x="28059" y="74420"/>
                  </a:lnTo>
                  <a:lnTo>
                    <a:pt x="25195" y="78867"/>
                  </a:lnTo>
                  <a:lnTo>
                    <a:pt x="22473" y="83403"/>
                  </a:lnTo>
                  <a:lnTo>
                    <a:pt x="19896" y="88022"/>
                  </a:lnTo>
                  <a:lnTo>
                    <a:pt x="17467" y="92720"/>
                  </a:lnTo>
                  <a:lnTo>
                    <a:pt x="15187" y="97493"/>
                  </a:lnTo>
                  <a:lnTo>
                    <a:pt x="13059" y="102335"/>
                  </a:lnTo>
                  <a:lnTo>
                    <a:pt x="11086" y="107243"/>
                  </a:lnTo>
                  <a:lnTo>
                    <a:pt x="9269" y="112210"/>
                  </a:lnTo>
                  <a:lnTo>
                    <a:pt x="7610" y="117233"/>
                  </a:lnTo>
                  <a:lnTo>
                    <a:pt x="6111" y="122305"/>
                  </a:lnTo>
                  <a:lnTo>
                    <a:pt x="4773" y="127423"/>
                  </a:lnTo>
                  <a:lnTo>
                    <a:pt x="3598" y="132580"/>
                  </a:lnTo>
                  <a:lnTo>
                    <a:pt x="2586" y="137771"/>
                  </a:lnTo>
                  <a:lnTo>
                    <a:pt x="1739" y="142992"/>
                  </a:lnTo>
                  <a:lnTo>
                    <a:pt x="1058" y="148238"/>
                  </a:lnTo>
                  <a:lnTo>
                    <a:pt x="543" y="153502"/>
                  </a:lnTo>
                  <a:lnTo>
                    <a:pt x="194" y="158780"/>
                  </a:lnTo>
                  <a:lnTo>
                    <a:pt x="13" y="164066"/>
                  </a:lnTo>
                  <a:lnTo>
                    <a:pt x="0" y="169355"/>
                  </a:lnTo>
                  <a:lnTo>
                    <a:pt x="153" y="174642"/>
                  </a:lnTo>
                  <a:lnTo>
                    <a:pt x="474" y="179922"/>
                  </a:lnTo>
                  <a:lnTo>
                    <a:pt x="962" y="185189"/>
                  </a:lnTo>
                  <a:lnTo>
                    <a:pt x="1616" y="190437"/>
                  </a:lnTo>
                  <a:lnTo>
                    <a:pt x="2435" y="195663"/>
                  </a:lnTo>
                  <a:lnTo>
                    <a:pt x="3420" y="200860"/>
                  </a:lnTo>
                  <a:lnTo>
                    <a:pt x="4569" y="206023"/>
                  </a:lnTo>
                  <a:lnTo>
                    <a:pt x="5880" y="211147"/>
                  </a:lnTo>
                  <a:lnTo>
                    <a:pt x="7353" y="216227"/>
                  </a:lnTo>
                  <a:lnTo>
                    <a:pt x="8985" y="221258"/>
                  </a:lnTo>
                  <a:lnTo>
                    <a:pt x="10777" y="226235"/>
                  </a:lnTo>
                  <a:lnTo>
                    <a:pt x="12724" y="231153"/>
                  </a:lnTo>
                  <a:lnTo>
                    <a:pt x="14827" y="236006"/>
                  </a:lnTo>
                  <a:lnTo>
                    <a:pt x="17081" y="240791"/>
                  </a:lnTo>
                  <a:lnTo>
                    <a:pt x="19486" y="245502"/>
                  </a:lnTo>
                  <a:lnTo>
                    <a:pt x="22039" y="250134"/>
                  </a:lnTo>
                  <a:lnTo>
                    <a:pt x="24737" y="254684"/>
                  </a:lnTo>
                  <a:lnTo>
                    <a:pt x="27578" y="259145"/>
                  </a:lnTo>
                  <a:lnTo>
                    <a:pt x="30559" y="263515"/>
                  </a:lnTo>
                  <a:lnTo>
                    <a:pt x="33676" y="267788"/>
                  </a:lnTo>
                  <a:lnTo>
                    <a:pt x="36927" y="271961"/>
                  </a:lnTo>
                  <a:lnTo>
                    <a:pt x="40308" y="276028"/>
                  </a:lnTo>
                  <a:lnTo>
                    <a:pt x="43816" y="279986"/>
                  </a:lnTo>
                  <a:lnTo>
                    <a:pt x="47448" y="283832"/>
                  </a:lnTo>
                  <a:lnTo>
                    <a:pt x="51199" y="287561"/>
                  </a:lnTo>
                  <a:lnTo>
                    <a:pt x="55067" y="291169"/>
                  </a:lnTo>
                  <a:lnTo>
                    <a:pt x="59047" y="294653"/>
                  </a:lnTo>
                  <a:lnTo>
                    <a:pt x="63135" y="298009"/>
                  </a:lnTo>
                  <a:lnTo>
                    <a:pt x="67327" y="301234"/>
                  </a:lnTo>
                  <a:lnTo>
                    <a:pt x="71619" y="304325"/>
                  </a:lnTo>
                  <a:lnTo>
                    <a:pt x="76007" y="307279"/>
                  </a:lnTo>
                  <a:lnTo>
                    <a:pt x="80486" y="310092"/>
                  </a:lnTo>
                  <a:lnTo>
                    <a:pt x="85052" y="312763"/>
                  </a:lnTo>
                  <a:lnTo>
                    <a:pt x="89700" y="315287"/>
                  </a:lnTo>
                  <a:lnTo>
                    <a:pt x="94425" y="317663"/>
                  </a:lnTo>
                  <a:lnTo>
                    <a:pt x="99224" y="319889"/>
                  </a:lnTo>
                  <a:lnTo>
                    <a:pt x="104090" y="321962"/>
                  </a:lnTo>
                  <a:lnTo>
                    <a:pt x="109019" y="323879"/>
                  </a:lnTo>
                  <a:lnTo>
                    <a:pt x="114007" y="325640"/>
                  </a:lnTo>
                  <a:lnTo>
                    <a:pt x="119048" y="327242"/>
                  </a:lnTo>
                  <a:lnTo>
                    <a:pt x="124137" y="328684"/>
                  </a:lnTo>
                  <a:lnTo>
                    <a:pt x="129269" y="329964"/>
                  </a:lnTo>
                  <a:lnTo>
                    <a:pt x="134439" y="331081"/>
                  </a:lnTo>
                  <a:lnTo>
                    <a:pt x="139642" y="332033"/>
                  </a:lnTo>
                  <a:lnTo>
                    <a:pt x="144872" y="332821"/>
                  </a:lnTo>
                  <a:lnTo>
                    <a:pt x="150125" y="333443"/>
                  </a:lnTo>
                  <a:lnTo>
                    <a:pt x="155395" y="333899"/>
                  </a:lnTo>
                  <a:lnTo>
                    <a:pt x="160676" y="334187"/>
                  </a:lnTo>
                  <a:lnTo>
                    <a:pt x="165964" y="334308"/>
                  </a:lnTo>
                  <a:lnTo>
                    <a:pt x="171253" y="334262"/>
                  </a:lnTo>
                  <a:lnTo>
                    <a:pt x="176538" y="334049"/>
                  </a:lnTo>
                  <a:lnTo>
                    <a:pt x="181814" y="333668"/>
                  </a:lnTo>
                  <a:lnTo>
                    <a:pt x="187075" y="333121"/>
                  </a:lnTo>
                  <a:lnTo>
                    <a:pt x="192316" y="332408"/>
                  </a:lnTo>
                  <a:lnTo>
                    <a:pt x="197532" y="331529"/>
                  </a:lnTo>
                  <a:lnTo>
                    <a:pt x="202717" y="330486"/>
                  </a:lnTo>
                  <a:lnTo>
                    <a:pt x="207867" y="329279"/>
                  </a:lnTo>
                  <a:lnTo>
                    <a:pt x="212976" y="327910"/>
                  </a:lnTo>
                  <a:lnTo>
                    <a:pt x="218039" y="326379"/>
                  </a:lnTo>
                  <a:lnTo>
                    <a:pt x="223051" y="324690"/>
                  </a:lnTo>
                  <a:lnTo>
                    <a:pt x="228007" y="322842"/>
                  </a:lnTo>
                  <a:lnTo>
                    <a:pt x="232903" y="320839"/>
                  </a:lnTo>
                  <a:lnTo>
                    <a:pt x="237732" y="318682"/>
                  </a:lnTo>
                  <a:lnTo>
                    <a:pt x="242491" y="316373"/>
                  </a:lnTo>
                  <a:lnTo>
                    <a:pt x="247174" y="313915"/>
                  </a:lnTo>
                  <a:lnTo>
                    <a:pt x="251778" y="311310"/>
                  </a:lnTo>
                  <a:lnTo>
                    <a:pt x="256296" y="308561"/>
                  </a:lnTo>
                  <a:lnTo>
                    <a:pt x="260726" y="305670"/>
                  </a:lnTo>
                  <a:lnTo>
                    <a:pt x="265061" y="302640"/>
                  </a:lnTo>
                  <a:lnTo>
                    <a:pt x="269299" y="299475"/>
                  </a:lnTo>
                  <a:lnTo>
                    <a:pt x="273434" y="296177"/>
                  </a:lnTo>
                  <a:lnTo>
                    <a:pt x="277463" y="292750"/>
                  </a:lnTo>
                  <a:lnTo>
                    <a:pt x="281382" y="289197"/>
                  </a:lnTo>
                  <a:lnTo>
                    <a:pt x="285186" y="285522"/>
                  </a:lnTo>
                  <a:lnTo>
                    <a:pt x="288872" y="281728"/>
                  </a:lnTo>
                  <a:lnTo>
                    <a:pt x="292436" y="277820"/>
                  </a:lnTo>
                  <a:lnTo>
                    <a:pt x="295875" y="273801"/>
                  </a:lnTo>
                  <a:lnTo>
                    <a:pt x="299184" y="269676"/>
                  </a:lnTo>
                  <a:lnTo>
                    <a:pt x="302362" y="265447"/>
                  </a:lnTo>
                  <a:lnTo>
                    <a:pt x="305404" y="261120"/>
                  </a:lnTo>
                  <a:lnTo>
                    <a:pt x="308308" y="256699"/>
                  </a:lnTo>
                  <a:lnTo>
                    <a:pt x="311071" y="252189"/>
                  </a:lnTo>
                  <a:lnTo>
                    <a:pt x="313689" y="247593"/>
                  </a:lnTo>
                  <a:lnTo>
                    <a:pt x="316161" y="242917"/>
                  </a:lnTo>
                  <a:lnTo>
                    <a:pt x="318484" y="238165"/>
                  </a:lnTo>
                  <a:lnTo>
                    <a:pt x="320655" y="233342"/>
                  </a:lnTo>
                  <a:lnTo>
                    <a:pt x="322672" y="228452"/>
                  </a:lnTo>
                  <a:lnTo>
                    <a:pt x="324534" y="223501"/>
                  </a:lnTo>
                  <a:lnTo>
                    <a:pt x="326238" y="218494"/>
                  </a:lnTo>
                  <a:lnTo>
                    <a:pt x="327783" y="213435"/>
                  </a:lnTo>
                  <a:lnTo>
                    <a:pt x="329167" y="208330"/>
                  </a:lnTo>
                  <a:lnTo>
                    <a:pt x="330389" y="203184"/>
                  </a:lnTo>
                  <a:lnTo>
                    <a:pt x="331447" y="198002"/>
                  </a:lnTo>
                  <a:lnTo>
                    <a:pt x="332341" y="192788"/>
                  </a:lnTo>
                  <a:lnTo>
                    <a:pt x="333070" y="187550"/>
                  </a:lnTo>
                  <a:lnTo>
                    <a:pt x="333632" y="182290"/>
                  </a:lnTo>
                  <a:lnTo>
                    <a:pt x="334028" y="177016"/>
                  </a:lnTo>
                  <a:lnTo>
                    <a:pt x="334257" y="171731"/>
                  </a:lnTo>
                  <a:lnTo>
                    <a:pt x="334318" y="166442"/>
                  </a:lnTo>
                  <a:lnTo>
                    <a:pt x="334212" y="161154"/>
                  </a:lnTo>
                  <a:lnTo>
                    <a:pt x="333939" y="155872"/>
                  </a:lnTo>
                  <a:lnTo>
                    <a:pt x="333499" y="150601"/>
                  </a:lnTo>
                  <a:lnTo>
                    <a:pt x="332892" y="145346"/>
                  </a:lnTo>
                  <a:lnTo>
                    <a:pt x="332120" y="140114"/>
                  </a:lnTo>
                  <a:lnTo>
                    <a:pt x="331182" y="134908"/>
                  </a:lnTo>
                  <a:lnTo>
                    <a:pt x="330080" y="129735"/>
                  </a:lnTo>
                  <a:lnTo>
                    <a:pt x="328815" y="124599"/>
                  </a:lnTo>
                  <a:lnTo>
                    <a:pt x="327388" y="119506"/>
                  </a:lnTo>
                  <a:lnTo>
                    <a:pt x="325801" y="114461"/>
                  </a:lnTo>
                  <a:lnTo>
                    <a:pt x="324054" y="109468"/>
                  </a:lnTo>
                  <a:lnTo>
                    <a:pt x="322151" y="104533"/>
                  </a:lnTo>
                  <a:lnTo>
                    <a:pt x="320093" y="99660"/>
                  </a:lnTo>
                  <a:lnTo>
                    <a:pt x="317881" y="94856"/>
                  </a:lnTo>
                  <a:lnTo>
                    <a:pt x="315519" y="90123"/>
                  </a:lnTo>
                  <a:lnTo>
                    <a:pt x="313008" y="85468"/>
                  </a:lnTo>
                  <a:lnTo>
                    <a:pt x="310351" y="80894"/>
                  </a:lnTo>
                  <a:lnTo>
                    <a:pt x="307550" y="76407"/>
                  </a:lnTo>
                  <a:lnTo>
                    <a:pt x="304609" y="72011"/>
                  </a:lnTo>
                  <a:lnTo>
                    <a:pt x="301531" y="67710"/>
                  </a:lnTo>
                  <a:lnTo>
                    <a:pt x="298318" y="63508"/>
                  </a:lnTo>
                  <a:lnTo>
                    <a:pt x="294973" y="59410"/>
                  </a:lnTo>
                  <a:lnTo>
                    <a:pt x="291501" y="55421"/>
                  </a:lnTo>
                  <a:lnTo>
                    <a:pt x="287904" y="51542"/>
                  </a:lnTo>
                  <a:lnTo>
                    <a:pt x="284186" y="47780"/>
                  </a:lnTo>
                  <a:lnTo>
                    <a:pt x="280351" y="44137"/>
                  </a:lnTo>
                  <a:lnTo>
                    <a:pt x="276403" y="40618"/>
                  </a:lnTo>
                  <a:lnTo>
                    <a:pt x="272345" y="37225"/>
                  </a:lnTo>
                  <a:lnTo>
                    <a:pt x="268182" y="33962"/>
                  </a:lnTo>
                  <a:lnTo>
                    <a:pt x="263918" y="30832"/>
                  </a:lnTo>
                  <a:lnTo>
                    <a:pt x="259557" y="27839"/>
                  </a:lnTo>
                  <a:lnTo>
                    <a:pt x="255104" y="24985"/>
                  </a:lnTo>
                  <a:lnTo>
                    <a:pt x="250562" y="22274"/>
                  </a:lnTo>
                  <a:lnTo>
                    <a:pt x="245937" y="19708"/>
                  </a:lnTo>
                  <a:lnTo>
                    <a:pt x="241233" y="17289"/>
                  </a:lnTo>
                  <a:lnTo>
                    <a:pt x="236455" y="15020"/>
                  </a:lnTo>
                  <a:lnTo>
                    <a:pt x="231608" y="12904"/>
                  </a:lnTo>
                  <a:lnTo>
                    <a:pt x="226696" y="10942"/>
                  </a:lnTo>
                  <a:lnTo>
                    <a:pt x="221724" y="9136"/>
                  </a:lnTo>
                  <a:lnTo>
                    <a:pt x="216698" y="7489"/>
                  </a:lnTo>
                  <a:lnTo>
                    <a:pt x="211622" y="6001"/>
                  </a:lnTo>
                  <a:lnTo>
                    <a:pt x="206502" y="4675"/>
                  </a:lnTo>
                  <a:lnTo>
                    <a:pt x="201342" y="3511"/>
                  </a:lnTo>
                  <a:lnTo>
                    <a:pt x="196148" y="2512"/>
                  </a:lnTo>
                  <a:lnTo>
                    <a:pt x="190925" y="1677"/>
                  </a:lnTo>
                  <a:lnTo>
                    <a:pt x="185678" y="1007"/>
                  </a:lnTo>
                  <a:lnTo>
                    <a:pt x="180413" y="505"/>
                  </a:lnTo>
                  <a:lnTo>
                    <a:pt x="175134" y="168"/>
                  </a:lnTo>
                  <a:lnTo>
                    <a:pt x="169848" y="0"/>
                  </a:lnTo>
                  <a:lnTo>
                    <a:pt x="167152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83779" y="3170392"/>
              <a:ext cx="2695" cy="167167"/>
            </a:xfrm>
            <a:custGeom>
              <a:avLst/>
              <a:pathLst>
                <a:path w="2695" h="167167">
                  <a:moveTo>
                    <a:pt x="2695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51851" y="2633064"/>
              <a:ext cx="167160" cy="168739"/>
            </a:xfrm>
            <a:custGeom>
              <a:avLst/>
              <a:pathLst>
                <a:path w="167160" h="168739">
                  <a:moveTo>
                    <a:pt x="167160" y="0"/>
                  </a:moveTo>
                  <a:lnTo>
                    <a:pt x="161769" y="86"/>
                  </a:lnTo>
                  <a:lnTo>
                    <a:pt x="156385" y="347"/>
                  </a:lnTo>
                  <a:lnTo>
                    <a:pt x="151012" y="781"/>
                  </a:lnTo>
                  <a:lnTo>
                    <a:pt x="145655" y="1388"/>
                  </a:lnTo>
                  <a:lnTo>
                    <a:pt x="140321" y="2168"/>
                  </a:lnTo>
                  <a:lnTo>
                    <a:pt x="135015" y="3119"/>
                  </a:lnTo>
                  <a:lnTo>
                    <a:pt x="129742" y="4241"/>
                  </a:lnTo>
                  <a:lnTo>
                    <a:pt x="124508" y="5532"/>
                  </a:lnTo>
                  <a:lnTo>
                    <a:pt x="119319" y="6991"/>
                  </a:lnTo>
                  <a:lnTo>
                    <a:pt x="114179" y="8617"/>
                  </a:lnTo>
                  <a:lnTo>
                    <a:pt x="109095" y="10408"/>
                  </a:lnTo>
                  <a:lnTo>
                    <a:pt x="104070" y="12362"/>
                  </a:lnTo>
                  <a:lnTo>
                    <a:pt x="99112" y="14476"/>
                  </a:lnTo>
                  <a:lnTo>
                    <a:pt x="94224" y="16750"/>
                  </a:lnTo>
                  <a:lnTo>
                    <a:pt x="89412" y="19180"/>
                  </a:lnTo>
                  <a:lnTo>
                    <a:pt x="84681" y="21763"/>
                  </a:lnTo>
                  <a:lnTo>
                    <a:pt x="80035" y="24498"/>
                  </a:lnTo>
                  <a:lnTo>
                    <a:pt x="75480" y="27382"/>
                  </a:lnTo>
                  <a:lnTo>
                    <a:pt x="71021" y="30411"/>
                  </a:lnTo>
                  <a:lnTo>
                    <a:pt x="66661" y="33582"/>
                  </a:lnTo>
                  <a:lnTo>
                    <a:pt x="62406" y="36891"/>
                  </a:lnTo>
                  <a:lnTo>
                    <a:pt x="58260" y="40337"/>
                  </a:lnTo>
                  <a:lnTo>
                    <a:pt x="54227" y="43914"/>
                  </a:lnTo>
                  <a:lnTo>
                    <a:pt x="50312" y="47619"/>
                  </a:lnTo>
                  <a:lnTo>
                    <a:pt x="46518" y="51449"/>
                  </a:lnTo>
                  <a:lnTo>
                    <a:pt x="42850" y="55399"/>
                  </a:lnTo>
                  <a:lnTo>
                    <a:pt x="39311" y="59465"/>
                  </a:lnTo>
                  <a:lnTo>
                    <a:pt x="35904" y="63644"/>
                  </a:lnTo>
                  <a:lnTo>
                    <a:pt x="32635" y="67930"/>
                  </a:lnTo>
                  <a:lnTo>
                    <a:pt x="29505" y="72319"/>
                  </a:lnTo>
                  <a:lnTo>
                    <a:pt x="26518" y="76807"/>
                  </a:lnTo>
                  <a:lnTo>
                    <a:pt x="23678" y="81388"/>
                  </a:lnTo>
                  <a:lnTo>
                    <a:pt x="20987" y="86059"/>
                  </a:lnTo>
                  <a:lnTo>
                    <a:pt x="18448" y="90815"/>
                  </a:lnTo>
                  <a:lnTo>
                    <a:pt x="16063" y="95649"/>
                  </a:lnTo>
                  <a:lnTo>
                    <a:pt x="13836" y="100558"/>
                  </a:lnTo>
                  <a:lnTo>
                    <a:pt x="11768" y="105537"/>
                  </a:lnTo>
                  <a:lnTo>
                    <a:pt x="9861" y="110579"/>
                  </a:lnTo>
                  <a:lnTo>
                    <a:pt x="8118" y="115680"/>
                  </a:lnTo>
                  <a:lnTo>
                    <a:pt x="6541" y="120835"/>
                  </a:lnTo>
                  <a:lnTo>
                    <a:pt x="5131" y="126038"/>
                  </a:lnTo>
                  <a:lnTo>
                    <a:pt x="3889" y="131284"/>
                  </a:lnTo>
                  <a:lnTo>
                    <a:pt x="2817" y="136567"/>
                  </a:lnTo>
                  <a:lnTo>
                    <a:pt x="1915" y="141882"/>
                  </a:lnTo>
                  <a:lnTo>
                    <a:pt x="1186" y="147223"/>
                  </a:lnTo>
                  <a:lnTo>
                    <a:pt x="629" y="152585"/>
                  </a:lnTo>
                  <a:lnTo>
                    <a:pt x="246" y="157962"/>
                  </a:lnTo>
                  <a:lnTo>
                    <a:pt x="36" y="163349"/>
                  </a:lnTo>
                  <a:lnTo>
                    <a:pt x="0" y="168739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851" y="2800231"/>
              <a:ext cx="167160" cy="1572"/>
            </a:xfrm>
            <a:custGeom>
              <a:avLst/>
              <a:pathLst>
                <a:path w="167160" h="1572">
                  <a:moveTo>
                    <a:pt x="0" y="1572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1851" y="2712915"/>
              <a:ext cx="334319" cy="254480"/>
            </a:xfrm>
            <a:custGeom>
              <a:avLst/>
              <a:pathLst>
                <a:path w="334319" h="254480">
                  <a:moveTo>
                    <a:pt x="0" y="88888"/>
                  </a:moveTo>
                  <a:lnTo>
                    <a:pt x="134" y="94192"/>
                  </a:lnTo>
                  <a:lnTo>
                    <a:pt x="436" y="99489"/>
                  </a:lnTo>
                  <a:lnTo>
                    <a:pt x="906" y="104773"/>
                  </a:lnTo>
                  <a:lnTo>
                    <a:pt x="1544" y="110040"/>
                  </a:lnTo>
                  <a:lnTo>
                    <a:pt x="2348" y="115285"/>
                  </a:lnTo>
                  <a:lnTo>
                    <a:pt x="3319" y="120501"/>
                  </a:lnTo>
                  <a:lnTo>
                    <a:pt x="4455" y="125683"/>
                  </a:lnTo>
                  <a:lnTo>
                    <a:pt x="5754" y="130827"/>
                  </a:lnTo>
                  <a:lnTo>
                    <a:pt x="7216" y="135927"/>
                  </a:lnTo>
                  <a:lnTo>
                    <a:pt x="8840" y="140979"/>
                  </a:lnTo>
                  <a:lnTo>
                    <a:pt x="10622" y="145976"/>
                  </a:lnTo>
                  <a:lnTo>
                    <a:pt x="12563" y="150914"/>
                  </a:lnTo>
                  <a:lnTo>
                    <a:pt x="14659" y="155788"/>
                  </a:lnTo>
                  <a:lnTo>
                    <a:pt x="16908" y="160593"/>
                  </a:lnTo>
                  <a:lnTo>
                    <a:pt x="19309" y="165324"/>
                  </a:lnTo>
                  <a:lnTo>
                    <a:pt x="21859" y="169976"/>
                  </a:lnTo>
                  <a:lnTo>
                    <a:pt x="24556" y="174546"/>
                  </a:lnTo>
                  <a:lnTo>
                    <a:pt x="27396" y="179027"/>
                  </a:lnTo>
                  <a:lnTo>
                    <a:pt x="30376" y="183416"/>
                  </a:lnTo>
                  <a:lnTo>
                    <a:pt x="33495" y="187708"/>
                  </a:lnTo>
                  <a:lnTo>
                    <a:pt x="36748" y="191900"/>
                  </a:lnTo>
                  <a:lnTo>
                    <a:pt x="40133" y="195985"/>
                  </a:lnTo>
                  <a:lnTo>
                    <a:pt x="43645" y="199962"/>
                  </a:lnTo>
                  <a:lnTo>
                    <a:pt x="47282" y="203825"/>
                  </a:lnTo>
                  <a:lnTo>
                    <a:pt x="51040" y="207570"/>
                  </a:lnTo>
                  <a:lnTo>
                    <a:pt x="54915" y="211195"/>
                  </a:lnTo>
                  <a:lnTo>
                    <a:pt x="58902" y="214694"/>
                  </a:lnTo>
                  <a:lnTo>
                    <a:pt x="62999" y="218065"/>
                  </a:lnTo>
                  <a:lnTo>
                    <a:pt x="67201" y="221305"/>
                  </a:lnTo>
                  <a:lnTo>
                    <a:pt x="71503" y="224410"/>
                  </a:lnTo>
                  <a:lnTo>
                    <a:pt x="75902" y="227376"/>
                  </a:lnTo>
                  <a:lnTo>
                    <a:pt x="80392" y="230202"/>
                  </a:lnTo>
                  <a:lnTo>
                    <a:pt x="84970" y="232883"/>
                  </a:lnTo>
                  <a:lnTo>
                    <a:pt x="89631" y="235418"/>
                  </a:lnTo>
                  <a:lnTo>
                    <a:pt x="94370" y="237804"/>
                  </a:lnTo>
                  <a:lnTo>
                    <a:pt x="99182" y="240038"/>
                  </a:lnTo>
                  <a:lnTo>
                    <a:pt x="104063" y="242118"/>
                  </a:lnTo>
                  <a:lnTo>
                    <a:pt x="109007" y="244042"/>
                  </a:lnTo>
                  <a:lnTo>
                    <a:pt x="114010" y="245809"/>
                  </a:lnTo>
                  <a:lnTo>
                    <a:pt x="119067" y="247416"/>
                  </a:lnTo>
                  <a:lnTo>
                    <a:pt x="124172" y="248861"/>
                  </a:lnTo>
                  <a:lnTo>
                    <a:pt x="129320" y="250144"/>
                  </a:lnTo>
                  <a:lnTo>
                    <a:pt x="134506" y="251263"/>
                  </a:lnTo>
                  <a:lnTo>
                    <a:pt x="139725" y="252216"/>
                  </a:lnTo>
                  <a:lnTo>
                    <a:pt x="144972" y="253004"/>
                  </a:lnTo>
                  <a:lnTo>
                    <a:pt x="150241" y="253625"/>
                  </a:lnTo>
                  <a:lnTo>
                    <a:pt x="155527" y="254078"/>
                  </a:lnTo>
                  <a:lnTo>
                    <a:pt x="160825" y="254363"/>
                  </a:lnTo>
                  <a:lnTo>
                    <a:pt x="166129" y="254480"/>
                  </a:lnTo>
                  <a:lnTo>
                    <a:pt x="171435" y="254428"/>
                  </a:lnTo>
                  <a:lnTo>
                    <a:pt x="176736" y="254208"/>
                  </a:lnTo>
                  <a:lnTo>
                    <a:pt x="182027" y="253821"/>
                  </a:lnTo>
                  <a:lnTo>
                    <a:pt x="187303" y="253265"/>
                  </a:lnTo>
                  <a:lnTo>
                    <a:pt x="192560" y="252542"/>
                  </a:lnTo>
                  <a:lnTo>
                    <a:pt x="197790" y="251653"/>
                  </a:lnTo>
                  <a:lnTo>
                    <a:pt x="202990" y="250598"/>
                  </a:lnTo>
                  <a:lnTo>
                    <a:pt x="208153" y="249379"/>
                  </a:lnTo>
                  <a:lnTo>
                    <a:pt x="213276" y="247996"/>
                  </a:lnTo>
                  <a:lnTo>
                    <a:pt x="218351" y="246452"/>
                  </a:lnTo>
                  <a:lnTo>
                    <a:pt x="223376" y="244747"/>
                  </a:lnTo>
                  <a:lnTo>
                    <a:pt x="228343" y="242884"/>
                  </a:lnTo>
                  <a:lnTo>
                    <a:pt x="233249" y="240864"/>
                  </a:lnTo>
                  <a:lnTo>
                    <a:pt x="238089" y="238689"/>
                  </a:lnTo>
                  <a:lnTo>
                    <a:pt x="242857" y="236362"/>
                  </a:lnTo>
                  <a:lnTo>
                    <a:pt x="247548" y="233885"/>
                  </a:lnTo>
                  <a:lnTo>
                    <a:pt x="252159" y="231260"/>
                  </a:lnTo>
                  <a:lnTo>
                    <a:pt x="256684" y="228490"/>
                  </a:lnTo>
                  <a:lnTo>
                    <a:pt x="261119" y="225578"/>
                  </a:lnTo>
                  <a:lnTo>
                    <a:pt x="265459" y="222527"/>
                  </a:lnTo>
                  <a:lnTo>
                    <a:pt x="269701" y="219339"/>
                  </a:lnTo>
                  <a:lnTo>
                    <a:pt x="273839" y="216019"/>
                  </a:lnTo>
                  <a:lnTo>
                    <a:pt x="277869" y="212568"/>
                  </a:lnTo>
                  <a:lnTo>
                    <a:pt x="281788" y="208992"/>
                  </a:lnTo>
                  <a:lnTo>
                    <a:pt x="285592" y="205293"/>
                  </a:lnTo>
                  <a:lnTo>
                    <a:pt x="289276" y="201475"/>
                  </a:lnTo>
                  <a:lnTo>
                    <a:pt x="292837" y="197543"/>
                  </a:lnTo>
                  <a:lnTo>
                    <a:pt x="296272" y="193499"/>
                  </a:lnTo>
                  <a:lnTo>
                    <a:pt x="299577" y="189348"/>
                  </a:lnTo>
                  <a:lnTo>
                    <a:pt x="302748" y="185095"/>
                  </a:lnTo>
                  <a:lnTo>
                    <a:pt x="305782" y="180743"/>
                  </a:lnTo>
                  <a:lnTo>
                    <a:pt x="308677" y="176297"/>
                  </a:lnTo>
                  <a:lnTo>
                    <a:pt x="311430" y="171761"/>
                  </a:lnTo>
                  <a:lnTo>
                    <a:pt x="314037" y="167140"/>
                  </a:lnTo>
                  <a:lnTo>
                    <a:pt x="316496" y="162439"/>
                  </a:lnTo>
                  <a:lnTo>
                    <a:pt x="318805" y="157662"/>
                  </a:lnTo>
                  <a:lnTo>
                    <a:pt x="320961" y="152814"/>
                  </a:lnTo>
                  <a:lnTo>
                    <a:pt x="322962" y="147900"/>
                  </a:lnTo>
                  <a:lnTo>
                    <a:pt x="324806" y="142926"/>
                  </a:lnTo>
                  <a:lnTo>
                    <a:pt x="326492" y="137895"/>
                  </a:lnTo>
                  <a:lnTo>
                    <a:pt x="328016" y="132813"/>
                  </a:lnTo>
                  <a:lnTo>
                    <a:pt x="329379" y="127686"/>
                  </a:lnTo>
                  <a:lnTo>
                    <a:pt x="330579" y="122517"/>
                  </a:lnTo>
                  <a:lnTo>
                    <a:pt x="331613" y="117314"/>
                  </a:lnTo>
                  <a:lnTo>
                    <a:pt x="332483" y="112080"/>
                  </a:lnTo>
                  <a:lnTo>
                    <a:pt x="333185" y="106821"/>
                  </a:lnTo>
                  <a:lnTo>
                    <a:pt x="333720" y="101543"/>
                  </a:lnTo>
                  <a:lnTo>
                    <a:pt x="334088" y="96250"/>
                  </a:lnTo>
                  <a:lnTo>
                    <a:pt x="334288" y="90948"/>
                  </a:lnTo>
                  <a:lnTo>
                    <a:pt x="334319" y="85642"/>
                  </a:lnTo>
                  <a:lnTo>
                    <a:pt x="334181" y="80339"/>
                  </a:lnTo>
                  <a:lnTo>
                    <a:pt x="333876" y="75042"/>
                  </a:lnTo>
                  <a:lnTo>
                    <a:pt x="333402" y="69758"/>
                  </a:lnTo>
                  <a:lnTo>
                    <a:pt x="332761" y="64491"/>
                  </a:lnTo>
                  <a:lnTo>
                    <a:pt x="331954" y="59247"/>
                  </a:lnTo>
                  <a:lnTo>
                    <a:pt x="330980" y="54032"/>
                  </a:lnTo>
                  <a:lnTo>
                    <a:pt x="329841" y="48850"/>
                  </a:lnTo>
                  <a:lnTo>
                    <a:pt x="328539" y="43707"/>
                  </a:lnTo>
                  <a:lnTo>
                    <a:pt x="327073" y="38607"/>
                  </a:lnTo>
                  <a:lnTo>
                    <a:pt x="325447" y="33557"/>
                  </a:lnTo>
                  <a:lnTo>
                    <a:pt x="323662" y="28561"/>
                  </a:lnTo>
                  <a:lnTo>
                    <a:pt x="321718" y="23624"/>
                  </a:lnTo>
                  <a:lnTo>
                    <a:pt x="319619" y="18752"/>
                  </a:lnTo>
                  <a:lnTo>
                    <a:pt x="317367" y="13948"/>
                  </a:lnTo>
                  <a:lnTo>
                    <a:pt x="314963" y="9218"/>
                  </a:lnTo>
                  <a:lnTo>
                    <a:pt x="312410" y="4567"/>
                  </a:lnTo>
                  <a:lnTo>
                    <a:pt x="309711" y="0"/>
                  </a:lnTo>
                  <a:lnTo>
                    <a:pt x="167160" y="873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919011" y="2633064"/>
              <a:ext cx="142551" cy="167167"/>
            </a:xfrm>
            <a:custGeom>
              <a:avLst/>
              <a:pathLst>
                <a:path w="142551" h="167167">
                  <a:moveTo>
                    <a:pt x="142551" y="79851"/>
                  </a:moveTo>
                  <a:lnTo>
                    <a:pt x="139598" y="75203"/>
                  </a:lnTo>
                  <a:lnTo>
                    <a:pt x="136493" y="70655"/>
                  </a:lnTo>
                  <a:lnTo>
                    <a:pt x="133240" y="66212"/>
                  </a:lnTo>
                  <a:lnTo>
                    <a:pt x="129843" y="61878"/>
                  </a:lnTo>
                  <a:lnTo>
                    <a:pt x="126304" y="57659"/>
                  </a:lnTo>
                  <a:lnTo>
                    <a:pt x="122629" y="53558"/>
                  </a:lnTo>
                  <a:lnTo>
                    <a:pt x="118821" y="49581"/>
                  </a:lnTo>
                  <a:lnTo>
                    <a:pt x="114883" y="45731"/>
                  </a:lnTo>
                  <a:lnTo>
                    <a:pt x="110821" y="42013"/>
                  </a:lnTo>
                  <a:lnTo>
                    <a:pt x="106639" y="38431"/>
                  </a:lnTo>
                  <a:lnTo>
                    <a:pt x="102341" y="34988"/>
                  </a:lnTo>
                  <a:lnTo>
                    <a:pt x="97932" y="31689"/>
                  </a:lnTo>
                  <a:lnTo>
                    <a:pt x="93417" y="28537"/>
                  </a:lnTo>
                  <a:lnTo>
                    <a:pt x="88800" y="25536"/>
                  </a:lnTo>
                  <a:lnTo>
                    <a:pt x="84087" y="22688"/>
                  </a:lnTo>
                  <a:lnTo>
                    <a:pt x="79283" y="19996"/>
                  </a:lnTo>
                  <a:lnTo>
                    <a:pt x="74392" y="17465"/>
                  </a:lnTo>
                  <a:lnTo>
                    <a:pt x="69421" y="15096"/>
                  </a:lnTo>
                  <a:lnTo>
                    <a:pt x="64375" y="12892"/>
                  </a:lnTo>
                  <a:lnTo>
                    <a:pt x="59259" y="10855"/>
                  </a:lnTo>
                  <a:lnTo>
                    <a:pt x="54078" y="8988"/>
                  </a:lnTo>
                  <a:lnTo>
                    <a:pt x="48839" y="7293"/>
                  </a:lnTo>
                  <a:lnTo>
                    <a:pt x="43547" y="5771"/>
                  </a:lnTo>
                  <a:lnTo>
                    <a:pt x="38207" y="4424"/>
                  </a:lnTo>
                  <a:lnTo>
                    <a:pt x="32826" y="3254"/>
                  </a:lnTo>
                  <a:lnTo>
                    <a:pt x="27410" y="2262"/>
                  </a:lnTo>
                  <a:lnTo>
                    <a:pt x="21963" y="1449"/>
                  </a:lnTo>
                  <a:lnTo>
                    <a:pt x="16493" y="815"/>
                  </a:lnTo>
                  <a:lnTo>
                    <a:pt x="11005" y="362"/>
                  </a:lnTo>
                  <a:lnTo>
                    <a:pt x="5505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660424" y="2126963"/>
              <a:ext cx="68047" cy="167167"/>
            </a:xfrm>
            <a:custGeom>
              <a:avLst/>
              <a:pathLst>
                <a:path w="68047" h="167167">
                  <a:moveTo>
                    <a:pt x="68047" y="0"/>
                  </a:moveTo>
                  <a:lnTo>
                    <a:pt x="62208" y="102"/>
                  </a:lnTo>
                  <a:lnTo>
                    <a:pt x="56376" y="407"/>
                  </a:lnTo>
                  <a:lnTo>
                    <a:pt x="50559" y="917"/>
                  </a:lnTo>
                  <a:lnTo>
                    <a:pt x="44762" y="1629"/>
                  </a:lnTo>
                  <a:lnTo>
                    <a:pt x="38994" y="2543"/>
                  </a:lnTo>
                  <a:lnTo>
                    <a:pt x="33262" y="3659"/>
                  </a:lnTo>
                  <a:lnTo>
                    <a:pt x="27572" y="4974"/>
                  </a:lnTo>
                  <a:lnTo>
                    <a:pt x="21931" y="6486"/>
                  </a:lnTo>
                  <a:lnTo>
                    <a:pt x="16347" y="8195"/>
                  </a:lnTo>
                  <a:lnTo>
                    <a:pt x="10826" y="10098"/>
                  </a:lnTo>
                  <a:lnTo>
                    <a:pt x="5374" y="12193"/>
                  </a:lnTo>
                  <a:lnTo>
                    <a:pt x="0" y="14476"/>
                  </a:lnTo>
                  <a:lnTo>
                    <a:pt x="6804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60424" y="2141440"/>
              <a:ext cx="68047" cy="152690"/>
            </a:xfrm>
            <a:custGeom>
              <a:avLst/>
              <a:pathLst>
                <a:path w="68047" h="152690">
                  <a:moveTo>
                    <a:pt x="0" y="0"/>
                  </a:moveTo>
                  <a:lnTo>
                    <a:pt x="68047" y="1526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561305" y="2141440"/>
              <a:ext cx="178389" cy="319857"/>
            </a:xfrm>
            <a:custGeom>
              <a:avLst/>
              <a:pathLst>
                <a:path w="178389" h="319857">
                  <a:moveTo>
                    <a:pt x="99118" y="0"/>
                  </a:moveTo>
                  <a:lnTo>
                    <a:pt x="94258" y="2259"/>
                  </a:lnTo>
                  <a:lnTo>
                    <a:pt x="89473" y="4674"/>
                  </a:lnTo>
                  <a:lnTo>
                    <a:pt x="84768" y="7241"/>
                  </a:lnTo>
                  <a:lnTo>
                    <a:pt x="80148" y="9957"/>
                  </a:lnTo>
                  <a:lnTo>
                    <a:pt x="75617" y="12820"/>
                  </a:lnTo>
                  <a:lnTo>
                    <a:pt x="71180" y="15827"/>
                  </a:lnTo>
                  <a:lnTo>
                    <a:pt x="66842" y="18974"/>
                  </a:lnTo>
                  <a:lnTo>
                    <a:pt x="62606" y="22259"/>
                  </a:lnTo>
                  <a:lnTo>
                    <a:pt x="58479" y="25678"/>
                  </a:lnTo>
                  <a:lnTo>
                    <a:pt x="54463" y="29228"/>
                  </a:lnTo>
                  <a:lnTo>
                    <a:pt x="50563" y="32905"/>
                  </a:lnTo>
                  <a:lnTo>
                    <a:pt x="46783" y="36704"/>
                  </a:lnTo>
                  <a:lnTo>
                    <a:pt x="43126" y="40623"/>
                  </a:lnTo>
                  <a:lnTo>
                    <a:pt x="39597" y="44657"/>
                  </a:lnTo>
                  <a:lnTo>
                    <a:pt x="36200" y="48802"/>
                  </a:lnTo>
                  <a:lnTo>
                    <a:pt x="32936" y="53054"/>
                  </a:lnTo>
                  <a:lnTo>
                    <a:pt x="29811" y="57409"/>
                  </a:lnTo>
                  <a:lnTo>
                    <a:pt x="26827" y="61861"/>
                  </a:lnTo>
                  <a:lnTo>
                    <a:pt x="23988" y="66407"/>
                  </a:lnTo>
                  <a:lnTo>
                    <a:pt x="21295" y="71041"/>
                  </a:lnTo>
                  <a:lnTo>
                    <a:pt x="18753" y="75760"/>
                  </a:lnTo>
                  <a:lnTo>
                    <a:pt x="16363" y="80557"/>
                  </a:lnTo>
                  <a:lnTo>
                    <a:pt x="14128" y="85429"/>
                  </a:lnTo>
                  <a:lnTo>
                    <a:pt x="12050" y="90369"/>
                  </a:lnTo>
                  <a:lnTo>
                    <a:pt x="10132" y="95374"/>
                  </a:lnTo>
                  <a:lnTo>
                    <a:pt x="8375" y="100438"/>
                  </a:lnTo>
                  <a:lnTo>
                    <a:pt x="6782" y="105555"/>
                  </a:lnTo>
                  <a:lnTo>
                    <a:pt x="5353" y="110721"/>
                  </a:lnTo>
                  <a:lnTo>
                    <a:pt x="4091" y="115930"/>
                  </a:lnTo>
                  <a:lnTo>
                    <a:pt x="2996" y="121177"/>
                  </a:lnTo>
                  <a:lnTo>
                    <a:pt x="2070" y="126456"/>
                  </a:lnTo>
                  <a:lnTo>
                    <a:pt x="1314" y="131762"/>
                  </a:lnTo>
                  <a:lnTo>
                    <a:pt x="728" y="137090"/>
                  </a:lnTo>
                  <a:lnTo>
                    <a:pt x="314" y="142434"/>
                  </a:lnTo>
                  <a:lnTo>
                    <a:pt x="71" y="147788"/>
                  </a:lnTo>
                  <a:lnTo>
                    <a:pt x="0" y="153147"/>
                  </a:lnTo>
                  <a:lnTo>
                    <a:pt x="100" y="158506"/>
                  </a:lnTo>
                  <a:lnTo>
                    <a:pt x="372" y="163859"/>
                  </a:lnTo>
                  <a:lnTo>
                    <a:pt x="816" y="169200"/>
                  </a:lnTo>
                  <a:lnTo>
                    <a:pt x="1431" y="174525"/>
                  </a:lnTo>
                  <a:lnTo>
                    <a:pt x="2216" y="179827"/>
                  </a:lnTo>
                  <a:lnTo>
                    <a:pt x="3171" y="185101"/>
                  </a:lnTo>
                  <a:lnTo>
                    <a:pt x="4294" y="190341"/>
                  </a:lnTo>
                  <a:lnTo>
                    <a:pt x="5585" y="195543"/>
                  </a:lnTo>
                  <a:lnTo>
                    <a:pt x="7042" y="200701"/>
                  </a:lnTo>
                  <a:lnTo>
                    <a:pt x="8663" y="205810"/>
                  </a:lnTo>
                  <a:lnTo>
                    <a:pt x="10448" y="210864"/>
                  </a:lnTo>
                  <a:lnTo>
                    <a:pt x="12393" y="215858"/>
                  </a:lnTo>
                  <a:lnTo>
                    <a:pt x="14498" y="220788"/>
                  </a:lnTo>
                  <a:lnTo>
                    <a:pt x="16759" y="225647"/>
                  </a:lnTo>
                  <a:lnTo>
                    <a:pt x="19175" y="230431"/>
                  </a:lnTo>
                  <a:lnTo>
                    <a:pt x="21744" y="235135"/>
                  </a:lnTo>
                  <a:lnTo>
                    <a:pt x="24462" y="239755"/>
                  </a:lnTo>
                  <a:lnTo>
                    <a:pt x="27326" y="244285"/>
                  </a:lnTo>
                  <a:lnTo>
                    <a:pt x="30334" y="248721"/>
                  </a:lnTo>
                  <a:lnTo>
                    <a:pt x="33483" y="253058"/>
                  </a:lnTo>
                  <a:lnTo>
                    <a:pt x="36770" y="257292"/>
                  </a:lnTo>
                  <a:lnTo>
                    <a:pt x="40190" y="261419"/>
                  </a:lnTo>
                  <a:lnTo>
                    <a:pt x="43741" y="265434"/>
                  </a:lnTo>
                  <a:lnTo>
                    <a:pt x="47419" y="269333"/>
                  </a:lnTo>
                  <a:lnTo>
                    <a:pt x="51219" y="273111"/>
                  </a:lnTo>
                  <a:lnTo>
                    <a:pt x="55140" y="276767"/>
                  </a:lnTo>
                  <a:lnTo>
                    <a:pt x="59175" y="280294"/>
                  </a:lnTo>
                  <a:lnTo>
                    <a:pt x="63321" y="283691"/>
                  </a:lnTo>
                  <a:lnTo>
                    <a:pt x="67574" y="286952"/>
                  </a:lnTo>
                  <a:lnTo>
                    <a:pt x="71929" y="290076"/>
                  </a:lnTo>
                  <a:lnTo>
                    <a:pt x="76383" y="293059"/>
                  </a:lnTo>
                  <a:lnTo>
                    <a:pt x="80929" y="295897"/>
                  </a:lnTo>
                  <a:lnTo>
                    <a:pt x="85565" y="298588"/>
                  </a:lnTo>
                  <a:lnTo>
                    <a:pt x="90284" y="301129"/>
                  </a:lnTo>
                  <a:lnTo>
                    <a:pt x="95082" y="303517"/>
                  </a:lnTo>
                  <a:lnTo>
                    <a:pt x="99954" y="305751"/>
                  </a:lnTo>
                  <a:lnTo>
                    <a:pt x="104896" y="307827"/>
                  </a:lnTo>
                  <a:lnTo>
                    <a:pt x="109901" y="309743"/>
                  </a:lnTo>
                  <a:lnTo>
                    <a:pt x="114965" y="311498"/>
                  </a:lnTo>
                  <a:lnTo>
                    <a:pt x="120083" y="313090"/>
                  </a:lnTo>
                  <a:lnTo>
                    <a:pt x="125250" y="314517"/>
                  </a:lnTo>
                  <a:lnTo>
                    <a:pt x="130459" y="315778"/>
                  </a:lnTo>
                  <a:lnTo>
                    <a:pt x="135706" y="316871"/>
                  </a:lnTo>
                  <a:lnTo>
                    <a:pt x="140986" y="317795"/>
                  </a:lnTo>
                  <a:lnTo>
                    <a:pt x="146292" y="318549"/>
                  </a:lnTo>
                  <a:lnTo>
                    <a:pt x="151620" y="319133"/>
                  </a:lnTo>
                  <a:lnTo>
                    <a:pt x="156964" y="319546"/>
                  </a:lnTo>
                  <a:lnTo>
                    <a:pt x="162318" y="319787"/>
                  </a:lnTo>
                  <a:lnTo>
                    <a:pt x="167678" y="319857"/>
                  </a:lnTo>
                  <a:lnTo>
                    <a:pt x="173036" y="319755"/>
                  </a:lnTo>
                  <a:lnTo>
                    <a:pt x="178389" y="319480"/>
                  </a:lnTo>
                  <a:lnTo>
                    <a:pt x="167166" y="1526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728472" y="2126963"/>
              <a:ext cx="167167" cy="333957"/>
            </a:xfrm>
            <a:custGeom>
              <a:avLst/>
              <a:pathLst>
                <a:path w="167167" h="333957">
                  <a:moveTo>
                    <a:pt x="11222" y="333957"/>
                  </a:moveTo>
                  <a:lnTo>
                    <a:pt x="16557" y="333512"/>
                  </a:lnTo>
                  <a:lnTo>
                    <a:pt x="21875" y="332897"/>
                  </a:lnTo>
                  <a:lnTo>
                    <a:pt x="27170" y="332111"/>
                  </a:lnTo>
                  <a:lnTo>
                    <a:pt x="32438" y="331157"/>
                  </a:lnTo>
                  <a:lnTo>
                    <a:pt x="37672" y="330034"/>
                  </a:lnTo>
                  <a:lnTo>
                    <a:pt x="42868" y="328744"/>
                  </a:lnTo>
                  <a:lnTo>
                    <a:pt x="48019" y="327289"/>
                  </a:lnTo>
                  <a:lnTo>
                    <a:pt x="53122" y="325669"/>
                  </a:lnTo>
                  <a:lnTo>
                    <a:pt x="58170" y="323887"/>
                  </a:lnTo>
                  <a:lnTo>
                    <a:pt x="63158" y="321944"/>
                  </a:lnTo>
                  <a:lnTo>
                    <a:pt x="68082" y="319842"/>
                  </a:lnTo>
                  <a:lnTo>
                    <a:pt x="72935" y="317584"/>
                  </a:lnTo>
                  <a:lnTo>
                    <a:pt x="77714" y="315172"/>
                  </a:lnTo>
                  <a:lnTo>
                    <a:pt x="82413" y="312607"/>
                  </a:lnTo>
                  <a:lnTo>
                    <a:pt x="87028" y="309894"/>
                  </a:lnTo>
                  <a:lnTo>
                    <a:pt x="91553" y="307034"/>
                  </a:lnTo>
                  <a:lnTo>
                    <a:pt x="95985" y="304031"/>
                  </a:lnTo>
                  <a:lnTo>
                    <a:pt x="100318" y="300887"/>
                  </a:lnTo>
                  <a:lnTo>
                    <a:pt x="104548" y="297607"/>
                  </a:lnTo>
                  <a:lnTo>
                    <a:pt x="108671" y="294192"/>
                  </a:lnTo>
                  <a:lnTo>
                    <a:pt x="112683" y="290647"/>
                  </a:lnTo>
                  <a:lnTo>
                    <a:pt x="116579" y="286976"/>
                  </a:lnTo>
                  <a:lnTo>
                    <a:pt x="120355" y="283182"/>
                  </a:lnTo>
                  <a:lnTo>
                    <a:pt x="124008" y="279268"/>
                  </a:lnTo>
                  <a:lnTo>
                    <a:pt x="127534" y="275240"/>
                  </a:lnTo>
                  <a:lnTo>
                    <a:pt x="130929" y="271101"/>
                  </a:lnTo>
                  <a:lnTo>
                    <a:pt x="134190" y="266856"/>
                  </a:lnTo>
                  <a:lnTo>
                    <a:pt x="137313" y="262508"/>
                  </a:lnTo>
                  <a:lnTo>
                    <a:pt x="140296" y="258062"/>
                  </a:lnTo>
                  <a:lnTo>
                    <a:pt x="143134" y="253523"/>
                  </a:lnTo>
                  <a:lnTo>
                    <a:pt x="145826" y="248896"/>
                  </a:lnTo>
                  <a:lnTo>
                    <a:pt x="148368" y="244185"/>
                  </a:lnTo>
                  <a:lnTo>
                    <a:pt x="150758" y="239394"/>
                  </a:lnTo>
                  <a:lnTo>
                    <a:pt x="152993" y="234530"/>
                  </a:lnTo>
                  <a:lnTo>
                    <a:pt x="155072" y="229597"/>
                  </a:lnTo>
                  <a:lnTo>
                    <a:pt x="156991" y="224599"/>
                  </a:lnTo>
                  <a:lnTo>
                    <a:pt x="158750" y="219543"/>
                  </a:lnTo>
                  <a:lnTo>
                    <a:pt x="160346" y="214433"/>
                  </a:lnTo>
                  <a:lnTo>
                    <a:pt x="161777" y="209275"/>
                  </a:lnTo>
                  <a:lnTo>
                    <a:pt x="163042" y="204073"/>
                  </a:lnTo>
                  <a:lnTo>
                    <a:pt x="164140" y="198834"/>
                  </a:lnTo>
                  <a:lnTo>
                    <a:pt x="165070" y="193562"/>
                  </a:lnTo>
                  <a:lnTo>
                    <a:pt x="165831" y="188263"/>
                  </a:lnTo>
                  <a:lnTo>
                    <a:pt x="166421" y="182942"/>
                  </a:lnTo>
                  <a:lnTo>
                    <a:pt x="166841" y="177605"/>
                  </a:lnTo>
                  <a:lnTo>
                    <a:pt x="167089" y="172258"/>
                  </a:lnTo>
                  <a:lnTo>
                    <a:pt x="167167" y="166905"/>
                  </a:lnTo>
                  <a:lnTo>
                    <a:pt x="167073" y="161552"/>
                  </a:lnTo>
                  <a:lnTo>
                    <a:pt x="166807" y="156206"/>
                  </a:lnTo>
                  <a:lnTo>
                    <a:pt x="166371" y="150870"/>
                  </a:lnTo>
                  <a:lnTo>
                    <a:pt x="165764" y="145551"/>
                  </a:lnTo>
                  <a:lnTo>
                    <a:pt x="164986" y="140255"/>
                  </a:lnTo>
                  <a:lnTo>
                    <a:pt x="164040" y="134986"/>
                  </a:lnTo>
                  <a:lnTo>
                    <a:pt x="162926" y="129750"/>
                  </a:lnTo>
                  <a:lnTo>
                    <a:pt x="161644" y="124552"/>
                  </a:lnTo>
                  <a:lnTo>
                    <a:pt x="160197" y="119398"/>
                  </a:lnTo>
                  <a:lnTo>
                    <a:pt x="158585" y="114293"/>
                  </a:lnTo>
                  <a:lnTo>
                    <a:pt x="156811" y="109242"/>
                  </a:lnTo>
                  <a:lnTo>
                    <a:pt x="154875" y="104251"/>
                  </a:lnTo>
                  <a:lnTo>
                    <a:pt x="152781" y="99324"/>
                  </a:lnTo>
                  <a:lnTo>
                    <a:pt x="150531" y="94467"/>
                  </a:lnTo>
                  <a:lnTo>
                    <a:pt x="148126" y="89684"/>
                  </a:lnTo>
                  <a:lnTo>
                    <a:pt x="145569" y="84981"/>
                  </a:lnTo>
                  <a:lnTo>
                    <a:pt x="142863" y="80362"/>
                  </a:lnTo>
                  <a:lnTo>
                    <a:pt x="140010" y="75832"/>
                  </a:lnTo>
                  <a:lnTo>
                    <a:pt x="137014" y="71396"/>
                  </a:lnTo>
                  <a:lnTo>
                    <a:pt x="133877" y="67058"/>
                  </a:lnTo>
                  <a:lnTo>
                    <a:pt x="130603" y="62823"/>
                  </a:lnTo>
                  <a:lnTo>
                    <a:pt x="127195" y="58694"/>
                  </a:lnTo>
                  <a:lnTo>
                    <a:pt x="123656" y="54677"/>
                  </a:lnTo>
                  <a:lnTo>
                    <a:pt x="119991" y="50775"/>
                  </a:lnTo>
                  <a:lnTo>
                    <a:pt x="116203" y="46993"/>
                  </a:lnTo>
                  <a:lnTo>
                    <a:pt x="112295" y="43334"/>
                  </a:lnTo>
                  <a:lnTo>
                    <a:pt x="108273" y="39802"/>
                  </a:lnTo>
                  <a:lnTo>
                    <a:pt x="104139" y="36400"/>
                  </a:lnTo>
                  <a:lnTo>
                    <a:pt x="99898" y="33133"/>
                  </a:lnTo>
                  <a:lnTo>
                    <a:pt x="95555" y="30003"/>
                  </a:lnTo>
                  <a:lnTo>
                    <a:pt x="91114" y="27013"/>
                  </a:lnTo>
                  <a:lnTo>
                    <a:pt x="86580" y="24168"/>
                  </a:lnTo>
                  <a:lnTo>
                    <a:pt x="81957" y="21469"/>
                  </a:lnTo>
                  <a:lnTo>
                    <a:pt x="77250" y="18919"/>
                  </a:lnTo>
                  <a:lnTo>
                    <a:pt x="72463" y="16522"/>
                  </a:lnTo>
                  <a:lnTo>
                    <a:pt x="67603" y="14279"/>
                  </a:lnTo>
                  <a:lnTo>
                    <a:pt x="62672" y="12193"/>
                  </a:lnTo>
                  <a:lnTo>
                    <a:pt x="57678" y="10265"/>
                  </a:lnTo>
                  <a:lnTo>
                    <a:pt x="52625" y="8499"/>
                  </a:lnTo>
                  <a:lnTo>
                    <a:pt x="47517" y="6895"/>
                  </a:lnTo>
                  <a:lnTo>
                    <a:pt x="42361" y="5456"/>
                  </a:lnTo>
                  <a:lnTo>
                    <a:pt x="37161" y="4182"/>
                  </a:lnTo>
                  <a:lnTo>
                    <a:pt x="31924" y="3076"/>
                  </a:lnTo>
                  <a:lnTo>
                    <a:pt x="26653" y="2138"/>
                  </a:lnTo>
                  <a:lnTo>
                    <a:pt x="21355" y="1369"/>
                  </a:lnTo>
                  <a:lnTo>
                    <a:pt x="16035" y="770"/>
                  </a:lnTo>
                  <a:lnTo>
                    <a:pt x="10699" y="342"/>
                  </a:lnTo>
                  <a:lnTo>
                    <a:pt x="5352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377119" y="1681503"/>
              <a:ext cx="46115" cy="167167"/>
            </a:xfrm>
            <a:custGeom>
              <a:avLst/>
              <a:pathLst>
                <a:path w="46115" h="167167">
                  <a:moveTo>
                    <a:pt x="46115" y="0"/>
                  </a:moveTo>
                  <a:lnTo>
                    <a:pt x="39443" y="133"/>
                  </a:lnTo>
                  <a:lnTo>
                    <a:pt x="32781" y="532"/>
                  </a:lnTo>
                  <a:lnTo>
                    <a:pt x="26140" y="1197"/>
                  </a:lnTo>
                  <a:lnTo>
                    <a:pt x="19531" y="2127"/>
                  </a:lnTo>
                  <a:lnTo>
                    <a:pt x="12964" y="3320"/>
                  </a:lnTo>
                  <a:lnTo>
                    <a:pt x="6450" y="4774"/>
                  </a:lnTo>
                  <a:lnTo>
                    <a:pt x="0" y="6486"/>
                  </a:lnTo>
                  <a:lnTo>
                    <a:pt x="4611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7119" y="1687990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256070" y="1687990"/>
              <a:ext cx="334330" cy="327828"/>
            </a:xfrm>
            <a:custGeom>
              <a:avLst/>
              <a:pathLst>
                <a:path w="334330" h="327828">
                  <a:moveTo>
                    <a:pt x="121048" y="0"/>
                  </a:moveTo>
                  <a:lnTo>
                    <a:pt x="115990" y="1538"/>
                  </a:lnTo>
                  <a:lnTo>
                    <a:pt x="110982" y="3236"/>
                  </a:lnTo>
                  <a:lnTo>
                    <a:pt x="106031" y="5092"/>
                  </a:lnTo>
                  <a:lnTo>
                    <a:pt x="101141" y="7103"/>
                  </a:lnTo>
                  <a:lnTo>
                    <a:pt x="96317" y="9268"/>
                  </a:lnTo>
                  <a:lnTo>
                    <a:pt x="91564" y="11584"/>
                  </a:lnTo>
                  <a:lnTo>
                    <a:pt x="86887" y="14050"/>
                  </a:lnTo>
                  <a:lnTo>
                    <a:pt x="82289" y="16662"/>
                  </a:lnTo>
                  <a:lnTo>
                    <a:pt x="77777" y="19418"/>
                  </a:lnTo>
                  <a:lnTo>
                    <a:pt x="73354" y="22316"/>
                  </a:lnTo>
                  <a:lnTo>
                    <a:pt x="69025" y="25352"/>
                  </a:lnTo>
                  <a:lnTo>
                    <a:pt x="64795" y="28524"/>
                  </a:lnTo>
                  <a:lnTo>
                    <a:pt x="60666" y="31827"/>
                  </a:lnTo>
                  <a:lnTo>
                    <a:pt x="56644" y="35260"/>
                  </a:lnTo>
                  <a:lnTo>
                    <a:pt x="52733" y="38818"/>
                  </a:lnTo>
                  <a:lnTo>
                    <a:pt x="48936" y="42498"/>
                  </a:lnTo>
                  <a:lnTo>
                    <a:pt x="45258" y="46296"/>
                  </a:lnTo>
                  <a:lnTo>
                    <a:pt x="41701" y="50209"/>
                  </a:lnTo>
                  <a:lnTo>
                    <a:pt x="38270" y="54232"/>
                  </a:lnTo>
                  <a:lnTo>
                    <a:pt x="34968" y="58361"/>
                  </a:lnTo>
                  <a:lnTo>
                    <a:pt x="31798" y="62593"/>
                  </a:lnTo>
                  <a:lnTo>
                    <a:pt x="28764" y="66924"/>
                  </a:lnTo>
                  <a:lnTo>
                    <a:pt x="25868" y="71347"/>
                  </a:lnTo>
                  <a:lnTo>
                    <a:pt x="23114" y="75861"/>
                  </a:lnTo>
                  <a:lnTo>
                    <a:pt x="20503" y="80459"/>
                  </a:lnTo>
                  <a:lnTo>
                    <a:pt x="18039" y="85137"/>
                  </a:lnTo>
                  <a:lnTo>
                    <a:pt x="15725" y="89891"/>
                  </a:lnTo>
                  <a:lnTo>
                    <a:pt x="13562" y="94716"/>
                  </a:lnTo>
                  <a:lnTo>
                    <a:pt x="11553" y="99607"/>
                  </a:lnTo>
                  <a:lnTo>
                    <a:pt x="9699" y="104559"/>
                  </a:lnTo>
                  <a:lnTo>
                    <a:pt x="8003" y="109567"/>
                  </a:lnTo>
                  <a:lnTo>
                    <a:pt x="6466" y="114626"/>
                  </a:lnTo>
                  <a:lnTo>
                    <a:pt x="5090" y="119731"/>
                  </a:lnTo>
                  <a:lnTo>
                    <a:pt x="3876" y="124878"/>
                  </a:lnTo>
                  <a:lnTo>
                    <a:pt x="2825" y="130060"/>
                  </a:lnTo>
                  <a:lnTo>
                    <a:pt x="1939" y="135273"/>
                  </a:lnTo>
                  <a:lnTo>
                    <a:pt x="1218" y="140511"/>
                  </a:lnTo>
                  <a:lnTo>
                    <a:pt x="663" y="145769"/>
                  </a:lnTo>
                  <a:lnTo>
                    <a:pt x="275" y="151042"/>
                  </a:lnTo>
                  <a:lnTo>
                    <a:pt x="54" y="156325"/>
                  </a:lnTo>
                  <a:lnTo>
                    <a:pt x="0" y="161612"/>
                  </a:lnTo>
                  <a:lnTo>
                    <a:pt x="113" y="166898"/>
                  </a:lnTo>
                  <a:lnTo>
                    <a:pt x="393" y="172179"/>
                  </a:lnTo>
                  <a:lnTo>
                    <a:pt x="840" y="177447"/>
                  </a:lnTo>
                  <a:lnTo>
                    <a:pt x="1453" y="182699"/>
                  </a:lnTo>
                  <a:lnTo>
                    <a:pt x="2233" y="187929"/>
                  </a:lnTo>
                  <a:lnTo>
                    <a:pt x="3177" y="193131"/>
                  </a:lnTo>
                  <a:lnTo>
                    <a:pt x="4285" y="198301"/>
                  </a:lnTo>
                  <a:lnTo>
                    <a:pt x="5556" y="203434"/>
                  </a:lnTo>
                  <a:lnTo>
                    <a:pt x="6989" y="208523"/>
                  </a:lnTo>
                  <a:lnTo>
                    <a:pt x="8583" y="213565"/>
                  </a:lnTo>
                  <a:lnTo>
                    <a:pt x="10335" y="218554"/>
                  </a:lnTo>
                  <a:lnTo>
                    <a:pt x="12243" y="223485"/>
                  </a:lnTo>
                  <a:lnTo>
                    <a:pt x="14307" y="228353"/>
                  </a:lnTo>
                  <a:lnTo>
                    <a:pt x="16524" y="233153"/>
                  </a:lnTo>
                  <a:lnTo>
                    <a:pt x="18891" y="237881"/>
                  </a:lnTo>
                  <a:lnTo>
                    <a:pt x="21407" y="242532"/>
                  </a:lnTo>
                  <a:lnTo>
                    <a:pt x="24068" y="247101"/>
                  </a:lnTo>
                  <a:lnTo>
                    <a:pt x="26873" y="251583"/>
                  </a:lnTo>
                  <a:lnTo>
                    <a:pt x="29818" y="255974"/>
                  </a:lnTo>
                  <a:lnTo>
                    <a:pt x="32901" y="260270"/>
                  </a:lnTo>
                  <a:lnTo>
                    <a:pt x="36117" y="264467"/>
                  </a:lnTo>
                  <a:lnTo>
                    <a:pt x="39465" y="268559"/>
                  </a:lnTo>
                  <a:lnTo>
                    <a:pt x="42941" y="272544"/>
                  </a:lnTo>
                  <a:lnTo>
                    <a:pt x="46541" y="276417"/>
                  </a:lnTo>
                  <a:lnTo>
                    <a:pt x="50261" y="280174"/>
                  </a:lnTo>
                  <a:lnTo>
                    <a:pt x="54099" y="283811"/>
                  </a:lnTo>
                  <a:lnTo>
                    <a:pt x="58050" y="287325"/>
                  </a:lnTo>
                  <a:lnTo>
                    <a:pt x="62110" y="290713"/>
                  </a:lnTo>
                  <a:lnTo>
                    <a:pt x="66275" y="293970"/>
                  </a:lnTo>
                  <a:lnTo>
                    <a:pt x="70540" y="297094"/>
                  </a:lnTo>
                  <a:lnTo>
                    <a:pt x="74903" y="300082"/>
                  </a:lnTo>
                  <a:lnTo>
                    <a:pt x="79358" y="302930"/>
                  </a:lnTo>
                  <a:lnTo>
                    <a:pt x="83901" y="305636"/>
                  </a:lnTo>
                  <a:lnTo>
                    <a:pt x="88527" y="308196"/>
                  </a:lnTo>
                  <a:lnTo>
                    <a:pt x="93231" y="310610"/>
                  </a:lnTo>
                  <a:lnTo>
                    <a:pt x="98010" y="312873"/>
                  </a:lnTo>
                  <a:lnTo>
                    <a:pt x="102858" y="314984"/>
                  </a:lnTo>
                  <a:lnTo>
                    <a:pt x="107770" y="316940"/>
                  </a:lnTo>
                  <a:lnTo>
                    <a:pt x="112741" y="318741"/>
                  </a:lnTo>
                  <a:lnTo>
                    <a:pt x="117768" y="320383"/>
                  </a:lnTo>
                  <a:lnTo>
                    <a:pt x="122843" y="321865"/>
                  </a:lnTo>
                  <a:lnTo>
                    <a:pt x="127963" y="323186"/>
                  </a:lnTo>
                  <a:lnTo>
                    <a:pt x="133122" y="324345"/>
                  </a:lnTo>
                  <a:lnTo>
                    <a:pt x="138315" y="325339"/>
                  </a:lnTo>
                  <a:lnTo>
                    <a:pt x="143537" y="326169"/>
                  </a:lnTo>
                  <a:lnTo>
                    <a:pt x="148782" y="326834"/>
                  </a:lnTo>
                  <a:lnTo>
                    <a:pt x="154046" y="327332"/>
                  </a:lnTo>
                  <a:lnTo>
                    <a:pt x="159323" y="327664"/>
                  </a:lnTo>
                  <a:lnTo>
                    <a:pt x="164608" y="327828"/>
                  </a:lnTo>
                  <a:lnTo>
                    <a:pt x="169896" y="327825"/>
                  </a:lnTo>
                  <a:lnTo>
                    <a:pt x="175181" y="327655"/>
                  </a:lnTo>
                  <a:lnTo>
                    <a:pt x="180457" y="327318"/>
                  </a:lnTo>
                  <a:lnTo>
                    <a:pt x="185721" y="326814"/>
                  </a:lnTo>
                  <a:lnTo>
                    <a:pt x="190966" y="326144"/>
                  </a:lnTo>
                  <a:lnTo>
                    <a:pt x="196187" y="325309"/>
                  </a:lnTo>
                  <a:lnTo>
                    <a:pt x="201379" y="324309"/>
                  </a:lnTo>
                  <a:lnTo>
                    <a:pt x="206537" y="323145"/>
                  </a:lnTo>
                  <a:lnTo>
                    <a:pt x="211655" y="321818"/>
                  </a:lnTo>
                  <a:lnTo>
                    <a:pt x="216729" y="320331"/>
                  </a:lnTo>
                  <a:lnTo>
                    <a:pt x="221753" y="318683"/>
                  </a:lnTo>
                  <a:lnTo>
                    <a:pt x="226723" y="316878"/>
                  </a:lnTo>
                  <a:lnTo>
                    <a:pt x="231633" y="314916"/>
                  </a:lnTo>
                  <a:lnTo>
                    <a:pt x="236479" y="312800"/>
                  </a:lnTo>
                  <a:lnTo>
                    <a:pt x="241255" y="310532"/>
                  </a:lnTo>
                  <a:lnTo>
                    <a:pt x="245957" y="308114"/>
                  </a:lnTo>
                  <a:lnTo>
                    <a:pt x="250580" y="305548"/>
                  </a:lnTo>
                  <a:lnTo>
                    <a:pt x="255120" y="302838"/>
                  </a:lnTo>
                  <a:lnTo>
                    <a:pt x="259572" y="299985"/>
                  </a:lnTo>
                  <a:lnTo>
                    <a:pt x="263931" y="296993"/>
                  </a:lnTo>
                  <a:lnTo>
                    <a:pt x="268194" y="293864"/>
                  </a:lnTo>
                  <a:lnTo>
                    <a:pt x="272356" y="290602"/>
                  </a:lnTo>
                  <a:lnTo>
                    <a:pt x="276412" y="287210"/>
                  </a:lnTo>
                  <a:lnTo>
                    <a:pt x="280359" y="283692"/>
                  </a:lnTo>
                  <a:lnTo>
                    <a:pt x="284193" y="280051"/>
                  </a:lnTo>
                  <a:lnTo>
                    <a:pt x="287909" y="276290"/>
                  </a:lnTo>
                  <a:lnTo>
                    <a:pt x="291505" y="272413"/>
                  </a:lnTo>
                  <a:lnTo>
                    <a:pt x="294977" y="268425"/>
                  </a:lnTo>
                  <a:lnTo>
                    <a:pt x="298320" y="264329"/>
                  </a:lnTo>
                  <a:lnTo>
                    <a:pt x="301533" y="260129"/>
                  </a:lnTo>
                  <a:lnTo>
                    <a:pt x="304611" y="255830"/>
                  </a:lnTo>
                  <a:lnTo>
                    <a:pt x="307551" y="251435"/>
                  </a:lnTo>
                  <a:lnTo>
                    <a:pt x="310351" y="246950"/>
                  </a:lnTo>
                  <a:lnTo>
                    <a:pt x="313008" y="242379"/>
                  </a:lnTo>
                  <a:lnTo>
                    <a:pt x="315519" y="237725"/>
                  </a:lnTo>
                  <a:lnTo>
                    <a:pt x="317881" y="232995"/>
                  </a:lnTo>
                  <a:lnTo>
                    <a:pt x="320093" y="228192"/>
                  </a:lnTo>
                  <a:lnTo>
                    <a:pt x="322151" y="223322"/>
                  </a:lnTo>
                  <a:lnTo>
                    <a:pt x="324055" y="218389"/>
                  </a:lnTo>
                  <a:lnTo>
                    <a:pt x="325801" y="213398"/>
                  </a:lnTo>
                  <a:lnTo>
                    <a:pt x="327389" y="208355"/>
                  </a:lnTo>
                  <a:lnTo>
                    <a:pt x="328817" y="203264"/>
                  </a:lnTo>
                  <a:lnTo>
                    <a:pt x="330083" y="198130"/>
                  </a:lnTo>
                  <a:lnTo>
                    <a:pt x="331186" y="192959"/>
                  </a:lnTo>
                  <a:lnTo>
                    <a:pt x="332125" y="187755"/>
                  </a:lnTo>
                  <a:lnTo>
                    <a:pt x="332898" y="182525"/>
                  </a:lnTo>
                  <a:lnTo>
                    <a:pt x="333506" y="177272"/>
                  </a:lnTo>
                  <a:lnTo>
                    <a:pt x="333948" y="172003"/>
                  </a:lnTo>
                  <a:lnTo>
                    <a:pt x="334223" y="166723"/>
                  </a:lnTo>
                  <a:lnTo>
                    <a:pt x="334330" y="161437"/>
                  </a:lnTo>
                  <a:lnTo>
                    <a:pt x="334270" y="156149"/>
                  </a:lnTo>
                  <a:lnTo>
                    <a:pt x="334044" y="150867"/>
                  </a:lnTo>
                  <a:lnTo>
                    <a:pt x="333650" y="145594"/>
                  </a:lnTo>
                  <a:lnTo>
                    <a:pt x="333089" y="140336"/>
                  </a:lnTo>
                  <a:lnTo>
                    <a:pt x="332363" y="135099"/>
                  </a:lnTo>
                  <a:lnTo>
                    <a:pt x="331471" y="129887"/>
                  </a:lnTo>
                  <a:lnTo>
                    <a:pt x="330415" y="124706"/>
                  </a:lnTo>
                  <a:lnTo>
                    <a:pt x="329196" y="119561"/>
                  </a:lnTo>
                  <a:lnTo>
                    <a:pt x="327814" y="114457"/>
                  </a:lnTo>
                  <a:lnTo>
                    <a:pt x="326272" y="109400"/>
                  </a:lnTo>
                  <a:lnTo>
                    <a:pt x="324571" y="104394"/>
                  </a:lnTo>
                  <a:lnTo>
                    <a:pt x="322712" y="99444"/>
                  </a:lnTo>
                  <a:lnTo>
                    <a:pt x="320697" y="94555"/>
                  </a:lnTo>
                  <a:lnTo>
                    <a:pt x="318529" y="89732"/>
                  </a:lnTo>
                  <a:lnTo>
                    <a:pt x="316210" y="84981"/>
                  </a:lnTo>
                  <a:lnTo>
                    <a:pt x="313741" y="80305"/>
                  </a:lnTo>
                  <a:lnTo>
                    <a:pt x="311126" y="75710"/>
                  </a:lnTo>
                  <a:lnTo>
                    <a:pt x="308367" y="71199"/>
                  </a:lnTo>
                  <a:lnTo>
                    <a:pt x="305466" y="66778"/>
                  </a:lnTo>
                  <a:lnTo>
                    <a:pt x="302427" y="62451"/>
                  </a:lnTo>
                  <a:lnTo>
                    <a:pt x="299253" y="58223"/>
                  </a:lnTo>
                  <a:lnTo>
                    <a:pt x="295947" y="54096"/>
                  </a:lnTo>
                  <a:lnTo>
                    <a:pt x="292511" y="50077"/>
                  </a:lnTo>
                  <a:lnTo>
                    <a:pt x="288951" y="46168"/>
                  </a:lnTo>
                  <a:lnTo>
                    <a:pt x="285268" y="42374"/>
                  </a:lnTo>
                  <a:lnTo>
                    <a:pt x="281468" y="38698"/>
                  </a:lnTo>
                  <a:lnTo>
                    <a:pt x="277553" y="35144"/>
                  </a:lnTo>
                  <a:lnTo>
                    <a:pt x="273527" y="31715"/>
                  </a:lnTo>
                  <a:lnTo>
                    <a:pt x="269395" y="28416"/>
                  </a:lnTo>
                  <a:lnTo>
                    <a:pt x="265161" y="25249"/>
                  </a:lnTo>
                  <a:lnTo>
                    <a:pt x="260829" y="22218"/>
                  </a:lnTo>
                  <a:lnTo>
                    <a:pt x="256403" y="19325"/>
                  </a:lnTo>
                  <a:lnTo>
                    <a:pt x="251888" y="16573"/>
                  </a:lnTo>
                  <a:lnTo>
                    <a:pt x="247288" y="13966"/>
                  </a:lnTo>
                  <a:lnTo>
                    <a:pt x="167164" y="1606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423235" y="1681503"/>
              <a:ext cx="80123" cy="167167"/>
            </a:xfrm>
            <a:custGeom>
              <a:avLst/>
              <a:pathLst>
                <a:path w="80123" h="167167">
                  <a:moveTo>
                    <a:pt x="80123" y="20452"/>
                  </a:moveTo>
                  <a:lnTo>
                    <a:pt x="74835" y="17686"/>
                  </a:lnTo>
                  <a:lnTo>
                    <a:pt x="69451" y="15110"/>
                  </a:lnTo>
                  <a:lnTo>
                    <a:pt x="63979" y="12727"/>
                  </a:lnTo>
                  <a:lnTo>
                    <a:pt x="58425" y="10542"/>
                  </a:lnTo>
                  <a:lnTo>
                    <a:pt x="52797" y="8556"/>
                  </a:lnTo>
                  <a:lnTo>
                    <a:pt x="47102" y="6773"/>
                  </a:lnTo>
                  <a:lnTo>
                    <a:pt x="41346" y="5193"/>
                  </a:lnTo>
                  <a:lnTo>
                    <a:pt x="35538" y="3821"/>
                  </a:lnTo>
                  <a:lnTo>
                    <a:pt x="29684" y="2656"/>
                  </a:lnTo>
                  <a:lnTo>
                    <a:pt x="23793" y="1701"/>
                  </a:lnTo>
                  <a:lnTo>
                    <a:pt x="17871" y="958"/>
                  </a:lnTo>
                  <a:lnTo>
                    <a:pt x="11927" y="426"/>
                  </a:lnTo>
                  <a:lnTo>
                    <a:pt x="5967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853891" y="1322571"/>
              <a:ext cx="334296" cy="334334"/>
            </a:xfrm>
            <a:custGeom>
              <a:avLst/>
              <a:pathLst>
                <a:path w="334296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3" y="757"/>
                  </a:lnTo>
                  <a:lnTo>
                    <a:pt x="145979" y="1345"/>
                  </a:lnTo>
                  <a:lnTo>
                    <a:pt x="140728" y="2100"/>
                  </a:lnTo>
                  <a:lnTo>
                    <a:pt x="135502" y="3022"/>
                  </a:lnTo>
                  <a:lnTo>
                    <a:pt x="130309" y="4109"/>
                  </a:lnTo>
                  <a:lnTo>
                    <a:pt x="125153" y="5360"/>
                  </a:lnTo>
                  <a:lnTo>
                    <a:pt x="120039" y="6774"/>
                  </a:lnTo>
                  <a:lnTo>
                    <a:pt x="114972" y="8350"/>
                  </a:lnTo>
                  <a:lnTo>
                    <a:pt x="109958" y="10086"/>
                  </a:lnTo>
                  <a:lnTo>
                    <a:pt x="105002" y="11980"/>
                  </a:lnTo>
                  <a:lnTo>
                    <a:pt x="100108" y="14031"/>
                  </a:lnTo>
                  <a:lnTo>
                    <a:pt x="95282" y="16235"/>
                  </a:lnTo>
                  <a:lnTo>
                    <a:pt x="90528" y="18592"/>
                  </a:lnTo>
                  <a:lnTo>
                    <a:pt x="85852" y="21098"/>
                  </a:lnTo>
                  <a:lnTo>
                    <a:pt x="81257" y="23752"/>
                  </a:lnTo>
                  <a:lnTo>
                    <a:pt x="76749" y="26550"/>
                  </a:lnTo>
                  <a:lnTo>
                    <a:pt x="72332" y="29490"/>
                  </a:lnTo>
                  <a:lnTo>
                    <a:pt x="68010" y="32568"/>
                  </a:lnTo>
                  <a:lnTo>
                    <a:pt x="63788" y="35782"/>
                  </a:lnTo>
                  <a:lnTo>
                    <a:pt x="59671" y="39129"/>
                  </a:lnTo>
                  <a:lnTo>
                    <a:pt x="55662" y="42604"/>
                  </a:lnTo>
                  <a:lnTo>
                    <a:pt x="51765" y="46205"/>
                  </a:lnTo>
                  <a:lnTo>
                    <a:pt x="47984" y="49927"/>
                  </a:lnTo>
                  <a:lnTo>
                    <a:pt x="44323" y="53768"/>
                  </a:lnTo>
                  <a:lnTo>
                    <a:pt x="40786" y="57723"/>
                  </a:lnTo>
                  <a:lnTo>
                    <a:pt x="37376" y="61789"/>
                  </a:lnTo>
                  <a:lnTo>
                    <a:pt x="34098" y="65960"/>
                  </a:lnTo>
                  <a:lnTo>
                    <a:pt x="30953" y="70234"/>
                  </a:lnTo>
                  <a:lnTo>
                    <a:pt x="27945" y="74605"/>
                  </a:lnTo>
                  <a:lnTo>
                    <a:pt x="25078" y="79069"/>
                  </a:lnTo>
                  <a:lnTo>
                    <a:pt x="22353" y="83622"/>
                  </a:lnTo>
                  <a:lnTo>
                    <a:pt x="19775" y="88259"/>
                  </a:lnTo>
                  <a:lnTo>
                    <a:pt x="17345" y="92976"/>
                  </a:lnTo>
                  <a:lnTo>
                    <a:pt x="15066" y="97768"/>
                  </a:lnTo>
                  <a:lnTo>
                    <a:pt x="12940" y="102629"/>
                  </a:lnTo>
                  <a:lnTo>
                    <a:pt x="10969" y="107556"/>
                  </a:lnTo>
                  <a:lnTo>
                    <a:pt x="9156" y="112542"/>
                  </a:lnTo>
                  <a:lnTo>
                    <a:pt x="7502" y="117584"/>
                  </a:lnTo>
                  <a:lnTo>
                    <a:pt x="6009" y="122675"/>
                  </a:lnTo>
                  <a:lnTo>
                    <a:pt x="4678" y="127811"/>
                  </a:lnTo>
                  <a:lnTo>
                    <a:pt x="3511" y="132987"/>
                  </a:lnTo>
                  <a:lnTo>
                    <a:pt x="2509" y="138198"/>
                  </a:lnTo>
                  <a:lnTo>
                    <a:pt x="1672" y="143437"/>
                  </a:lnTo>
                  <a:lnTo>
                    <a:pt x="1003" y="148701"/>
                  </a:lnTo>
                  <a:lnTo>
                    <a:pt x="500" y="153983"/>
                  </a:lnTo>
                  <a:lnTo>
                    <a:pt x="166" y="159278"/>
                  </a:lnTo>
                  <a:lnTo>
                    <a:pt x="0" y="164581"/>
                  </a:lnTo>
                  <a:lnTo>
                    <a:pt x="2" y="169887"/>
                  </a:lnTo>
                  <a:lnTo>
                    <a:pt x="172" y="175190"/>
                  </a:lnTo>
                  <a:lnTo>
                    <a:pt x="511" y="180486"/>
                  </a:lnTo>
                  <a:lnTo>
                    <a:pt x="1018" y="185767"/>
                  </a:lnTo>
                  <a:lnTo>
                    <a:pt x="1692" y="191030"/>
                  </a:lnTo>
                  <a:lnTo>
                    <a:pt x="2532" y="196269"/>
                  </a:lnTo>
                  <a:lnTo>
                    <a:pt x="3539" y="201479"/>
                  </a:lnTo>
                  <a:lnTo>
                    <a:pt x="4710" y="206654"/>
                  </a:lnTo>
                  <a:lnTo>
                    <a:pt x="6045" y="211789"/>
                  </a:lnTo>
                  <a:lnTo>
                    <a:pt x="7542" y="216879"/>
                  </a:lnTo>
                  <a:lnTo>
                    <a:pt x="9200" y="221919"/>
                  </a:lnTo>
                  <a:lnTo>
                    <a:pt x="11017" y="226904"/>
                  </a:lnTo>
                  <a:lnTo>
                    <a:pt x="12992" y="231829"/>
                  </a:lnTo>
                  <a:lnTo>
                    <a:pt x="15122" y="236689"/>
                  </a:lnTo>
                  <a:lnTo>
                    <a:pt x="17405" y="241478"/>
                  </a:lnTo>
                  <a:lnTo>
                    <a:pt x="19838" y="246193"/>
                  </a:lnTo>
                  <a:lnTo>
                    <a:pt x="22421" y="250828"/>
                  </a:lnTo>
                  <a:lnTo>
                    <a:pt x="25149" y="255379"/>
                  </a:lnTo>
                  <a:lnTo>
                    <a:pt x="28020" y="259841"/>
                  </a:lnTo>
                  <a:lnTo>
                    <a:pt x="31031" y="264210"/>
                  </a:lnTo>
                  <a:lnTo>
                    <a:pt x="34179" y="268481"/>
                  </a:lnTo>
                  <a:lnTo>
                    <a:pt x="37461" y="272650"/>
                  </a:lnTo>
                  <a:lnTo>
                    <a:pt x="40874" y="276712"/>
                  </a:lnTo>
                  <a:lnTo>
                    <a:pt x="44415" y="280665"/>
                  </a:lnTo>
                  <a:lnTo>
                    <a:pt x="48078" y="284502"/>
                  </a:lnTo>
                  <a:lnTo>
                    <a:pt x="51862" y="288222"/>
                  </a:lnTo>
                  <a:lnTo>
                    <a:pt x="55762" y="291820"/>
                  </a:lnTo>
                  <a:lnTo>
                    <a:pt x="59774" y="295292"/>
                  </a:lnTo>
                  <a:lnTo>
                    <a:pt x="63894" y="298635"/>
                  </a:lnTo>
                  <a:lnTo>
                    <a:pt x="68119" y="301846"/>
                  </a:lnTo>
                  <a:lnTo>
                    <a:pt x="72443" y="304921"/>
                  </a:lnTo>
                  <a:lnTo>
                    <a:pt x="76862" y="307857"/>
                  </a:lnTo>
                  <a:lnTo>
                    <a:pt x="81373" y="310651"/>
                  </a:lnTo>
                  <a:lnTo>
                    <a:pt x="85969" y="313301"/>
                  </a:lnTo>
                  <a:lnTo>
                    <a:pt x="90648" y="315804"/>
                  </a:lnTo>
                  <a:lnTo>
                    <a:pt x="95404" y="318157"/>
                  </a:lnTo>
                  <a:lnTo>
                    <a:pt x="100232" y="320357"/>
                  </a:lnTo>
                  <a:lnTo>
                    <a:pt x="105127" y="322404"/>
                  </a:lnTo>
                  <a:lnTo>
                    <a:pt x="110085" y="324294"/>
                  </a:lnTo>
                  <a:lnTo>
                    <a:pt x="115100" y="326026"/>
                  </a:lnTo>
                  <a:lnTo>
                    <a:pt x="120168" y="327597"/>
                  </a:lnTo>
                  <a:lnTo>
                    <a:pt x="125283" y="329008"/>
                  </a:lnTo>
                  <a:lnTo>
                    <a:pt x="130440" y="330255"/>
                  </a:lnTo>
                  <a:lnTo>
                    <a:pt x="135635" y="331337"/>
                  </a:lnTo>
                  <a:lnTo>
                    <a:pt x="140861" y="332255"/>
                  </a:lnTo>
                  <a:lnTo>
                    <a:pt x="146113" y="333006"/>
                  </a:lnTo>
                  <a:lnTo>
                    <a:pt x="151387" y="333590"/>
                  </a:lnTo>
                  <a:lnTo>
                    <a:pt x="156676" y="334006"/>
                  </a:lnTo>
                  <a:lnTo>
                    <a:pt x="161976" y="334254"/>
                  </a:lnTo>
                  <a:lnTo>
                    <a:pt x="167282" y="334334"/>
                  </a:lnTo>
                  <a:lnTo>
                    <a:pt x="172587" y="334246"/>
                  </a:lnTo>
                  <a:lnTo>
                    <a:pt x="177887" y="333989"/>
                  </a:lnTo>
                  <a:lnTo>
                    <a:pt x="183175" y="333564"/>
                  </a:lnTo>
                  <a:lnTo>
                    <a:pt x="188448" y="332972"/>
                  </a:lnTo>
                  <a:lnTo>
                    <a:pt x="193699" y="332212"/>
                  </a:lnTo>
                  <a:lnTo>
                    <a:pt x="198924" y="331286"/>
                  </a:lnTo>
                  <a:lnTo>
                    <a:pt x="204116" y="330195"/>
                  </a:lnTo>
                  <a:lnTo>
                    <a:pt x="209272" y="328940"/>
                  </a:lnTo>
                  <a:lnTo>
                    <a:pt x="214385" y="327521"/>
                  </a:lnTo>
                  <a:lnTo>
                    <a:pt x="219450" y="325942"/>
                  </a:lnTo>
                  <a:lnTo>
                    <a:pt x="224462" y="324202"/>
                  </a:lnTo>
                  <a:lnTo>
                    <a:pt x="229417" y="322304"/>
                  </a:lnTo>
                  <a:lnTo>
                    <a:pt x="234309" y="320249"/>
                  </a:lnTo>
                  <a:lnTo>
                    <a:pt x="239134" y="318041"/>
                  </a:lnTo>
                  <a:lnTo>
                    <a:pt x="243885" y="315680"/>
                  </a:lnTo>
                  <a:lnTo>
                    <a:pt x="248560" y="313170"/>
                  </a:lnTo>
                  <a:lnTo>
                    <a:pt x="253153" y="310513"/>
                  </a:lnTo>
                  <a:lnTo>
                    <a:pt x="257658" y="307711"/>
                  </a:lnTo>
                  <a:lnTo>
                    <a:pt x="262073" y="304768"/>
                  </a:lnTo>
                  <a:lnTo>
                    <a:pt x="266392" y="301686"/>
                  </a:lnTo>
                  <a:lnTo>
                    <a:pt x="270611" y="298468"/>
                  </a:lnTo>
                  <a:lnTo>
                    <a:pt x="274726" y="295119"/>
                  </a:lnTo>
                  <a:lnTo>
                    <a:pt x="278733" y="291640"/>
                  </a:lnTo>
                  <a:lnTo>
                    <a:pt x="282627" y="288036"/>
                  </a:lnTo>
                  <a:lnTo>
                    <a:pt x="286405" y="284310"/>
                  </a:lnTo>
                  <a:lnTo>
                    <a:pt x="290062" y="280467"/>
                  </a:lnTo>
                  <a:lnTo>
                    <a:pt x="293596" y="276509"/>
                  </a:lnTo>
                  <a:lnTo>
                    <a:pt x="297002" y="272441"/>
                  </a:lnTo>
                  <a:lnTo>
                    <a:pt x="300278" y="268266"/>
                  </a:lnTo>
                  <a:lnTo>
                    <a:pt x="303419" y="263990"/>
                  </a:lnTo>
                  <a:lnTo>
                    <a:pt x="306423" y="259617"/>
                  </a:lnTo>
                  <a:lnTo>
                    <a:pt x="309287" y="255150"/>
                  </a:lnTo>
                  <a:lnTo>
                    <a:pt x="312008" y="250595"/>
                  </a:lnTo>
                  <a:lnTo>
                    <a:pt x="314583" y="245956"/>
                  </a:lnTo>
                  <a:lnTo>
                    <a:pt x="317009" y="241237"/>
                  </a:lnTo>
                  <a:lnTo>
                    <a:pt x="319284" y="236444"/>
                  </a:lnTo>
                  <a:lnTo>
                    <a:pt x="321406" y="231580"/>
                  </a:lnTo>
                  <a:lnTo>
                    <a:pt x="323373" y="226652"/>
                  </a:lnTo>
                  <a:lnTo>
                    <a:pt x="325182" y="221664"/>
                  </a:lnTo>
                  <a:lnTo>
                    <a:pt x="326832" y="216622"/>
                  </a:lnTo>
                  <a:lnTo>
                    <a:pt x="328321" y="211529"/>
                  </a:lnTo>
                  <a:lnTo>
                    <a:pt x="329647" y="206392"/>
                  </a:lnTo>
                  <a:lnTo>
                    <a:pt x="330810" y="201215"/>
                  </a:lnTo>
                  <a:lnTo>
                    <a:pt x="331808" y="196004"/>
                  </a:lnTo>
                  <a:lnTo>
                    <a:pt x="332641" y="190763"/>
                  </a:lnTo>
                  <a:lnTo>
                    <a:pt x="333306" y="185499"/>
                  </a:lnTo>
                  <a:lnTo>
                    <a:pt x="333804" y="180217"/>
                  </a:lnTo>
                  <a:lnTo>
                    <a:pt x="334134" y="174921"/>
                  </a:lnTo>
                  <a:lnTo>
                    <a:pt x="334296" y="169618"/>
                  </a:lnTo>
                  <a:lnTo>
                    <a:pt x="334290" y="164312"/>
                  </a:lnTo>
                  <a:lnTo>
                    <a:pt x="334115" y="159009"/>
                  </a:lnTo>
                  <a:lnTo>
                    <a:pt x="333772" y="153714"/>
                  </a:lnTo>
                  <a:lnTo>
                    <a:pt x="333261" y="148433"/>
                  </a:lnTo>
                  <a:lnTo>
                    <a:pt x="332583" y="143170"/>
                  </a:lnTo>
                  <a:lnTo>
                    <a:pt x="331738" y="137932"/>
                  </a:lnTo>
                  <a:lnTo>
                    <a:pt x="330727" y="132723"/>
                  </a:lnTo>
                  <a:lnTo>
                    <a:pt x="329552" y="127549"/>
                  </a:lnTo>
                  <a:lnTo>
                    <a:pt x="328213" y="122415"/>
                  </a:lnTo>
                  <a:lnTo>
                    <a:pt x="326712" y="117326"/>
                  </a:lnTo>
                  <a:lnTo>
                    <a:pt x="325049" y="112287"/>
                  </a:lnTo>
                  <a:lnTo>
                    <a:pt x="323228" y="107304"/>
                  </a:lnTo>
                  <a:lnTo>
                    <a:pt x="321250" y="102381"/>
                  </a:lnTo>
                  <a:lnTo>
                    <a:pt x="319116" y="97523"/>
                  </a:lnTo>
                  <a:lnTo>
                    <a:pt x="316829" y="92735"/>
                  </a:lnTo>
                  <a:lnTo>
                    <a:pt x="314392" y="88022"/>
                  </a:lnTo>
                  <a:lnTo>
                    <a:pt x="311806" y="83389"/>
                  </a:lnTo>
                  <a:lnTo>
                    <a:pt x="309074" y="78840"/>
                  </a:lnTo>
                  <a:lnTo>
                    <a:pt x="306199" y="74380"/>
                  </a:lnTo>
                  <a:lnTo>
                    <a:pt x="303185" y="70014"/>
                  </a:lnTo>
                  <a:lnTo>
                    <a:pt x="300033" y="65746"/>
                  </a:lnTo>
                  <a:lnTo>
                    <a:pt x="296747" y="61580"/>
                  </a:lnTo>
                  <a:lnTo>
                    <a:pt x="293331" y="57520"/>
                  </a:lnTo>
                  <a:lnTo>
                    <a:pt x="289788" y="53570"/>
                  </a:lnTo>
                  <a:lnTo>
                    <a:pt x="286121" y="49735"/>
                  </a:lnTo>
                  <a:lnTo>
                    <a:pt x="282334" y="46019"/>
                  </a:lnTo>
                  <a:lnTo>
                    <a:pt x="278431" y="42424"/>
                  </a:lnTo>
                  <a:lnTo>
                    <a:pt x="274416" y="38955"/>
                  </a:lnTo>
                  <a:lnTo>
                    <a:pt x="270293" y="35616"/>
                  </a:lnTo>
                  <a:lnTo>
                    <a:pt x="266067" y="32408"/>
                  </a:lnTo>
                  <a:lnTo>
                    <a:pt x="261740" y="29337"/>
                  </a:lnTo>
                  <a:lnTo>
                    <a:pt x="257318" y="2640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48976"/>
              <a:ext cx="90171" cy="140762"/>
            </a:xfrm>
            <a:custGeom>
              <a:avLst/>
              <a:pathLst>
                <a:path w="90171" h="140762">
                  <a:moveTo>
                    <a:pt x="90171" y="0"/>
                  </a:moveTo>
                  <a:lnTo>
                    <a:pt x="0" y="1407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48976"/>
              <a:ext cx="90171" cy="140762"/>
            </a:xfrm>
            <a:custGeom>
              <a:avLst/>
              <a:pathLst>
                <a:path w="90171" h="140762">
                  <a:moveTo>
                    <a:pt x="90171" y="0"/>
                  </a:moveTo>
                  <a:lnTo>
                    <a:pt x="0" y="1407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48976"/>
              <a:ext cx="90171" cy="140762"/>
            </a:xfrm>
            <a:custGeom>
              <a:avLst/>
              <a:pathLst>
                <a:path w="90171" h="140762">
                  <a:moveTo>
                    <a:pt x="90171" y="0"/>
                  </a:moveTo>
                  <a:lnTo>
                    <a:pt x="0" y="1407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48976"/>
              <a:ext cx="90171" cy="140762"/>
            </a:xfrm>
            <a:custGeom>
              <a:avLst/>
              <a:pathLst>
                <a:path w="90171" h="140762">
                  <a:moveTo>
                    <a:pt x="90171" y="0"/>
                  </a:moveTo>
                  <a:lnTo>
                    <a:pt x="0" y="1407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48976"/>
              <a:ext cx="90171" cy="140762"/>
            </a:xfrm>
            <a:custGeom>
              <a:avLst/>
              <a:pathLst>
                <a:path w="90171" h="140762">
                  <a:moveTo>
                    <a:pt x="90171" y="0"/>
                  </a:moveTo>
                  <a:lnTo>
                    <a:pt x="0" y="1407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48976"/>
              <a:ext cx="90171" cy="140762"/>
            </a:xfrm>
            <a:custGeom>
              <a:avLst/>
              <a:pathLst>
                <a:path w="90171" h="140762">
                  <a:moveTo>
                    <a:pt x="90171" y="0"/>
                  </a:moveTo>
                  <a:lnTo>
                    <a:pt x="0" y="1407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48976"/>
              <a:ext cx="90171" cy="140762"/>
            </a:xfrm>
            <a:custGeom>
              <a:avLst/>
              <a:pathLst>
                <a:path w="90171" h="140762">
                  <a:moveTo>
                    <a:pt x="90171" y="0"/>
                  </a:moveTo>
                  <a:lnTo>
                    <a:pt x="0" y="1407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48976"/>
              <a:ext cx="90171" cy="140762"/>
            </a:xfrm>
            <a:custGeom>
              <a:avLst/>
              <a:pathLst>
                <a:path w="90171" h="140762">
                  <a:moveTo>
                    <a:pt x="90171" y="0"/>
                  </a:moveTo>
                  <a:lnTo>
                    <a:pt x="0" y="1407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48976"/>
              <a:ext cx="90171" cy="140762"/>
            </a:xfrm>
            <a:custGeom>
              <a:avLst/>
              <a:pathLst>
                <a:path w="90171" h="140762">
                  <a:moveTo>
                    <a:pt x="90171" y="0"/>
                  </a:moveTo>
                  <a:lnTo>
                    <a:pt x="0" y="1407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48976"/>
              <a:ext cx="90171" cy="140762"/>
            </a:xfrm>
            <a:custGeom>
              <a:avLst/>
              <a:pathLst>
                <a:path w="90171" h="140762">
                  <a:moveTo>
                    <a:pt x="90171" y="0"/>
                  </a:moveTo>
                  <a:lnTo>
                    <a:pt x="0" y="1407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48976"/>
              <a:ext cx="90171" cy="140762"/>
            </a:xfrm>
            <a:custGeom>
              <a:avLst/>
              <a:pathLst>
                <a:path w="90171" h="140762">
                  <a:moveTo>
                    <a:pt x="90171" y="0"/>
                  </a:moveTo>
                  <a:lnTo>
                    <a:pt x="0" y="1407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48976"/>
              <a:ext cx="90171" cy="140762"/>
            </a:xfrm>
            <a:custGeom>
              <a:avLst/>
              <a:pathLst>
                <a:path w="90171" h="140762">
                  <a:moveTo>
                    <a:pt x="90171" y="0"/>
                  </a:moveTo>
                  <a:lnTo>
                    <a:pt x="0" y="1407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48976"/>
              <a:ext cx="90171" cy="140762"/>
            </a:xfrm>
            <a:custGeom>
              <a:avLst/>
              <a:pathLst>
                <a:path w="90171" h="140762">
                  <a:moveTo>
                    <a:pt x="90171" y="0"/>
                  </a:moveTo>
                  <a:lnTo>
                    <a:pt x="0" y="1407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48976"/>
              <a:ext cx="90171" cy="140762"/>
            </a:xfrm>
            <a:custGeom>
              <a:avLst/>
              <a:pathLst>
                <a:path w="90171" h="140762">
                  <a:moveTo>
                    <a:pt x="90171" y="0"/>
                  </a:moveTo>
                  <a:lnTo>
                    <a:pt x="0" y="1407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48976"/>
              <a:ext cx="90171" cy="140762"/>
            </a:xfrm>
            <a:custGeom>
              <a:avLst/>
              <a:pathLst>
                <a:path w="90171" h="140762">
                  <a:moveTo>
                    <a:pt x="90171" y="0"/>
                  </a:moveTo>
                  <a:lnTo>
                    <a:pt x="0" y="1407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48976"/>
              <a:ext cx="90171" cy="140762"/>
            </a:xfrm>
            <a:custGeom>
              <a:avLst/>
              <a:pathLst>
                <a:path w="90171" h="140762">
                  <a:moveTo>
                    <a:pt x="90171" y="0"/>
                  </a:moveTo>
                  <a:lnTo>
                    <a:pt x="0" y="1407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48976"/>
              <a:ext cx="90171" cy="140762"/>
            </a:xfrm>
            <a:custGeom>
              <a:avLst/>
              <a:pathLst>
                <a:path w="90171" h="140762">
                  <a:moveTo>
                    <a:pt x="90171" y="0"/>
                  </a:moveTo>
                  <a:lnTo>
                    <a:pt x="0" y="1407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48976"/>
              <a:ext cx="90171" cy="140762"/>
            </a:xfrm>
            <a:custGeom>
              <a:avLst/>
              <a:pathLst>
                <a:path w="90171" h="140762">
                  <a:moveTo>
                    <a:pt x="90171" y="0"/>
                  </a:moveTo>
                  <a:lnTo>
                    <a:pt x="0" y="1407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48976"/>
              <a:ext cx="90171" cy="140762"/>
            </a:xfrm>
            <a:custGeom>
              <a:avLst/>
              <a:pathLst>
                <a:path w="90171" h="140762">
                  <a:moveTo>
                    <a:pt x="90171" y="0"/>
                  </a:moveTo>
                  <a:lnTo>
                    <a:pt x="0" y="1407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48976"/>
              <a:ext cx="90171" cy="140762"/>
            </a:xfrm>
            <a:custGeom>
              <a:avLst/>
              <a:pathLst>
                <a:path w="90171" h="140762">
                  <a:moveTo>
                    <a:pt x="90171" y="0"/>
                  </a:moveTo>
                  <a:lnTo>
                    <a:pt x="0" y="1407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48976"/>
              <a:ext cx="90171" cy="140762"/>
            </a:xfrm>
            <a:custGeom>
              <a:avLst/>
              <a:pathLst>
                <a:path w="90171" h="140762">
                  <a:moveTo>
                    <a:pt x="90171" y="0"/>
                  </a:moveTo>
                  <a:lnTo>
                    <a:pt x="0" y="1407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48015"/>
              <a:ext cx="90171" cy="141723"/>
            </a:xfrm>
            <a:custGeom>
              <a:avLst/>
              <a:pathLst>
                <a:path w="90171" h="141723">
                  <a:moveTo>
                    <a:pt x="90171" y="961"/>
                  </a:moveTo>
                  <a:lnTo>
                    <a:pt x="88652" y="0"/>
                  </a:lnTo>
                  <a:lnTo>
                    <a:pt x="0" y="1417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71"/>
              <a:ext cx="88652" cy="167167"/>
            </a:xfrm>
            <a:custGeom>
              <a:avLst/>
              <a:pathLst>
                <a:path w="88652" h="167167">
                  <a:moveTo>
                    <a:pt x="88652" y="25443"/>
                  </a:moveTo>
                  <a:lnTo>
                    <a:pt x="83648" y="22433"/>
                  </a:lnTo>
                  <a:lnTo>
                    <a:pt x="78542" y="19600"/>
                  </a:lnTo>
                  <a:lnTo>
                    <a:pt x="73339" y="16946"/>
                  </a:lnTo>
                  <a:lnTo>
                    <a:pt x="68047" y="14476"/>
                  </a:lnTo>
                  <a:lnTo>
                    <a:pt x="62672" y="12193"/>
                  </a:lnTo>
                  <a:lnTo>
                    <a:pt x="57221" y="10098"/>
                  </a:lnTo>
                  <a:lnTo>
                    <a:pt x="51700" y="8195"/>
                  </a:lnTo>
                  <a:lnTo>
                    <a:pt x="46115" y="6486"/>
                  </a:lnTo>
                  <a:lnTo>
                    <a:pt x="40475" y="4974"/>
                  </a:lnTo>
                  <a:lnTo>
                    <a:pt x="34785" y="3659"/>
                  </a:lnTo>
                  <a:lnTo>
                    <a:pt x="29052" y="2543"/>
                  </a:lnTo>
                  <a:lnTo>
                    <a:pt x="23284" y="1629"/>
                  </a:lnTo>
                  <a:lnTo>
                    <a:pt x="17488" y="917"/>
                  </a:lnTo>
                  <a:lnTo>
                    <a:pt x="11670" y="407"/>
                  </a:lnTo>
                  <a:lnTo>
                    <a:pt x="5839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378103" y="1071028"/>
              <a:ext cx="333473" cy="334330"/>
            </a:xfrm>
            <a:custGeom>
              <a:avLst/>
              <a:pathLst>
                <a:path w="333473" h="334330">
                  <a:moveTo>
                    <a:pt x="167154" y="0"/>
                  </a:moveTo>
                  <a:lnTo>
                    <a:pt x="161838" y="84"/>
                  </a:lnTo>
                  <a:lnTo>
                    <a:pt x="156528" y="338"/>
                  </a:lnTo>
                  <a:lnTo>
                    <a:pt x="151228" y="760"/>
                  </a:lnTo>
                  <a:lnTo>
                    <a:pt x="145945" y="1350"/>
                  </a:lnTo>
                  <a:lnTo>
                    <a:pt x="140683" y="2109"/>
                  </a:lnTo>
                  <a:lnTo>
                    <a:pt x="135448" y="3034"/>
                  </a:lnTo>
                  <a:lnTo>
                    <a:pt x="130244" y="4125"/>
                  </a:lnTo>
                  <a:lnTo>
                    <a:pt x="125079" y="5381"/>
                  </a:lnTo>
                  <a:lnTo>
                    <a:pt x="119955" y="6801"/>
                  </a:lnTo>
                  <a:lnTo>
                    <a:pt x="114880" y="8383"/>
                  </a:lnTo>
                  <a:lnTo>
                    <a:pt x="109857" y="10126"/>
                  </a:lnTo>
                  <a:lnTo>
                    <a:pt x="104892" y="12027"/>
                  </a:lnTo>
                  <a:lnTo>
                    <a:pt x="99990" y="14085"/>
                  </a:lnTo>
                  <a:lnTo>
                    <a:pt x="95156" y="16298"/>
                  </a:lnTo>
                  <a:lnTo>
                    <a:pt x="90395" y="18664"/>
                  </a:lnTo>
                  <a:lnTo>
                    <a:pt x="85712" y="21180"/>
                  </a:lnTo>
                  <a:lnTo>
                    <a:pt x="81111" y="23844"/>
                  </a:lnTo>
                  <a:lnTo>
                    <a:pt x="76597" y="26652"/>
                  </a:lnTo>
                  <a:lnTo>
                    <a:pt x="72175" y="29603"/>
                  </a:lnTo>
                  <a:lnTo>
                    <a:pt x="67848" y="32693"/>
                  </a:lnTo>
                  <a:lnTo>
                    <a:pt x="63622" y="35919"/>
                  </a:lnTo>
                  <a:lnTo>
                    <a:pt x="59501" y="39277"/>
                  </a:lnTo>
                  <a:lnTo>
                    <a:pt x="55489" y="42765"/>
                  </a:lnTo>
                  <a:lnTo>
                    <a:pt x="51590" y="46379"/>
                  </a:lnTo>
                  <a:lnTo>
                    <a:pt x="47807" y="50115"/>
                  </a:lnTo>
                  <a:lnTo>
                    <a:pt x="44145" y="53969"/>
                  </a:lnTo>
                  <a:lnTo>
                    <a:pt x="40608" y="57938"/>
                  </a:lnTo>
                  <a:lnTo>
                    <a:pt x="37199" y="62017"/>
                  </a:lnTo>
                  <a:lnTo>
                    <a:pt x="33921" y="66203"/>
                  </a:lnTo>
                  <a:lnTo>
                    <a:pt x="30777" y="70490"/>
                  </a:lnTo>
                  <a:lnTo>
                    <a:pt x="27772" y="74876"/>
                  </a:lnTo>
                  <a:lnTo>
                    <a:pt x="24908" y="79355"/>
                  </a:lnTo>
                  <a:lnTo>
                    <a:pt x="22188" y="83922"/>
                  </a:lnTo>
                  <a:lnTo>
                    <a:pt x="19614" y="88574"/>
                  </a:lnTo>
                  <a:lnTo>
                    <a:pt x="17189" y="93306"/>
                  </a:lnTo>
                  <a:lnTo>
                    <a:pt x="14916" y="98112"/>
                  </a:lnTo>
                  <a:lnTo>
                    <a:pt x="12797" y="102988"/>
                  </a:lnTo>
                  <a:lnTo>
                    <a:pt x="10835" y="107928"/>
                  </a:lnTo>
                  <a:lnTo>
                    <a:pt x="9030" y="112929"/>
                  </a:lnTo>
                  <a:lnTo>
                    <a:pt x="7385" y="117985"/>
                  </a:lnTo>
                  <a:lnTo>
                    <a:pt x="5902" y="123090"/>
                  </a:lnTo>
                  <a:lnTo>
                    <a:pt x="4582" y="128240"/>
                  </a:lnTo>
                  <a:lnTo>
                    <a:pt x="3427" y="133429"/>
                  </a:lnTo>
                  <a:lnTo>
                    <a:pt x="2436" y="138653"/>
                  </a:lnTo>
                  <a:lnTo>
                    <a:pt x="1613" y="143905"/>
                  </a:lnTo>
                  <a:lnTo>
                    <a:pt x="957" y="149181"/>
                  </a:lnTo>
                  <a:lnTo>
                    <a:pt x="469" y="154475"/>
                  </a:lnTo>
                  <a:lnTo>
                    <a:pt x="150" y="159782"/>
                  </a:lnTo>
                  <a:lnTo>
                    <a:pt x="0" y="165096"/>
                  </a:lnTo>
                  <a:lnTo>
                    <a:pt x="18" y="170412"/>
                  </a:lnTo>
                  <a:lnTo>
                    <a:pt x="206" y="175725"/>
                  </a:lnTo>
                  <a:lnTo>
                    <a:pt x="562" y="181030"/>
                  </a:lnTo>
                  <a:lnTo>
                    <a:pt x="1088" y="186320"/>
                  </a:lnTo>
                  <a:lnTo>
                    <a:pt x="1781" y="191591"/>
                  </a:lnTo>
                  <a:lnTo>
                    <a:pt x="2641" y="196837"/>
                  </a:lnTo>
                  <a:lnTo>
                    <a:pt x="3668" y="202054"/>
                  </a:lnTo>
                  <a:lnTo>
                    <a:pt x="4860" y="207235"/>
                  </a:lnTo>
                  <a:lnTo>
                    <a:pt x="6216" y="212375"/>
                  </a:lnTo>
                  <a:lnTo>
                    <a:pt x="7735" y="217470"/>
                  </a:lnTo>
                  <a:lnTo>
                    <a:pt x="9415" y="222514"/>
                  </a:lnTo>
                  <a:lnTo>
                    <a:pt x="11255" y="227502"/>
                  </a:lnTo>
                  <a:lnTo>
                    <a:pt x="13252" y="232429"/>
                  </a:lnTo>
                  <a:lnTo>
                    <a:pt x="15405" y="237290"/>
                  </a:lnTo>
                  <a:lnTo>
                    <a:pt x="17712" y="242080"/>
                  </a:lnTo>
                  <a:lnTo>
                    <a:pt x="20169" y="246794"/>
                  </a:lnTo>
                  <a:lnTo>
                    <a:pt x="22776" y="251428"/>
                  </a:lnTo>
                  <a:lnTo>
                    <a:pt x="25528" y="255976"/>
                  </a:lnTo>
                  <a:lnTo>
                    <a:pt x="28424" y="260435"/>
                  </a:lnTo>
                  <a:lnTo>
                    <a:pt x="31460" y="264799"/>
                  </a:lnTo>
                  <a:lnTo>
                    <a:pt x="34633" y="269065"/>
                  </a:lnTo>
                  <a:lnTo>
                    <a:pt x="37940" y="273227"/>
                  </a:lnTo>
                  <a:lnTo>
                    <a:pt x="41378" y="277282"/>
                  </a:lnTo>
                  <a:lnTo>
                    <a:pt x="44943" y="281226"/>
                  </a:lnTo>
                  <a:lnTo>
                    <a:pt x="48632" y="285055"/>
                  </a:lnTo>
                  <a:lnTo>
                    <a:pt x="52441" y="288764"/>
                  </a:lnTo>
                  <a:lnTo>
                    <a:pt x="56365" y="292350"/>
                  </a:lnTo>
                  <a:lnTo>
                    <a:pt x="60402" y="295810"/>
                  </a:lnTo>
                  <a:lnTo>
                    <a:pt x="64547" y="299139"/>
                  </a:lnTo>
                  <a:lnTo>
                    <a:pt x="68795" y="302335"/>
                  </a:lnTo>
                  <a:lnTo>
                    <a:pt x="73143" y="305395"/>
                  </a:lnTo>
                  <a:lnTo>
                    <a:pt x="77586" y="308314"/>
                  </a:lnTo>
                  <a:lnTo>
                    <a:pt x="82120" y="311091"/>
                  </a:lnTo>
                  <a:lnTo>
                    <a:pt x="86740" y="313722"/>
                  </a:lnTo>
                  <a:lnTo>
                    <a:pt x="91440" y="316205"/>
                  </a:lnTo>
                  <a:lnTo>
                    <a:pt x="96218" y="318537"/>
                  </a:lnTo>
                  <a:lnTo>
                    <a:pt x="101067" y="320717"/>
                  </a:lnTo>
                  <a:lnTo>
                    <a:pt x="105983" y="322740"/>
                  </a:lnTo>
                  <a:lnTo>
                    <a:pt x="110961" y="324607"/>
                  </a:lnTo>
                  <a:lnTo>
                    <a:pt x="115996" y="326314"/>
                  </a:lnTo>
                  <a:lnTo>
                    <a:pt x="121083" y="327860"/>
                  </a:lnTo>
                  <a:lnTo>
                    <a:pt x="126216" y="329244"/>
                  </a:lnTo>
                  <a:lnTo>
                    <a:pt x="131391" y="330464"/>
                  </a:lnTo>
                  <a:lnTo>
                    <a:pt x="136601" y="331519"/>
                  </a:lnTo>
                  <a:lnTo>
                    <a:pt x="141843" y="332407"/>
                  </a:lnTo>
                  <a:lnTo>
                    <a:pt x="147110" y="333128"/>
                  </a:lnTo>
                  <a:lnTo>
                    <a:pt x="152398" y="333682"/>
                  </a:lnTo>
                  <a:lnTo>
                    <a:pt x="157700" y="334067"/>
                  </a:lnTo>
                  <a:lnTo>
                    <a:pt x="163012" y="334283"/>
                  </a:lnTo>
                  <a:lnTo>
                    <a:pt x="168328" y="334330"/>
                  </a:lnTo>
                  <a:lnTo>
                    <a:pt x="173643" y="334208"/>
                  </a:lnTo>
                  <a:lnTo>
                    <a:pt x="178952" y="333918"/>
                  </a:lnTo>
                  <a:lnTo>
                    <a:pt x="184248" y="333458"/>
                  </a:lnTo>
                  <a:lnTo>
                    <a:pt x="189528" y="332830"/>
                  </a:lnTo>
                  <a:lnTo>
                    <a:pt x="194784" y="332035"/>
                  </a:lnTo>
                  <a:lnTo>
                    <a:pt x="200013" y="331073"/>
                  </a:lnTo>
                  <a:lnTo>
                    <a:pt x="205208" y="329945"/>
                  </a:lnTo>
                  <a:lnTo>
                    <a:pt x="210365" y="328653"/>
                  </a:lnTo>
                  <a:lnTo>
                    <a:pt x="215478" y="327197"/>
                  </a:lnTo>
                  <a:lnTo>
                    <a:pt x="220543" y="325580"/>
                  </a:lnTo>
                  <a:lnTo>
                    <a:pt x="225553" y="323802"/>
                  </a:lnTo>
                  <a:lnTo>
                    <a:pt x="230504" y="321866"/>
                  </a:lnTo>
                  <a:lnTo>
                    <a:pt x="235392" y="319773"/>
                  </a:lnTo>
                  <a:lnTo>
                    <a:pt x="240210" y="317526"/>
                  </a:lnTo>
                  <a:lnTo>
                    <a:pt x="244954" y="315127"/>
                  </a:lnTo>
                  <a:lnTo>
                    <a:pt x="249620" y="312578"/>
                  </a:lnTo>
                  <a:lnTo>
                    <a:pt x="254202" y="309882"/>
                  </a:lnTo>
                  <a:lnTo>
                    <a:pt x="258696" y="307042"/>
                  </a:lnTo>
                  <a:lnTo>
                    <a:pt x="263098" y="304060"/>
                  </a:lnTo>
                  <a:lnTo>
                    <a:pt x="267402" y="300940"/>
                  </a:lnTo>
                  <a:lnTo>
                    <a:pt x="271605" y="297685"/>
                  </a:lnTo>
                  <a:lnTo>
                    <a:pt x="275703" y="294297"/>
                  </a:lnTo>
                  <a:lnTo>
                    <a:pt x="279690" y="290781"/>
                  </a:lnTo>
                  <a:lnTo>
                    <a:pt x="283564" y="287140"/>
                  </a:lnTo>
                  <a:lnTo>
                    <a:pt x="287320" y="283378"/>
                  </a:lnTo>
                  <a:lnTo>
                    <a:pt x="290955" y="279498"/>
                  </a:lnTo>
                  <a:lnTo>
                    <a:pt x="294464" y="275505"/>
                  </a:lnTo>
                  <a:lnTo>
                    <a:pt x="297845" y="271401"/>
                  </a:lnTo>
                  <a:lnTo>
                    <a:pt x="301094" y="267193"/>
                  </a:lnTo>
                  <a:lnTo>
                    <a:pt x="304207" y="262883"/>
                  </a:lnTo>
                  <a:lnTo>
                    <a:pt x="307181" y="258477"/>
                  </a:lnTo>
                  <a:lnTo>
                    <a:pt x="310014" y="253978"/>
                  </a:lnTo>
                  <a:lnTo>
                    <a:pt x="312702" y="249391"/>
                  </a:lnTo>
                  <a:lnTo>
                    <a:pt x="315243" y="244721"/>
                  </a:lnTo>
                  <a:lnTo>
                    <a:pt x="317634" y="239973"/>
                  </a:lnTo>
                  <a:lnTo>
                    <a:pt x="319873" y="235151"/>
                  </a:lnTo>
                  <a:lnTo>
                    <a:pt x="321958" y="230260"/>
                  </a:lnTo>
                  <a:lnTo>
                    <a:pt x="323886" y="225306"/>
                  </a:lnTo>
                  <a:lnTo>
                    <a:pt x="325655" y="220293"/>
                  </a:lnTo>
                  <a:lnTo>
                    <a:pt x="327264" y="215226"/>
                  </a:lnTo>
                  <a:lnTo>
                    <a:pt x="328712" y="210110"/>
                  </a:lnTo>
                  <a:lnTo>
                    <a:pt x="329996" y="204951"/>
                  </a:lnTo>
                  <a:lnTo>
                    <a:pt x="331115" y="199754"/>
                  </a:lnTo>
                  <a:lnTo>
                    <a:pt x="332068" y="194523"/>
                  </a:lnTo>
                  <a:lnTo>
                    <a:pt x="332854" y="189266"/>
                  </a:lnTo>
                  <a:lnTo>
                    <a:pt x="333473" y="183985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238196"/>
              <a:ext cx="166319" cy="16818"/>
            </a:xfrm>
            <a:custGeom>
              <a:avLst/>
              <a:pathLst>
                <a:path w="166319" h="16818">
                  <a:moveTo>
                    <a:pt x="166319" y="168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238196"/>
              <a:ext cx="166319" cy="16818"/>
            </a:xfrm>
            <a:custGeom>
              <a:avLst/>
              <a:pathLst>
                <a:path w="166319" h="16818">
                  <a:moveTo>
                    <a:pt x="166319" y="168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238196"/>
              <a:ext cx="166319" cy="16818"/>
            </a:xfrm>
            <a:custGeom>
              <a:avLst/>
              <a:pathLst>
                <a:path w="166319" h="16818">
                  <a:moveTo>
                    <a:pt x="166319" y="168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238196"/>
              <a:ext cx="166319" cy="16818"/>
            </a:xfrm>
            <a:custGeom>
              <a:avLst/>
              <a:pathLst>
                <a:path w="166319" h="16818">
                  <a:moveTo>
                    <a:pt x="166319" y="168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238196"/>
              <a:ext cx="166319" cy="16818"/>
            </a:xfrm>
            <a:custGeom>
              <a:avLst/>
              <a:pathLst>
                <a:path w="166319" h="16818">
                  <a:moveTo>
                    <a:pt x="166319" y="168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238196"/>
              <a:ext cx="166319" cy="16818"/>
            </a:xfrm>
            <a:custGeom>
              <a:avLst/>
              <a:pathLst>
                <a:path w="166319" h="16818">
                  <a:moveTo>
                    <a:pt x="166319" y="168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238196"/>
              <a:ext cx="166319" cy="16818"/>
            </a:xfrm>
            <a:custGeom>
              <a:avLst/>
              <a:pathLst>
                <a:path w="166319" h="16818">
                  <a:moveTo>
                    <a:pt x="166319" y="168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238196"/>
              <a:ext cx="166319" cy="16818"/>
            </a:xfrm>
            <a:custGeom>
              <a:avLst/>
              <a:pathLst>
                <a:path w="166319" h="16818">
                  <a:moveTo>
                    <a:pt x="166319" y="168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238196"/>
              <a:ext cx="166319" cy="16818"/>
            </a:xfrm>
            <a:custGeom>
              <a:avLst/>
              <a:pathLst>
                <a:path w="166319" h="16818">
                  <a:moveTo>
                    <a:pt x="166319" y="168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238196"/>
              <a:ext cx="166319" cy="16818"/>
            </a:xfrm>
            <a:custGeom>
              <a:avLst/>
              <a:pathLst>
                <a:path w="166319" h="16818">
                  <a:moveTo>
                    <a:pt x="166319" y="168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238196"/>
              <a:ext cx="166319" cy="16818"/>
            </a:xfrm>
            <a:custGeom>
              <a:avLst/>
              <a:pathLst>
                <a:path w="166319" h="16818">
                  <a:moveTo>
                    <a:pt x="166319" y="168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38196"/>
              <a:ext cx="166319" cy="16818"/>
            </a:xfrm>
            <a:custGeom>
              <a:avLst/>
              <a:pathLst>
                <a:path w="166319" h="16818">
                  <a:moveTo>
                    <a:pt x="166319" y="168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238196"/>
              <a:ext cx="166319" cy="16818"/>
            </a:xfrm>
            <a:custGeom>
              <a:avLst/>
              <a:pathLst>
                <a:path w="166319" h="16818">
                  <a:moveTo>
                    <a:pt x="166319" y="168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8196"/>
              <a:ext cx="166319" cy="16818"/>
            </a:xfrm>
            <a:custGeom>
              <a:avLst/>
              <a:pathLst>
                <a:path w="166319" h="16818">
                  <a:moveTo>
                    <a:pt x="166319" y="168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6319" cy="16818"/>
            </a:xfrm>
            <a:custGeom>
              <a:avLst/>
              <a:pathLst>
                <a:path w="166319" h="16818">
                  <a:moveTo>
                    <a:pt x="166319" y="168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8196"/>
              <a:ext cx="166319" cy="16818"/>
            </a:xfrm>
            <a:custGeom>
              <a:avLst/>
              <a:pathLst>
                <a:path w="166319" h="16818">
                  <a:moveTo>
                    <a:pt x="166319" y="168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8196"/>
              <a:ext cx="166319" cy="16818"/>
            </a:xfrm>
            <a:custGeom>
              <a:avLst/>
              <a:pathLst>
                <a:path w="166319" h="16818">
                  <a:moveTo>
                    <a:pt x="166319" y="168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38196"/>
              <a:ext cx="166319" cy="16818"/>
            </a:xfrm>
            <a:custGeom>
              <a:avLst/>
              <a:pathLst>
                <a:path w="166319" h="16818">
                  <a:moveTo>
                    <a:pt x="166319" y="168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38196"/>
              <a:ext cx="166319" cy="16818"/>
            </a:xfrm>
            <a:custGeom>
              <a:avLst/>
              <a:pathLst>
                <a:path w="166319" h="16818">
                  <a:moveTo>
                    <a:pt x="166319" y="168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38196"/>
              <a:ext cx="166319" cy="16818"/>
            </a:xfrm>
            <a:custGeom>
              <a:avLst/>
              <a:pathLst>
                <a:path w="166319" h="16818">
                  <a:moveTo>
                    <a:pt x="166319" y="168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38196"/>
              <a:ext cx="166642" cy="16818"/>
            </a:xfrm>
            <a:custGeom>
              <a:avLst/>
              <a:pathLst>
                <a:path w="166642" h="16818">
                  <a:moveTo>
                    <a:pt x="166319" y="16818"/>
                  </a:moveTo>
                  <a:lnTo>
                    <a:pt x="166642" y="13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071028"/>
              <a:ext cx="167149" cy="180406"/>
            </a:xfrm>
            <a:custGeom>
              <a:avLst/>
              <a:pathLst>
                <a:path w="167149" h="180406">
                  <a:moveTo>
                    <a:pt x="166642" y="180406"/>
                  </a:moveTo>
                  <a:lnTo>
                    <a:pt x="166983" y="175008"/>
                  </a:lnTo>
                  <a:lnTo>
                    <a:pt x="167149" y="169602"/>
                  </a:lnTo>
                  <a:lnTo>
                    <a:pt x="167141" y="164194"/>
                  </a:lnTo>
                  <a:lnTo>
                    <a:pt x="166957" y="158789"/>
                  </a:lnTo>
                  <a:lnTo>
                    <a:pt x="166598" y="153392"/>
                  </a:lnTo>
                  <a:lnTo>
                    <a:pt x="166066" y="148010"/>
                  </a:lnTo>
                  <a:lnTo>
                    <a:pt x="165359" y="142648"/>
                  </a:lnTo>
                  <a:lnTo>
                    <a:pt x="164479" y="137312"/>
                  </a:lnTo>
                  <a:lnTo>
                    <a:pt x="163428" y="132007"/>
                  </a:lnTo>
                  <a:lnTo>
                    <a:pt x="162205" y="126739"/>
                  </a:lnTo>
                  <a:lnTo>
                    <a:pt x="160812" y="121513"/>
                  </a:lnTo>
                  <a:lnTo>
                    <a:pt x="159251" y="116334"/>
                  </a:lnTo>
                  <a:lnTo>
                    <a:pt x="157523" y="111209"/>
                  </a:lnTo>
                  <a:lnTo>
                    <a:pt x="155631" y="106143"/>
                  </a:lnTo>
                  <a:lnTo>
                    <a:pt x="153575" y="101140"/>
                  </a:lnTo>
                  <a:lnTo>
                    <a:pt x="151359" y="96207"/>
                  </a:lnTo>
                  <a:lnTo>
                    <a:pt x="148984" y="91348"/>
                  </a:lnTo>
                  <a:lnTo>
                    <a:pt x="146454" y="86568"/>
                  </a:lnTo>
                  <a:lnTo>
                    <a:pt x="143770" y="81873"/>
                  </a:lnTo>
                  <a:lnTo>
                    <a:pt x="140935" y="77267"/>
                  </a:lnTo>
                  <a:lnTo>
                    <a:pt x="137953" y="72754"/>
                  </a:lnTo>
                  <a:lnTo>
                    <a:pt x="134827" y="68341"/>
                  </a:lnTo>
                  <a:lnTo>
                    <a:pt x="131559" y="64031"/>
                  </a:lnTo>
                  <a:lnTo>
                    <a:pt x="128154" y="59830"/>
                  </a:lnTo>
                  <a:lnTo>
                    <a:pt x="124615" y="55740"/>
                  </a:lnTo>
                  <a:lnTo>
                    <a:pt x="120945" y="51767"/>
                  </a:lnTo>
                  <a:lnTo>
                    <a:pt x="117149" y="47915"/>
                  </a:lnTo>
                  <a:lnTo>
                    <a:pt x="113230" y="44188"/>
                  </a:lnTo>
                  <a:lnTo>
                    <a:pt x="109193" y="40590"/>
                  </a:lnTo>
                  <a:lnTo>
                    <a:pt x="105041" y="37124"/>
                  </a:lnTo>
                  <a:lnTo>
                    <a:pt x="100779" y="33794"/>
                  </a:lnTo>
                  <a:lnTo>
                    <a:pt x="96412" y="30603"/>
                  </a:lnTo>
                  <a:lnTo>
                    <a:pt x="91944" y="27556"/>
                  </a:lnTo>
                  <a:lnTo>
                    <a:pt x="87379" y="24655"/>
                  </a:lnTo>
                  <a:lnTo>
                    <a:pt x="82724" y="21903"/>
                  </a:lnTo>
                  <a:lnTo>
                    <a:pt x="77981" y="19303"/>
                  </a:lnTo>
                  <a:lnTo>
                    <a:pt x="73157" y="16858"/>
                  </a:lnTo>
                  <a:lnTo>
                    <a:pt x="68256" y="14570"/>
                  </a:lnTo>
                  <a:lnTo>
                    <a:pt x="63284" y="12441"/>
                  </a:lnTo>
                  <a:lnTo>
                    <a:pt x="58246" y="10475"/>
                  </a:lnTo>
                  <a:lnTo>
                    <a:pt x="53147" y="8673"/>
                  </a:lnTo>
                  <a:lnTo>
                    <a:pt x="47992" y="7037"/>
                  </a:lnTo>
                  <a:lnTo>
                    <a:pt x="42787" y="5568"/>
                  </a:lnTo>
                  <a:lnTo>
                    <a:pt x="37537" y="4269"/>
                  </a:lnTo>
                  <a:lnTo>
                    <a:pt x="32248" y="3139"/>
                  </a:lnTo>
                  <a:lnTo>
                    <a:pt x="26925" y="2182"/>
                  </a:lnTo>
                  <a:lnTo>
                    <a:pt x="21574" y="1397"/>
                  </a:lnTo>
                  <a:lnTo>
                    <a:pt x="16200" y="786"/>
                  </a:lnTo>
                  <a:lnTo>
                    <a:pt x="10809" y="349"/>
                  </a:lnTo>
                  <a:lnTo>
                    <a:pt x="5407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899836" y="941493"/>
              <a:ext cx="123707" cy="167167"/>
            </a:xfrm>
            <a:custGeom>
              <a:avLst/>
              <a:pathLst>
                <a:path w="123707" h="167167">
                  <a:moveTo>
                    <a:pt x="123707" y="0"/>
                  </a:moveTo>
                  <a:lnTo>
                    <a:pt x="118137" y="92"/>
                  </a:lnTo>
                  <a:lnTo>
                    <a:pt x="112574" y="371"/>
                  </a:lnTo>
                  <a:lnTo>
                    <a:pt x="107022" y="834"/>
                  </a:lnTo>
                  <a:lnTo>
                    <a:pt x="101490" y="1482"/>
                  </a:lnTo>
                  <a:lnTo>
                    <a:pt x="95982" y="2315"/>
                  </a:lnTo>
                  <a:lnTo>
                    <a:pt x="90505" y="3330"/>
                  </a:lnTo>
                  <a:lnTo>
                    <a:pt x="85065" y="4527"/>
                  </a:lnTo>
                  <a:lnTo>
                    <a:pt x="79667" y="5905"/>
                  </a:lnTo>
                  <a:lnTo>
                    <a:pt x="74319" y="7462"/>
                  </a:lnTo>
                  <a:lnTo>
                    <a:pt x="69025" y="9196"/>
                  </a:lnTo>
                  <a:lnTo>
                    <a:pt x="63792" y="11105"/>
                  </a:lnTo>
                  <a:lnTo>
                    <a:pt x="58626" y="13188"/>
                  </a:lnTo>
                  <a:lnTo>
                    <a:pt x="53532" y="15442"/>
                  </a:lnTo>
                  <a:lnTo>
                    <a:pt x="48516" y="17864"/>
                  </a:lnTo>
                  <a:lnTo>
                    <a:pt x="43583" y="20452"/>
                  </a:lnTo>
                  <a:lnTo>
                    <a:pt x="38739" y="23203"/>
                  </a:lnTo>
                  <a:lnTo>
                    <a:pt x="33990" y="26114"/>
                  </a:lnTo>
                  <a:lnTo>
                    <a:pt x="29340" y="29182"/>
                  </a:lnTo>
                  <a:lnTo>
                    <a:pt x="24795" y="32403"/>
                  </a:lnTo>
                  <a:lnTo>
                    <a:pt x="20360" y="35773"/>
                  </a:lnTo>
                  <a:lnTo>
                    <a:pt x="16040" y="39289"/>
                  </a:lnTo>
                  <a:lnTo>
                    <a:pt x="11839" y="42947"/>
                  </a:lnTo>
                  <a:lnTo>
                    <a:pt x="7762" y="46744"/>
                  </a:lnTo>
                  <a:lnTo>
                    <a:pt x="3814" y="50673"/>
                  </a:lnTo>
                  <a:lnTo>
                    <a:pt x="0" y="54733"/>
                  </a:lnTo>
                  <a:lnTo>
                    <a:pt x="12370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899836" y="99622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899836" y="99622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899836" y="99622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899836" y="99622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899836" y="99622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899836" y="99622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899836" y="99622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899836" y="99622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899836" y="99622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899836" y="99622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899836" y="99622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899836" y="99622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899836" y="99622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99836" y="99622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99836" y="99622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99836" y="99622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99836" y="99622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99836" y="99622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99836" y="99622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56379" y="971904"/>
              <a:ext cx="334331" cy="303905"/>
            </a:xfrm>
            <a:custGeom>
              <a:avLst/>
              <a:pathLst>
                <a:path w="334331" h="303905">
                  <a:moveTo>
                    <a:pt x="43457" y="24322"/>
                  </a:moveTo>
                  <a:lnTo>
                    <a:pt x="39942" y="28315"/>
                  </a:lnTo>
                  <a:lnTo>
                    <a:pt x="36556" y="32418"/>
                  </a:lnTo>
                  <a:lnTo>
                    <a:pt x="33302" y="36626"/>
                  </a:lnTo>
                  <a:lnTo>
                    <a:pt x="30184" y="40937"/>
                  </a:lnTo>
                  <a:lnTo>
                    <a:pt x="27204" y="45344"/>
                  </a:lnTo>
                  <a:lnTo>
                    <a:pt x="24366" y="49843"/>
                  </a:lnTo>
                  <a:lnTo>
                    <a:pt x="21673" y="54431"/>
                  </a:lnTo>
                  <a:lnTo>
                    <a:pt x="19127" y="59102"/>
                  </a:lnTo>
                  <a:lnTo>
                    <a:pt x="16732" y="63852"/>
                  </a:lnTo>
                  <a:lnTo>
                    <a:pt x="14488" y="68676"/>
                  </a:lnTo>
                  <a:lnTo>
                    <a:pt x="12399" y="73568"/>
                  </a:lnTo>
                  <a:lnTo>
                    <a:pt x="10467" y="78525"/>
                  </a:lnTo>
                  <a:lnTo>
                    <a:pt x="8693" y="83540"/>
                  </a:lnTo>
                  <a:lnTo>
                    <a:pt x="7080" y="88610"/>
                  </a:lnTo>
                  <a:lnTo>
                    <a:pt x="5629" y="93728"/>
                  </a:lnTo>
                  <a:lnTo>
                    <a:pt x="4342" y="98889"/>
                  </a:lnTo>
                  <a:lnTo>
                    <a:pt x="3220" y="104089"/>
                  </a:lnTo>
                  <a:lnTo>
                    <a:pt x="2263" y="109323"/>
                  </a:lnTo>
                  <a:lnTo>
                    <a:pt x="1474" y="114584"/>
                  </a:lnTo>
                  <a:lnTo>
                    <a:pt x="852" y="119867"/>
                  </a:lnTo>
                  <a:lnTo>
                    <a:pt x="399" y="125167"/>
                  </a:lnTo>
                  <a:lnTo>
                    <a:pt x="115" y="130480"/>
                  </a:lnTo>
                  <a:lnTo>
                    <a:pt x="0" y="135798"/>
                  </a:lnTo>
                  <a:lnTo>
                    <a:pt x="54" y="141118"/>
                  </a:lnTo>
                  <a:lnTo>
                    <a:pt x="277" y="146433"/>
                  </a:lnTo>
                  <a:lnTo>
                    <a:pt x="670" y="151738"/>
                  </a:lnTo>
                  <a:lnTo>
                    <a:pt x="1231" y="157028"/>
                  </a:lnTo>
                  <a:lnTo>
                    <a:pt x="1960" y="162298"/>
                  </a:lnTo>
                  <a:lnTo>
                    <a:pt x="2856" y="167542"/>
                  </a:lnTo>
                  <a:lnTo>
                    <a:pt x="3919" y="172754"/>
                  </a:lnTo>
                  <a:lnTo>
                    <a:pt x="5147" y="177931"/>
                  </a:lnTo>
                  <a:lnTo>
                    <a:pt x="6539" y="183065"/>
                  </a:lnTo>
                  <a:lnTo>
                    <a:pt x="8094" y="188153"/>
                  </a:lnTo>
                  <a:lnTo>
                    <a:pt x="9810" y="193188"/>
                  </a:lnTo>
                  <a:lnTo>
                    <a:pt x="11685" y="198166"/>
                  </a:lnTo>
                  <a:lnTo>
                    <a:pt x="13718" y="203082"/>
                  </a:lnTo>
                  <a:lnTo>
                    <a:pt x="15906" y="207931"/>
                  </a:lnTo>
                  <a:lnTo>
                    <a:pt x="18248" y="212708"/>
                  </a:lnTo>
                  <a:lnTo>
                    <a:pt x="20740" y="217408"/>
                  </a:lnTo>
                  <a:lnTo>
                    <a:pt x="23380" y="222027"/>
                  </a:lnTo>
                  <a:lnTo>
                    <a:pt x="26166" y="226559"/>
                  </a:lnTo>
                  <a:lnTo>
                    <a:pt x="29095" y="231000"/>
                  </a:lnTo>
                  <a:lnTo>
                    <a:pt x="32164" y="235345"/>
                  </a:lnTo>
                  <a:lnTo>
                    <a:pt x="35369" y="239591"/>
                  </a:lnTo>
                  <a:lnTo>
                    <a:pt x="38708" y="243732"/>
                  </a:lnTo>
                  <a:lnTo>
                    <a:pt x="42177" y="247766"/>
                  </a:lnTo>
                  <a:lnTo>
                    <a:pt x="45773" y="251686"/>
                  </a:lnTo>
                  <a:lnTo>
                    <a:pt x="49491" y="255491"/>
                  </a:lnTo>
                  <a:lnTo>
                    <a:pt x="53329" y="259175"/>
                  </a:lnTo>
                  <a:lnTo>
                    <a:pt x="57282" y="262735"/>
                  </a:lnTo>
                  <a:lnTo>
                    <a:pt x="61346" y="266168"/>
                  </a:lnTo>
                  <a:lnTo>
                    <a:pt x="65517" y="269469"/>
                  </a:lnTo>
                  <a:lnTo>
                    <a:pt x="69791" y="272636"/>
                  </a:lnTo>
                  <a:lnTo>
                    <a:pt x="74164" y="275666"/>
                  </a:lnTo>
                  <a:lnTo>
                    <a:pt x="78632" y="278555"/>
                  </a:lnTo>
                  <a:lnTo>
                    <a:pt x="83188" y="281300"/>
                  </a:lnTo>
                  <a:lnTo>
                    <a:pt x="87830" y="283899"/>
                  </a:lnTo>
                  <a:lnTo>
                    <a:pt x="92552" y="286349"/>
                  </a:lnTo>
                  <a:lnTo>
                    <a:pt x="97350" y="288647"/>
                  </a:lnTo>
                  <a:lnTo>
                    <a:pt x="102218" y="290792"/>
                  </a:lnTo>
                  <a:lnTo>
                    <a:pt x="107153" y="292780"/>
                  </a:lnTo>
                  <a:lnTo>
                    <a:pt x="112148" y="294611"/>
                  </a:lnTo>
                  <a:lnTo>
                    <a:pt x="117198" y="296281"/>
                  </a:lnTo>
                  <a:lnTo>
                    <a:pt x="122300" y="297790"/>
                  </a:lnTo>
                  <a:lnTo>
                    <a:pt x="127446" y="299136"/>
                  </a:lnTo>
                  <a:lnTo>
                    <a:pt x="132633" y="300318"/>
                  </a:lnTo>
                  <a:lnTo>
                    <a:pt x="137855" y="301334"/>
                  </a:lnTo>
                  <a:lnTo>
                    <a:pt x="143107" y="302183"/>
                  </a:lnTo>
                  <a:lnTo>
                    <a:pt x="148383" y="302865"/>
                  </a:lnTo>
                  <a:lnTo>
                    <a:pt x="153678" y="303378"/>
                  </a:lnTo>
                  <a:lnTo>
                    <a:pt x="158986" y="303723"/>
                  </a:lnTo>
                  <a:lnTo>
                    <a:pt x="164303" y="303899"/>
                  </a:lnTo>
                  <a:lnTo>
                    <a:pt x="169623" y="303905"/>
                  </a:lnTo>
                  <a:lnTo>
                    <a:pt x="174940" y="303742"/>
                  </a:lnTo>
                  <a:lnTo>
                    <a:pt x="180250" y="303410"/>
                  </a:lnTo>
                  <a:lnTo>
                    <a:pt x="185546" y="302910"/>
                  </a:lnTo>
                  <a:lnTo>
                    <a:pt x="190824" y="302241"/>
                  </a:lnTo>
                  <a:lnTo>
                    <a:pt x="196077" y="301404"/>
                  </a:lnTo>
                  <a:lnTo>
                    <a:pt x="201302" y="300401"/>
                  </a:lnTo>
                  <a:lnTo>
                    <a:pt x="206492" y="299231"/>
                  </a:lnTo>
                  <a:lnTo>
                    <a:pt x="211641" y="297898"/>
                  </a:lnTo>
                  <a:lnTo>
                    <a:pt x="216746" y="296401"/>
                  </a:lnTo>
                  <a:lnTo>
                    <a:pt x="221801" y="294742"/>
                  </a:lnTo>
                  <a:lnTo>
                    <a:pt x="226800" y="292924"/>
                  </a:lnTo>
                  <a:lnTo>
                    <a:pt x="231739" y="290947"/>
                  </a:lnTo>
                  <a:lnTo>
                    <a:pt x="236613" y="288814"/>
                  </a:lnTo>
                  <a:lnTo>
                    <a:pt x="241416" y="286528"/>
                  </a:lnTo>
                  <a:lnTo>
                    <a:pt x="246144" y="284089"/>
                  </a:lnTo>
                  <a:lnTo>
                    <a:pt x="250792" y="281501"/>
                  </a:lnTo>
                  <a:lnTo>
                    <a:pt x="255356" y="278767"/>
                  </a:lnTo>
                  <a:lnTo>
                    <a:pt x="259830" y="275889"/>
                  </a:lnTo>
                  <a:lnTo>
                    <a:pt x="264210" y="272870"/>
                  </a:lnTo>
                  <a:lnTo>
                    <a:pt x="268492" y="269713"/>
                  </a:lnTo>
                  <a:lnTo>
                    <a:pt x="272671" y="266422"/>
                  </a:lnTo>
                  <a:lnTo>
                    <a:pt x="276744" y="262999"/>
                  </a:lnTo>
                  <a:lnTo>
                    <a:pt x="280705" y="259448"/>
                  </a:lnTo>
                  <a:lnTo>
                    <a:pt x="284552" y="255773"/>
                  </a:lnTo>
                  <a:lnTo>
                    <a:pt x="288279" y="251978"/>
                  </a:lnTo>
                  <a:lnTo>
                    <a:pt x="291884" y="248066"/>
                  </a:lnTo>
                  <a:lnTo>
                    <a:pt x="295363" y="244041"/>
                  </a:lnTo>
                  <a:lnTo>
                    <a:pt x="298712" y="239907"/>
                  </a:lnTo>
                  <a:lnTo>
                    <a:pt x="301927" y="235669"/>
                  </a:lnTo>
                  <a:lnTo>
                    <a:pt x="305006" y="231331"/>
                  </a:lnTo>
                  <a:lnTo>
                    <a:pt x="307946" y="226897"/>
                  </a:lnTo>
                  <a:lnTo>
                    <a:pt x="310743" y="222372"/>
                  </a:lnTo>
                  <a:lnTo>
                    <a:pt x="313394" y="217760"/>
                  </a:lnTo>
                  <a:lnTo>
                    <a:pt x="315898" y="213066"/>
                  </a:lnTo>
                  <a:lnTo>
                    <a:pt x="318251" y="208295"/>
                  </a:lnTo>
                  <a:lnTo>
                    <a:pt x="320450" y="203451"/>
                  </a:lnTo>
                  <a:lnTo>
                    <a:pt x="322495" y="198540"/>
                  </a:lnTo>
                  <a:lnTo>
                    <a:pt x="324382" y="193566"/>
                  </a:lnTo>
                  <a:lnTo>
                    <a:pt x="326110" y="188535"/>
                  </a:lnTo>
                  <a:lnTo>
                    <a:pt x="327677" y="183451"/>
                  </a:lnTo>
                  <a:lnTo>
                    <a:pt x="329082" y="178320"/>
                  </a:lnTo>
                  <a:lnTo>
                    <a:pt x="330323" y="173147"/>
                  </a:lnTo>
                  <a:lnTo>
                    <a:pt x="331398" y="167937"/>
                  </a:lnTo>
                  <a:lnTo>
                    <a:pt x="332307" y="162695"/>
                  </a:lnTo>
                  <a:lnTo>
                    <a:pt x="333049" y="157427"/>
                  </a:lnTo>
                  <a:lnTo>
                    <a:pt x="333622" y="152139"/>
                  </a:lnTo>
                  <a:lnTo>
                    <a:pt x="334028" y="146834"/>
                  </a:lnTo>
                  <a:lnTo>
                    <a:pt x="334264" y="141520"/>
                  </a:lnTo>
                  <a:lnTo>
                    <a:pt x="334331" y="136200"/>
                  </a:lnTo>
                  <a:lnTo>
                    <a:pt x="334228" y="130881"/>
                  </a:lnTo>
                  <a:lnTo>
                    <a:pt x="333957" y="125568"/>
                  </a:lnTo>
                  <a:lnTo>
                    <a:pt x="333516" y="120267"/>
                  </a:lnTo>
                  <a:lnTo>
                    <a:pt x="332908" y="114982"/>
                  </a:lnTo>
                  <a:lnTo>
                    <a:pt x="332131" y="109719"/>
                  </a:lnTo>
                  <a:lnTo>
                    <a:pt x="331187" y="104484"/>
                  </a:lnTo>
                  <a:lnTo>
                    <a:pt x="330077" y="99281"/>
                  </a:lnTo>
                  <a:lnTo>
                    <a:pt x="328802" y="94116"/>
                  </a:lnTo>
                  <a:lnTo>
                    <a:pt x="327364" y="88995"/>
                  </a:lnTo>
                  <a:lnTo>
                    <a:pt x="325763" y="83921"/>
                  </a:lnTo>
                  <a:lnTo>
                    <a:pt x="324001" y="78902"/>
                  </a:lnTo>
                  <a:lnTo>
                    <a:pt x="322081" y="73940"/>
                  </a:lnTo>
                  <a:lnTo>
                    <a:pt x="320004" y="69043"/>
                  </a:lnTo>
                  <a:lnTo>
                    <a:pt x="317772" y="64214"/>
                  </a:lnTo>
                  <a:lnTo>
                    <a:pt x="315387" y="59458"/>
                  </a:lnTo>
                  <a:lnTo>
                    <a:pt x="312853" y="54781"/>
                  </a:lnTo>
                  <a:lnTo>
                    <a:pt x="310170" y="50187"/>
                  </a:lnTo>
                  <a:lnTo>
                    <a:pt x="307344" y="45681"/>
                  </a:lnTo>
                  <a:lnTo>
                    <a:pt x="304375" y="41266"/>
                  </a:lnTo>
                  <a:lnTo>
                    <a:pt x="301267" y="36949"/>
                  </a:lnTo>
                  <a:lnTo>
                    <a:pt x="298023" y="32732"/>
                  </a:lnTo>
                  <a:lnTo>
                    <a:pt x="294647" y="28621"/>
                  </a:lnTo>
                  <a:lnTo>
                    <a:pt x="291141" y="24619"/>
                  </a:lnTo>
                  <a:lnTo>
                    <a:pt x="287511" y="20731"/>
                  </a:lnTo>
                  <a:lnTo>
                    <a:pt x="283758" y="16961"/>
                  </a:lnTo>
                  <a:lnTo>
                    <a:pt x="279887" y="13311"/>
                  </a:lnTo>
                  <a:lnTo>
                    <a:pt x="275902" y="9787"/>
                  </a:lnTo>
                  <a:lnTo>
                    <a:pt x="271807" y="6391"/>
                  </a:lnTo>
                  <a:lnTo>
                    <a:pt x="267606" y="3128"/>
                  </a:lnTo>
                  <a:lnTo>
                    <a:pt x="263303" y="0"/>
                  </a:lnTo>
                  <a:lnTo>
                    <a:pt x="167164" y="1367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5023544" y="941493"/>
              <a:ext cx="96138" cy="167167"/>
            </a:xfrm>
            <a:custGeom>
              <a:avLst/>
              <a:pathLst>
                <a:path w="96138" h="167167">
                  <a:moveTo>
                    <a:pt x="96138" y="30411"/>
                  </a:moveTo>
                  <a:lnTo>
                    <a:pt x="91428" y="27218"/>
                  </a:lnTo>
                  <a:lnTo>
                    <a:pt x="86612" y="24187"/>
                  </a:lnTo>
                  <a:lnTo>
                    <a:pt x="81696" y="21322"/>
                  </a:lnTo>
                  <a:lnTo>
                    <a:pt x="76685" y="18626"/>
                  </a:lnTo>
                  <a:lnTo>
                    <a:pt x="71585" y="16102"/>
                  </a:lnTo>
                  <a:lnTo>
                    <a:pt x="66402" y="13754"/>
                  </a:lnTo>
                  <a:lnTo>
                    <a:pt x="61142" y="11583"/>
                  </a:lnTo>
                  <a:lnTo>
                    <a:pt x="55812" y="9592"/>
                  </a:lnTo>
                  <a:lnTo>
                    <a:pt x="50416" y="7783"/>
                  </a:lnTo>
                  <a:lnTo>
                    <a:pt x="44963" y="6160"/>
                  </a:lnTo>
                  <a:lnTo>
                    <a:pt x="39457" y="4723"/>
                  </a:lnTo>
                  <a:lnTo>
                    <a:pt x="33906" y="3474"/>
                  </a:lnTo>
                  <a:lnTo>
                    <a:pt x="28315" y="2415"/>
                  </a:lnTo>
                  <a:lnTo>
                    <a:pt x="22691" y="1547"/>
                  </a:lnTo>
                  <a:lnTo>
                    <a:pt x="17041" y="870"/>
                  </a:lnTo>
                  <a:lnTo>
                    <a:pt x="11372" y="387"/>
                  </a:lnTo>
                  <a:lnTo>
                    <a:pt x="5689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381462" y="941493"/>
              <a:ext cx="104753" cy="167167"/>
            </a:xfrm>
            <a:custGeom>
              <a:avLst/>
              <a:pathLst>
                <a:path w="104753" h="167167">
                  <a:moveTo>
                    <a:pt x="104753" y="0"/>
                  </a:moveTo>
                  <a:lnTo>
                    <a:pt x="99093" y="95"/>
                  </a:lnTo>
                  <a:lnTo>
                    <a:pt x="93440" y="383"/>
                  </a:lnTo>
                  <a:lnTo>
                    <a:pt x="87800" y="861"/>
                  </a:lnTo>
                  <a:lnTo>
                    <a:pt x="82180" y="1531"/>
                  </a:lnTo>
                  <a:lnTo>
                    <a:pt x="76585" y="2390"/>
                  </a:lnTo>
                  <a:lnTo>
                    <a:pt x="71023" y="3438"/>
                  </a:lnTo>
                  <a:lnTo>
                    <a:pt x="65499" y="4674"/>
                  </a:lnTo>
                  <a:lnTo>
                    <a:pt x="60020" y="6096"/>
                  </a:lnTo>
                  <a:lnTo>
                    <a:pt x="54593" y="7702"/>
                  </a:lnTo>
                  <a:lnTo>
                    <a:pt x="49223" y="9492"/>
                  </a:lnTo>
                  <a:lnTo>
                    <a:pt x="43917" y="11462"/>
                  </a:lnTo>
                  <a:lnTo>
                    <a:pt x="38680" y="13611"/>
                  </a:lnTo>
                  <a:lnTo>
                    <a:pt x="33519" y="15936"/>
                  </a:lnTo>
                  <a:lnTo>
                    <a:pt x="28440" y="18434"/>
                  </a:lnTo>
                  <a:lnTo>
                    <a:pt x="23449" y="21103"/>
                  </a:lnTo>
                  <a:lnTo>
                    <a:pt x="18550" y="23940"/>
                  </a:lnTo>
                  <a:lnTo>
                    <a:pt x="13751" y="26940"/>
                  </a:lnTo>
                  <a:lnTo>
                    <a:pt x="9056" y="30101"/>
                  </a:lnTo>
                  <a:lnTo>
                    <a:pt x="4470" y="33420"/>
                  </a:lnTo>
                  <a:lnTo>
                    <a:pt x="0" y="36891"/>
                  </a:lnTo>
                  <a:lnTo>
                    <a:pt x="1047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381462" y="97838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81462" y="97838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81462" y="97838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81462" y="97838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81462" y="97838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81462" y="97838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81462" y="97838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81462" y="97838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81462" y="97838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81462" y="97838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81462" y="97838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81462" y="97838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1462" y="97838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1462" y="97838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1462" y="97838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1462" y="97838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1462" y="97838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1462" y="97838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19055" y="978385"/>
              <a:ext cx="167160" cy="259131"/>
            </a:xfrm>
            <a:custGeom>
              <a:avLst/>
              <a:pathLst>
                <a:path w="167160" h="259131">
                  <a:moveTo>
                    <a:pt x="62406" y="0"/>
                  </a:moveTo>
                  <a:lnTo>
                    <a:pt x="58260" y="3445"/>
                  </a:lnTo>
                  <a:lnTo>
                    <a:pt x="54227" y="7022"/>
                  </a:lnTo>
                  <a:lnTo>
                    <a:pt x="50312" y="10727"/>
                  </a:lnTo>
                  <a:lnTo>
                    <a:pt x="46518" y="14557"/>
                  </a:lnTo>
                  <a:lnTo>
                    <a:pt x="42850" y="18507"/>
                  </a:lnTo>
                  <a:lnTo>
                    <a:pt x="39311" y="22574"/>
                  </a:lnTo>
                  <a:lnTo>
                    <a:pt x="35904" y="26752"/>
                  </a:lnTo>
                  <a:lnTo>
                    <a:pt x="32635" y="31038"/>
                  </a:lnTo>
                  <a:lnTo>
                    <a:pt x="29505" y="35427"/>
                  </a:lnTo>
                  <a:lnTo>
                    <a:pt x="26518" y="39915"/>
                  </a:lnTo>
                  <a:lnTo>
                    <a:pt x="23678" y="44496"/>
                  </a:lnTo>
                  <a:lnTo>
                    <a:pt x="20987" y="49167"/>
                  </a:lnTo>
                  <a:lnTo>
                    <a:pt x="18448" y="53923"/>
                  </a:lnTo>
                  <a:lnTo>
                    <a:pt x="16063" y="58757"/>
                  </a:lnTo>
                  <a:lnTo>
                    <a:pt x="13836" y="63666"/>
                  </a:lnTo>
                  <a:lnTo>
                    <a:pt x="11768" y="68645"/>
                  </a:lnTo>
                  <a:lnTo>
                    <a:pt x="9861" y="73687"/>
                  </a:lnTo>
                  <a:lnTo>
                    <a:pt x="8118" y="78788"/>
                  </a:lnTo>
                  <a:lnTo>
                    <a:pt x="6541" y="83943"/>
                  </a:lnTo>
                  <a:lnTo>
                    <a:pt x="5131" y="89146"/>
                  </a:lnTo>
                  <a:lnTo>
                    <a:pt x="3889" y="94392"/>
                  </a:lnTo>
                  <a:lnTo>
                    <a:pt x="2817" y="99675"/>
                  </a:lnTo>
                  <a:lnTo>
                    <a:pt x="1915" y="104990"/>
                  </a:lnTo>
                  <a:lnTo>
                    <a:pt x="1186" y="110331"/>
                  </a:lnTo>
                  <a:lnTo>
                    <a:pt x="629" y="115693"/>
                  </a:lnTo>
                  <a:lnTo>
                    <a:pt x="246" y="121070"/>
                  </a:lnTo>
                  <a:lnTo>
                    <a:pt x="36" y="126457"/>
                  </a:lnTo>
                  <a:lnTo>
                    <a:pt x="0" y="131847"/>
                  </a:lnTo>
                  <a:lnTo>
                    <a:pt x="137" y="137236"/>
                  </a:lnTo>
                  <a:lnTo>
                    <a:pt x="448" y="142618"/>
                  </a:lnTo>
                  <a:lnTo>
                    <a:pt x="933" y="147987"/>
                  </a:lnTo>
                  <a:lnTo>
                    <a:pt x="1591" y="153338"/>
                  </a:lnTo>
                  <a:lnTo>
                    <a:pt x="2420" y="158664"/>
                  </a:lnTo>
                  <a:lnTo>
                    <a:pt x="3421" y="163961"/>
                  </a:lnTo>
                  <a:lnTo>
                    <a:pt x="4593" y="169223"/>
                  </a:lnTo>
                  <a:lnTo>
                    <a:pt x="5933" y="174445"/>
                  </a:lnTo>
                  <a:lnTo>
                    <a:pt x="7441" y="179620"/>
                  </a:lnTo>
                  <a:lnTo>
                    <a:pt x="9115" y="184744"/>
                  </a:lnTo>
                  <a:lnTo>
                    <a:pt x="10954" y="189812"/>
                  </a:lnTo>
                  <a:lnTo>
                    <a:pt x="12954" y="194818"/>
                  </a:lnTo>
                  <a:lnTo>
                    <a:pt x="15116" y="199756"/>
                  </a:lnTo>
                  <a:lnTo>
                    <a:pt x="17435" y="204622"/>
                  </a:lnTo>
                  <a:lnTo>
                    <a:pt x="19910" y="209411"/>
                  </a:lnTo>
                  <a:lnTo>
                    <a:pt x="22538" y="214118"/>
                  </a:lnTo>
                  <a:lnTo>
                    <a:pt x="25317" y="218738"/>
                  </a:lnTo>
                  <a:lnTo>
                    <a:pt x="28243" y="223265"/>
                  </a:lnTo>
                  <a:lnTo>
                    <a:pt x="31313" y="227696"/>
                  </a:lnTo>
                  <a:lnTo>
                    <a:pt x="34525" y="232025"/>
                  </a:lnTo>
                  <a:lnTo>
                    <a:pt x="37875" y="236249"/>
                  </a:lnTo>
                  <a:lnTo>
                    <a:pt x="41359" y="240362"/>
                  </a:lnTo>
                  <a:lnTo>
                    <a:pt x="44974" y="244361"/>
                  </a:lnTo>
                  <a:lnTo>
                    <a:pt x="48716" y="248242"/>
                  </a:lnTo>
                  <a:lnTo>
                    <a:pt x="52582" y="251999"/>
                  </a:lnTo>
                  <a:lnTo>
                    <a:pt x="56566" y="255631"/>
                  </a:lnTo>
                  <a:lnTo>
                    <a:pt x="60665" y="259131"/>
                  </a:lnTo>
                  <a:lnTo>
                    <a:pt x="167160" y="130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9721" y="941493"/>
              <a:ext cx="273658" cy="334323"/>
            </a:xfrm>
            <a:custGeom>
              <a:avLst/>
              <a:pathLst>
                <a:path w="273658" h="334323">
                  <a:moveTo>
                    <a:pt x="0" y="296023"/>
                  </a:moveTo>
                  <a:lnTo>
                    <a:pt x="4168" y="299358"/>
                  </a:lnTo>
                  <a:lnTo>
                    <a:pt x="8441" y="302558"/>
                  </a:lnTo>
                  <a:lnTo>
                    <a:pt x="12814" y="305620"/>
                  </a:lnTo>
                  <a:lnTo>
                    <a:pt x="17283" y="308540"/>
                  </a:lnTo>
                  <a:lnTo>
                    <a:pt x="21842" y="311317"/>
                  </a:lnTo>
                  <a:lnTo>
                    <a:pt x="26488" y="313946"/>
                  </a:lnTo>
                  <a:lnTo>
                    <a:pt x="31216" y="316426"/>
                  </a:lnTo>
                  <a:lnTo>
                    <a:pt x="36020" y="318753"/>
                  </a:lnTo>
                  <a:lnTo>
                    <a:pt x="40896" y="320926"/>
                  </a:lnTo>
                  <a:lnTo>
                    <a:pt x="45839" y="322942"/>
                  </a:lnTo>
                  <a:lnTo>
                    <a:pt x="50844" y="324800"/>
                  </a:lnTo>
                  <a:lnTo>
                    <a:pt x="55905" y="326496"/>
                  </a:lnTo>
                  <a:lnTo>
                    <a:pt x="61019" y="328030"/>
                  </a:lnTo>
                  <a:lnTo>
                    <a:pt x="66178" y="329400"/>
                  </a:lnTo>
                  <a:lnTo>
                    <a:pt x="71379" y="330605"/>
                  </a:lnTo>
                  <a:lnTo>
                    <a:pt x="76615" y="331643"/>
                  </a:lnTo>
                  <a:lnTo>
                    <a:pt x="81882" y="332513"/>
                  </a:lnTo>
                  <a:lnTo>
                    <a:pt x="87174" y="333214"/>
                  </a:lnTo>
                  <a:lnTo>
                    <a:pt x="92486" y="333746"/>
                  </a:lnTo>
                  <a:lnTo>
                    <a:pt x="97812" y="334109"/>
                  </a:lnTo>
                  <a:lnTo>
                    <a:pt x="103147" y="334301"/>
                  </a:lnTo>
                  <a:lnTo>
                    <a:pt x="108485" y="334323"/>
                  </a:lnTo>
                  <a:lnTo>
                    <a:pt x="113822" y="334174"/>
                  </a:lnTo>
                  <a:lnTo>
                    <a:pt x="119150" y="333855"/>
                  </a:lnTo>
                  <a:lnTo>
                    <a:pt x="124466" y="333365"/>
                  </a:lnTo>
                  <a:lnTo>
                    <a:pt x="129764" y="332707"/>
                  </a:lnTo>
                  <a:lnTo>
                    <a:pt x="135038" y="331879"/>
                  </a:lnTo>
                  <a:lnTo>
                    <a:pt x="140282" y="330884"/>
                  </a:lnTo>
                  <a:lnTo>
                    <a:pt x="145493" y="329722"/>
                  </a:lnTo>
                  <a:lnTo>
                    <a:pt x="150663" y="328394"/>
                  </a:lnTo>
                  <a:lnTo>
                    <a:pt x="155789" y="326901"/>
                  </a:lnTo>
                  <a:lnTo>
                    <a:pt x="160864" y="325246"/>
                  </a:lnTo>
                  <a:lnTo>
                    <a:pt x="165884" y="323429"/>
                  </a:lnTo>
                  <a:lnTo>
                    <a:pt x="170843" y="321453"/>
                  </a:lnTo>
                  <a:lnTo>
                    <a:pt x="175736" y="319320"/>
                  </a:lnTo>
                  <a:lnTo>
                    <a:pt x="180559" y="317031"/>
                  </a:lnTo>
                  <a:lnTo>
                    <a:pt x="185307" y="314590"/>
                  </a:lnTo>
                  <a:lnTo>
                    <a:pt x="189974" y="311998"/>
                  </a:lnTo>
                  <a:lnTo>
                    <a:pt x="194556" y="309259"/>
                  </a:lnTo>
                  <a:lnTo>
                    <a:pt x="199048" y="306374"/>
                  </a:lnTo>
                  <a:lnTo>
                    <a:pt x="203445" y="303348"/>
                  </a:lnTo>
                  <a:lnTo>
                    <a:pt x="207744" y="300183"/>
                  </a:lnTo>
                  <a:lnTo>
                    <a:pt x="211940" y="296882"/>
                  </a:lnTo>
                  <a:lnTo>
                    <a:pt x="216028" y="293449"/>
                  </a:lnTo>
                  <a:lnTo>
                    <a:pt x="220004" y="289887"/>
                  </a:lnTo>
                  <a:lnTo>
                    <a:pt x="223865" y="286200"/>
                  </a:lnTo>
                  <a:lnTo>
                    <a:pt x="227606" y="282392"/>
                  </a:lnTo>
                  <a:lnTo>
                    <a:pt x="231223" y="278466"/>
                  </a:lnTo>
                  <a:lnTo>
                    <a:pt x="234713" y="274427"/>
                  </a:lnTo>
                  <a:lnTo>
                    <a:pt x="238073" y="270278"/>
                  </a:lnTo>
                  <a:lnTo>
                    <a:pt x="241298" y="266024"/>
                  </a:lnTo>
                  <a:lnTo>
                    <a:pt x="244386" y="261670"/>
                  </a:lnTo>
                  <a:lnTo>
                    <a:pt x="247333" y="257218"/>
                  </a:lnTo>
                  <a:lnTo>
                    <a:pt x="250136" y="252675"/>
                  </a:lnTo>
                  <a:lnTo>
                    <a:pt x="252794" y="248045"/>
                  </a:lnTo>
                  <a:lnTo>
                    <a:pt x="255301" y="243333"/>
                  </a:lnTo>
                  <a:lnTo>
                    <a:pt x="257657" y="238542"/>
                  </a:lnTo>
                  <a:lnTo>
                    <a:pt x="259859" y="233679"/>
                  </a:lnTo>
                  <a:lnTo>
                    <a:pt x="261905" y="228749"/>
                  </a:lnTo>
                  <a:lnTo>
                    <a:pt x="263792" y="223755"/>
                  </a:lnTo>
                  <a:lnTo>
                    <a:pt x="265519" y="218703"/>
                  </a:lnTo>
                  <a:lnTo>
                    <a:pt x="267083" y="213599"/>
                  </a:lnTo>
                  <a:lnTo>
                    <a:pt x="268484" y="208448"/>
                  </a:lnTo>
                  <a:lnTo>
                    <a:pt x="269719" y="203255"/>
                  </a:lnTo>
                  <a:lnTo>
                    <a:pt x="270788" y="198025"/>
                  </a:lnTo>
                  <a:lnTo>
                    <a:pt x="271690" y="192763"/>
                  </a:lnTo>
                  <a:lnTo>
                    <a:pt x="272423" y="187475"/>
                  </a:lnTo>
                  <a:lnTo>
                    <a:pt x="272987" y="182167"/>
                  </a:lnTo>
                  <a:lnTo>
                    <a:pt x="273381" y="176843"/>
                  </a:lnTo>
                  <a:lnTo>
                    <a:pt x="273605" y="171509"/>
                  </a:lnTo>
                  <a:lnTo>
                    <a:pt x="273658" y="166171"/>
                  </a:lnTo>
                  <a:lnTo>
                    <a:pt x="273541" y="160834"/>
                  </a:lnTo>
                  <a:lnTo>
                    <a:pt x="273254" y="155503"/>
                  </a:lnTo>
                  <a:lnTo>
                    <a:pt x="272796" y="150185"/>
                  </a:lnTo>
                  <a:lnTo>
                    <a:pt x="272169" y="144883"/>
                  </a:lnTo>
                  <a:lnTo>
                    <a:pt x="271373" y="139605"/>
                  </a:lnTo>
                  <a:lnTo>
                    <a:pt x="270409" y="134354"/>
                  </a:lnTo>
                  <a:lnTo>
                    <a:pt x="269278" y="129137"/>
                  </a:lnTo>
                  <a:lnTo>
                    <a:pt x="267981" y="123959"/>
                  </a:lnTo>
                  <a:lnTo>
                    <a:pt x="266519" y="118824"/>
                  </a:lnTo>
                  <a:lnTo>
                    <a:pt x="264893" y="113739"/>
                  </a:lnTo>
                  <a:lnTo>
                    <a:pt x="263107" y="108709"/>
                  </a:lnTo>
                  <a:lnTo>
                    <a:pt x="261160" y="103738"/>
                  </a:lnTo>
                  <a:lnTo>
                    <a:pt x="259056" y="98832"/>
                  </a:lnTo>
                  <a:lnTo>
                    <a:pt x="256796" y="93995"/>
                  </a:lnTo>
                  <a:lnTo>
                    <a:pt x="254383" y="89234"/>
                  </a:lnTo>
                  <a:lnTo>
                    <a:pt x="251820" y="84551"/>
                  </a:lnTo>
                  <a:lnTo>
                    <a:pt x="249108" y="79953"/>
                  </a:lnTo>
                  <a:lnTo>
                    <a:pt x="246250" y="75444"/>
                  </a:lnTo>
                  <a:lnTo>
                    <a:pt x="243250" y="71028"/>
                  </a:lnTo>
                  <a:lnTo>
                    <a:pt x="240111" y="66711"/>
                  </a:lnTo>
                  <a:lnTo>
                    <a:pt x="236835" y="62495"/>
                  </a:lnTo>
                  <a:lnTo>
                    <a:pt x="233426" y="58387"/>
                  </a:lnTo>
                  <a:lnTo>
                    <a:pt x="229888" y="54390"/>
                  </a:lnTo>
                  <a:lnTo>
                    <a:pt x="226224" y="50507"/>
                  </a:lnTo>
                  <a:lnTo>
                    <a:pt x="222438" y="46744"/>
                  </a:lnTo>
                  <a:lnTo>
                    <a:pt x="218534" y="43103"/>
                  </a:lnTo>
                  <a:lnTo>
                    <a:pt x="214516" y="39589"/>
                  </a:lnTo>
                  <a:lnTo>
                    <a:pt x="210387" y="36205"/>
                  </a:lnTo>
                  <a:lnTo>
                    <a:pt x="206152" y="32954"/>
                  </a:lnTo>
                  <a:lnTo>
                    <a:pt x="201816" y="29840"/>
                  </a:lnTo>
                  <a:lnTo>
                    <a:pt x="197383" y="26867"/>
                  </a:lnTo>
                  <a:lnTo>
                    <a:pt x="192856" y="24036"/>
                  </a:lnTo>
                  <a:lnTo>
                    <a:pt x="188242" y="21352"/>
                  </a:lnTo>
                  <a:lnTo>
                    <a:pt x="183545" y="18816"/>
                  </a:lnTo>
                  <a:lnTo>
                    <a:pt x="178769" y="16431"/>
                  </a:lnTo>
                  <a:lnTo>
                    <a:pt x="173919" y="14200"/>
                  </a:lnTo>
                  <a:lnTo>
                    <a:pt x="169000" y="12125"/>
                  </a:lnTo>
                  <a:lnTo>
                    <a:pt x="164018" y="10209"/>
                  </a:lnTo>
                  <a:lnTo>
                    <a:pt x="158977" y="8452"/>
                  </a:lnTo>
                  <a:lnTo>
                    <a:pt x="153882" y="6857"/>
                  </a:lnTo>
                  <a:lnTo>
                    <a:pt x="148739" y="5426"/>
                  </a:lnTo>
                  <a:lnTo>
                    <a:pt x="143553" y="4159"/>
                  </a:lnTo>
                  <a:lnTo>
                    <a:pt x="138330" y="3059"/>
                  </a:lnTo>
                  <a:lnTo>
                    <a:pt x="133073" y="2126"/>
                  </a:lnTo>
                  <a:lnTo>
                    <a:pt x="127790" y="1362"/>
                  </a:lnTo>
                  <a:lnTo>
                    <a:pt x="122485" y="766"/>
                  </a:lnTo>
                  <a:lnTo>
                    <a:pt x="117164" y="340"/>
                  </a:lnTo>
                  <a:lnTo>
                    <a:pt x="111831" y="85"/>
                  </a:lnTo>
                  <a:lnTo>
                    <a:pt x="106494" y="0"/>
                  </a:lnTo>
                  <a:lnTo>
                    <a:pt x="10649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797346" y="1071028"/>
              <a:ext cx="167155" cy="334285"/>
            </a:xfrm>
            <a:custGeom>
              <a:avLst/>
              <a:pathLst>
                <a:path w="167155" h="334285">
                  <a:moveTo>
                    <a:pt x="167155" y="0"/>
                  </a:moveTo>
                  <a:lnTo>
                    <a:pt x="161838" y="84"/>
                  </a:lnTo>
                  <a:lnTo>
                    <a:pt x="156527" y="338"/>
                  </a:lnTo>
                  <a:lnTo>
                    <a:pt x="151226" y="760"/>
                  </a:lnTo>
                  <a:lnTo>
                    <a:pt x="145942" y="1351"/>
                  </a:lnTo>
                  <a:lnTo>
                    <a:pt x="140678" y="2109"/>
                  </a:lnTo>
                  <a:lnTo>
                    <a:pt x="135442" y="3035"/>
                  </a:lnTo>
                  <a:lnTo>
                    <a:pt x="130238" y="4127"/>
                  </a:lnTo>
                  <a:lnTo>
                    <a:pt x="125071" y="5383"/>
                  </a:lnTo>
                  <a:lnTo>
                    <a:pt x="119947" y="6804"/>
                  </a:lnTo>
                  <a:lnTo>
                    <a:pt x="114871" y="8386"/>
                  </a:lnTo>
                  <a:lnTo>
                    <a:pt x="109847" y="10129"/>
                  </a:lnTo>
                  <a:lnTo>
                    <a:pt x="104881" y="12032"/>
                  </a:lnTo>
                  <a:lnTo>
                    <a:pt x="99979" y="14091"/>
                  </a:lnTo>
                  <a:lnTo>
                    <a:pt x="95144" y="16305"/>
                  </a:lnTo>
                  <a:lnTo>
                    <a:pt x="90383" y="18671"/>
                  </a:lnTo>
                  <a:lnTo>
                    <a:pt x="85699" y="21188"/>
                  </a:lnTo>
                  <a:lnTo>
                    <a:pt x="81097" y="23853"/>
                  </a:lnTo>
                  <a:lnTo>
                    <a:pt x="76582" y="26662"/>
                  </a:lnTo>
                  <a:lnTo>
                    <a:pt x="72159" y="29614"/>
                  </a:lnTo>
                  <a:lnTo>
                    <a:pt x="67833" y="32705"/>
                  </a:lnTo>
                  <a:lnTo>
                    <a:pt x="63606" y="35932"/>
                  </a:lnTo>
                  <a:lnTo>
                    <a:pt x="59485" y="39291"/>
                  </a:lnTo>
                  <a:lnTo>
                    <a:pt x="55472" y="42781"/>
                  </a:lnTo>
                  <a:lnTo>
                    <a:pt x="51573" y="46396"/>
                  </a:lnTo>
                  <a:lnTo>
                    <a:pt x="47790" y="50133"/>
                  </a:lnTo>
                  <a:lnTo>
                    <a:pt x="44128" y="53988"/>
                  </a:lnTo>
                  <a:lnTo>
                    <a:pt x="40591" y="57958"/>
                  </a:lnTo>
                  <a:lnTo>
                    <a:pt x="37181" y="62039"/>
                  </a:lnTo>
                  <a:lnTo>
                    <a:pt x="33903" y="66226"/>
                  </a:lnTo>
                  <a:lnTo>
                    <a:pt x="30760" y="70515"/>
                  </a:lnTo>
                  <a:lnTo>
                    <a:pt x="27755" y="74902"/>
                  </a:lnTo>
                  <a:lnTo>
                    <a:pt x="24892" y="79382"/>
                  </a:lnTo>
                  <a:lnTo>
                    <a:pt x="22172" y="83951"/>
                  </a:lnTo>
                  <a:lnTo>
                    <a:pt x="19598" y="88605"/>
                  </a:lnTo>
                  <a:lnTo>
                    <a:pt x="17174" y="93337"/>
                  </a:lnTo>
                  <a:lnTo>
                    <a:pt x="14902" y="98145"/>
                  </a:lnTo>
                  <a:lnTo>
                    <a:pt x="12784" y="103022"/>
                  </a:lnTo>
                  <a:lnTo>
                    <a:pt x="10822" y="107964"/>
                  </a:lnTo>
                  <a:lnTo>
                    <a:pt x="9018" y="112966"/>
                  </a:lnTo>
                  <a:lnTo>
                    <a:pt x="7374" y="118023"/>
                  </a:lnTo>
                  <a:lnTo>
                    <a:pt x="5892" y="123130"/>
                  </a:lnTo>
                  <a:lnTo>
                    <a:pt x="4573" y="128281"/>
                  </a:lnTo>
                  <a:lnTo>
                    <a:pt x="3418" y="133472"/>
                  </a:lnTo>
                  <a:lnTo>
                    <a:pt x="2430" y="138697"/>
                  </a:lnTo>
                  <a:lnTo>
                    <a:pt x="1607" y="143950"/>
                  </a:lnTo>
                  <a:lnTo>
                    <a:pt x="953" y="149227"/>
                  </a:lnTo>
                  <a:lnTo>
                    <a:pt x="466" y="154522"/>
                  </a:lnTo>
                  <a:lnTo>
                    <a:pt x="148" y="159830"/>
                  </a:lnTo>
                  <a:lnTo>
                    <a:pt x="0" y="165145"/>
                  </a:lnTo>
                  <a:lnTo>
                    <a:pt x="20" y="170463"/>
                  </a:lnTo>
                  <a:lnTo>
                    <a:pt x="209" y="175777"/>
                  </a:lnTo>
                  <a:lnTo>
                    <a:pt x="567" y="181082"/>
                  </a:lnTo>
                  <a:lnTo>
                    <a:pt x="1094" y="186373"/>
                  </a:lnTo>
                  <a:lnTo>
                    <a:pt x="1789" y="191645"/>
                  </a:lnTo>
                  <a:lnTo>
                    <a:pt x="2651" y="196892"/>
                  </a:lnTo>
                  <a:lnTo>
                    <a:pt x="3680" y="202109"/>
                  </a:lnTo>
                  <a:lnTo>
                    <a:pt x="4874" y="207291"/>
                  </a:lnTo>
                  <a:lnTo>
                    <a:pt x="6232" y="212432"/>
                  </a:lnTo>
                  <a:lnTo>
                    <a:pt x="7753" y="217527"/>
                  </a:lnTo>
                  <a:lnTo>
                    <a:pt x="9436" y="222571"/>
                  </a:lnTo>
                  <a:lnTo>
                    <a:pt x="11278" y="227560"/>
                  </a:lnTo>
                  <a:lnTo>
                    <a:pt x="13277" y="232487"/>
                  </a:lnTo>
                  <a:lnTo>
                    <a:pt x="15433" y="237348"/>
                  </a:lnTo>
                  <a:lnTo>
                    <a:pt x="17741" y="242138"/>
                  </a:lnTo>
                  <a:lnTo>
                    <a:pt x="20201" y="246852"/>
                  </a:lnTo>
                  <a:lnTo>
                    <a:pt x="22810" y="251485"/>
                  </a:lnTo>
                  <a:lnTo>
                    <a:pt x="25565" y="256034"/>
                  </a:lnTo>
                  <a:lnTo>
                    <a:pt x="28463" y="260492"/>
                  </a:lnTo>
                  <a:lnTo>
                    <a:pt x="31501" y="264856"/>
                  </a:lnTo>
                  <a:lnTo>
                    <a:pt x="34677" y="269121"/>
                  </a:lnTo>
                  <a:lnTo>
                    <a:pt x="37987" y="273283"/>
                  </a:lnTo>
                  <a:lnTo>
                    <a:pt x="41427" y="277337"/>
                  </a:lnTo>
                  <a:lnTo>
                    <a:pt x="44994" y="281280"/>
                  </a:lnTo>
                  <a:lnTo>
                    <a:pt x="48686" y="285108"/>
                  </a:lnTo>
                  <a:lnTo>
                    <a:pt x="52497" y="288816"/>
                  </a:lnTo>
                  <a:lnTo>
                    <a:pt x="56424" y="292401"/>
                  </a:lnTo>
                  <a:lnTo>
                    <a:pt x="60463" y="295860"/>
                  </a:lnTo>
                  <a:lnTo>
                    <a:pt x="64610" y="299188"/>
                  </a:lnTo>
                  <a:lnTo>
                    <a:pt x="68861" y="302382"/>
                  </a:lnTo>
                  <a:lnTo>
                    <a:pt x="73211" y="305440"/>
                  </a:lnTo>
                  <a:lnTo>
                    <a:pt x="77656" y="308358"/>
                  </a:lnTo>
                  <a:lnTo>
                    <a:pt x="82192" y="311133"/>
                  </a:lnTo>
                  <a:lnTo>
                    <a:pt x="86814" y="313763"/>
                  </a:lnTo>
                  <a:lnTo>
                    <a:pt x="91517" y="316244"/>
                  </a:lnTo>
                  <a:lnTo>
                    <a:pt x="96296" y="318574"/>
                  </a:lnTo>
                  <a:lnTo>
                    <a:pt x="101148" y="320751"/>
                  </a:lnTo>
                  <a:lnTo>
                    <a:pt x="106066" y="322773"/>
                  </a:lnTo>
                  <a:lnTo>
                    <a:pt x="111046" y="324637"/>
                  </a:lnTo>
                  <a:lnTo>
                    <a:pt x="116083" y="326342"/>
                  </a:lnTo>
                  <a:lnTo>
                    <a:pt x="121171" y="327885"/>
                  </a:lnTo>
                  <a:lnTo>
                    <a:pt x="126306" y="329267"/>
                  </a:lnTo>
                  <a:lnTo>
                    <a:pt x="131482" y="330484"/>
                  </a:lnTo>
                  <a:lnTo>
                    <a:pt x="136694" y="331536"/>
                  </a:lnTo>
                  <a:lnTo>
                    <a:pt x="141938" y="332421"/>
                  </a:lnTo>
                  <a:lnTo>
                    <a:pt x="147206" y="333140"/>
                  </a:lnTo>
                  <a:lnTo>
                    <a:pt x="152495" y="333690"/>
                  </a:lnTo>
                  <a:lnTo>
                    <a:pt x="157799" y="334072"/>
                  </a:lnTo>
                  <a:lnTo>
                    <a:pt x="163112" y="334285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0458" y="1085873"/>
              <a:ext cx="171210" cy="319485"/>
            </a:xfrm>
            <a:custGeom>
              <a:avLst/>
              <a:pathLst>
                <a:path w="171210" h="319485">
                  <a:moveTo>
                    <a:pt x="0" y="319441"/>
                  </a:moveTo>
                  <a:lnTo>
                    <a:pt x="5327" y="319485"/>
                  </a:lnTo>
                  <a:lnTo>
                    <a:pt x="10654" y="319359"/>
                  </a:lnTo>
                  <a:lnTo>
                    <a:pt x="15974" y="319063"/>
                  </a:lnTo>
                  <a:lnTo>
                    <a:pt x="21282" y="318598"/>
                  </a:lnTo>
                  <a:lnTo>
                    <a:pt x="26572" y="317965"/>
                  </a:lnTo>
                  <a:lnTo>
                    <a:pt x="31839" y="317162"/>
                  </a:lnTo>
                  <a:lnTo>
                    <a:pt x="37078" y="316193"/>
                  </a:lnTo>
                  <a:lnTo>
                    <a:pt x="42284" y="315057"/>
                  </a:lnTo>
                  <a:lnTo>
                    <a:pt x="47451" y="313755"/>
                  </a:lnTo>
                  <a:lnTo>
                    <a:pt x="52573" y="312290"/>
                  </a:lnTo>
                  <a:lnTo>
                    <a:pt x="57646" y="310662"/>
                  </a:lnTo>
                  <a:lnTo>
                    <a:pt x="62665" y="308873"/>
                  </a:lnTo>
                  <a:lnTo>
                    <a:pt x="67625" y="306926"/>
                  </a:lnTo>
                  <a:lnTo>
                    <a:pt x="72519" y="304821"/>
                  </a:lnTo>
                  <a:lnTo>
                    <a:pt x="77344" y="302561"/>
                  </a:lnTo>
                  <a:lnTo>
                    <a:pt x="82095" y="300149"/>
                  </a:lnTo>
                  <a:lnTo>
                    <a:pt x="86767" y="297586"/>
                  </a:lnTo>
                  <a:lnTo>
                    <a:pt x="91354" y="294876"/>
                  </a:lnTo>
                  <a:lnTo>
                    <a:pt x="95853" y="292021"/>
                  </a:lnTo>
                  <a:lnTo>
                    <a:pt x="100258" y="289025"/>
                  </a:lnTo>
                  <a:lnTo>
                    <a:pt x="104566" y="285889"/>
                  </a:lnTo>
                  <a:lnTo>
                    <a:pt x="108771" y="282617"/>
                  </a:lnTo>
                  <a:lnTo>
                    <a:pt x="112870" y="279214"/>
                  </a:lnTo>
                  <a:lnTo>
                    <a:pt x="116859" y="275681"/>
                  </a:lnTo>
                  <a:lnTo>
                    <a:pt x="120733" y="272023"/>
                  </a:lnTo>
                  <a:lnTo>
                    <a:pt x="124488" y="268243"/>
                  </a:lnTo>
                  <a:lnTo>
                    <a:pt x="128121" y="264346"/>
                  </a:lnTo>
                  <a:lnTo>
                    <a:pt x="131628" y="260335"/>
                  </a:lnTo>
                  <a:lnTo>
                    <a:pt x="135006" y="256214"/>
                  </a:lnTo>
                  <a:lnTo>
                    <a:pt x="138250" y="251988"/>
                  </a:lnTo>
                  <a:lnTo>
                    <a:pt x="141358" y="247660"/>
                  </a:lnTo>
                  <a:lnTo>
                    <a:pt x="144327" y="243236"/>
                  </a:lnTo>
                  <a:lnTo>
                    <a:pt x="147153" y="238719"/>
                  </a:lnTo>
                  <a:lnTo>
                    <a:pt x="149833" y="234114"/>
                  </a:lnTo>
                  <a:lnTo>
                    <a:pt x="152366" y="229426"/>
                  </a:lnTo>
                  <a:lnTo>
                    <a:pt x="154748" y="224660"/>
                  </a:lnTo>
                  <a:lnTo>
                    <a:pt x="156977" y="219821"/>
                  </a:lnTo>
                  <a:lnTo>
                    <a:pt x="159050" y="214913"/>
                  </a:lnTo>
                  <a:lnTo>
                    <a:pt x="160966" y="209941"/>
                  </a:lnTo>
                  <a:lnTo>
                    <a:pt x="162722" y="204911"/>
                  </a:lnTo>
                  <a:lnTo>
                    <a:pt x="164318" y="199827"/>
                  </a:lnTo>
                  <a:lnTo>
                    <a:pt x="165750" y="194695"/>
                  </a:lnTo>
                  <a:lnTo>
                    <a:pt x="167019" y="189520"/>
                  </a:lnTo>
                  <a:lnTo>
                    <a:pt x="168121" y="184308"/>
                  </a:lnTo>
                  <a:lnTo>
                    <a:pt x="169057" y="179063"/>
                  </a:lnTo>
                  <a:lnTo>
                    <a:pt x="169826" y="173790"/>
                  </a:lnTo>
                  <a:lnTo>
                    <a:pt x="170426" y="168496"/>
                  </a:lnTo>
                  <a:lnTo>
                    <a:pt x="170856" y="163185"/>
                  </a:lnTo>
                  <a:lnTo>
                    <a:pt x="171118" y="157864"/>
                  </a:lnTo>
                  <a:lnTo>
                    <a:pt x="171210" y="152536"/>
                  </a:lnTo>
                  <a:lnTo>
                    <a:pt x="171132" y="147209"/>
                  </a:lnTo>
                  <a:lnTo>
                    <a:pt x="170884" y="141887"/>
                  </a:lnTo>
                  <a:lnTo>
                    <a:pt x="170466" y="136575"/>
                  </a:lnTo>
                  <a:lnTo>
                    <a:pt x="169880" y="131279"/>
                  </a:lnTo>
                  <a:lnTo>
                    <a:pt x="169125" y="126005"/>
                  </a:lnTo>
                  <a:lnTo>
                    <a:pt x="168203" y="120757"/>
                  </a:lnTo>
                  <a:lnTo>
                    <a:pt x="167113" y="115542"/>
                  </a:lnTo>
                  <a:lnTo>
                    <a:pt x="165858" y="110364"/>
                  </a:lnTo>
                  <a:lnTo>
                    <a:pt x="164439" y="105228"/>
                  </a:lnTo>
                  <a:lnTo>
                    <a:pt x="162857" y="100140"/>
                  </a:lnTo>
                  <a:lnTo>
                    <a:pt x="161113" y="95106"/>
                  </a:lnTo>
                  <a:lnTo>
                    <a:pt x="159210" y="90129"/>
                  </a:lnTo>
                  <a:lnTo>
                    <a:pt x="157149" y="85216"/>
                  </a:lnTo>
                  <a:lnTo>
                    <a:pt x="154933" y="80370"/>
                  </a:lnTo>
                  <a:lnTo>
                    <a:pt x="152563" y="75598"/>
                  </a:lnTo>
                  <a:lnTo>
                    <a:pt x="150043" y="70904"/>
                  </a:lnTo>
                  <a:lnTo>
                    <a:pt x="147374" y="66293"/>
                  </a:lnTo>
                  <a:lnTo>
                    <a:pt x="144559" y="61769"/>
                  </a:lnTo>
                  <a:lnTo>
                    <a:pt x="141602" y="57336"/>
                  </a:lnTo>
                  <a:lnTo>
                    <a:pt x="138505" y="53001"/>
                  </a:lnTo>
                  <a:lnTo>
                    <a:pt x="135272" y="48766"/>
                  </a:lnTo>
                  <a:lnTo>
                    <a:pt x="131905" y="44637"/>
                  </a:lnTo>
                  <a:lnTo>
                    <a:pt x="128408" y="40617"/>
                  </a:lnTo>
                  <a:lnTo>
                    <a:pt x="124785" y="36710"/>
                  </a:lnTo>
                  <a:lnTo>
                    <a:pt x="121039" y="32921"/>
                  </a:lnTo>
                  <a:lnTo>
                    <a:pt x="117175" y="29253"/>
                  </a:lnTo>
                  <a:lnTo>
                    <a:pt x="113195" y="25710"/>
                  </a:lnTo>
                  <a:lnTo>
                    <a:pt x="109105" y="22296"/>
                  </a:lnTo>
                  <a:lnTo>
                    <a:pt x="104908" y="19014"/>
                  </a:lnTo>
                  <a:lnTo>
                    <a:pt x="100608" y="15867"/>
                  </a:lnTo>
                  <a:lnTo>
                    <a:pt x="96210" y="12859"/>
                  </a:lnTo>
                  <a:lnTo>
                    <a:pt x="91719" y="9992"/>
                  </a:lnTo>
                  <a:lnTo>
                    <a:pt x="87139" y="7271"/>
                  </a:lnTo>
                  <a:lnTo>
                    <a:pt x="82474" y="4696"/>
                  </a:lnTo>
                  <a:lnTo>
                    <a:pt x="77729" y="2272"/>
                  </a:lnTo>
                  <a:lnTo>
                    <a:pt x="72910" y="0"/>
                  </a:lnTo>
                  <a:lnTo>
                    <a:pt x="4042" y="1523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071028"/>
              <a:ext cx="68867" cy="167167"/>
            </a:xfrm>
            <a:custGeom>
              <a:avLst/>
              <a:pathLst>
                <a:path w="68867" h="167167">
                  <a:moveTo>
                    <a:pt x="68867" y="14844"/>
                  </a:moveTo>
                  <a:lnTo>
                    <a:pt x="63435" y="12503"/>
                  </a:lnTo>
                  <a:lnTo>
                    <a:pt x="57924" y="10356"/>
                  </a:lnTo>
                  <a:lnTo>
                    <a:pt x="52340" y="8405"/>
                  </a:lnTo>
                  <a:lnTo>
                    <a:pt x="46691" y="6653"/>
                  </a:lnTo>
                  <a:lnTo>
                    <a:pt x="40983" y="5101"/>
                  </a:lnTo>
                  <a:lnTo>
                    <a:pt x="35224" y="3753"/>
                  </a:lnTo>
                  <a:lnTo>
                    <a:pt x="29421" y="2609"/>
                  </a:lnTo>
                  <a:lnTo>
                    <a:pt x="23581" y="1671"/>
                  </a:lnTo>
                  <a:lnTo>
                    <a:pt x="17712" y="940"/>
                  </a:lnTo>
                  <a:lnTo>
                    <a:pt x="11820" y="418"/>
                  </a:lnTo>
                  <a:lnTo>
                    <a:pt x="5913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343428" y="1322571"/>
              <a:ext cx="145292" cy="167167"/>
            </a:xfrm>
            <a:custGeom>
              <a:avLst/>
              <a:pathLst>
                <a:path w="145292" h="167167">
                  <a:moveTo>
                    <a:pt x="145292" y="0"/>
                  </a:moveTo>
                  <a:lnTo>
                    <a:pt x="139790" y="90"/>
                  </a:lnTo>
                  <a:lnTo>
                    <a:pt x="134293" y="362"/>
                  </a:lnTo>
                  <a:lnTo>
                    <a:pt x="128809" y="814"/>
                  </a:lnTo>
                  <a:lnTo>
                    <a:pt x="123342" y="1447"/>
                  </a:lnTo>
                  <a:lnTo>
                    <a:pt x="117900" y="2259"/>
                  </a:lnTo>
                  <a:lnTo>
                    <a:pt x="112487" y="3250"/>
                  </a:lnTo>
                  <a:lnTo>
                    <a:pt x="107109" y="4419"/>
                  </a:lnTo>
                  <a:lnTo>
                    <a:pt x="101773" y="5764"/>
                  </a:lnTo>
                  <a:lnTo>
                    <a:pt x="96484" y="7284"/>
                  </a:lnTo>
                  <a:lnTo>
                    <a:pt x="91248" y="8977"/>
                  </a:lnTo>
                  <a:lnTo>
                    <a:pt x="86070" y="10841"/>
                  </a:lnTo>
                  <a:lnTo>
                    <a:pt x="80957" y="12875"/>
                  </a:lnTo>
                  <a:lnTo>
                    <a:pt x="75913" y="15076"/>
                  </a:lnTo>
                  <a:lnTo>
                    <a:pt x="70945" y="17442"/>
                  </a:lnTo>
                  <a:lnTo>
                    <a:pt x="66057" y="19971"/>
                  </a:lnTo>
                  <a:lnTo>
                    <a:pt x="61255" y="22658"/>
                  </a:lnTo>
                  <a:lnTo>
                    <a:pt x="56544" y="25503"/>
                  </a:lnTo>
                  <a:lnTo>
                    <a:pt x="51929" y="28501"/>
                  </a:lnTo>
                  <a:lnTo>
                    <a:pt x="47415" y="31649"/>
                  </a:lnTo>
                  <a:lnTo>
                    <a:pt x="43008" y="34944"/>
                  </a:lnTo>
                  <a:lnTo>
                    <a:pt x="38711" y="38382"/>
                  </a:lnTo>
                  <a:lnTo>
                    <a:pt x="34530" y="41960"/>
                  </a:lnTo>
                  <a:lnTo>
                    <a:pt x="30469" y="45674"/>
                  </a:lnTo>
                  <a:lnTo>
                    <a:pt x="26532" y="49519"/>
                  </a:lnTo>
                  <a:lnTo>
                    <a:pt x="22724" y="53492"/>
                  </a:lnTo>
                  <a:lnTo>
                    <a:pt x="19049" y="57588"/>
                  </a:lnTo>
                  <a:lnTo>
                    <a:pt x="15511" y="61802"/>
                  </a:lnTo>
                  <a:lnTo>
                    <a:pt x="12113" y="66131"/>
                  </a:lnTo>
                  <a:lnTo>
                    <a:pt x="8859" y="70569"/>
                  </a:lnTo>
                  <a:lnTo>
                    <a:pt x="5754" y="75112"/>
                  </a:lnTo>
                  <a:lnTo>
                    <a:pt x="2799" y="79755"/>
                  </a:lnTo>
                  <a:lnTo>
                    <a:pt x="0" y="84493"/>
                  </a:lnTo>
                  <a:lnTo>
                    <a:pt x="14529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343428" y="1407064"/>
              <a:ext cx="145292" cy="82674"/>
            </a:xfrm>
            <a:custGeom>
              <a:avLst/>
              <a:pathLst>
                <a:path w="145292" h="82674">
                  <a:moveTo>
                    <a:pt x="0" y="0"/>
                  </a:moveTo>
                  <a:lnTo>
                    <a:pt x="145292" y="826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343428" y="1407064"/>
              <a:ext cx="145292" cy="82674"/>
            </a:xfrm>
            <a:custGeom>
              <a:avLst/>
              <a:pathLst>
                <a:path w="145292" h="82674">
                  <a:moveTo>
                    <a:pt x="0" y="0"/>
                  </a:moveTo>
                  <a:lnTo>
                    <a:pt x="145292" y="826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43428" y="1407064"/>
              <a:ext cx="145292" cy="82674"/>
            </a:xfrm>
            <a:custGeom>
              <a:avLst/>
              <a:pathLst>
                <a:path w="145292" h="82674">
                  <a:moveTo>
                    <a:pt x="0" y="0"/>
                  </a:moveTo>
                  <a:lnTo>
                    <a:pt x="145292" y="826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43428" y="1407064"/>
              <a:ext cx="145292" cy="82674"/>
            </a:xfrm>
            <a:custGeom>
              <a:avLst/>
              <a:pathLst>
                <a:path w="145292" h="82674">
                  <a:moveTo>
                    <a:pt x="0" y="0"/>
                  </a:moveTo>
                  <a:lnTo>
                    <a:pt x="145292" y="826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43428" y="1407064"/>
              <a:ext cx="145292" cy="82674"/>
            </a:xfrm>
            <a:custGeom>
              <a:avLst/>
              <a:pathLst>
                <a:path w="145292" h="82674">
                  <a:moveTo>
                    <a:pt x="0" y="0"/>
                  </a:moveTo>
                  <a:lnTo>
                    <a:pt x="145292" y="826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43428" y="1407064"/>
              <a:ext cx="145292" cy="82674"/>
            </a:xfrm>
            <a:custGeom>
              <a:avLst/>
              <a:pathLst>
                <a:path w="145292" h="82674">
                  <a:moveTo>
                    <a:pt x="0" y="0"/>
                  </a:moveTo>
                  <a:lnTo>
                    <a:pt x="145292" y="826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43428" y="1407064"/>
              <a:ext cx="145292" cy="82674"/>
            </a:xfrm>
            <a:custGeom>
              <a:avLst/>
              <a:pathLst>
                <a:path w="145292" h="82674">
                  <a:moveTo>
                    <a:pt x="0" y="0"/>
                  </a:moveTo>
                  <a:lnTo>
                    <a:pt x="145292" y="826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43428" y="1407064"/>
              <a:ext cx="145292" cy="82674"/>
            </a:xfrm>
            <a:custGeom>
              <a:avLst/>
              <a:pathLst>
                <a:path w="145292" h="82674">
                  <a:moveTo>
                    <a:pt x="0" y="0"/>
                  </a:moveTo>
                  <a:lnTo>
                    <a:pt x="145292" y="826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43428" y="1407064"/>
              <a:ext cx="145292" cy="82674"/>
            </a:xfrm>
            <a:custGeom>
              <a:avLst/>
              <a:pathLst>
                <a:path w="145292" h="82674">
                  <a:moveTo>
                    <a:pt x="0" y="0"/>
                  </a:moveTo>
                  <a:lnTo>
                    <a:pt x="145292" y="826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43428" y="1407064"/>
              <a:ext cx="145292" cy="82674"/>
            </a:xfrm>
            <a:custGeom>
              <a:avLst/>
              <a:pathLst>
                <a:path w="145292" h="82674">
                  <a:moveTo>
                    <a:pt x="0" y="0"/>
                  </a:moveTo>
                  <a:lnTo>
                    <a:pt x="145292" y="826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43428" y="1407064"/>
              <a:ext cx="145292" cy="82674"/>
            </a:xfrm>
            <a:custGeom>
              <a:avLst/>
              <a:pathLst>
                <a:path w="145292" h="82674">
                  <a:moveTo>
                    <a:pt x="0" y="0"/>
                  </a:moveTo>
                  <a:lnTo>
                    <a:pt x="145292" y="826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43428" y="1407064"/>
              <a:ext cx="145292" cy="82674"/>
            </a:xfrm>
            <a:custGeom>
              <a:avLst/>
              <a:pathLst>
                <a:path w="145292" h="82674">
                  <a:moveTo>
                    <a:pt x="0" y="0"/>
                  </a:moveTo>
                  <a:lnTo>
                    <a:pt x="145292" y="826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43428" y="1407064"/>
              <a:ext cx="145292" cy="82674"/>
            </a:xfrm>
            <a:custGeom>
              <a:avLst/>
              <a:pathLst>
                <a:path w="145292" h="82674">
                  <a:moveTo>
                    <a:pt x="0" y="0"/>
                  </a:moveTo>
                  <a:lnTo>
                    <a:pt x="145292" y="826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43428" y="1407064"/>
              <a:ext cx="145292" cy="82674"/>
            </a:xfrm>
            <a:custGeom>
              <a:avLst/>
              <a:pathLst>
                <a:path w="145292" h="82674">
                  <a:moveTo>
                    <a:pt x="0" y="0"/>
                  </a:moveTo>
                  <a:lnTo>
                    <a:pt x="145292" y="826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43428" y="1407064"/>
              <a:ext cx="145292" cy="82674"/>
            </a:xfrm>
            <a:custGeom>
              <a:avLst/>
              <a:pathLst>
                <a:path w="145292" h="82674">
                  <a:moveTo>
                    <a:pt x="0" y="0"/>
                  </a:moveTo>
                  <a:lnTo>
                    <a:pt x="145292" y="826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43428" y="1407064"/>
              <a:ext cx="145292" cy="82674"/>
            </a:xfrm>
            <a:custGeom>
              <a:avLst/>
              <a:pathLst>
                <a:path w="145292" h="82674">
                  <a:moveTo>
                    <a:pt x="0" y="0"/>
                  </a:moveTo>
                  <a:lnTo>
                    <a:pt x="145292" y="826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21562" y="1355081"/>
              <a:ext cx="334309" cy="301824"/>
            </a:xfrm>
            <a:custGeom>
              <a:avLst/>
              <a:pathLst>
                <a:path w="334309" h="301824">
                  <a:moveTo>
                    <a:pt x="21866" y="51983"/>
                  </a:moveTo>
                  <a:lnTo>
                    <a:pt x="19319" y="56629"/>
                  </a:lnTo>
                  <a:lnTo>
                    <a:pt x="16921" y="61353"/>
                  </a:lnTo>
                  <a:lnTo>
                    <a:pt x="14673" y="66150"/>
                  </a:lnTo>
                  <a:lnTo>
                    <a:pt x="12579" y="71016"/>
                  </a:lnTo>
                  <a:lnTo>
                    <a:pt x="10640" y="75947"/>
                  </a:lnTo>
                  <a:lnTo>
                    <a:pt x="8858" y="80936"/>
                  </a:lnTo>
                  <a:lnTo>
                    <a:pt x="7235" y="85979"/>
                  </a:lnTo>
                  <a:lnTo>
                    <a:pt x="5773" y="91071"/>
                  </a:lnTo>
                  <a:lnTo>
                    <a:pt x="4473" y="96207"/>
                  </a:lnTo>
                  <a:lnTo>
                    <a:pt x="3336" y="101381"/>
                  </a:lnTo>
                  <a:lnTo>
                    <a:pt x="2364" y="106589"/>
                  </a:lnTo>
                  <a:lnTo>
                    <a:pt x="1557" y="111825"/>
                  </a:lnTo>
                  <a:lnTo>
                    <a:pt x="917" y="117084"/>
                  </a:lnTo>
                  <a:lnTo>
                    <a:pt x="444" y="122361"/>
                  </a:lnTo>
                  <a:lnTo>
                    <a:pt x="138" y="127650"/>
                  </a:lnTo>
                  <a:lnTo>
                    <a:pt x="0" y="132946"/>
                  </a:lnTo>
                  <a:lnTo>
                    <a:pt x="29" y="138243"/>
                  </a:lnTo>
                  <a:lnTo>
                    <a:pt x="227" y="143538"/>
                  </a:lnTo>
                  <a:lnTo>
                    <a:pt x="592" y="148823"/>
                  </a:lnTo>
                  <a:lnTo>
                    <a:pt x="1124" y="154094"/>
                  </a:lnTo>
                  <a:lnTo>
                    <a:pt x="1824" y="159345"/>
                  </a:lnTo>
                  <a:lnTo>
                    <a:pt x="2689" y="164572"/>
                  </a:lnTo>
                  <a:lnTo>
                    <a:pt x="3720" y="169769"/>
                  </a:lnTo>
                  <a:lnTo>
                    <a:pt x="4914" y="174930"/>
                  </a:lnTo>
                  <a:lnTo>
                    <a:pt x="6272" y="180051"/>
                  </a:lnTo>
                  <a:lnTo>
                    <a:pt x="7791" y="185126"/>
                  </a:lnTo>
                  <a:lnTo>
                    <a:pt x="9470" y="190151"/>
                  </a:lnTo>
                  <a:lnTo>
                    <a:pt x="11308" y="195120"/>
                  </a:lnTo>
                  <a:lnTo>
                    <a:pt x="13302" y="200028"/>
                  </a:lnTo>
                  <a:lnTo>
                    <a:pt x="15451" y="204870"/>
                  </a:lnTo>
                  <a:lnTo>
                    <a:pt x="17752" y="209642"/>
                  </a:lnTo>
                  <a:lnTo>
                    <a:pt x="20203" y="214339"/>
                  </a:lnTo>
                  <a:lnTo>
                    <a:pt x="22802" y="218956"/>
                  </a:lnTo>
                  <a:lnTo>
                    <a:pt x="25546" y="223488"/>
                  </a:lnTo>
                  <a:lnTo>
                    <a:pt x="28431" y="227930"/>
                  </a:lnTo>
                  <a:lnTo>
                    <a:pt x="31457" y="232280"/>
                  </a:lnTo>
                  <a:lnTo>
                    <a:pt x="34618" y="236531"/>
                  </a:lnTo>
                  <a:lnTo>
                    <a:pt x="37913" y="240679"/>
                  </a:lnTo>
                  <a:lnTo>
                    <a:pt x="41337" y="244722"/>
                  </a:lnTo>
                  <a:lnTo>
                    <a:pt x="44888" y="248653"/>
                  </a:lnTo>
                  <a:lnTo>
                    <a:pt x="48562" y="252470"/>
                  </a:lnTo>
                  <a:lnTo>
                    <a:pt x="52355" y="256169"/>
                  </a:lnTo>
                  <a:lnTo>
                    <a:pt x="56263" y="259746"/>
                  </a:lnTo>
                  <a:lnTo>
                    <a:pt x="60282" y="263197"/>
                  </a:lnTo>
                  <a:lnTo>
                    <a:pt x="64409" y="266519"/>
                  </a:lnTo>
                  <a:lnTo>
                    <a:pt x="68639" y="269709"/>
                  </a:lnTo>
                  <a:lnTo>
                    <a:pt x="72968" y="272763"/>
                  </a:lnTo>
                  <a:lnTo>
                    <a:pt x="77392" y="275678"/>
                  </a:lnTo>
                  <a:lnTo>
                    <a:pt x="81905" y="278452"/>
                  </a:lnTo>
                  <a:lnTo>
                    <a:pt x="86505" y="281081"/>
                  </a:lnTo>
                  <a:lnTo>
                    <a:pt x="91185" y="283564"/>
                  </a:lnTo>
                  <a:lnTo>
                    <a:pt x="95942" y="285896"/>
                  </a:lnTo>
                  <a:lnTo>
                    <a:pt x="100770" y="288077"/>
                  </a:lnTo>
                  <a:lnTo>
                    <a:pt x="105665" y="290104"/>
                  </a:lnTo>
                  <a:lnTo>
                    <a:pt x="110621" y="291974"/>
                  </a:lnTo>
                  <a:lnTo>
                    <a:pt x="115635" y="293687"/>
                  </a:lnTo>
                  <a:lnTo>
                    <a:pt x="120700" y="295239"/>
                  </a:lnTo>
                  <a:lnTo>
                    <a:pt x="125812" y="296631"/>
                  </a:lnTo>
                  <a:lnTo>
                    <a:pt x="130965" y="297860"/>
                  </a:lnTo>
                  <a:lnTo>
                    <a:pt x="136155" y="298925"/>
                  </a:lnTo>
                  <a:lnTo>
                    <a:pt x="141375" y="299825"/>
                  </a:lnTo>
                  <a:lnTo>
                    <a:pt x="146622" y="300559"/>
                  </a:lnTo>
                  <a:lnTo>
                    <a:pt x="151890" y="301126"/>
                  </a:lnTo>
                  <a:lnTo>
                    <a:pt x="157172" y="301526"/>
                  </a:lnTo>
                  <a:lnTo>
                    <a:pt x="162465" y="301759"/>
                  </a:lnTo>
                  <a:lnTo>
                    <a:pt x="167762" y="301824"/>
                  </a:lnTo>
                  <a:lnTo>
                    <a:pt x="173059" y="301721"/>
                  </a:lnTo>
                  <a:lnTo>
                    <a:pt x="178350" y="301450"/>
                  </a:lnTo>
                  <a:lnTo>
                    <a:pt x="183630" y="301011"/>
                  </a:lnTo>
                  <a:lnTo>
                    <a:pt x="188893" y="300406"/>
                  </a:lnTo>
                  <a:lnTo>
                    <a:pt x="194134" y="299634"/>
                  </a:lnTo>
                  <a:lnTo>
                    <a:pt x="199348" y="298696"/>
                  </a:lnTo>
                  <a:lnTo>
                    <a:pt x="204530" y="297594"/>
                  </a:lnTo>
                  <a:lnTo>
                    <a:pt x="209674" y="296328"/>
                  </a:lnTo>
                  <a:lnTo>
                    <a:pt x="214776" y="294899"/>
                  </a:lnTo>
                  <a:lnTo>
                    <a:pt x="219830" y="293310"/>
                  </a:lnTo>
                  <a:lnTo>
                    <a:pt x="224831" y="291561"/>
                  </a:lnTo>
                  <a:lnTo>
                    <a:pt x="229774" y="289655"/>
                  </a:lnTo>
                  <a:lnTo>
                    <a:pt x="234654" y="287593"/>
                  </a:lnTo>
                  <a:lnTo>
                    <a:pt x="239466" y="285378"/>
                  </a:lnTo>
                  <a:lnTo>
                    <a:pt x="244206" y="283011"/>
                  </a:lnTo>
                  <a:lnTo>
                    <a:pt x="248868" y="280495"/>
                  </a:lnTo>
                  <a:lnTo>
                    <a:pt x="253448" y="277832"/>
                  </a:lnTo>
                  <a:lnTo>
                    <a:pt x="257942" y="275026"/>
                  </a:lnTo>
                  <a:lnTo>
                    <a:pt x="262344" y="272079"/>
                  </a:lnTo>
                  <a:lnTo>
                    <a:pt x="266651" y="268994"/>
                  </a:lnTo>
                  <a:lnTo>
                    <a:pt x="270858" y="265773"/>
                  </a:lnTo>
                  <a:lnTo>
                    <a:pt x="274960" y="262422"/>
                  </a:lnTo>
                  <a:lnTo>
                    <a:pt x="278955" y="258941"/>
                  </a:lnTo>
                  <a:lnTo>
                    <a:pt x="282837" y="255336"/>
                  </a:lnTo>
                  <a:lnTo>
                    <a:pt x="286603" y="251610"/>
                  </a:lnTo>
                  <a:lnTo>
                    <a:pt x="290249" y="247767"/>
                  </a:lnTo>
                  <a:lnTo>
                    <a:pt x="293771" y="243809"/>
                  </a:lnTo>
                  <a:lnTo>
                    <a:pt x="297166" y="239742"/>
                  </a:lnTo>
                  <a:lnTo>
                    <a:pt x="300431" y="235570"/>
                  </a:lnTo>
                  <a:lnTo>
                    <a:pt x="303562" y="231296"/>
                  </a:lnTo>
                  <a:lnTo>
                    <a:pt x="306555" y="226925"/>
                  </a:lnTo>
                  <a:lnTo>
                    <a:pt x="309409" y="222462"/>
                  </a:lnTo>
                  <a:lnTo>
                    <a:pt x="312120" y="217910"/>
                  </a:lnTo>
                  <a:lnTo>
                    <a:pt x="314685" y="213275"/>
                  </a:lnTo>
                  <a:lnTo>
                    <a:pt x="317103" y="208560"/>
                  </a:lnTo>
                  <a:lnTo>
                    <a:pt x="319369" y="203772"/>
                  </a:lnTo>
                  <a:lnTo>
                    <a:pt x="321483" y="198914"/>
                  </a:lnTo>
                  <a:lnTo>
                    <a:pt x="323441" y="193992"/>
                  </a:lnTo>
                  <a:lnTo>
                    <a:pt x="325243" y="189010"/>
                  </a:lnTo>
                  <a:lnTo>
                    <a:pt x="326886" y="183973"/>
                  </a:lnTo>
                  <a:lnTo>
                    <a:pt x="328368" y="178887"/>
                  </a:lnTo>
                  <a:lnTo>
                    <a:pt x="329689" y="173756"/>
                  </a:lnTo>
                  <a:lnTo>
                    <a:pt x="330846" y="168586"/>
                  </a:lnTo>
                  <a:lnTo>
                    <a:pt x="331839" y="163382"/>
                  </a:lnTo>
                  <a:lnTo>
                    <a:pt x="332667" y="158150"/>
                  </a:lnTo>
                  <a:lnTo>
                    <a:pt x="333328" y="152893"/>
                  </a:lnTo>
                  <a:lnTo>
                    <a:pt x="333822" y="147618"/>
                  </a:lnTo>
                  <a:lnTo>
                    <a:pt x="334149" y="142331"/>
                  </a:lnTo>
                  <a:lnTo>
                    <a:pt x="334309" y="137035"/>
                  </a:lnTo>
                  <a:lnTo>
                    <a:pt x="334300" y="131738"/>
                  </a:lnTo>
                  <a:lnTo>
                    <a:pt x="334124" y="126443"/>
                  </a:lnTo>
                  <a:lnTo>
                    <a:pt x="333779" y="121156"/>
                  </a:lnTo>
                  <a:lnTo>
                    <a:pt x="333268" y="115883"/>
                  </a:lnTo>
                  <a:lnTo>
                    <a:pt x="332590" y="110629"/>
                  </a:lnTo>
                  <a:lnTo>
                    <a:pt x="331745" y="105399"/>
                  </a:lnTo>
                  <a:lnTo>
                    <a:pt x="330735" y="100198"/>
                  </a:lnTo>
                  <a:lnTo>
                    <a:pt x="329561" y="95032"/>
                  </a:lnTo>
                  <a:lnTo>
                    <a:pt x="328224" y="89906"/>
                  </a:lnTo>
                  <a:lnTo>
                    <a:pt x="326725" y="84824"/>
                  </a:lnTo>
                  <a:lnTo>
                    <a:pt x="325066" y="79793"/>
                  </a:lnTo>
                  <a:lnTo>
                    <a:pt x="323248" y="74817"/>
                  </a:lnTo>
                  <a:lnTo>
                    <a:pt x="321273" y="69901"/>
                  </a:lnTo>
                  <a:lnTo>
                    <a:pt x="319144" y="65050"/>
                  </a:lnTo>
                  <a:lnTo>
                    <a:pt x="316862" y="60269"/>
                  </a:lnTo>
                  <a:lnTo>
                    <a:pt x="314430" y="55562"/>
                  </a:lnTo>
                  <a:lnTo>
                    <a:pt x="311849" y="50935"/>
                  </a:lnTo>
                  <a:lnTo>
                    <a:pt x="309124" y="46392"/>
                  </a:lnTo>
                  <a:lnTo>
                    <a:pt x="306255" y="41938"/>
                  </a:lnTo>
                  <a:lnTo>
                    <a:pt x="303248" y="37577"/>
                  </a:lnTo>
                  <a:lnTo>
                    <a:pt x="300103" y="33313"/>
                  </a:lnTo>
                  <a:lnTo>
                    <a:pt x="296825" y="29152"/>
                  </a:lnTo>
                  <a:lnTo>
                    <a:pt x="293416" y="25096"/>
                  </a:lnTo>
                  <a:lnTo>
                    <a:pt x="289881" y="21150"/>
                  </a:lnTo>
                  <a:lnTo>
                    <a:pt x="286223" y="17318"/>
                  </a:lnTo>
                  <a:lnTo>
                    <a:pt x="282445" y="13604"/>
                  </a:lnTo>
                  <a:lnTo>
                    <a:pt x="278551" y="10012"/>
                  </a:lnTo>
                  <a:lnTo>
                    <a:pt x="274545" y="6545"/>
                  </a:lnTo>
                  <a:lnTo>
                    <a:pt x="270432" y="3206"/>
                  </a:lnTo>
                  <a:lnTo>
                    <a:pt x="266215" y="0"/>
                  </a:lnTo>
                  <a:lnTo>
                    <a:pt x="167158" y="1346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488720" y="1322571"/>
              <a:ext cx="99056" cy="167167"/>
            </a:xfrm>
            <a:custGeom>
              <a:avLst/>
              <a:pathLst>
                <a:path w="99056" h="167167">
                  <a:moveTo>
                    <a:pt x="99056" y="32509"/>
                  </a:moveTo>
                  <a:lnTo>
                    <a:pt x="94507" y="29278"/>
                  </a:lnTo>
                  <a:lnTo>
                    <a:pt x="89852" y="26201"/>
                  </a:lnTo>
                  <a:lnTo>
                    <a:pt x="85097" y="23280"/>
                  </a:lnTo>
                  <a:lnTo>
                    <a:pt x="80248" y="20521"/>
                  </a:lnTo>
                  <a:lnTo>
                    <a:pt x="75309" y="17924"/>
                  </a:lnTo>
                  <a:lnTo>
                    <a:pt x="70286" y="15494"/>
                  </a:lnTo>
                  <a:lnTo>
                    <a:pt x="65185" y="13232"/>
                  </a:lnTo>
                  <a:lnTo>
                    <a:pt x="60011" y="11143"/>
                  </a:lnTo>
                  <a:lnTo>
                    <a:pt x="54770" y="9227"/>
                  </a:lnTo>
                  <a:lnTo>
                    <a:pt x="49469" y="7487"/>
                  </a:lnTo>
                  <a:lnTo>
                    <a:pt x="44112" y="5925"/>
                  </a:lnTo>
                  <a:lnTo>
                    <a:pt x="38706" y="4542"/>
                  </a:lnTo>
                  <a:lnTo>
                    <a:pt x="33257" y="3341"/>
                  </a:lnTo>
                  <a:lnTo>
                    <a:pt x="27771" y="2322"/>
                  </a:lnTo>
                  <a:lnTo>
                    <a:pt x="22254" y="1487"/>
                  </a:lnTo>
                  <a:lnTo>
                    <a:pt x="16712" y="837"/>
                  </a:lnTo>
                  <a:lnTo>
                    <a:pt x="11152" y="372"/>
                  </a:lnTo>
                  <a:lnTo>
                    <a:pt x="5579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991861" y="1681503"/>
              <a:ext cx="94663" cy="167167"/>
            </a:xfrm>
            <a:custGeom>
              <a:avLst/>
              <a:pathLst>
                <a:path w="94663" h="167167">
                  <a:moveTo>
                    <a:pt x="94663" y="0"/>
                  </a:moveTo>
                  <a:lnTo>
                    <a:pt x="89073" y="93"/>
                  </a:lnTo>
                  <a:lnTo>
                    <a:pt x="83490" y="373"/>
                  </a:lnTo>
                  <a:lnTo>
                    <a:pt x="77919" y="840"/>
                  </a:lnTo>
                  <a:lnTo>
                    <a:pt x="72367" y="1493"/>
                  </a:lnTo>
                  <a:lnTo>
                    <a:pt x="66839" y="2331"/>
                  </a:lnTo>
                  <a:lnTo>
                    <a:pt x="61343" y="3354"/>
                  </a:lnTo>
                  <a:lnTo>
                    <a:pt x="55884" y="4559"/>
                  </a:lnTo>
                  <a:lnTo>
                    <a:pt x="50469" y="5947"/>
                  </a:lnTo>
                  <a:lnTo>
                    <a:pt x="45103" y="7515"/>
                  </a:lnTo>
                  <a:lnTo>
                    <a:pt x="39792" y="9261"/>
                  </a:lnTo>
                  <a:lnTo>
                    <a:pt x="34543" y="11184"/>
                  </a:lnTo>
                  <a:lnTo>
                    <a:pt x="29361" y="13282"/>
                  </a:lnTo>
                  <a:lnTo>
                    <a:pt x="24252" y="15551"/>
                  </a:lnTo>
                  <a:lnTo>
                    <a:pt x="19222" y="17990"/>
                  </a:lnTo>
                  <a:lnTo>
                    <a:pt x="14276" y="20596"/>
                  </a:lnTo>
                  <a:lnTo>
                    <a:pt x="9420" y="23366"/>
                  </a:lnTo>
                  <a:lnTo>
                    <a:pt x="4659" y="26297"/>
                  </a:lnTo>
                  <a:lnTo>
                    <a:pt x="0" y="29385"/>
                  </a:lnTo>
                  <a:lnTo>
                    <a:pt x="9466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991861" y="1710888"/>
              <a:ext cx="94663" cy="137781"/>
            </a:xfrm>
            <a:custGeom>
              <a:avLst/>
              <a:pathLst>
                <a:path w="94663" h="137781">
                  <a:moveTo>
                    <a:pt x="0" y="0"/>
                  </a:moveTo>
                  <a:lnTo>
                    <a:pt x="94663" y="1377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991861" y="1710888"/>
              <a:ext cx="94663" cy="137781"/>
            </a:xfrm>
            <a:custGeom>
              <a:avLst/>
              <a:pathLst>
                <a:path w="94663" h="137781">
                  <a:moveTo>
                    <a:pt x="0" y="0"/>
                  </a:moveTo>
                  <a:lnTo>
                    <a:pt x="94663" y="1377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991861" y="1710888"/>
              <a:ext cx="94663" cy="137781"/>
            </a:xfrm>
            <a:custGeom>
              <a:avLst/>
              <a:pathLst>
                <a:path w="94663" h="137781">
                  <a:moveTo>
                    <a:pt x="0" y="0"/>
                  </a:moveTo>
                  <a:lnTo>
                    <a:pt x="94663" y="1377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91861" y="1710888"/>
              <a:ext cx="94663" cy="137781"/>
            </a:xfrm>
            <a:custGeom>
              <a:avLst/>
              <a:pathLst>
                <a:path w="94663" h="137781">
                  <a:moveTo>
                    <a:pt x="0" y="0"/>
                  </a:moveTo>
                  <a:lnTo>
                    <a:pt x="94663" y="1377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91861" y="1710888"/>
              <a:ext cx="94663" cy="137781"/>
            </a:xfrm>
            <a:custGeom>
              <a:avLst/>
              <a:pathLst>
                <a:path w="94663" h="137781">
                  <a:moveTo>
                    <a:pt x="0" y="0"/>
                  </a:moveTo>
                  <a:lnTo>
                    <a:pt x="94663" y="1377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91861" y="1710888"/>
              <a:ext cx="94663" cy="137781"/>
            </a:xfrm>
            <a:custGeom>
              <a:avLst/>
              <a:pathLst>
                <a:path w="94663" h="137781">
                  <a:moveTo>
                    <a:pt x="0" y="0"/>
                  </a:moveTo>
                  <a:lnTo>
                    <a:pt x="94663" y="1377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91861" y="1710888"/>
              <a:ext cx="94663" cy="137781"/>
            </a:xfrm>
            <a:custGeom>
              <a:avLst/>
              <a:pathLst>
                <a:path w="94663" h="137781">
                  <a:moveTo>
                    <a:pt x="0" y="0"/>
                  </a:moveTo>
                  <a:lnTo>
                    <a:pt x="94663" y="1377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91861" y="1710888"/>
              <a:ext cx="94663" cy="137781"/>
            </a:xfrm>
            <a:custGeom>
              <a:avLst/>
              <a:pathLst>
                <a:path w="94663" h="137781">
                  <a:moveTo>
                    <a:pt x="0" y="0"/>
                  </a:moveTo>
                  <a:lnTo>
                    <a:pt x="94663" y="1377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91861" y="1710888"/>
              <a:ext cx="94663" cy="137781"/>
            </a:xfrm>
            <a:custGeom>
              <a:avLst/>
              <a:pathLst>
                <a:path w="94663" h="137781">
                  <a:moveTo>
                    <a:pt x="0" y="0"/>
                  </a:moveTo>
                  <a:lnTo>
                    <a:pt x="94663" y="1377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91861" y="1710888"/>
              <a:ext cx="94663" cy="137781"/>
            </a:xfrm>
            <a:custGeom>
              <a:avLst/>
              <a:pathLst>
                <a:path w="94663" h="137781">
                  <a:moveTo>
                    <a:pt x="0" y="0"/>
                  </a:moveTo>
                  <a:lnTo>
                    <a:pt x="94663" y="1377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1861" y="1710888"/>
              <a:ext cx="94663" cy="137781"/>
            </a:xfrm>
            <a:custGeom>
              <a:avLst/>
              <a:pathLst>
                <a:path w="94663" h="137781">
                  <a:moveTo>
                    <a:pt x="0" y="0"/>
                  </a:moveTo>
                  <a:lnTo>
                    <a:pt x="94663" y="1377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1861" y="1710888"/>
              <a:ext cx="94663" cy="137781"/>
            </a:xfrm>
            <a:custGeom>
              <a:avLst/>
              <a:pathLst>
                <a:path w="94663" h="137781">
                  <a:moveTo>
                    <a:pt x="0" y="0"/>
                  </a:moveTo>
                  <a:lnTo>
                    <a:pt x="94663" y="1377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1861" y="1710888"/>
              <a:ext cx="94663" cy="137781"/>
            </a:xfrm>
            <a:custGeom>
              <a:avLst/>
              <a:pathLst>
                <a:path w="94663" h="137781">
                  <a:moveTo>
                    <a:pt x="0" y="0"/>
                  </a:moveTo>
                  <a:lnTo>
                    <a:pt x="94663" y="1377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1861" y="1710888"/>
              <a:ext cx="94663" cy="137781"/>
            </a:xfrm>
            <a:custGeom>
              <a:avLst/>
              <a:pathLst>
                <a:path w="94663" h="137781">
                  <a:moveTo>
                    <a:pt x="0" y="0"/>
                  </a:moveTo>
                  <a:lnTo>
                    <a:pt x="94663" y="1377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1861" y="1710888"/>
              <a:ext cx="94663" cy="137781"/>
            </a:xfrm>
            <a:custGeom>
              <a:avLst/>
              <a:pathLst>
                <a:path w="94663" h="137781">
                  <a:moveTo>
                    <a:pt x="0" y="0"/>
                  </a:moveTo>
                  <a:lnTo>
                    <a:pt x="94663" y="1377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1861" y="1710888"/>
              <a:ext cx="94663" cy="137781"/>
            </a:xfrm>
            <a:custGeom>
              <a:avLst/>
              <a:pathLst>
                <a:path w="94663" h="137781">
                  <a:moveTo>
                    <a:pt x="0" y="0"/>
                  </a:moveTo>
                  <a:lnTo>
                    <a:pt x="94663" y="1377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19376" y="1681503"/>
              <a:ext cx="334295" cy="334334"/>
            </a:xfrm>
            <a:custGeom>
              <a:avLst/>
              <a:pathLst>
                <a:path w="334295" h="334334">
                  <a:moveTo>
                    <a:pt x="72485" y="29385"/>
                  </a:moveTo>
                  <a:lnTo>
                    <a:pt x="68160" y="32458"/>
                  </a:lnTo>
                  <a:lnTo>
                    <a:pt x="63935" y="35667"/>
                  </a:lnTo>
                  <a:lnTo>
                    <a:pt x="59814" y="39009"/>
                  </a:lnTo>
                  <a:lnTo>
                    <a:pt x="55802" y="42480"/>
                  </a:lnTo>
                  <a:lnTo>
                    <a:pt x="51901" y="46076"/>
                  </a:lnTo>
                  <a:lnTo>
                    <a:pt x="48116" y="49794"/>
                  </a:lnTo>
                  <a:lnTo>
                    <a:pt x="44452" y="53630"/>
                  </a:lnTo>
                  <a:lnTo>
                    <a:pt x="40911" y="57581"/>
                  </a:lnTo>
                  <a:lnTo>
                    <a:pt x="37497" y="61642"/>
                  </a:lnTo>
                  <a:lnTo>
                    <a:pt x="34213" y="65809"/>
                  </a:lnTo>
                  <a:lnTo>
                    <a:pt x="31064" y="70079"/>
                  </a:lnTo>
                  <a:lnTo>
                    <a:pt x="28051" y="74446"/>
                  </a:lnTo>
                  <a:lnTo>
                    <a:pt x="25179" y="78907"/>
                  </a:lnTo>
                  <a:lnTo>
                    <a:pt x="22450" y="83456"/>
                  </a:lnTo>
                  <a:lnTo>
                    <a:pt x="19866" y="88090"/>
                  </a:lnTo>
                  <a:lnTo>
                    <a:pt x="17431" y="92804"/>
                  </a:lnTo>
                  <a:lnTo>
                    <a:pt x="15147" y="97592"/>
                  </a:lnTo>
                  <a:lnTo>
                    <a:pt x="13016" y="102451"/>
                  </a:lnTo>
                  <a:lnTo>
                    <a:pt x="11040" y="107375"/>
                  </a:lnTo>
                  <a:lnTo>
                    <a:pt x="9221" y="112359"/>
                  </a:lnTo>
                  <a:lnTo>
                    <a:pt x="7561" y="117398"/>
                  </a:lnTo>
                  <a:lnTo>
                    <a:pt x="6062" y="122487"/>
                  </a:lnTo>
                  <a:lnTo>
                    <a:pt x="4725" y="127621"/>
                  </a:lnTo>
                  <a:lnTo>
                    <a:pt x="3552" y="132795"/>
                  </a:lnTo>
                  <a:lnTo>
                    <a:pt x="2544" y="138004"/>
                  </a:lnTo>
                  <a:lnTo>
                    <a:pt x="1701" y="143242"/>
                  </a:lnTo>
                  <a:lnTo>
                    <a:pt x="1026" y="148504"/>
                  </a:lnTo>
                  <a:lnTo>
                    <a:pt x="517" y="153785"/>
                  </a:lnTo>
                  <a:lnTo>
                    <a:pt x="176" y="159080"/>
                  </a:lnTo>
                  <a:lnTo>
                    <a:pt x="4" y="164382"/>
                  </a:lnTo>
                  <a:lnTo>
                    <a:pt x="0" y="169688"/>
                  </a:lnTo>
                  <a:lnTo>
                    <a:pt x="164" y="174991"/>
                  </a:lnTo>
                  <a:lnTo>
                    <a:pt x="496" y="180286"/>
                  </a:lnTo>
                  <a:lnTo>
                    <a:pt x="996" y="185568"/>
                  </a:lnTo>
                  <a:lnTo>
                    <a:pt x="1664" y="190831"/>
                  </a:lnTo>
                  <a:lnTo>
                    <a:pt x="2498" y="196070"/>
                  </a:lnTo>
                  <a:lnTo>
                    <a:pt x="3498" y="201281"/>
                  </a:lnTo>
                  <a:lnTo>
                    <a:pt x="4663" y="206457"/>
                  </a:lnTo>
                  <a:lnTo>
                    <a:pt x="5992" y="211593"/>
                  </a:lnTo>
                  <a:lnTo>
                    <a:pt x="7483" y="216685"/>
                  </a:lnTo>
                  <a:lnTo>
                    <a:pt x="9135" y="221726"/>
                  </a:lnTo>
                  <a:lnTo>
                    <a:pt x="10945" y="226713"/>
                  </a:lnTo>
                  <a:lnTo>
                    <a:pt x="12914" y="231640"/>
                  </a:lnTo>
                  <a:lnTo>
                    <a:pt x="15037" y="236502"/>
                  </a:lnTo>
                  <a:lnTo>
                    <a:pt x="17314" y="241294"/>
                  </a:lnTo>
                  <a:lnTo>
                    <a:pt x="19742" y="246011"/>
                  </a:lnTo>
                  <a:lnTo>
                    <a:pt x="22318" y="250649"/>
                  </a:lnTo>
                  <a:lnTo>
                    <a:pt x="25040" y="255203"/>
                  </a:lnTo>
                  <a:lnTo>
                    <a:pt x="27905" y="259668"/>
                  </a:lnTo>
                  <a:lnTo>
                    <a:pt x="30911" y="264040"/>
                  </a:lnTo>
                  <a:lnTo>
                    <a:pt x="34054" y="268315"/>
                  </a:lnTo>
                  <a:lnTo>
                    <a:pt x="37330" y="272487"/>
                  </a:lnTo>
                  <a:lnTo>
                    <a:pt x="40738" y="276554"/>
                  </a:lnTo>
                  <a:lnTo>
                    <a:pt x="44273" y="280510"/>
                  </a:lnTo>
                  <a:lnTo>
                    <a:pt x="47932" y="284352"/>
                  </a:lnTo>
                  <a:lnTo>
                    <a:pt x="51710" y="288076"/>
                  </a:lnTo>
                  <a:lnTo>
                    <a:pt x="55605" y="291679"/>
                  </a:lnTo>
                  <a:lnTo>
                    <a:pt x="59613" y="295156"/>
                  </a:lnTo>
                  <a:lnTo>
                    <a:pt x="63728" y="298504"/>
                  </a:lnTo>
                  <a:lnTo>
                    <a:pt x="67948" y="301719"/>
                  </a:lnTo>
                  <a:lnTo>
                    <a:pt x="72268" y="304799"/>
                  </a:lnTo>
                  <a:lnTo>
                    <a:pt x="76683" y="307741"/>
                  </a:lnTo>
                  <a:lnTo>
                    <a:pt x="81190" y="310541"/>
                  </a:lnTo>
                  <a:lnTo>
                    <a:pt x="85783" y="313196"/>
                  </a:lnTo>
                  <a:lnTo>
                    <a:pt x="90457" y="315705"/>
                  </a:lnTo>
                  <a:lnTo>
                    <a:pt x="95210" y="318064"/>
                  </a:lnTo>
                  <a:lnTo>
                    <a:pt x="100034" y="320271"/>
                  </a:lnTo>
                  <a:lnTo>
                    <a:pt x="104927" y="322323"/>
                  </a:lnTo>
                  <a:lnTo>
                    <a:pt x="109882" y="324220"/>
                  </a:lnTo>
                  <a:lnTo>
                    <a:pt x="114894" y="325958"/>
                  </a:lnTo>
                  <a:lnTo>
                    <a:pt x="119959" y="327536"/>
                  </a:lnTo>
                  <a:lnTo>
                    <a:pt x="125072" y="328953"/>
                  </a:lnTo>
                  <a:lnTo>
                    <a:pt x="130227" y="330206"/>
                  </a:lnTo>
                  <a:lnTo>
                    <a:pt x="135420" y="331296"/>
                  </a:lnTo>
                  <a:lnTo>
                    <a:pt x="140644" y="332220"/>
                  </a:lnTo>
                  <a:lnTo>
                    <a:pt x="145895" y="332978"/>
                  </a:lnTo>
                  <a:lnTo>
                    <a:pt x="151168" y="333569"/>
                  </a:lnTo>
                  <a:lnTo>
                    <a:pt x="156456" y="333992"/>
                  </a:lnTo>
                  <a:lnTo>
                    <a:pt x="161755" y="334247"/>
                  </a:lnTo>
                  <a:lnTo>
                    <a:pt x="167060" y="334334"/>
                  </a:lnTo>
                  <a:lnTo>
                    <a:pt x="172365" y="334253"/>
                  </a:lnTo>
                  <a:lnTo>
                    <a:pt x="177664" y="334003"/>
                  </a:lnTo>
                  <a:lnTo>
                    <a:pt x="182953" y="333586"/>
                  </a:lnTo>
                  <a:lnTo>
                    <a:pt x="188226" y="333000"/>
                  </a:lnTo>
                  <a:lnTo>
                    <a:pt x="193478" y="332248"/>
                  </a:lnTo>
                  <a:lnTo>
                    <a:pt x="198704" y="331329"/>
                  </a:lnTo>
                  <a:lnTo>
                    <a:pt x="203897" y="330245"/>
                  </a:lnTo>
                  <a:lnTo>
                    <a:pt x="209054" y="328997"/>
                  </a:lnTo>
                  <a:lnTo>
                    <a:pt x="214168" y="327585"/>
                  </a:lnTo>
                  <a:lnTo>
                    <a:pt x="219235" y="326013"/>
                  </a:lnTo>
                  <a:lnTo>
                    <a:pt x="224249" y="324280"/>
                  </a:lnTo>
                  <a:lnTo>
                    <a:pt x="229206" y="322389"/>
                  </a:lnTo>
                  <a:lnTo>
                    <a:pt x="234101" y="320341"/>
                  </a:lnTo>
                  <a:lnTo>
                    <a:pt x="238928" y="318139"/>
                  </a:lnTo>
                  <a:lnTo>
                    <a:pt x="243682" y="315785"/>
                  </a:lnTo>
                  <a:lnTo>
                    <a:pt x="248360" y="313282"/>
                  </a:lnTo>
                  <a:lnTo>
                    <a:pt x="252956" y="310631"/>
                  </a:lnTo>
                  <a:lnTo>
                    <a:pt x="257465" y="307836"/>
                  </a:lnTo>
                  <a:lnTo>
                    <a:pt x="261883" y="304899"/>
                  </a:lnTo>
                  <a:lnTo>
                    <a:pt x="266206" y="301823"/>
                  </a:lnTo>
                  <a:lnTo>
                    <a:pt x="270430" y="298612"/>
                  </a:lnTo>
                  <a:lnTo>
                    <a:pt x="274549" y="295269"/>
                  </a:lnTo>
                  <a:lnTo>
                    <a:pt x="278560" y="291796"/>
                  </a:lnTo>
                  <a:lnTo>
                    <a:pt x="282459" y="288198"/>
                  </a:lnTo>
                  <a:lnTo>
                    <a:pt x="286241" y="284477"/>
                  </a:lnTo>
                  <a:lnTo>
                    <a:pt x="289904" y="280639"/>
                  </a:lnTo>
                  <a:lnTo>
                    <a:pt x="293443" y="276687"/>
                  </a:lnTo>
                  <a:lnTo>
                    <a:pt x="296855" y="272624"/>
                  </a:lnTo>
                  <a:lnTo>
                    <a:pt x="300136" y="268455"/>
                  </a:lnTo>
                  <a:lnTo>
                    <a:pt x="303283" y="264183"/>
                  </a:lnTo>
                  <a:lnTo>
                    <a:pt x="306293" y="259815"/>
                  </a:lnTo>
                  <a:lnTo>
                    <a:pt x="309163" y="255352"/>
                  </a:lnTo>
                  <a:lnTo>
                    <a:pt x="311890" y="250801"/>
                  </a:lnTo>
                  <a:lnTo>
                    <a:pt x="314471" y="246166"/>
                  </a:lnTo>
                  <a:lnTo>
                    <a:pt x="316904" y="241451"/>
                  </a:lnTo>
                  <a:lnTo>
                    <a:pt x="319186" y="236662"/>
                  </a:lnTo>
                  <a:lnTo>
                    <a:pt x="321314" y="231802"/>
                  </a:lnTo>
                  <a:lnTo>
                    <a:pt x="323288" y="226877"/>
                  </a:lnTo>
                  <a:lnTo>
                    <a:pt x="325104" y="221892"/>
                  </a:lnTo>
                  <a:lnTo>
                    <a:pt x="326761" y="216852"/>
                  </a:lnTo>
                  <a:lnTo>
                    <a:pt x="328257" y="211762"/>
                  </a:lnTo>
                  <a:lnTo>
                    <a:pt x="329591" y="206627"/>
                  </a:lnTo>
                  <a:lnTo>
                    <a:pt x="330762" y="201453"/>
                  </a:lnTo>
                  <a:lnTo>
                    <a:pt x="331767" y="196243"/>
                  </a:lnTo>
                  <a:lnTo>
                    <a:pt x="332607" y="191005"/>
                  </a:lnTo>
                  <a:lnTo>
                    <a:pt x="333280" y="185742"/>
                  </a:lnTo>
                  <a:lnTo>
                    <a:pt x="333786" y="180461"/>
                  </a:lnTo>
                  <a:lnTo>
                    <a:pt x="334124" y="175166"/>
                  </a:lnTo>
                  <a:lnTo>
                    <a:pt x="334294" y="169864"/>
                  </a:lnTo>
                  <a:lnTo>
                    <a:pt x="334295" y="164558"/>
                  </a:lnTo>
                  <a:lnTo>
                    <a:pt x="334128" y="159255"/>
                  </a:lnTo>
                  <a:lnTo>
                    <a:pt x="333793" y="153961"/>
                  </a:lnTo>
                  <a:lnTo>
                    <a:pt x="333290" y="148679"/>
                  </a:lnTo>
                  <a:lnTo>
                    <a:pt x="332620" y="143416"/>
                  </a:lnTo>
                  <a:lnTo>
                    <a:pt x="331782" y="138177"/>
                  </a:lnTo>
                  <a:lnTo>
                    <a:pt x="330780" y="132967"/>
                  </a:lnTo>
                  <a:lnTo>
                    <a:pt x="329612" y="127792"/>
                  </a:lnTo>
                  <a:lnTo>
                    <a:pt x="328281" y="122656"/>
                  </a:lnTo>
                  <a:lnTo>
                    <a:pt x="326787" y="117565"/>
                  </a:lnTo>
                  <a:lnTo>
                    <a:pt x="325133" y="112525"/>
                  </a:lnTo>
                  <a:lnTo>
                    <a:pt x="323319" y="107539"/>
                  </a:lnTo>
                  <a:lnTo>
                    <a:pt x="321348" y="102613"/>
                  </a:lnTo>
                  <a:lnTo>
                    <a:pt x="319222" y="97752"/>
                  </a:lnTo>
                  <a:lnTo>
                    <a:pt x="316943" y="92961"/>
                  </a:lnTo>
                  <a:lnTo>
                    <a:pt x="314512" y="88245"/>
                  </a:lnTo>
                  <a:lnTo>
                    <a:pt x="311934" y="83609"/>
                  </a:lnTo>
                  <a:lnTo>
                    <a:pt x="309209" y="79056"/>
                  </a:lnTo>
                  <a:lnTo>
                    <a:pt x="306342" y="74592"/>
                  </a:lnTo>
                  <a:lnTo>
                    <a:pt x="303334" y="70222"/>
                  </a:lnTo>
                  <a:lnTo>
                    <a:pt x="300189" y="65949"/>
                  </a:lnTo>
                  <a:lnTo>
                    <a:pt x="296910" y="61778"/>
                  </a:lnTo>
                  <a:lnTo>
                    <a:pt x="293500" y="57714"/>
                  </a:lnTo>
                  <a:lnTo>
                    <a:pt x="289963" y="53759"/>
                  </a:lnTo>
                  <a:lnTo>
                    <a:pt x="286303" y="49919"/>
                  </a:lnTo>
                  <a:lnTo>
                    <a:pt x="282522" y="46197"/>
                  </a:lnTo>
                  <a:lnTo>
                    <a:pt x="278625" y="42597"/>
                  </a:lnTo>
                  <a:lnTo>
                    <a:pt x="274616" y="39122"/>
                  </a:lnTo>
                  <a:lnTo>
                    <a:pt x="270499" y="35776"/>
                  </a:lnTo>
                  <a:lnTo>
                    <a:pt x="266277" y="32562"/>
                  </a:lnTo>
                  <a:lnTo>
                    <a:pt x="261956" y="29485"/>
                  </a:lnTo>
                  <a:lnTo>
                    <a:pt x="257539" y="26545"/>
                  </a:lnTo>
                  <a:lnTo>
                    <a:pt x="253031" y="23748"/>
                  </a:lnTo>
                  <a:lnTo>
                    <a:pt x="248437" y="21095"/>
                  </a:lnTo>
                  <a:lnTo>
                    <a:pt x="243760" y="18589"/>
                  </a:lnTo>
                  <a:lnTo>
                    <a:pt x="239007" y="16232"/>
                  </a:lnTo>
                  <a:lnTo>
                    <a:pt x="234181" y="14028"/>
                  </a:lnTo>
                  <a:lnTo>
                    <a:pt x="229288" y="11978"/>
                  </a:lnTo>
                  <a:lnTo>
                    <a:pt x="224332" y="10084"/>
                  </a:lnTo>
                  <a:lnTo>
                    <a:pt x="219318" y="8349"/>
                  </a:lnTo>
                  <a:lnTo>
                    <a:pt x="214252" y="6773"/>
                  </a:lnTo>
                  <a:lnTo>
                    <a:pt x="209139" y="5359"/>
                  </a:lnTo>
                  <a:lnTo>
                    <a:pt x="203983" y="4108"/>
                  </a:lnTo>
                  <a:lnTo>
                    <a:pt x="198790" y="3021"/>
                  </a:lnTo>
                  <a:lnTo>
                    <a:pt x="193565" y="2100"/>
                  </a:lnTo>
                  <a:lnTo>
                    <a:pt x="188314" y="1345"/>
                  </a:lnTo>
                  <a:lnTo>
                    <a:pt x="183041" y="757"/>
                  </a:lnTo>
                  <a:lnTo>
                    <a:pt x="177752" y="336"/>
                  </a:lnTo>
                  <a:lnTo>
                    <a:pt x="172453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65084" y="2126963"/>
              <a:ext cx="116203" cy="167167"/>
            </a:xfrm>
            <a:custGeom>
              <a:avLst/>
              <a:pathLst>
                <a:path w="116203" h="167167">
                  <a:moveTo>
                    <a:pt x="116203" y="0"/>
                  </a:moveTo>
                  <a:lnTo>
                    <a:pt x="110617" y="93"/>
                  </a:lnTo>
                  <a:lnTo>
                    <a:pt x="105038" y="373"/>
                  </a:lnTo>
                  <a:lnTo>
                    <a:pt x="99472" y="839"/>
                  </a:lnTo>
                  <a:lnTo>
                    <a:pt x="93924" y="1491"/>
                  </a:lnTo>
                  <a:lnTo>
                    <a:pt x="88401" y="2328"/>
                  </a:lnTo>
                  <a:lnTo>
                    <a:pt x="82909" y="3349"/>
                  </a:lnTo>
                  <a:lnTo>
                    <a:pt x="77454" y="4552"/>
                  </a:lnTo>
                  <a:lnTo>
                    <a:pt x="72043" y="5938"/>
                  </a:lnTo>
                  <a:lnTo>
                    <a:pt x="66680" y="7503"/>
                  </a:lnTo>
                  <a:lnTo>
                    <a:pt x="61374" y="9247"/>
                  </a:lnTo>
                  <a:lnTo>
                    <a:pt x="56128" y="11167"/>
                  </a:lnTo>
                  <a:lnTo>
                    <a:pt x="50949" y="13261"/>
                  </a:lnTo>
                  <a:lnTo>
                    <a:pt x="45843" y="15527"/>
                  </a:lnTo>
                  <a:lnTo>
                    <a:pt x="40816" y="17963"/>
                  </a:lnTo>
                  <a:lnTo>
                    <a:pt x="35873" y="20565"/>
                  </a:lnTo>
                  <a:lnTo>
                    <a:pt x="31020" y="23331"/>
                  </a:lnTo>
                  <a:lnTo>
                    <a:pt x="26262" y="26257"/>
                  </a:lnTo>
                  <a:lnTo>
                    <a:pt x="21604" y="29341"/>
                  </a:lnTo>
                  <a:lnTo>
                    <a:pt x="17052" y="32578"/>
                  </a:lnTo>
                  <a:lnTo>
                    <a:pt x="12611" y="35966"/>
                  </a:lnTo>
                  <a:lnTo>
                    <a:pt x="8285" y="39501"/>
                  </a:lnTo>
                  <a:lnTo>
                    <a:pt x="4080" y="43178"/>
                  </a:lnTo>
                  <a:lnTo>
                    <a:pt x="0" y="46993"/>
                  </a:lnTo>
                  <a:lnTo>
                    <a:pt x="11620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14130" y="2127371"/>
              <a:ext cx="334310" cy="333926"/>
            </a:xfrm>
            <a:custGeom>
              <a:avLst/>
              <a:pathLst>
                <a:path w="334310" h="333926">
                  <a:moveTo>
                    <a:pt x="50954" y="46585"/>
                  </a:moveTo>
                  <a:lnTo>
                    <a:pt x="47209" y="50323"/>
                  </a:lnTo>
                  <a:lnTo>
                    <a:pt x="43584" y="54178"/>
                  </a:lnTo>
                  <a:lnTo>
                    <a:pt x="40082" y="58145"/>
                  </a:lnTo>
                  <a:lnTo>
                    <a:pt x="36708" y="62222"/>
                  </a:lnTo>
                  <a:lnTo>
                    <a:pt x="33465" y="66403"/>
                  </a:lnTo>
                  <a:lnTo>
                    <a:pt x="30356" y="70684"/>
                  </a:lnTo>
                  <a:lnTo>
                    <a:pt x="27384" y="75062"/>
                  </a:lnTo>
                  <a:lnTo>
                    <a:pt x="24551" y="79532"/>
                  </a:lnTo>
                  <a:lnTo>
                    <a:pt x="21862" y="84089"/>
                  </a:lnTo>
                  <a:lnTo>
                    <a:pt x="19318" y="88729"/>
                  </a:lnTo>
                  <a:lnTo>
                    <a:pt x="16923" y="93447"/>
                  </a:lnTo>
                  <a:lnTo>
                    <a:pt x="14678" y="98239"/>
                  </a:lnTo>
                  <a:lnTo>
                    <a:pt x="12585" y="103099"/>
                  </a:lnTo>
                  <a:lnTo>
                    <a:pt x="10648" y="108024"/>
                  </a:lnTo>
                  <a:lnTo>
                    <a:pt x="8868" y="113006"/>
                  </a:lnTo>
                  <a:lnTo>
                    <a:pt x="7246" y="118043"/>
                  </a:lnTo>
                  <a:lnTo>
                    <a:pt x="5784" y="123129"/>
                  </a:lnTo>
                  <a:lnTo>
                    <a:pt x="4484" y="128258"/>
                  </a:lnTo>
                  <a:lnTo>
                    <a:pt x="3347" y="133426"/>
                  </a:lnTo>
                  <a:lnTo>
                    <a:pt x="2374" y="138627"/>
                  </a:lnTo>
                  <a:lnTo>
                    <a:pt x="1566" y="143857"/>
                  </a:lnTo>
                  <a:lnTo>
                    <a:pt x="924" y="149109"/>
                  </a:lnTo>
                  <a:lnTo>
                    <a:pt x="449" y="154379"/>
                  </a:lnTo>
                  <a:lnTo>
                    <a:pt x="140" y="159662"/>
                  </a:lnTo>
                  <a:lnTo>
                    <a:pt x="0" y="164952"/>
                  </a:lnTo>
                  <a:lnTo>
                    <a:pt x="26" y="170243"/>
                  </a:lnTo>
                  <a:lnTo>
                    <a:pt x="220" y="175531"/>
                  </a:lnTo>
                  <a:lnTo>
                    <a:pt x="581" y="180810"/>
                  </a:lnTo>
                  <a:lnTo>
                    <a:pt x="1109" y="186075"/>
                  </a:lnTo>
                  <a:lnTo>
                    <a:pt x="1804" y="191321"/>
                  </a:lnTo>
                  <a:lnTo>
                    <a:pt x="2664" y="196542"/>
                  </a:lnTo>
                  <a:lnTo>
                    <a:pt x="3689" y="201733"/>
                  </a:lnTo>
                  <a:lnTo>
                    <a:pt x="4878" y="206890"/>
                  </a:lnTo>
                  <a:lnTo>
                    <a:pt x="6230" y="212006"/>
                  </a:lnTo>
                  <a:lnTo>
                    <a:pt x="7742" y="217076"/>
                  </a:lnTo>
                  <a:lnTo>
                    <a:pt x="9415" y="222097"/>
                  </a:lnTo>
                  <a:lnTo>
                    <a:pt x="11245" y="227061"/>
                  </a:lnTo>
                  <a:lnTo>
                    <a:pt x="13232" y="231966"/>
                  </a:lnTo>
                  <a:lnTo>
                    <a:pt x="15373" y="236805"/>
                  </a:lnTo>
                  <a:lnTo>
                    <a:pt x="17666" y="241574"/>
                  </a:lnTo>
                  <a:lnTo>
                    <a:pt x="20108" y="246268"/>
                  </a:lnTo>
                  <a:lnTo>
                    <a:pt x="22699" y="250882"/>
                  </a:lnTo>
                  <a:lnTo>
                    <a:pt x="25433" y="255412"/>
                  </a:lnTo>
                  <a:lnTo>
                    <a:pt x="28310" y="259853"/>
                  </a:lnTo>
                  <a:lnTo>
                    <a:pt x="31326" y="264201"/>
                  </a:lnTo>
                  <a:lnTo>
                    <a:pt x="34478" y="268451"/>
                  </a:lnTo>
                  <a:lnTo>
                    <a:pt x="37763" y="272600"/>
                  </a:lnTo>
                  <a:lnTo>
                    <a:pt x="41178" y="276642"/>
                  </a:lnTo>
                  <a:lnTo>
                    <a:pt x="44719" y="280574"/>
                  </a:lnTo>
                  <a:lnTo>
                    <a:pt x="48383" y="284392"/>
                  </a:lnTo>
                  <a:lnTo>
                    <a:pt x="52165" y="288092"/>
                  </a:lnTo>
                  <a:lnTo>
                    <a:pt x="56063" y="291671"/>
                  </a:lnTo>
                  <a:lnTo>
                    <a:pt x="60072" y="295125"/>
                  </a:lnTo>
                  <a:lnTo>
                    <a:pt x="64189" y="298450"/>
                  </a:lnTo>
                  <a:lnTo>
                    <a:pt x="68408" y="301643"/>
                  </a:lnTo>
                  <a:lnTo>
                    <a:pt x="72727" y="304700"/>
                  </a:lnTo>
                  <a:lnTo>
                    <a:pt x="77140" y="307620"/>
                  </a:lnTo>
                  <a:lnTo>
                    <a:pt x="81643" y="310399"/>
                  </a:lnTo>
                  <a:lnTo>
                    <a:pt x="86232" y="313033"/>
                  </a:lnTo>
                  <a:lnTo>
                    <a:pt x="90902" y="315521"/>
                  </a:lnTo>
                  <a:lnTo>
                    <a:pt x="95649" y="317860"/>
                  </a:lnTo>
                  <a:lnTo>
                    <a:pt x="100467" y="320048"/>
                  </a:lnTo>
                  <a:lnTo>
                    <a:pt x="105352" y="322082"/>
                  </a:lnTo>
                  <a:lnTo>
                    <a:pt x="110299" y="323960"/>
                  </a:lnTo>
                  <a:lnTo>
                    <a:pt x="115303" y="325681"/>
                  </a:lnTo>
                  <a:lnTo>
                    <a:pt x="120359" y="327242"/>
                  </a:lnTo>
                  <a:lnTo>
                    <a:pt x="125461" y="328643"/>
                  </a:lnTo>
                  <a:lnTo>
                    <a:pt x="130606" y="329882"/>
                  </a:lnTo>
                  <a:lnTo>
                    <a:pt x="135787" y="330957"/>
                  </a:lnTo>
                  <a:lnTo>
                    <a:pt x="141000" y="331867"/>
                  </a:lnTo>
                  <a:lnTo>
                    <a:pt x="146238" y="332612"/>
                  </a:lnTo>
                  <a:lnTo>
                    <a:pt x="151498" y="333191"/>
                  </a:lnTo>
                  <a:lnTo>
                    <a:pt x="156774" y="333604"/>
                  </a:lnTo>
                  <a:lnTo>
                    <a:pt x="162060" y="333849"/>
                  </a:lnTo>
                  <a:lnTo>
                    <a:pt x="167350" y="333926"/>
                  </a:lnTo>
                  <a:lnTo>
                    <a:pt x="172641" y="333836"/>
                  </a:lnTo>
                  <a:lnTo>
                    <a:pt x="177926" y="333579"/>
                  </a:lnTo>
                  <a:lnTo>
                    <a:pt x="183201" y="333155"/>
                  </a:lnTo>
                  <a:lnTo>
                    <a:pt x="188459" y="332564"/>
                  </a:lnTo>
                  <a:lnTo>
                    <a:pt x="193696" y="331806"/>
                  </a:lnTo>
                  <a:lnTo>
                    <a:pt x="198907" y="330884"/>
                  </a:lnTo>
                  <a:lnTo>
                    <a:pt x="204085" y="329797"/>
                  </a:lnTo>
                  <a:lnTo>
                    <a:pt x="209227" y="328546"/>
                  </a:lnTo>
                  <a:lnTo>
                    <a:pt x="214327" y="327134"/>
                  </a:lnTo>
                  <a:lnTo>
                    <a:pt x="219379" y="325560"/>
                  </a:lnTo>
                  <a:lnTo>
                    <a:pt x="224379" y="323828"/>
                  </a:lnTo>
                  <a:lnTo>
                    <a:pt x="229321" y="321938"/>
                  </a:lnTo>
                  <a:lnTo>
                    <a:pt x="234202" y="319893"/>
                  </a:lnTo>
                  <a:lnTo>
                    <a:pt x="239015" y="317694"/>
                  </a:lnTo>
                  <a:lnTo>
                    <a:pt x="243756" y="315344"/>
                  </a:lnTo>
                  <a:lnTo>
                    <a:pt x="248420" y="312846"/>
                  </a:lnTo>
                  <a:lnTo>
                    <a:pt x="253003" y="310200"/>
                  </a:lnTo>
                  <a:lnTo>
                    <a:pt x="257500" y="307412"/>
                  </a:lnTo>
                  <a:lnTo>
                    <a:pt x="261906" y="304482"/>
                  </a:lnTo>
                  <a:lnTo>
                    <a:pt x="266218" y="301414"/>
                  </a:lnTo>
                  <a:lnTo>
                    <a:pt x="270430" y="298211"/>
                  </a:lnTo>
                  <a:lnTo>
                    <a:pt x="274539" y="294877"/>
                  </a:lnTo>
                  <a:lnTo>
                    <a:pt x="278540" y="291414"/>
                  </a:lnTo>
                  <a:lnTo>
                    <a:pt x="282429" y="287826"/>
                  </a:lnTo>
                  <a:lnTo>
                    <a:pt x="286203" y="284117"/>
                  </a:lnTo>
                  <a:lnTo>
                    <a:pt x="289858" y="280291"/>
                  </a:lnTo>
                  <a:lnTo>
                    <a:pt x="293390" y="276350"/>
                  </a:lnTo>
                  <a:lnTo>
                    <a:pt x="296795" y="272300"/>
                  </a:lnTo>
                  <a:lnTo>
                    <a:pt x="300071" y="268144"/>
                  </a:lnTo>
                  <a:lnTo>
                    <a:pt x="303213" y="263887"/>
                  </a:lnTo>
                  <a:lnTo>
                    <a:pt x="306219" y="259532"/>
                  </a:lnTo>
                  <a:lnTo>
                    <a:pt x="309085" y="255084"/>
                  </a:lnTo>
                  <a:lnTo>
                    <a:pt x="311810" y="250548"/>
                  </a:lnTo>
                  <a:lnTo>
                    <a:pt x="314389" y="245928"/>
                  </a:lnTo>
                  <a:lnTo>
                    <a:pt x="316821" y="241228"/>
                  </a:lnTo>
                  <a:lnTo>
                    <a:pt x="319103" y="236454"/>
                  </a:lnTo>
                  <a:lnTo>
                    <a:pt x="321233" y="231610"/>
                  </a:lnTo>
                  <a:lnTo>
                    <a:pt x="323208" y="226701"/>
                  </a:lnTo>
                  <a:lnTo>
                    <a:pt x="325027" y="221732"/>
                  </a:lnTo>
                  <a:lnTo>
                    <a:pt x="326688" y="216708"/>
                  </a:lnTo>
                  <a:lnTo>
                    <a:pt x="328189" y="211633"/>
                  </a:lnTo>
                  <a:lnTo>
                    <a:pt x="329529" y="206514"/>
                  </a:lnTo>
                  <a:lnTo>
                    <a:pt x="330705" y="201355"/>
                  </a:lnTo>
                  <a:lnTo>
                    <a:pt x="331719" y="196162"/>
                  </a:lnTo>
                  <a:lnTo>
                    <a:pt x="332567" y="190939"/>
                  </a:lnTo>
                  <a:lnTo>
                    <a:pt x="333249" y="185691"/>
                  </a:lnTo>
                  <a:lnTo>
                    <a:pt x="333765" y="180425"/>
                  </a:lnTo>
                  <a:lnTo>
                    <a:pt x="334114" y="175145"/>
                  </a:lnTo>
                  <a:lnTo>
                    <a:pt x="334296" y="169857"/>
                  </a:lnTo>
                  <a:lnTo>
                    <a:pt x="334310" y="164565"/>
                  </a:lnTo>
                  <a:lnTo>
                    <a:pt x="334157" y="159276"/>
                  </a:lnTo>
                  <a:lnTo>
                    <a:pt x="333837" y="153994"/>
                  </a:lnTo>
                  <a:lnTo>
                    <a:pt x="333349" y="148725"/>
                  </a:lnTo>
                  <a:lnTo>
                    <a:pt x="332695" y="143474"/>
                  </a:lnTo>
                  <a:lnTo>
                    <a:pt x="331875" y="138246"/>
                  </a:lnTo>
                  <a:lnTo>
                    <a:pt x="330890" y="133047"/>
                  </a:lnTo>
                  <a:lnTo>
                    <a:pt x="329741" y="127882"/>
                  </a:lnTo>
                  <a:lnTo>
                    <a:pt x="328429" y="122756"/>
                  </a:lnTo>
                  <a:lnTo>
                    <a:pt x="326956" y="117674"/>
                  </a:lnTo>
                  <a:lnTo>
                    <a:pt x="325322" y="112641"/>
                  </a:lnTo>
                  <a:lnTo>
                    <a:pt x="323530" y="107662"/>
                  </a:lnTo>
                  <a:lnTo>
                    <a:pt x="321581" y="102742"/>
                  </a:lnTo>
                  <a:lnTo>
                    <a:pt x="319478" y="97887"/>
                  </a:lnTo>
                  <a:lnTo>
                    <a:pt x="317222" y="93100"/>
                  </a:lnTo>
                  <a:lnTo>
                    <a:pt x="314815" y="88388"/>
                  </a:lnTo>
                  <a:lnTo>
                    <a:pt x="312261" y="83754"/>
                  </a:lnTo>
                  <a:lnTo>
                    <a:pt x="309561" y="79203"/>
                  </a:lnTo>
                  <a:lnTo>
                    <a:pt x="306718" y="74739"/>
                  </a:lnTo>
                  <a:lnTo>
                    <a:pt x="303736" y="70368"/>
                  </a:lnTo>
                  <a:lnTo>
                    <a:pt x="300617" y="66094"/>
                  </a:lnTo>
                  <a:lnTo>
                    <a:pt x="297364" y="61920"/>
                  </a:lnTo>
                  <a:lnTo>
                    <a:pt x="293981" y="57852"/>
                  </a:lnTo>
                  <a:lnTo>
                    <a:pt x="290470" y="53892"/>
                  </a:lnTo>
                  <a:lnTo>
                    <a:pt x="286836" y="50046"/>
                  </a:lnTo>
                  <a:lnTo>
                    <a:pt x="283082" y="46317"/>
                  </a:lnTo>
                  <a:lnTo>
                    <a:pt x="279212" y="42708"/>
                  </a:lnTo>
                  <a:lnTo>
                    <a:pt x="275230" y="39224"/>
                  </a:lnTo>
                  <a:lnTo>
                    <a:pt x="271139" y="35867"/>
                  </a:lnTo>
                  <a:lnTo>
                    <a:pt x="266944" y="32642"/>
                  </a:lnTo>
                  <a:lnTo>
                    <a:pt x="262649" y="29551"/>
                  </a:lnTo>
                  <a:lnTo>
                    <a:pt x="258259" y="26597"/>
                  </a:lnTo>
                  <a:lnTo>
                    <a:pt x="253777" y="23784"/>
                  </a:lnTo>
                  <a:lnTo>
                    <a:pt x="249209" y="21114"/>
                  </a:lnTo>
                  <a:lnTo>
                    <a:pt x="244558" y="18590"/>
                  </a:lnTo>
                  <a:lnTo>
                    <a:pt x="239830" y="16214"/>
                  </a:lnTo>
                  <a:lnTo>
                    <a:pt x="235028" y="13990"/>
                  </a:lnTo>
                  <a:lnTo>
                    <a:pt x="230159" y="11918"/>
                  </a:lnTo>
                  <a:lnTo>
                    <a:pt x="225227" y="10002"/>
                  </a:lnTo>
                  <a:lnTo>
                    <a:pt x="220237" y="8242"/>
                  </a:lnTo>
                  <a:lnTo>
                    <a:pt x="215193" y="6642"/>
                  </a:lnTo>
                  <a:lnTo>
                    <a:pt x="210101" y="5202"/>
                  </a:lnTo>
                  <a:lnTo>
                    <a:pt x="204966" y="3923"/>
                  </a:lnTo>
                  <a:lnTo>
                    <a:pt x="199794" y="2808"/>
                  </a:lnTo>
                  <a:lnTo>
                    <a:pt x="194588" y="1858"/>
                  </a:lnTo>
                  <a:lnTo>
                    <a:pt x="189355" y="1072"/>
                  </a:lnTo>
                  <a:lnTo>
                    <a:pt x="184100" y="452"/>
                  </a:lnTo>
                  <a:lnTo>
                    <a:pt x="178828" y="0"/>
                  </a:lnTo>
                  <a:lnTo>
                    <a:pt x="167157" y="1667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11670" cy="167167"/>
            </a:xfrm>
            <a:custGeom>
              <a:avLst/>
              <a:pathLst>
                <a:path w="11670" h="167167">
                  <a:moveTo>
                    <a:pt x="11670" y="40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423598" y="2633064"/>
              <a:ext cx="334307" cy="334334"/>
            </a:xfrm>
            <a:custGeom>
              <a:avLst/>
              <a:pathLst>
                <a:path w="334307" h="334334">
                  <a:moveTo>
                    <a:pt x="167150" y="0"/>
                  </a:moveTo>
                  <a:lnTo>
                    <a:pt x="161851" y="83"/>
                  </a:lnTo>
                  <a:lnTo>
                    <a:pt x="156558" y="335"/>
                  </a:lnTo>
                  <a:lnTo>
                    <a:pt x="151275" y="755"/>
                  </a:lnTo>
                  <a:lnTo>
                    <a:pt x="146009" y="1342"/>
                  </a:lnTo>
                  <a:lnTo>
                    <a:pt x="140763" y="2095"/>
                  </a:lnTo>
                  <a:lnTo>
                    <a:pt x="135544" y="3014"/>
                  </a:lnTo>
                  <a:lnTo>
                    <a:pt x="130357" y="4099"/>
                  </a:lnTo>
                  <a:lnTo>
                    <a:pt x="125207" y="5347"/>
                  </a:lnTo>
                  <a:lnTo>
                    <a:pt x="120099" y="6758"/>
                  </a:lnTo>
                  <a:lnTo>
                    <a:pt x="115038" y="8330"/>
                  </a:lnTo>
                  <a:lnTo>
                    <a:pt x="110029" y="10061"/>
                  </a:lnTo>
                  <a:lnTo>
                    <a:pt x="105078" y="11951"/>
                  </a:lnTo>
                  <a:lnTo>
                    <a:pt x="100190" y="13996"/>
                  </a:lnTo>
                  <a:lnTo>
                    <a:pt x="95368" y="16195"/>
                  </a:lnTo>
                  <a:lnTo>
                    <a:pt x="90619" y="18547"/>
                  </a:lnTo>
                  <a:lnTo>
                    <a:pt x="85947" y="21047"/>
                  </a:lnTo>
                  <a:lnTo>
                    <a:pt x="81356" y="23694"/>
                  </a:lnTo>
                  <a:lnTo>
                    <a:pt x="76852" y="26486"/>
                  </a:lnTo>
                  <a:lnTo>
                    <a:pt x="72438" y="29419"/>
                  </a:lnTo>
                  <a:lnTo>
                    <a:pt x="68119" y="32490"/>
                  </a:lnTo>
                  <a:lnTo>
                    <a:pt x="63900" y="35696"/>
                  </a:lnTo>
                  <a:lnTo>
                    <a:pt x="59785" y="39035"/>
                  </a:lnTo>
                  <a:lnTo>
                    <a:pt x="55778" y="42503"/>
                  </a:lnTo>
                  <a:lnTo>
                    <a:pt x="51882" y="46095"/>
                  </a:lnTo>
                  <a:lnTo>
                    <a:pt x="48103" y="49810"/>
                  </a:lnTo>
                  <a:lnTo>
                    <a:pt x="44443" y="53642"/>
                  </a:lnTo>
                  <a:lnTo>
                    <a:pt x="40906" y="57589"/>
                  </a:lnTo>
                  <a:lnTo>
                    <a:pt x="37496" y="61645"/>
                  </a:lnTo>
                  <a:lnTo>
                    <a:pt x="34217" y="65808"/>
                  </a:lnTo>
                  <a:lnTo>
                    <a:pt x="31071" y="70072"/>
                  </a:lnTo>
                  <a:lnTo>
                    <a:pt x="28061" y="74434"/>
                  </a:lnTo>
                  <a:lnTo>
                    <a:pt x="25192" y="78889"/>
                  </a:lnTo>
                  <a:lnTo>
                    <a:pt x="22465" y="83433"/>
                  </a:lnTo>
                  <a:lnTo>
                    <a:pt x="19884" y="88061"/>
                  </a:lnTo>
                  <a:lnTo>
                    <a:pt x="17450" y="92769"/>
                  </a:lnTo>
                  <a:lnTo>
                    <a:pt x="15168" y="97551"/>
                  </a:lnTo>
                  <a:lnTo>
                    <a:pt x="13037" y="102404"/>
                  </a:lnTo>
                  <a:lnTo>
                    <a:pt x="11062" y="107321"/>
                  </a:lnTo>
                  <a:lnTo>
                    <a:pt x="9243" y="112299"/>
                  </a:lnTo>
                  <a:lnTo>
                    <a:pt x="7584" y="117331"/>
                  </a:lnTo>
                  <a:lnTo>
                    <a:pt x="6084" y="122414"/>
                  </a:lnTo>
                  <a:lnTo>
                    <a:pt x="4747" y="127542"/>
                  </a:lnTo>
                  <a:lnTo>
                    <a:pt x="3572" y="132709"/>
                  </a:lnTo>
                  <a:lnTo>
                    <a:pt x="2562" y="137911"/>
                  </a:lnTo>
                  <a:lnTo>
                    <a:pt x="1718" y="143143"/>
                  </a:lnTo>
                  <a:lnTo>
                    <a:pt x="1039" y="148399"/>
                  </a:lnTo>
                  <a:lnTo>
                    <a:pt x="528" y="153673"/>
                  </a:lnTo>
                  <a:lnTo>
                    <a:pt x="184" y="158961"/>
                  </a:lnTo>
                  <a:lnTo>
                    <a:pt x="8" y="164258"/>
                  </a:lnTo>
                  <a:lnTo>
                    <a:pt x="0" y="169557"/>
                  </a:lnTo>
                  <a:lnTo>
                    <a:pt x="159" y="174854"/>
                  </a:lnTo>
                  <a:lnTo>
                    <a:pt x="487" y="180143"/>
                  </a:lnTo>
                  <a:lnTo>
                    <a:pt x="982" y="185419"/>
                  </a:lnTo>
                  <a:lnTo>
                    <a:pt x="1644" y="190677"/>
                  </a:lnTo>
                  <a:lnTo>
                    <a:pt x="2472" y="195911"/>
                  </a:lnTo>
                  <a:lnTo>
                    <a:pt x="3466" y="201116"/>
                  </a:lnTo>
                  <a:lnTo>
                    <a:pt x="4624" y="206288"/>
                  </a:lnTo>
                  <a:lnTo>
                    <a:pt x="5946" y="211419"/>
                  </a:lnTo>
                  <a:lnTo>
                    <a:pt x="7430" y="216507"/>
                  </a:lnTo>
                  <a:lnTo>
                    <a:pt x="9074" y="221545"/>
                  </a:lnTo>
                  <a:lnTo>
                    <a:pt x="10877" y="226528"/>
                  </a:lnTo>
                  <a:lnTo>
                    <a:pt x="12837" y="231451"/>
                  </a:lnTo>
                  <a:lnTo>
                    <a:pt x="14952" y="236310"/>
                  </a:lnTo>
                  <a:lnTo>
                    <a:pt x="17220" y="241100"/>
                  </a:lnTo>
                  <a:lnTo>
                    <a:pt x="19639" y="245815"/>
                  </a:lnTo>
                  <a:lnTo>
                    <a:pt x="22206" y="250451"/>
                  </a:lnTo>
                  <a:lnTo>
                    <a:pt x="24918" y="255003"/>
                  </a:lnTo>
                  <a:lnTo>
                    <a:pt x="27774" y="259467"/>
                  </a:lnTo>
                  <a:lnTo>
                    <a:pt x="30770" y="263839"/>
                  </a:lnTo>
                  <a:lnTo>
                    <a:pt x="33902" y="268113"/>
                  </a:lnTo>
                  <a:lnTo>
                    <a:pt x="37169" y="272286"/>
                  </a:lnTo>
                  <a:lnTo>
                    <a:pt x="40566" y="276353"/>
                  </a:lnTo>
                  <a:lnTo>
                    <a:pt x="44091" y="280310"/>
                  </a:lnTo>
                  <a:lnTo>
                    <a:pt x="47739" y="284154"/>
                  </a:lnTo>
                  <a:lnTo>
                    <a:pt x="51507" y="287880"/>
                  </a:lnTo>
                  <a:lnTo>
                    <a:pt x="55391" y="291485"/>
                  </a:lnTo>
                  <a:lnTo>
                    <a:pt x="59388" y="294965"/>
                  </a:lnTo>
                  <a:lnTo>
                    <a:pt x="63493" y="298316"/>
                  </a:lnTo>
                  <a:lnTo>
                    <a:pt x="67702" y="301536"/>
                  </a:lnTo>
                  <a:lnTo>
                    <a:pt x="72011" y="304621"/>
                  </a:lnTo>
                  <a:lnTo>
                    <a:pt x="76415" y="307567"/>
                  </a:lnTo>
                  <a:lnTo>
                    <a:pt x="80911" y="310372"/>
                  </a:lnTo>
                  <a:lnTo>
                    <a:pt x="85493" y="313034"/>
                  </a:lnTo>
                  <a:lnTo>
                    <a:pt x="90158" y="315549"/>
                  </a:lnTo>
                  <a:lnTo>
                    <a:pt x="94900" y="317915"/>
                  </a:lnTo>
                  <a:lnTo>
                    <a:pt x="99714" y="320129"/>
                  </a:lnTo>
                  <a:lnTo>
                    <a:pt x="104597" y="322190"/>
                  </a:lnTo>
                  <a:lnTo>
                    <a:pt x="109542" y="324095"/>
                  </a:lnTo>
                  <a:lnTo>
                    <a:pt x="114545" y="325842"/>
                  </a:lnTo>
                  <a:lnTo>
                    <a:pt x="119601" y="327429"/>
                  </a:lnTo>
                  <a:lnTo>
                    <a:pt x="124704" y="328856"/>
                  </a:lnTo>
                  <a:lnTo>
                    <a:pt x="129851" y="330120"/>
                  </a:lnTo>
                  <a:lnTo>
                    <a:pt x="135034" y="331220"/>
                  </a:lnTo>
                  <a:lnTo>
                    <a:pt x="140251" y="332156"/>
                  </a:lnTo>
                  <a:lnTo>
                    <a:pt x="145494" y="332926"/>
                  </a:lnTo>
                  <a:lnTo>
                    <a:pt x="150758" y="333529"/>
                  </a:lnTo>
                  <a:lnTo>
                    <a:pt x="156040" y="333965"/>
                  </a:lnTo>
                  <a:lnTo>
                    <a:pt x="161332" y="334233"/>
                  </a:lnTo>
                  <a:lnTo>
                    <a:pt x="166631" y="334334"/>
                  </a:lnTo>
                  <a:lnTo>
                    <a:pt x="171930" y="334266"/>
                  </a:lnTo>
                  <a:lnTo>
                    <a:pt x="177224" y="334031"/>
                  </a:lnTo>
                  <a:lnTo>
                    <a:pt x="182508" y="333627"/>
                  </a:lnTo>
                  <a:lnTo>
                    <a:pt x="187776" y="333057"/>
                  </a:lnTo>
                  <a:lnTo>
                    <a:pt x="193024" y="332320"/>
                  </a:lnTo>
                  <a:lnTo>
                    <a:pt x="198246" y="331417"/>
                  </a:lnTo>
                  <a:lnTo>
                    <a:pt x="203436" y="330349"/>
                  </a:lnTo>
                  <a:lnTo>
                    <a:pt x="208590" y="329116"/>
                  </a:lnTo>
                  <a:lnTo>
                    <a:pt x="213703" y="327722"/>
                  </a:lnTo>
                  <a:lnTo>
                    <a:pt x="218768" y="326165"/>
                  </a:lnTo>
                  <a:lnTo>
                    <a:pt x="223782" y="324449"/>
                  </a:lnTo>
                  <a:lnTo>
                    <a:pt x="228739" y="322575"/>
                  </a:lnTo>
                  <a:lnTo>
                    <a:pt x="233634" y="320545"/>
                  </a:lnTo>
                  <a:lnTo>
                    <a:pt x="238462" y="318361"/>
                  </a:lnTo>
                  <a:lnTo>
                    <a:pt x="243219" y="316024"/>
                  </a:lnTo>
                  <a:lnTo>
                    <a:pt x="247899" y="313538"/>
                  </a:lnTo>
                  <a:lnTo>
                    <a:pt x="252497" y="310905"/>
                  </a:lnTo>
                  <a:lnTo>
                    <a:pt x="257011" y="308128"/>
                  </a:lnTo>
                  <a:lnTo>
                    <a:pt x="261433" y="305209"/>
                  </a:lnTo>
                  <a:lnTo>
                    <a:pt x="265762" y="302151"/>
                  </a:lnTo>
                  <a:lnTo>
                    <a:pt x="269990" y="298958"/>
                  </a:lnTo>
                  <a:lnTo>
                    <a:pt x="274116" y="295632"/>
                  </a:lnTo>
                  <a:lnTo>
                    <a:pt x="278134" y="292177"/>
                  </a:lnTo>
                  <a:lnTo>
                    <a:pt x="282041" y="288596"/>
                  </a:lnTo>
                  <a:lnTo>
                    <a:pt x="285832" y="284893"/>
                  </a:lnTo>
                  <a:lnTo>
                    <a:pt x="289504" y="281072"/>
                  </a:lnTo>
                  <a:lnTo>
                    <a:pt x="293053" y="277137"/>
                  </a:lnTo>
                  <a:lnTo>
                    <a:pt x="296475" y="273091"/>
                  </a:lnTo>
                  <a:lnTo>
                    <a:pt x="299768" y="268939"/>
                  </a:lnTo>
                  <a:lnTo>
                    <a:pt x="302927" y="264684"/>
                  </a:lnTo>
                  <a:lnTo>
                    <a:pt x="305950" y="260331"/>
                  </a:lnTo>
                  <a:lnTo>
                    <a:pt x="308833" y="255885"/>
                  </a:lnTo>
                  <a:lnTo>
                    <a:pt x="311574" y="251349"/>
                  </a:lnTo>
                  <a:lnTo>
                    <a:pt x="314169" y="246729"/>
                  </a:lnTo>
                  <a:lnTo>
                    <a:pt x="316617" y="242029"/>
                  </a:lnTo>
                  <a:lnTo>
                    <a:pt x="318915" y="237254"/>
                  </a:lnTo>
                  <a:lnTo>
                    <a:pt x="321061" y="232409"/>
                  </a:lnTo>
                  <a:lnTo>
                    <a:pt x="323051" y="227497"/>
                  </a:lnTo>
                  <a:lnTo>
                    <a:pt x="324885" y="222525"/>
                  </a:lnTo>
                  <a:lnTo>
                    <a:pt x="326560" y="217498"/>
                  </a:lnTo>
                  <a:lnTo>
                    <a:pt x="328076" y="212420"/>
                  </a:lnTo>
                  <a:lnTo>
                    <a:pt x="329429" y="207296"/>
                  </a:lnTo>
                  <a:lnTo>
                    <a:pt x="330620" y="202133"/>
                  </a:lnTo>
                  <a:lnTo>
                    <a:pt x="331646" y="196934"/>
                  </a:lnTo>
                  <a:lnTo>
                    <a:pt x="332507" y="191705"/>
                  </a:lnTo>
                  <a:lnTo>
                    <a:pt x="333201" y="186451"/>
                  </a:lnTo>
                  <a:lnTo>
                    <a:pt x="333729" y="181178"/>
                  </a:lnTo>
                  <a:lnTo>
                    <a:pt x="334089" y="175891"/>
                  </a:lnTo>
                  <a:lnTo>
                    <a:pt x="334282" y="170595"/>
                  </a:lnTo>
                  <a:lnTo>
                    <a:pt x="334307" y="165296"/>
                  </a:lnTo>
                  <a:lnTo>
                    <a:pt x="334164" y="159999"/>
                  </a:lnTo>
                  <a:lnTo>
                    <a:pt x="333852" y="154708"/>
                  </a:lnTo>
                  <a:lnTo>
                    <a:pt x="333374" y="149431"/>
                  </a:lnTo>
                  <a:lnTo>
                    <a:pt x="332728" y="144171"/>
                  </a:lnTo>
                  <a:lnTo>
                    <a:pt x="331916" y="138934"/>
                  </a:lnTo>
                  <a:lnTo>
                    <a:pt x="330938" y="133726"/>
                  </a:lnTo>
                  <a:lnTo>
                    <a:pt x="329796" y="128551"/>
                  </a:lnTo>
                  <a:lnTo>
                    <a:pt x="328490" y="123415"/>
                  </a:lnTo>
                  <a:lnTo>
                    <a:pt x="327022" y="118323"/>
                  </a:lnTo>
                  <a:lnTo>
                    <a:pt x="325394" y="113280"/>
                  </a:lnTo>
                  <a:lnTo>
                    <a:pt x="323606" y="108292"/>
                  </a:lnTo>
                  <a:lnTo>
                    <a:pt x="321662" y="103362"/>
                  </a:lnTo>
                  <a:lnTo>
                    <a:pt x="319562" y="98497"/>
                  </a:lnTo>
                  <a:lnTo>
                    <a:pt x="317308" y="93700"/>
                  </a:lnTo>
                  <a:lnTo>
                    <a:pt x="314904" y="88978"/>
                  </a:lnTo>
                  <a:lnTo>
                    <a:pt x="312352" y="84334"/>
                  </a:lnTo>
                  <a:lnTo>
                    <a:pt x="309653" y="79773"/>
                  </a:lnTo>
                  <a:lnTo>
                    <a:pt x="306812" y="7530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708364"/>
              <a:ext cx="139661" cy="91866"/>
            </a:xfrm>
            <a:custGeom>
              <a:avLst/>
              <a:pathLst>
                <a:path w="139661" h="91866">
                  <a:moveTo>
                    <a:pt x="139661" y="0"/>
                  </a:moveTo>
                  <a:lnTo>
                    <a:pt x="0" y="918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708364"/>
              <a:ext cx="139661" cy="91866"/>
            </a:xfrm>
            <a:custGeom>
              <a:avLst/>
              <a:pathLst>
                <a:path w="139661" h="91866">
                  <a:moveTo>
                    <a:pt x="139661" y="0"/>
                  </a:moveTo>
                  <a:lnTo>
                    <a:pt x="0" y="918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708364"/>
              <a:ext cx="139661" cy="91866"/>
            </a:xfrm>
            <a:custGeom>
              <a:avLst/>
              <a:pathLst>
                <a:path w="139661" h="91866">
                  <a:moveTo>
                    <a:pt x="139661" y="0"/>
                  </a:moveTo>
                  <a:lnTo>
                    <a:pt x="0" y="918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08364"/>
              <a:ext cx="139661" cy="91866"/>
            </a:xfrm>
            <a:custGeom>
              <a:avLst/>
              <a:pathLst>
                <a:path w="139661" h="91866">
                  <a:moveTo>
                    <a:pt x="139661" y="0"/>
                  </a:moveTo>
                  <a:lnTo>
                    <a:pt x="0" y="918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08364"/>
              <a:ext cx="139661" cy="91866"/>
            </a:xfrm>
            <a:custGeom>
              <a:avLst/>
              <a:pathLst>
                <a:path w="139661" h="91866">
                  <a:moveTo>
                    <a:pt x="139661" y="0"/>
                  </a:moveTo>
                  <a:lnTo>
                    <a:pt x="0" y="918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08364"/>
              <a:ext cx="139661" cy="91866"/>
            </a:xfrm>
            <a:custGeom>
              <a:avLst/>
              <a:pathLst>
                <a:path w="139661" h="91866">
                  <a:moveTo>
                    <a:pt x="139661" y="0"/>
                  </a:moveTo>
                  <a:lnTo>
                    <a:pt x="0" y="918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08364"/>
              <a:ext cx="139661" cy="91866"/>
            </a:xfrm>
            <a:custGeom>
              <a:avLst/>
              <a:pathLst>
                <a:path w="139661" h="91866">
                  <a:moveTo>
                    <a:pt x="139661" y="0"/>
                  </a:moveTo>
                  <a:lnTo>
                    <a:pt x="0" y="918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08364"/>
              <a:ext cx="139661" cy="91866"/>
            </a:xfrm>
            <a:custGeom>
              <a:avLst/>
              <a:pathLst>
                <a:path w="139661" h="91866">
                  <a:moveTo>
                    <a:pt x="139661" y="0"/>
                  </a:moveTo>
                  <a:lnTo>
                    <a:pt x="0" y="918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08364"/>
              <a:ext cx="139661" cy="91866"/>
            </a:xfrm>
            <a:custGeom>
              <a:avLst/>
              <a:pathLst>
                <a:path w="139661" h="91866">
                  <a:moveTo>
                    <a:pt x="139661" y="0"/>
                  </a:moveTo>
                  <a:lnTo>
                    <a:pt x="0" y="918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08364"/>
              <a:ext cx="139661" cy="91866"/>
            </a:xfrm>
            <a:custGeom>
              <a:avLst/>
              <a:pathLst>
                <a:path w="139661" h="91866">
                  <a:moveTo>
                    <a:pt x="139661" y="0"/>
                  </a:moveTo>
                  <a:lnTo>
                    <a:pt x="0" y="918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08364"/>
              <a:ext cx="139661" cy="91866"/>
            </a:xfrm>
            <a:custGeom>
              <a:avLst/>
              <a:pathLst>
                <a:path w="139661" h="91866">
                  <a:moveTo>
                    <a:pt x="139661" y="0"/>
                  </a:moveTo>
                  <a:lnTo>
                    <a:pt x="0" y="918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08364"/>
              <a:ext cx="139661" cy="91866"/>
            </a:xfrm>
            <a:custGeom>
              <a:avLst/>
              <a:pathLst>
                <a:path w="139661" h="91866">
                  <a:moveTo>
                    <a:pt x="139661" y="0"/>
                  </a:moveTo>
                  <a:lnTo>
                    <a:pt x="0" y="918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08364"/>
              <a:ext cx="139661" cy="91866"/>
            </a:xfrm>
            <a:custGeom>
              <a:avLst/>
              <a:pathLst>
                <a:path w="139661" h="91866">
                  <a:moveTo>
                    <a:pt x="139661" y="0"/>
                  </a:moveTo>
                  <a:lnTo>
                    <a:pt x="0" y="918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8828"/>
              <a:ext cx="139661" cy="161403"/>
            </a:xfrm>
            <a:custGeom>
              <a:avLst/>
              <a:pathLst>
                <a:path w="139661" h="161403">
                  <a:moveTo>
                    <a:pt x="139661" y="69536"/>
                  </a:moveTo>
                  <a:lnTo>
                    <a:pt x="136556" y="64980"/>
                  </a:lnTo>
                  <a:lnTo>
                    <a:pt x="133302" y="60530"/>
                  </a:lnTo>
                  <a:lnTo>
                    <a:pt x="129903" y="56189"/>
                  </a:lnTo>
                  <a:lnTo>
                    <a:pt x="126363" y="51962"/>
                  </a:lnTo>
                  <a:lnTo>
                    <a:pt x="122685" y="47855"/>
                  </a:lnTo>
                  <a:lnTo>
                    <a:pt x="118874" y="43871"/>
                  </a:lnTo>
                  <a:lnTo>
                    <a:pt x="114934" y="40015"/>
                  </a:lnTo>
                  <a:lnTo>
                    <a:pt x="110868" y="36291"/>
                  </a:lnTo>
                  <a:lnTo>
                    <a:pt x="106682" y="32703"/>
                  </a:lnTo>
                  <a:lnTo>
                    <a:pt x="102380" y="29255"/>
                  </a:lnTo>
                  <a:lnTo>
                    <a:pt x="97967" y="25951"/>
                  </a:lnTo>
                  <a:lnTo>
                    <a:pt x="93447" y="22794"/>
                  </a:lnTo>
                  <a:lnTo>
                    <a:pt x="88826" y="19788"/>
                  </a:lnTo>
                  <a:lnTo>
                    <a:pt x="84107" y="16935"/>
                  </a:lnTo>
                  <a:lnTo>
                    <a:pt x="79298" y="14240"/>
                  </a:lnTo>
                  <a:lnTo>
                    <a:pt x="74402" y="11706"/>
                  </a:lnTo>
                  <a:lnTo>
                    <a:pt x="69425" y="9333"/>
                  </a:lnTo>
                  <a:lnTo>
                    <a:pt x="64372" y="7127"/>
                  </a:lnTo>
                  <a:lnTo>
                    <a:pt x="59250" y="5088"/>
                  </a:lnTo>
                  <a:lnTo>
                    <a:pt x="54063" y="3219"/>
                  </a:lnTo>
                  <a:lnTo>
                    <a:pt x="48817" y="1522"/>
                  </a:lnTo>
                  <a:lnTo>
                    <a:pt x="43519" y="0"/>
                  </a:lnTo>
                  <a:lnTo>
                    <a:pt x="0" y="1614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43519" cy="167167"/>
            </a:xfrm>
            <a:custGeom>
              <a:avLst/>
              <a:pathLst>
                <a:path w="43519" h="167167">
                  <a:moveTo>
                    <a:pt x="43519" y="5764"/>
                  </a:moveTo>
                  <a:lnTo>
                    <a:pt x="37417" y="4241"/>
                  </a:lnTo>
                  <a:lnTo>
                    <a:pt x="31262" y="2949"/>
                  </a:lnTo>
                  <a:lnTo>
                    <a:pt x="25063" y="1889"/>
                  </a:lnTo>
                  <a:lnTo>
                    <a:pt x="18828" y="1063"/>
                  </a:lnTo>
                  <a:lnTo>
                    <a:pt x="12567" y="473"/>
                  </a:lnTo>
                  <a:lnTo>
                    <a:pt x="6288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358832" y="3170392"/>
              <a:ext cx="334300" cy="334334"/>
            </a:xfrm>
            <a:custGeom>
              <a:avLst/>
              <a:pathLst>
                <a:path w="334300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5" y="3024"/>
                  </a:lnTo>
                  <a:lnTo>
                    <a:pt x="130300" y="4111"/>
                  </a:lnTo>
                  <a:lnTo>
                    <a:pt x="125143" y="5363"/>
                  </a:lnTo>
                  <a:lnTo>
                    <a:pt x="120028" y="6778"/>
                  </a:lnTo>
                  <a:lnTo>
                    <a:pt x="114960" y="8355"/>
                  </a:lnTo>
                  <a:lnTo>
                    <a:pt x="109945" y="10091"/>
                  </a:lnTo>
                  <a:lnTo>
                    <a:pt x="104987" y="11986"/>
                  </a:lnTo>
                  <a:lnTo>
                    <a:pt x="100093" y="14038"/>
                  </a:lnTo>
                  <a:lnTo>
                    <a:pt x="95265" y="16244"/>
                  </a:lnTo>
                  <a:lnTo>
                    <a:pt x="90511" y="18602"/>
                  </a:lnTo>
                  <a:lnTo>
                    <a:pt x="85833" y="21109"/>
                  </a:lnTo>
                  <a:lnTo>
                    <a:pt x="81238" y="23764"/>
                  </a:lnTo>
                  <a:lnTo>
                    <a:pt x="76729" y="26564"/>
                  </a:lnTo>
                  <a:lnTo>
                    <a:pt x="72311" y="29505"/>
                  </a:lnTo>
                  <a:lnTo>
                    <a:pt x="67989" y="32585"/>
                  </a:lnTo>
                  <a:lnTo>
                    <a:pt x="63766" y="35800"/>
                  </a:lnTo>
                  <a:lnTo>
                    <a:pt x="59648" y="39148"/>
                  </a:lnTo>
                  <a:lnTo>
                    <a:pt x="55639" y="42625"/>
                  </a:lnTo>
                  <a:lnTo>
                    <a:pt x="51741" y="46228"/>
                  </a:lnTo>
                  <a:lnTo>
                    <a:pt x="47960" y="49952"/>
                  </a:lnTo>
                  <a:lnTo>
                    <a:pt x="44300" y="53795"/>
                  </a:lnTo>
                  <a:lnTo>
                    <a:pt x="40763" y="57752"/>
                  </a:lnTo>
                  <a:lnTo>
                    <a:pt x="37353" y="61819"/>
                  </a:lnTo>
                  <a:lnTo>
                    <a:pt x="34074" y="65992"/>
                  </a:lnTo>
                  <a:lnTo>
                    <a:pt x="30930" y="70268"/>
                  </a:lnTo>
                  <a:lnTo>
                    <a:pt x="27922" y="74641"/>
                  </a:lnTo>
                  <a:lnTo>
                    <a:pt x="25055" y="79107"/>
                  </a:lnTo>
                  <a:lnTo>
                    <a:pt x="22331" y="83662"/>
                  </a:lnTo>
                  <a:lnTo>
                    <a:pt x="19754" y="88301"/>
                  </a:lnTo>
                  <a:lnTo>
                    <a:pt x="17324" y="93020"/>
                  </a:lnTo>
                  <a:lnTo>
                    <a:pt x="15046" y="97813"/>
                  </a:lnTo>
                  <a:lnTo>
                    <a:pt x="12921" y="102677"/>
                  </a:lnTo>
                  <a:lnTo>
                    <a:pt x="10952" y="107605"/>
                  </a:lnTo>
                  <a:lnTo>
                    <a:pt x="9140" y="112593"/>
                  </a:lnTo>
                  <a:lnTo>
                    <a:pt x="7487" y="117637"/>
                  </a:lnTo>
                  <a:lnTo>
                    <a:pt x="5995" y="122730"/>
                  </a:lnTo>
                  <a:lnTo>
                    <a:pt x="4666" y="127868"/>
                  </a:lnTo>
                  <a:lnTo>
                    <a:pt x="3500" y="133046"/>
                  </a:lnTo>
                  <a:lnTo>
                    <a:pt x="2499" y="138258"/>
                  </a:lnTo>
                  <a:lnTo>
                    <a:pt x="1664" y="143499"/>
                  </a:lnTo>
                  <a:lnTo>
                    <a:pt x="997" y="148764"/>
                  </a:lnTo>
                  <a:lnTo>
                    <a:pt x="496" y="154048"/>
                  </a:lnTo>
                  <a:lnTo>
                    <a:pt x="164" y="159345"/>
                  </a:lnTo>
                  <a:lnTo>
                    <a:pt x="0" y="164650"/>
                  </a:lnTo>
                  <a:lnTo>
                    <a:pt x="4" y="169957"/>
                  </a:lnTo>
                  <a:lnTo>
                    <a:pt x="177" y="175261"/>
                  </a:lnTo>
                  <a:lnTo>
                    <a:pt x="518" y="180558"/>
                  </a:lnTo>
                  <a:lnTo>
                    <a:pt x="1027" y="185840"/>
                  </a:lnTo>
                  <a:lnTo>
                    <a:pt x="1703" y="191104"/>
                  </a:lnTo>
                  <a:lnTo>
                    <a:pt x="2547" y="196344"/>
                  </a:lnTo>
                  <a:lnTo>
                    <a:pt x="3556" y="201555"/>
                  </a:lnTo>
                  <a:lnTo>
                    <a:pt x="4730" y="206731"/>
                  </a:lnTo>
                  <a:lnTo>
                    <a:pt x="6068" y="211867"/>
                  </a:lnTo>
                  <a:lnTo>
                    <a:pt x="7568" y="216957"/>
                  </a:lnTo>
                  <a:lnTo>
                    <a:pt x="9229" y="221998"/>
                  </a:lnTo>
                  <a:lnTo>
                    <a:pt x="11049" y="226984"/>
                  </a:lnTo>
                  <a:lnTo>
                    <a:pt x="13026" y="231909"/>
                  </a:lnTo>
                  <a:lnTo>
                    <a:pt x="15159" y="236769"/>
                  </a:lnTo>
                  <a:lnTo>
                    <a:pt x="17445" y="241558"/>
                  </a:lnTo>
                  <a:lnTo>
                    <a:pt x="19882" y="246273"/>
                  </a:lnTo>
                  <a:lnTo>
                    <a:pt x="22468" y="250908"/>
                  </a:lnTo>
                  <a:lnTo>
                    <a:pt x="25199" y="255459"/>
                  </a:lnTo>
                  <a:lnTo>
                    <a:pt x="28073" y="259920"/>
                  </a:lnTo>
                  <a:lnTo>
                    <a:pt x="31088" y="264288"/>
                  </a:lnTo>
                  <a:lnTo>
                    <a:pt x="34239" y="268558"/>
                  </a:lnTo>
                  <a:lnTo>
                    <a:pt x="37525" y="272726"/>
                  </a:lnTo>
                  <a:lnTo>
                    <a:pt x="40941" y="276788"/>
                  </a:lnTo>
                  <a:lnTo>
                    <a:pt x="44485" y="280739"/>
                  </a:lnTo>
                  <a:lnTo>
                    <a:pt x="48152" y="284576"/>
                  </a:lnTo>
                  <a:lnTo>
                    <a:pt x="51939" y="288294"/>
                  </a:lnTo>
                  <a:lnTo>
                    <a:pt x="55842" y="291890"/>
                  </a:lnTo>
                  <a:lnTo>
                    <a:pt x="59857" y="295361"/>
                  </a:lnTo>
                  <a:lnTo>
                    <a:pt x="63981" y="298702"/>
                  </a:lnTo>
                  <a:lnTo>
                    <a:pt x="68208" y="301911"/>
                  </a:lnTo>
                  <a:lnTo>
                    <a:pt x="72535" y="304984"/>
                  </a:lnTo>
                  <a:lnTo>
                    <a:pt x="76958" y="307918"/>
                  </a:lnTo>
                  <a:lnTo>
                    <a:pt x="81472" y="310710"/>
                  </a:lnTo>
                  <a:lnTo>
                    <a:pt x="86071" y="313357"/>
                  </a:lnTo>
                  <a:lnTo>
                    <a:pt x="90753" y="315857"/>
                  </a:lnTo>
                  <a:lnTo>
                    <a:pt x="95512" y="318207"/>
                  </a:lnTo>
                  <a:lnTo>
                    <a:pt x="100342" y="320405"/>
                  </a:lnTo>
                  <a:lnTo>
                    <a:pt x="105240" y="322449"/>
                  </a:lnTo>
                  <a:lnTo>
                    <a:pt x="110201" y="324336"/>
                  </a:lnTo>
                  <a:lnTo>
                    <a:pt x="115219" y="326064"/>
                  </a:lnTo>
                  <a:lnTo>
                    <a:pt x="120289" y="327633"/>
                  </a:lnTo>
                  <a:lnTo>
                    <a:pt x="125407" y="329039"/>
                  </a:lnTo>
                  <a:lnTo>
                    <a:pt x="130566" y="330283"/>
                  </a:lnTo>
                  <a:lnTo>
                    <a:pt x="135763" y="331362"/>
                  </a:lnTo>
                  <a:lnTo>
                    <a:pt x="140991" y="332275"/>
                  </a:lnTo>
                  <a:lnTo>
                    <a:pt x="146245" y="333022"/>
                  </a:lnTo>
                  <a:lnTo>
                    <a:pt x="151521" y="333602"/>
                  </a:lnTo>
                  <a:lnTo>
                    <a:pt x="156812" y="334015"/>
                  </a:lnTo>
                  <a:lnTo>
                    <a:pt x="162114" y="334259"/>
                  </a:lnTo>
                  <a:lnTo>
                    <a:pt x="167420" y="334334"/>
                  </a:lnTo>
                  <a:lnTo>
                    <a:pt x="172727" y="334241"/>
                  </a:lnTo>
                  <a:lnTo>
                    <a:pt x="178028" y="333980"/>
                  </a:lnTo>
                  <a:lnTo>
                    <a:pt x="183318" y="333551"/>
                  </a:lnTo>
                  <a:lnTo>
                    <a:pt x="188591" y="332953"/>
                  </a:lnTo>
                  <a:lnTo>
                    <a:pt x="193843" y="332189"/>
                  </a:lnTo>
                  <a:lnTo>
                    <a:pt x="199068" y="331259"/>
                  </a:lnTo>
                  <a:lnTo>
                    <a:pt x="204261" y="330163"/>
                  </a:lnTo>
                  <a:lnTo>
                    <a:pt x="209417" y="328902"/>
                  </a:lnTo>
                  <a:lnTo>
                    <a:pt x="214530" y="327479"/>
                  </a:lnTo>
                  <a:lnTo>
                    <a:pt x="219595" y="325894"/>
                  </a:lnTo>
                  <a:lnTo>
                    <a:pt x="224607" y="324149"/>
                  </a:lnTo>
                  <a:lnTo>
                    <a:pt x="229561" y="322246"/>
                  </a:lnTo>
                  <a:lnTo>
                    <a:pt x="234453" y="320187"/>
                  </a:lnTo>
                  <a:lnTo>
                    <a:pt x="239276" y="317973"/>
                  </a:lnTo>
                  <a:lnTo>
                    <a:pt x="244027" y="315607"/>
                  </a:lnTo>
                  <a:lnTo>
                    <a:pt x="248701" y="313092"/>
                  </a:lnTo>
                  <a:lnTo>
                    <a:pt x="253292" y="310430"/>
                  </a:lnTo>
                  <a:lnTo>
                    <a:pt x="257796" y="307623"/>
                  </a:lnTo>
                  <a:lnTo>
                    <a:pt x="262209" y="304674"/>
                  </a:lnTo>
                  <a:lnTo>
                    <a:pt x="266526" y="301587"/>
                  </a:lnTo>
                  <a:lnTo>
                    <a:pt x="270743" y="298365"/>
                  </a:lnTo>
                  <a:lnTo>
                    <a:pt x="274856" y="295010"/>
                  </a:lnTo>
                  <a:lnTo>
                    <a:pt x="278860" y="291527"/>
                  </a:lnTo>
                  <a:lnTo>
                    <a:pt x="282752" y="287918"/>
                  </a:lnTo>
                  <a:lnTo>
                    <a:pt x="286526" y="284187"/>
                  </a:lnTo>
                  <a:lnTo>
                    <a:pt x="290181" y="280339"/>
                  </a:lnTo>
                  <a:lnTo>
                    <a:pt x="293712" y="276376"/>
                  </a:lnTo>
                  <a:lnTo>
                    <a:pt x="297115" y="272303"/>
                  </a:lnTo>
                  <a:lnTo>
                    <a:pt x="300387" y="268125"/>
                  </a:lnTo>
                  <a:lnTo>
                    <a:pt x="303524" y="263844"/>
                  </a:lnTo>
                  <a:lnTo>
                    <a:pt x="306524" y="259466"/>
                  </a:lnTo>
                  <a:lnTo>
                    <a:pt x="309384" y="254995"/>
                  </a:lnTo>
                  <a:lnTo>
                    <a:pt x="312101" y="250436"/>
                  </a:lnTo>
                  <a:lnTo>
                    <a:pt x="314671" y="245792"/>
                  </a:lnTo>
                  <a:lnTo>
                    <a:pt x="317092" y="241070"/>
                  </a:lnTo>
                  <a:lnTo>
                    <a:pt x="319363" y="236273"/>
                  </a:lnTo>
                  <a:lnTo>
                    <a:pt x="321480" y="231406"/>
                  </a:lnTo>
                  <a:lnTo>
                    <a:pt x="323441" y="226474"/>
                  </a:lnTo>
                  <a:lnTo>
                    <a:pt x="325245" y="221483"/>
                  </a:lnTo>
                  <a:lnTo>
                    <a:pt x="326890" y="216437"/>
                  </a:lnTo>
                  <a:lnTo>
                    <a:pt x="328373" y="211341"/>
                  </a:lnTo>
                  <a:lnTo>
                    <a:pt x="329694" y="206201"/>
                  </a:lnTo>
                  <a:lnTo>
                    <a:pt x="330851" y="201021"/>
                  </a:lnTo>
                  <a:lnTo>
                    <a:pt x="331844" y="195808"/>
                  </a:lnTo>
                  <a:lnTo>
                    <a:pt x="332670" y="190565"/>
                  </a:lnTo>
                  <a:lnTo>
                    <a:pt x="333329" y="185299"/>
                  </a:lnTo>
                  <a:lnTo>
                    <a:pt x="333821" y="180014"/>
                  </a:lnTo>
                  <a:lnTo>
                    <a:pt x="334145" y="174717"/>
                  </a:lnTo>
                  <a:lnTo>
                    <a:pt x="334300" y="169412"/>
                  </a:lnTo>
                  <a:lnTo>
                    <a:pt x="334287" y="164105"/>
                  </a:lnTo>
                  <a:lnTo>
                    <a:pt x="334106" y="158800"/>
                  </a:lnTo>
                  <a:lnTo>
                    <a:pt x="333756" y="153505"/>
                  </a:lnTo>
                  <a:lnTo>
                    <a:pt x="333239" y="148223"/>
                  </a:lnTo>
                  <a:lnTo>
                    <a:pt x="332553" y="142960"/>
                  </a:lnTo>
                  <a:lnTo>
                    <a:pt x="331702" y="137721"/>
                  </a:lnTo>
                  <a:lnTo>
                    <a:pt x="330684" y="132512"/>
                  </a:lnTo>
                  <a:lnTo>
                    <a:pt x="329501" y="127339"/>
                  </a:lnTo>
                  <a:lnTo>
                    <a:pt x="328155" y="122205"/>
                  </a:lnTo>
                  <a:lnTo>
                    <a:pt x="326647" y="117116"/>
                  </a:lnTo>
                  <a:lnTo>
                    <a:pt x="324978" y="112078"/>
                  </a:lnTo>
                  <a:lnTo>
                    <a:pt x="323149" y="107096"/>
                  </a:lnTo>
                  <a:lnTo>
                    <a:pt x="321164" y="102174"/>
                  </a:lnTo>
                  <a:lnTo>
                    <a:pt x="319023" y="97318"/>
                  </a:lnTo>
                  <a:lnTo>
                    <a:pt x="316729" y="92532"/>
                  </a:lnTo>
                  <a:lnTo>
                    <a:pt x="314285" y="87821"/>
                  </a:lnTo>
                  <a:lnTo>
                    <a:pt x="311692" y="83190"/>
                  </a:lnTo>
                  <a:lnTo>
                    <a:pt x="308953" y="78644"/>
                  </a:lnTo>
                  <a:lnTo>
                    <a:pt x="306071" y="74187"/>
                  </a:lnTo>
                  <a:lnTo>
                    <a:pt x="303050" y="69824"/>
                  </a:lnTo>
                  <a:lnTo>
                    <a:pt x="299891" y="65559"/>
                  </a:lnTo>
                  <a:lnTo>
                    <a:pt x="296599" y="61396"/>
                  </a:lnTo>
                  <a:lnTo>
                    <a:pt x="293176" y="57340"/>
                  </a:lnTo>
                  <a:lnTo>
                    <a:pt x="289626" y="53395"/>
                  </a:lnTo>
                  <a:lnTo>
                    <a:pt x="285953" y="49564"/>
                  </a:lnTo>
                  <a:lnTo>
                    <a:pt x="282160" y="45852"/>
                  </a:lnTo>
                  <a:lnTo>
                    <a:pt x="278251" y="42262"/>
                  </a:lnTo>
                  <a:lnTo>
                    <a:pt x="274230" y="38798"/>
                  </a:lnTo>
                  <a:lnTo>
                    <a:pt x="270101" y="35464"/>
                  </a:lnTo>
                  <a:lnTo>
                    <a:pt x="265868" y="32262"/>
                  </a:lnTo>
                  <a:lnTo>
                    <a:pt x="261536" y="29196"/>
                  </a:lnTo>
                  <a:lnTo>
                    <a:pt x="257108" y="26270"/>
                  </a:lnTo>
                  <a:lnTo>
                    <a:pt x="252590" y="23485"/>
                  </a:lnTo>
                  <a:lnTo>
                    <a:pt x="247986" y="20845"/>
                  </a:lnTo>
                  <a:lnTo>
                    <a:pt x="243300" y="18352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85609"/>
              <a:ext cx="76152" cy="151950"/>
            </a:xfrm>
            <a:custGeom>
              <a:avLst/>
              <a:pathLst>
                <a:path w="76152" h="151950">
                  <a:moveTo>
                    <a:pt x="76152" y="3135"/>
                  </a:moveTo>
                  <a:lnTo>
                    <a:pt x="69685" y="0"/>
                  </a:lnTo>
                  <a:lnTo>
                    <a:pt x="0" y="1519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69685" cy="167167"/>
            </a:xfrm>
            <a:custGeom>
              <a:avLst/>
              <a:pathLst>
                <a:path w="69685" h="167167">
                  <a:moveTo>
                    <a:pt x="69685" y="15217"/>
                  </a:moveTo>
                  <a:lnTo>
                    <a:pt x="64196" y="12818"/>
                  </a:lnTo>
                  <a:lnTo>
                    <a:pt x="58626" y="10617"/>
                  </a:lnTo>
                  <a:lnTo>
                    <a:pt x="52980" y="8617"/>
                  </a:lnTo>
                  <a:lnTo>
                    <a:pt x="47266" y="6821"/>
                  </a:lnTo>
                  <a:lnTo>
                    <a:pt x="41491" y="5231"/>
                  </a:lnTo>
                  <a:lnTo>
                    <a:pt x="35663" y="3848"/>
                  </a:lnTo>
                  <a:lnTo>
                    <a:pt x="29789" y="2675"/>
                  </a:lnTo>
                  <a:lnTo>
                    <a:pt x="23877" y="1714"/>
                  </a:lnTo>
                  <a:lnTo>
                    <a:pt x="17935" y="964"/>
                  </a:lnTo>
                  <a:lnTo>
                    <a:pt x="11969" y="429"/>
                  </a:lnTo>
                  <a:lnTo>
                    <a:pt x="5988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423592" y="3707720"/>
              <a:ext cx="334322" cy="334329"/>
            </a:xfrm>
            <a:custGeom>
              <a:avLst/>
              <a:pathLst>
                <a:path w="334322" h="334329">
                  <a:moveTo>
                    <a:pt x="167155" y="0"/>
                  </a:moveTo>
                  <a:lnTo>
                    <a:pt x="161865" y="83"/>
                  </a:lnTo>
                  <a:lnTo>
                    <a:pt x="156580" y="334"/>
                  </a:lnTo>
                  <a:lnTo>
                    <a:pt x="151306" y="753"/>
                  </a:lnTo>
                  <a:lnTo>
                    <a:pt x="146047" y="1338"/>
                  </a:lnTo>
                  <a:lnTo>
                    <a:pt x="140810" y="2089"/>
                  </a:lnTo>
                  <a:lnTo>
                    <a:pt x="135599" y="3005"/>
                  </a:lnTo>
                  <a:lnTo>
                    <a:pt x="130420" y="4086"/>
                  </a:lnTo>
                  <a:lnTo>
                    <a:pt x="125277" y="5330"/>
                  </a:lnTo>
                  <a:lnTo>
                    <a:pt x="120176" y="6736"/>
                  </a:lnTo>
                  <a:lnTo>
                    <a:pt x="115123" y="8304"/>
                  </a:lnTo>
                  <a:lnTo>
                    <a:pt x="110121" y="10030"/>
                  </a:lnTo>
                  <a:lnTo>
                    <a:pt x="105177" y="11913"/>
                  </a:lnTo>
                  <a:lnTo>
                    <a:pt x="100295" y="13953"/>
                  </a:lnTo>
                  <a:lnTo>
                    <a:pt x="95480" y="16145"/>
                  </a:lnTo>
                  <a:lnTo>
                    <a:pt x="90736" y="18489"/>
                  </a:lnTo>
                  <a:lnTo>
                    <a:pt x="86069" y="20982"/>
                  </a:lnTo>
                  <a:lnTo>
                    <a:pt x="81484" y="23621"/>
                  </a:lnTo>
                  <a:lnTo>
                    <a:pt x="76984" y="26404"/>
                  </a:lnTo>
                  <a:lnTo>
                    <a:pt x="72575" y="29329"/>
                  </a:lnTo>
                  <a:lnTo>
                    <a:pt x="68260" y="32391"/>
                  </a:lnTo>
                  <a:lnTo>
                    <a:pt x="64044" y="35588"/>
                  </a:lnTo>
                  <a:lnTo>
                    <a:pt x="59932" y="38917"/>
                  </a:lnTo>
                  <a:lnTo>
                    <a:pt x="55927" y="42374"/>
                  </a:lnTo>
                  <a:lnTo>
                    <a:pt x="52033" y="45957"/>
                  </a:lnTo>
                  <a:lnTo>
                    <a:pt x="48255" y="49661"/>
                  </a:lnTo>
                  <a:lnTo>
                    <a:pt x="44596" y="53483"/>
                  </a:lnTo>
                  <a:lnTo>
                    <a:pt x="41060" y="57418"/>
                  </a:lnTo>
                  <a:lnTo>
                    <a:pt x="37650" y="61463"/>
                  </a:lnTo>
                  <a:lnTo>
                    <a:pt x="34369" y="65615"/>
                  </a:lnTo>
                  <a:lnTo>
                    <a:pt x="31222" y="69868"/>
                  </a:lnTo>
                  <a:lnTo>
                    <a:pt x="28211" y="74218"/>
                  </a:lnTo>
                  <a:lnTo>
                    <a:pt x="25339" y="78662"/>
                  </a:lnTo>
                  <a:lnTo>
                    <a:pt x="22609" y="83194"/>
                  </a:lnTo>
                  <a:lnTo>
                    <a:pt x="20024" y="87811"/>
                  </a:lnTo>
                  <a:lnTo>
                    <a:pt x="17587" y="92507"/>
                  </a:lnTo>
                  <a:lnTo>
                    <a:pt x="15299" y="97278"/>
                  </a:lnTo>
                  <a:lnTo>
                    <a:pt x="13163" y="102118"/>
                  </a:lnTo>
                  <a:lnTo>
                    <a:pt x="11182" y="107024"/>
                  </a:lnTo>
                  <a:lnTo>
                    <a:pt x="9356" y="111990"/>
                  </a:lnTo>
                  <a:lnTo>
                    <a:pt x="7689" y="117012"/>
                  </a:lnTo>
                  <a:lnTo>
                    <a:pt x="6182" y="122083"/>
                  </a:lnTo>
                  <a:lnTo>
                    <a:pt x="4836" y="127200"/>
                  </a:lnTo>
                  <a:lnTo>
                    <a:pt x="3652" y="132357"/>
                  </a:lnTo>
                  <a:lnTo>
                    <a:pt x="2633" y="137549"/>
                  </a:lnTo>
                  <a:lnTo>
                    <a:pt x="1778" y="142770"/>
                  </a:lnTo>
                  <a:lnTo>
                    <a:pt x="1088" y="148016"/>
                  </a:lnTo>
                  <a:lnTo>
                    <a:pt x="566" y="153281"/>
                  </a:lnTo>
                  <a:lnTo>
                    <a:pt x="210" y="158560"/>
                  </a:lnTo>
                  <a:lnTo>
                    <a:pt x="21" y="163848"/>
                  </a:lnTo>
                  <a:lnTo>
                    <a:pt x="0" y="169139"/>
                  </a:lnTo>
                  <a:lnTo>
                    <a:pt x="146" y="174428"/>
                  </a:lnTo>
                  <a:lnTo>
                    <a:pt x="459" y="179709"/>
                  </a:lnTo>
                  <a:lnTo>
                    <a:pt x="939" y="184978"/>
                  </a:lnTo>
                  <a:lnTo>
                    <a:pt x="1586" y="190229"/>
                  </a:lnTo>
                  <a:lnTo>
                    <a:pt x="2399" y="195458"/>
                  </a:lnTo>
                  <a:lnTo>
                    <a:pt x="3377" y="200657"/>
                  </a:lnTo>
                  <a:lnTo>
                    <a:pt x="4519" y="205824"/>
                  </a:lnTo>
                  <a:lnTo>
                    <a:pt x="5824" y="210951"/>
                  </a:lnTo>
                  <a:lnTo>
                    <a:pt x="7290" y="216035"/>
                  </a:lnTo>
                  <a:lnTo>
                    <a:pt x="8917" y="221070"/>
                  </a:lnTo>
                  <a:lnTo>
                    <a:pt x="10702" y="226050"/>
                  </a:lnTo>
                  <a:lnTo>
                    <a:pt x="12644" y="230972"/>
                  </a:lnTo>
                  <a:lnTo>
                    <a:pt x="14740" y="235830"/>
                  </a:lnTo>
                  <a:lnTo>
                    <a:pt x="16989" y="240619"/>
                  </a:lnTo>
                  <a:lnTo>
                    <a:pt x="19389" y="245334"/>
                  </a:lnTo>
                  <a:lnTo>
                    <a:pt x="21937" y="249971"/>
                  </a:lnTo>
                  <a:lnTo>
                    <a:pt x="24630" y="254526"/>
                  </a:lnTo>
                  <a:lnTo>
                    <a:pt x="27466" y="258992"/>
                  </a:lnTo>
                  <a:lnTo>
                    <a:pt x="30442" y="263367"/>
                  </a:lnTo>
                  <a:lnTo>
                    <a:pt x="33555" y="267645"/>
                  </a:lnTo>
                  <a:lnTo>
                    <a:pt x="36802" y="271823"/>
                  </a:lnTo>
                  <a:lnTo>
                    <a:pt x="40179" y="275896"/>
                  </a:lnTo>
                  <a:lnTo>
                    <a:pt x="43683" y="279860"/>
                  </a:lnTo>
                  <a:lnTo>
                    <a:pt x="47312" y="283711"/>
                  </a:lnTo>
                  <a:lnTo>
                    <a:pt x="51060" y="287445"/>
                  </a:lnTo>
                  <a:lnTo>
                    <a:pt x="54924" y="291059"/>
                  </a:lnTo>
                  <a:lnTo>
                    <a:pt x="58901" y="294548"/>
                  </a:lnTo>
                  <a:lnTo>
                    <a:pt x="62987" y="297910"/>
                  </a:lnTo>
                  <a:lnTo>
                    <a:pt x="67176" y="301141"/>
                  </a:lnTo>
                  <a:lnTo>
                    <a:pt x="71466" y="304238"/>
                  </a:lnTo>
                  <a:lnTo>
                    <a:pt x="75852" y="307198"/>
                  </a:lnTo>
                  <a:lnTo>
                    <a:pt x="80329" y="310017"/>
                  </a:lnTo>
                  <a:lnTo>
                    <a:pt x="84894" y="312693"/>
                  </a:lnTo>
                  <a:lnTo>
                    <a:pt x="89540" y="315224"/>
                  </a:lnTo>
                  <a:lnTo>
                    <a:pt x="94265" y="317606"/>
                  </a:lnTo>
                  <a:lnTo>
                    <a:pt x="99062" y="319837"/>
                  </a:lnTo>
                  <a:lnTo>
                    <a:pt x="103927" y="321916"/>
                  </a:lnTo>
                  <a:lnTo>
                    <a:pt x="108856" y="323839"/>
                  </a:lnTo>
                  <a:lnTo>
                    <a:pt x="113844" y="325606"/>
                  </a:lnTo>
                  <a:lnTo>
                    <a:pt x="118884" y="327213"/>
                  </a:lnTo>
                  <a:lnTo>
                    <a:pt x="123974" y="328661"/>
                  </a:lnTo>
                  <a:lnTo>
                    <a:pt x="129106" y="329947"/>
                  </a:lnTo>
                  <a:lnTo>
                    <a:pt x="134276" y="331069"/>
                  </a:lnTo>
                  <a:lnTo>
                    <a:pt x="139480" y="332028"/>
                  </a:lnTo>
                  <a:lnTo>
                    <a:pt x="144711" y="332821"/>
                  </a:lnTo>
                  <a:lnTo>
                    <a:pt x="149965" y="333448"/>
                  </a:lnTo>
                  <a:lnTo>
                    <a:pt x="155235" y="333909"/>
                  </a:lnTo>
                  <a:lnTo>
                    <a:pt x="160518" y="334203"/>
                  </a:lnTo>
                  <a:lnTo>
                    <a:pt x="165808" y="334329"/>
                  </a:lnTo>
                  <a:lnTo>
                    <a:pt x="171098" y="334288"/>
                  </a:lnTo>
                  <a:lnTo>
                    <a:pt x="176385" y="334079"/>
                  </a:lnTo>
                  <a:lnTo>
                    <a:pt x="181663" y="333704"/>
                  </a:lnTo>
                  <a:lnTo>
                    <a:pt x="186926" y="333161"/>
                  </a:lnTo>
                  <a:lnTo>
                    <a:pt x="192169" y="332452"/>
                  </a:lnTo>
                  <a:lnTo>
                    <a:pt x="197387" y="331578"/>
                  </a:lnTo>
                  <a:lnTo>
                    <a:pt x="202575" y="330539"/>
                  </a:lnTo>
                  <a:lnTo>
                    <a:pt x="207728" y="329336"/>
                  </a:lnTo>
                  <a:lnTo>
                    <a:pt x="212839" y="327971"/>
                  </a:lnTo>
                  <a:lnTo>
                    <a:pt x="217905" y="326445"/>
                  </a:lnTo>
                  <a:lnTo>
                    <a:pt x="222920" y="324759"/>
                  </a:lnTo>
                  <a:lnTo>
                    <a:pt x="227880" y="322915"/>
                  </a:lnTo>
                  <a:lnTo>
                    <a:pt x="232778" y="320915"/>
                  </a:lnTo>
                  <a:lnTo>
                    <a:pt x="237611" y="318762"/>
                  </a:lnTo>
                  <a:lnTo>
                    <a:pt x="242373" y="316456"/>
                  </a:lnTo>
                  <a:lnTo>
                    <a:pt x="247060" y="314001"/>
                  </a:lnTo>
                  <a:lnTo>
                    <a:pt x="251667" y="311399"/>
                  </a:lnTo>
                  <a:lnTo>
                    <a:pt x="256189" y="308652"/>
                  </a:lnTo>
                  <a:lnTo>
                    <a:pt x="260622" y="305763"/>
                  </a:lnTo>
                  <a:lnTo>
                    <a:pt x="264961" y="302736"/>
                  </a:lnTo>
                  <a:lnTo>
                    <a:pt x="269202" y="299573"/>
                  </a:lnTo>
                  <a:lnTo>
                    <a:pt x="273341" y="296277"/>
                  </a:lnTo>
                  <a:lnTo>
                    <a:pt x="277374" y="292852"/>
                  </a:lnTo>
                  <a:lnTo>
                    <a:pt x="281296" y="289301"/>
                  </a:lnTo>
                  <a:lnTo>
                    <a:pt x="285104" y="285628"/>
                  </a:lnTo>
                  <a:lnTo>
                    <a:pt x="288794" y="281836"/>
                  </a:lnTo>
                  <a:lnTo>
                    <a:pt x="292362" y="277929"/>
                  </a:lnTo>
                  <a:lnTo>
                    <a:pt x="295805" y="273911"/>
                  </a:lnTo>
                  <a:lnTo>
                    <a:pt x="299118" y="269786"/>
                  </a:lnTo>
                  <a:lnTo>
                    <a:pt x="302300" y="265559"/>
                  </a:lnTo>
                  <a:lnTo>
                    <a:pt x="305346" y="261233"/>
                  </a:lnTo>
                  <a:lnTo>
                    <a:pt x="308253" y="256812"/>
                  </a:lnTo>
                  <a:lnTo>
                    <a:pt x="311020" y="252302"/>
                  </a:lnTo>
                  <a:lnTo>
                    <a:pt x="313642" y="247707"/>
                  </a:lnTo>
                  <a:lnTo>
                    <a:pt x="316117" y="243030"/>
                  </a:lnTo>
                  <a:lnTo>
                    <a:pt x="318444" y="238278"/>
                  </a:lnTo>
                  <a:lnTo>
                    <a:pt x="320618" y="233455"/>
                  </a:lnTo>
                  <a:lnTo>
                    <a:pt x="322639" y="228565"/>
                  </a:lnTo>
                  <a:lnTo>
                    <a:pt x="324504" y="223614"/>
                  </a:lnTo>
                  <a:lnTo>
                    <a:pt x="326212" y="218606"/>
                  </a:lnTo>
                  <a:lnTo>
                    <a:pt x="327760" y="213547"/>
                  </a:lnTo>
                  <a:lnTo>
                    <a:pt x="329147" y="208441"/>
                  </a:lnTo>
                  <a:lnTo>
                    <a:pt x="330372" y="203294"/>
                  </a:lnTo>
                  <a:lnTo>
                    <a:pt x="331434" y="198110"/>
                  </a:lnTo>
                  <a:lnTo>
                    <a:pt x="332331" y="192896"/>
                  </a:lnTo>
                  <a:lnTo>
                    <a:pt x="333062" y="187656"/>
                  </a:lnTo>
                  <a:lnTo>
                    <a:pt x="333628" y="182395"/>
                  </a:lnTo>
                  <a:lnTo>
                    <a:pt x="334026" y="177119"/>
                  </a:lnTo>
                  <a:lnTo>
                    <a:pt x="334258" y="171834"/>
                  </a:lnTo>
                  <a:lnTo>
                    <a:pt x="334322" y="166543"/>
                  </a:lnTo>
                  <a:lnTo>
                    <a:pt x="334218" y="161253"/>
                  </a:lnTo>
                  <a:lnTo>
                    <a:pt x="333947" y="155969"/>
                  </a:lnTo>
                  <a:lnTo>
                    <a:pt x="333509" y="150696"/>
                  </a:lnTo>
                  <a:lnTo>
                    <a:pt x="332905" y="145440"/>
                  </a:lnTo>
                  <a:lnTo>
                    <a:pt x="332134" y="140205"/>
                  </a:lnTo>
                  <a:lnTo>
                    <a:pt x="331198" y="134998"/>
                  </a:lnTo>
                  <a:lnTo>
                    <a:pt x="330098" y="129823"/>
                  </a:lnTo>
                  <a:lnTo>
                    <a:pt x="328835" y="124685"/>
                  </a:lnTo>
                  <a:lnTo>
                    <a:pt x="327409" y="119590"/>
                  </a:lnTo>
                  <a:lnTo>
                    <a:pt x="325823" y="114542"/>
                  </a:lnTo>
                  <a:lnTo>
                    <a:pt x="324079" y="109547"/>
                  </a:lnTo>
                  <a:lnTo>
                    <a:pt x="322176" y="104610"/>
                  </a:lnTo>
                  <a:lnTo>
                    <a:pt x="320119" y="99735"/>
                  </a:lnTo>
                  <a:lnTo>
                    <a:pt x="317908" y="94928"/>
                  </a:lnTo>
                  <a:lnTo>
                    <a:pt x="315547" y="90194"/>
                  </a:lnTo>
                  <a:lnTo>
                    <a:pt x="313037" y="85536"/>
                  </a:lnTo>
                  <a:lnTo>
                    <a:pt x="310380" y="80960"/>
                  </a:lnTo>
                  <a:lnTo>
                    <a:pt x="307580" y="76471"/>
                  </a:lnTo>
                  <a:lnTo>
                    <a:pt x="304640" y="72072"/>
                  </a:lnTo>
                  <a:lnTo>
                    <a:pt x="301561" y="67769"/>
                  </a:lnTo>
                  <a:lnTo>
                    <a:pt x="298349" y="63565"/>
                  </a:lnTo>
                  <a:lnTo>
                    <a:pt x="295004" y="59465"/>
                  </a:lnTo>
                  <a:lnTo>
                    <a:pt x="291532" y="55473"/>
                  </a:lnTo>
                  <a:lnTo>
                    <a:pt x="287935" y="51593"/>
                  </a:lnTo>
                  <a:lnTo>
                    <a:pt x="284217" y="47829"/>
                  </a:lnTo>
                  <a:lnTo>
                    <a:pt x="280382" y="44184"/>
                  </a:lnTo>
                  <a:lnTo>
                    <a:pt x="276433" y="40662"/>
                  </a:lnTo>
                  <a:lnTo>
                    <a:pt x="272375" y="37268"/>
                  </a:lnTo>
                  <a:lnTo>
                    <a:pt x="268211" y="34003"/>
                  </a:lnTo>
                  <a:lnTo>
                    <a:pt x="263946" y="30871"/>
                  </a:lnTo>
                  <a:lnTo>
                    <a:pt x="259585" y="27877"/>
                  </a:lnTo>
                  <a:lnTo>
                    <a:pt x="255130" y="25021"/>
                  </a:lnTo>
                  <a:lnTo>
                    <a:pt x="250588" y="22308"/>
                  </a:lnTo>
                  <a:lnTo>
                    <a:pt x="245962" y="19741"/>
                  </a:lnTo>
                  <a:lnTo>
                    <a:pt x="241257" y="17321"/>
                  </a:lnTo>
                  <a:lnTo>
                    <a:pt x="236477" y="15051"/>
                  </a:lnTo>
                  <a:lnTo>
                    <a:pt x="231629" y="12933"/>
                  </a:lnTo>
                  <a:lnTo>
                    <a:pt x="226715" y="10970"/>
                  </a:lnTo>
                  <a:lnTo>
                    <a:pt x="221743" y="9163"/>
                  </a:lnTo>
                  <a:lnTo>
                    <a:pt x="216715" y="7515"/>
                  </a:lnTo>
                  <a:lnTo>
                    <a:pt x="211638" y="6026"/>
                  </a:lnTo>
                  <a:lnTo>
                    <a:pt x="206516" y="4699"/>
                  </a:lnTo>
                  <a:lnTo>
                    <a:pt x="201355" y="3535"/>
                  </a:lnTo>
                  <a:lnTo>
                    <a:pt x="196159" y="2535"/>
                  </a:lnTo>
                  <a:lnTo>
                    <a:pt x="190934" y="1699"/>
                  </a:lnTo>
                  <a:lnTo>
                    <a:pt x="185686" y="1030"/>
                  </a:lnTo>
                  <a:lnTo>
                    <a:pt x="180419" y="527"/>
                  </a:lnTo>
                  <a:lnTo>
                    <a:pt x="175139" y="190"/>
                  </a:lnTo>
                  <a:lnTo>
                    <a:pt x="169851" y="21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2695" cy="167167"/>
            </a:xfrm>
            <a:custGeom>
              <a:avLst/>
              <a:pathLst>
                <a:path w="2695" h="167167">
                  <a:moveTo>
                    <a:pt x="2695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614131" y="4213821"/>
              <a:ext cx="334322" cy="334329"/>
            </a:xfrm>
            <a:custGeom>
              <a:avLst/>
              <a:pathLst>
                <a:path w="334322" h="334329">
                  <a:moveTo>
                    <a:pt x="167155" y="0"/>
                  </a:moveTo>
                  <a:lnTo>
                    <a:pt x="161865" y="83"/>
                  </a:lnTo>
                  <a:lnTo>
                    <a:pt x="156580" y="334"/>
                  </a:lnTo>
                  <a:lnTo>
                    <a:pt x="151306" y="753"/>
                  </a:lnTo>
                  <a:lnTo>
                    <a:pt x="146047" y="1338"/>
                  </a:lnTo>
                  <a:lnTo>
                    <a:pt x="140810" y="2089"/>
                  </a:lnTo>
                  <a:lnTo>
                    <a:pt x="135599" y="3005"/>
                  </a:lnTo>
                  <a:lnTo>
                    <a:pt x="130420" y="4086"/>
                  </a:lnTo>
                  <a:lnTo>
                    <a:pt x="125277" y="5330"/>
                  </a:lnTo>
                  <a:lnTo>
                    <a:pt x="120176" y="6736"/>
                  </a:lnTo>
                  <a:lnTo>
                    <a:pt x="115123" y="8304"/>
                  </a:lnTo>
                  <a:lnTo>
                    <a:pt x="110121" y="10030"/>
                  </a:lnTo>
                  <a:lnTo>
                    <a:pt x="105177" y="11913"/>
                  </a:lnTo>
                  <a:lnTo>
                    <a:pt x="100295" y="13953"/>
                  </a:lnTo>
                  <a:lnTo>
                    <a:pt x="95480" y="16145"/>
                  </a:lnTo>
                  <a:lnTo>
                    <a:pt x="90736" y="18489"/>
                  </a:lnTo>
                  <a:lnTo>
                    <a:pt x="86069" y="20982"/>
                  </a:lnTo>
                  <a:lnTo>
                    <a:pt x="81484" y="23621"/>
                  </a:lnTo>
                  <a:lnTo>
                    <a:pt x="76984" y="26404"/>
                  </a:lnTo>
                  <a:lnTo>
                    <a:pt x="72575" y="29329"/>
                  </a:lnTo>
                  <a:lnTo>
                    <a:pt x="68260" y="32391"/>
                  </a:lnTo>
                  <a:lnTo>
                    <a:pt x="64044" y="35588"/>
                  </a:lnTo>
                  <a:lnTo>
                    <a:pt x="59932" y="38917"/>
                  </a:lnTo>
                  <a:lnTo>
                    <a:pt x="55927" y="42374"/>
                  </a:lnTo>
                  <a:lnTo>
                    <a:pt x="52033" y="45957"/>
                  </a:lnTo>
                  <a:lnTo>
                    <a:pt x="48255" y="49661"/>
                  </a:lnTo>
                  <a:lnTo>
                    <a:pt x="44596" y="53483"/>
                  </a:lnTo>
                  <a:lnTo>
                    <a:pt x="41060" y="57418"/>
                  </a:lnTo>
                  <a:lnTo>
                    <a:pt x="37650" y="61463"/>
                  </a:lnTo>
                  <a:lnTo>
                    <a:pt x="34369" y="65615"/>
                  </a:lnTo>
                  <a:lnTo>
                    <a:pt x="31222" y="69868"/>
                  </a:lnTo>
                  <a:lnTo>
                    <a:pt x="28211" y="74218"/>
                  </a:lnTo>
                  <a:lnTo>
                    <a:pt x="25339" y="78662"/>
                  </a:lnTo>
                  <a:lnTo>
                    <a:pt x="22609" y="83194"/>
                  </a:lnTo>
                  <a:lnTo>
                    <a:pt x="20024" y="87811"/>
                  </a:lnTo>
                  <a:lnTo>
                    <a:pt x="17587" y="92507"/>
                  </a:lnTo>
                  <a:lnTo>
                    <a:pt x="15299" y="97278"/>
                  </a:lnTo>
                  <a:lnTo>
                    <a:pt x="13163" y="102118"/>
                  </a:lnTo>
                  <a:lnTo>
                    <a:pt x="11182" y="107024"/>
                  </a:lnTo>
                  <a:lnTo>
                    <a:pt x="9356" y="111990"/>
                  </a:lnTo>
                  <a:lnTo>
                    <a:pt x="7689" y="117012"/>
                  </a:lnTo>
                  <a:lnTo>
                    <a:pt x="6182" y="122083"/>
                  </a:lnTo>
                  <a:lnTo>
                    <a:pt x="4836" y="127200"/>
                  </a:lnTo>
                  <a:lnTo>
                    <a:pt x="3652" y="132357"/>
                  </a:lnTo>
                  <a:lnTo>
                    <a:pt x="2633" y="137549"/>
                  </a:lnTo>
                  <a:lnTo>
                    <a:pt x="1778" y="142770"/>
                  </a:lnTo>
                  <a:lnTo>
                    <a:pt x="1088" y="148016"/>
                  </a:lnTo>
                  <a:lnTo>
                    <a:pt x="566" y="153281"/>
                  </a:lnTo>
                  <a:lnTo>
                    <a:pt x="210" y="158560"/>
                  </a:lnTo>
                  <a:lnTo>
                    <a:pt x="21" y="163848"/>
                  </a:lnTo>
                  <a:lnTo>
                    <a:pt x="0" y="169139"/>
                  </a:lnTo>
                  <a:lnTo>
                    <a:pt x="146" y="174428"/>
                  </a:lnTo>
                  <a:lnTo>
                    <a:pt x="459" y="179709"/>
                  </a:lnTo>
                  <a:lnTo>
                    <a:pt x="939" y="184978"/>
                  </a:lnTo>
                  <a:lnTo>
                    <a:pt x="1586" y="190229"/>
                  </a:lnTo>
                  <a:lnTo>
                    <a:pt x="2399" y="195458"/>
                  </a:lnTo>
                  <a:lnTo>
                    <a:pt x="3377" y="200657"/>
                  </a:lnTo>
                  <a:lnTo>
                    <a:pt x="4519" y="205824"/>
                  </a:lnTo>
                  <a:lnTo>
                    <a:pt x="5824" y="210951"/>
                  </a:lnTo>
                  <a:lnTo>
                    <a:pt x="7290" y="216035"/>
                  </a:lnTo>
                  <a:lnTo>
                    <a:pt x="8917" y="221070"/>
                  </a:lnTo>
                  <a:lnTo>
                    <a:pt x="10702" y="226050"/>
                  </a:lnTo>
                  <a:lnTo>
                    <a:pt x="12644" y="230972"/>
                  </a:lnTo>
                  <a:lnTo>
                    <a:pt x="14740" y="235830"/>
                  </a:lnTo>
                  <a:lnTo>
                    <a:pt x="16989" y="240619"/>
                  </a:lnTo>
                  <a:lnTo>
                    <a:pt x="19389" y="245334"/>
                  </a:lnTo>
                  <a:lnTo>
                    <a:pt x="21937" y="249971"/>
                  </a:lnTo>
                  <a:lnTo>
                    <a:pt x="24630" y="254526"/>
                  </a:lnTo>
                  <a:lnTo>
                    <a:pt x="27466" y="258992"/>
                  </a:lnTo>
                  <a:lnTo>
                    <a:pt x="30442" y="263367"/>
                  </a:lnTo>
                  <a:lnTo>
                    <a:pt x="33555" y="267645"/>
                  </a:lnTo>
                  <a:lnTo>
                    <a:pt x="36802" y="271823"/>
                  </a:lnTo>
                  <a:lnTo>
                    <a:pt x="40179" y="275896"/>
                  </a:lnTo>
                  <a:lnTo>
                    <a:pt x="43683" y="279860"/>
                  </a:lnTo>
                  <a:lnTo>
                    <a:pt x="47312" y="283711"/>
                  </a:lnTo>
                  <a:lnTo>
                    <a:pt x="51060" y="287445"/>
                  </a:lnTo>
                  <a:lnTo>
                    <a:pt x="54924" y="291059"/>
                  </a:lnTo>
                  <a:lnTo>
                    <a:pt x="58901" y="294548"/>
                  </a:lnTo>
                  <a:lnTo>
                    <a:pt x="62987" y="297910"/>
                  </a:lnTo>
                  <a:lnTo>
                    <a:pt x="67176" y="301141"/>
                  </a:lnTo>
                  <a:lnTo>
                    <a:pt x="71466" y="304238"/>
                  </a:lnTo>
                  <a:lnTo>
                    <a:pt x="75852" y="307198"/>
                  </a:lnTo>
                  <a:lnTo>
                    <a:pt x="80329" y="310017"/>
                  </a:lnTo>
                  <a:lnTo>
                    <a:pt x="84894" y="312693"/>
                  </a:lnTo>
                  <a:lnTo>
                    <a:pt x="89540" y="315224"/>
                  </a:lnTo>
                  <a:lnTo>
                    <a:pt x="94265" y="317606"/>
                  </a:lnTo>
                  <a:lnTo>
                    <a:pt x="99062" y="319837"/>
                  </a:lnTo>
                  <a:lnTo>
                    <a:pt x="103927" y="321916"/>
                  </a:lnTo>
                  <a:lnTo>
                    <a:pt x="108856" y="323839"/>
                  </a:lnTo>
                  <a:lnTo>
                    <a:pt x="113844" y="325606"/>
                  </a:lnTo>
                  <a:lnTo>
                    <a:pt x="118884" y="327213"/>
                  </a:lnTo>
                  <a:lnTo>
                    <a:pt x="123974" y="328661"/>
                  </a:lnTo>
                  <a:lnTo>
                    <a:pt x="129106" y="329947"/>
                  </a:lnTo>
                  <a:lnTo>
                    <a:pt x="134276" y="331069"/>
                  </a:lnTo>
                  <a:lnTo>
                    <a:pt x="139480" y="332028"/>
                  </a:lnTo>
                  <a:lnTo>
                    <a:pt x="144711" y="332821"/>
                  </a:lnTo>
                  <a:lnTo>
                    <a:pt x="149965" y="333448"/>
                  </a:lnTo>
                  <a:lnTo>
                    <a:pt x="155235" y="333909"/>
                  </a:lnTo>
                  <a:lnTo>
                    <a:pt x="160518" y="334203"/>
                  </a:lnTo>
                  <a:lnTo>
                    <a:pt x="165808" y="334329"/>
                  </a:lnTo>
                  <a:lnTo>
                    <a:pt x="171098" y="334288"/>
                  </a:lnTo>
                  <a:lnTo>
                    <a:pt x="176385" y="334079"/>
                  </a:lnTo>
                  <a:lnTo>
                    <a:pt x="181663" y="333704"/>
                  </a:lnTo>
                  <a:lnTo>
                    <a:pt x="186926" y="333161"/>
                  </a:lnTo>
                  <a:lnTo>
                    <a:pt x="192169" y="332452"/>
                  </a:lnTo>
                  <a:lnTo>
                    <a:pt x="197387" y="331578"/>
                  </a:lnTo>
                  <a:lnTo>
                    <a:pt x="202575" y="330539"/>
                  </a:lnTo>
                  <a:lnTo>
                    <a:pt x="207728" y="329336"/>
                  </a:lnTo>
                  <a:lnTo>
                    <a:pt x="212839" y="327971"/>
                  </a:lnTo>
                  <a:lnTo>
                    <a:pt x="217905" y="326445"/>
                  </a:lnTo>
                  <a:lnTo>
                    <a:pt x="222920" y="324759"/>
                  </a:lnTo>
                  <a:lnTo>
                    <a:pt x="227880" y="322915"/>
                  </a:lnTo>
                  <a:lnTo>
                    <a:pt x="232778" y="320915"/>
                  </a:lnTo>
                  <a:lnTo>
                    <a:pt x="237611" y="318762"/>
                  </a:lnTo>
                  <a:lnTo>
                    <a:pt x="242373" y="316456"/>
                  </a:lnTo>
                  <a:lnTo>
                    <a:pt x="247060" y="314001"/>
                  </a:lnTo>
                  <a:lnTo>
                    <a:pt x="251667" y="311399"/>
                  </a:lnTo>
                  <a:lnTo>
                    <a:pt x="256189" y="308652"/>
                  </a:lnTo>
                  <a:lnTo>
                    <a:pt x="260622" y="305763"/>
                  </a:lnTo>
                  <a:lnTo>
                    <a:pt x="264961" y="302736"/>
                  </a:lnTo>
                  <a:lnTo>
                    <a:pt x="269202" y="299573"/>
                  </a:lnTo>
                  <a:lnTo>
                    <a:pt x="273341" y="296277"/>
                  </a:lnTo>
                  <a:lnTo>
                    <a:pt x="277374" y="292852"/>
                  </a:lnTo>
                  <a:lnTo>
                    <a:pt x="281296" y="289301"/>
                  </a:lnTo>
                  <a:lnTo>
                    <a:pt x="285104" y="285628"/>
                  </a:lnTo>
                  <a:lnTo>
                    <a:pt x="288794" y="281836"/>
                  </a:lnTo>
                  <a:lnTo>
                    <a:pt x="292362" y="277929"/>
                  </a:lnTo>
                  <a:lnTo>
                    <a:pt x="295805" y="273911"/>
                  </a:lnTo>
                  <a:lnTo>
                    <a:pt x="299118" y="269786"/>
                  </a:lnTo>
                  <a:lnTo>
                    <a:pt x="302300" y="265559"/>
                  </a:lnTo>
                  <a:lnTo>
                    <a:pt x="305346" y="261233"/>
                  </a:lnTo>
                  <a:lnTo>
                    <a:pt x="308253" y="256812"/>
                  </a:lnTo>
                  <a:lnTo>
                    <a:pt x="311020" y="252302"/>
                  </a:lnTo>
                  <a:lnTo>
                    <a:pt x="313642" y="247707"/>
                  </a:lnTo>
                  <a:lnTo>
                    <a:pt x="316117" y="243030"/>
                  </a:lnTo>
                  <a:lnTo>
                    <a:pt x="318444" y="238278"/>
                  </a:lnTo>
                  <a:lnTo>
                    <a:pt x="320618" y="233455"/>
                  </a:lnTo>
                  <a:lnTo>
                    <a:pt x="322639" y="228565"/>
                  </a:lnTo>
                  <a:lnTo>
                    <a:pt x="324504" y="223614"/>
                  </a:lnTo>
                  <a:lnTo>
                    <a:pt x="326212" y="218606"/>
                  </a:lnTo>
                  <a:lnTo>
                    <a:pt x="327760" y="213547"/>
                  </a:lnTo>
                  <a:lnTo>
                    <a:pt x="329147" y="208441"/>
                  </a:lnTo>
                  <a:lnTo>
                    <a:pt x="330372" y="203294"/>
                  </a:lnTo>
                  <a:lnTo>
                    <a:pt x="331434" y="198110"/>
                  </a:lnTo>
                  <a:lnTo>
                    <a:pt x="332331" y="192896"/>
                  </a:lnTo>
                  <a:lnTo>
                    <a:pt x="333062" y="187656"/>
                  </a:lnTo>
                  <a:lnTo>
                    <a:pt x="333628" y="182395"/>
                  </a:lnTo>
                  <a:lnTo>
                    <a:pt x="334026" y="177119"/>
                  </a:lnTo>
                  <a:lnTo>
                    <a:pt x="334258" y="171834"/>
                  </a:lnTo>
                  <a:lnTo>
                    <a:pt x="334322" y="166543"/>
                  </a:lnTo>
                  <a:lnTo>
                    <a:pt x="334218" y="161253"/>
                  </a:lnTo>
                  <a:lnTo>
                    <a:pt x="333947" y="155969"/>
                  </a:lnTo>
                  <a:lnTo>
                    <a:pt x="333509" y="150696"/>
                  </a:lnTo>
                  <a:lnTo>
                    <a:pt x="332905" y="145440"/>
                  </a:lnTo>
                  <a:lnTo>
                    <a:pt x="332134" y="140205"/>
                  </a:lnTo>
                  <a:lnTo>
                    <a:pt x="331198" y="134998"/>
                  </a:lnTo>
                  <a:lnTo>
                    <a:pt x="330098" y="129823"/>
                  </a:lnTo>
                  <a:lnTo>
                    <a:pt x="328835" y="124685"/>
                  </a:lnTo>
                  <a:lnTo>
                    <a:pt x="327409" y="119590"/>
                  </a:lnTo>
                  <a:lnTo>
                    <a:pt x="325823" y="114542"/>
                  </a:lnTo>
                  <a:lnTo>
                    <a:pt x="324079" y="109547"/>
                  </a:lnTo>
                  <a:lnTo>
                    <a:pt x="322176" y="104610"/>
                  </a:lnTo>
                  <a:lnTo>
                    <a:pt x="320119" y="99735"/>
                  </a:lnTo>
                  <a:lnTo>
                    <a:pt x="317908" y="94928"/>
                  </a:lnTo>
                  <a:lnTo>
                    <a:pt x="315547" y="90194"/>
                  </a:lnTo>
                  <a:lnTo>
                    <a:pt x="313037" y="85536"/>
                  </a:lnTo>
                  <a:lnTo>
                    <a:pt x="310380" y="80960"/>
                  </a:lnTo>
                  <a:lnTo>
                    <a:pt x="307580" y="76471"/>
                  </a:lnTo>
                  <a:lnTo>
                    <a:pt x="304640" y="72072"/>
                  </a:lnTo>
                  <a:lnTo>
                    <a:pt x="301561" y="67769"/>
                  </a:lnTo>
                  <a:lnTo>
                    <a:pt x="298349" y="63565"/>
                  </a:lnTo>
                  <a:lnTo>
                    <a:pt x="295004" y="59465"/>
                  </a:lnTo>
                  <a:lnTo>
                    <a:pt x="291532" y="55473"/>
                  </a:lnTo>
                  <a:lnTo>
                    <a:pt x="287935" y="51593"/>
                  </a:lnTo>
                  <a:lnTo>
                    <a:pt x="284217" y="47829"/>
                  </a:lnTo>
                  <a:lnTo>
                    <a:pt x="280382" y="44184"/>
                  </a:lnTo>
                  <a:lnTo>
                    <a:pt x="276433" y="40662"/>
                  </a:lnTo>
                  <a:lnTo>
                    <a:pt x="272375" y="37268"/>
                  </a:lnTo>
                  <a:lnTo>
                    <a:pt x="268211" y="34003"/>
                  </a:lnTo>
                  <a:lnTo>
                    <a:pt x="263946" y="30871"/>
                  </a:lnTo>
                  <a:lnTo>
                    <a:pt x="259585" y="27877"/>
                  </a:lnTo>
                  <a:lnTo>
                    <a:pt x="255130" y="25021"/>
                  </a:lnTo>
                  <a:lnTo>
                    <a:pt x="250588" y="22308"/>
                  </a:lnTo>
                  <a:lnTo>
                    <a:pt x="245962" y="19741"/>
                  </a:lnTo>
                  <a:lnTo>
                    <a:pt x="241257" y="17321"/>
                  </a:lnTo>
                  <a:lnTo>
                    <a:pt x="236477" y="15051"/>
                  </a:lnTo>
                  <a:lnTo>
                    <a:pt x="231629" y="12933"/>
                  </a:lnTo>
                  <a:lnTo>
                    <a:pt x="226715" y="10970"/>
                  </a:lnTo>
                  <a:lnTo>
                    <a:pt x="221743" y="9163"/>
                  </a:lnTo>
                  <a:lnTo>
                    <a:pt x="216715" y="7515"/>
                  </a:lnTo>
                  <a:lnTo>
                    <a:pt x="211638" y="6026"/>
                  </a:lnTo>
                  <a:lnTo>
                    <a:pt x="206516" y="4699"/>
                  </a:lnTo>
                  <a:lnTo>
                    <a:pt x="201355" y="3535"/>
                  </a:lnTo>
                  <a:lnTo>
                    <a:pt x="196159" y="2535"/>
                  </a:lnTo>
                  <a:lnTo>
                    <a:pt x="190934" y="1699"/>
                  </a:lnTo>
                  <a:lnTo>
                    <a:pt x="185686" y="1030"/>
                  </a:lnTo>
                  <a:lnTo>
                    <a:pt x="180419" y="527"/>
                  </a:lnTo>
                  <a:lnTo>
                    <a:pt x="175139" y="190"/>
                  </a:lnTo>
                  <a:lnTo>
                    <a:pt x="169851" y="21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2695" cy="167167"/>
            </a:xfrm>
            <a:custGeom>
              <a:avLst/>
              <a:pathLst>
                <a:path w="2695" h="167167">
                  <a:moveTo>
                    <a:pt x="2695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919357" y="4659281"/>
              <a:ext cx="167167" cy="188448"/>
            </a:xfrm>
            <a:custGeom>
              <a:avLst/>
              <a:pathLst>
                <a:path w="167167" h="188448">
                  <a:moveTo>
                    <a:pt x="167167" y="0"/>
                  </a:moveTo>
                  <a:lnTo>
                    <a:pt x="161811" y="85"/>
                  </a:lnTo>
                  <a:lnTo>
                    <a:pt x="156460" y="343"/>
                  </a:lnTo>
                  <a:lnTo>
                    <a:pt x="151120" y="771"/>
                  </a:lnTo>
                  <a:lnTo>
                    <a:pt x="145797" y="1371"/>
                  </a:lnTo>
                  <a:lnTo>
                    <a:pt x="140496" y="2141"/>
                  </a:lnTo>
                  <a:lnTo>
                    <a:pt x="135222" y="3080"/>
                  </a:lnTo>
                  <a:lnTo>
                    <a:pt x="129981" y="4188"/>
                  </a:lnTo>
                  <a:lnTo>
                    <a:pt x="124778" y="5463"/>
                  </a:lnTo>
                  <a:lnTo>
                    <a:pt x="119619" y="6904"/>
                  </a:lnTo>
                  <a:lnTo>
                    <a:pt x="114508" y="8510"/>
                  </a:lnTo>
                  <a:lnTo>
                    <a:pt x="109452" y="10279"/>
                  </a:lnTo>
                  <a:lnTo>
                    <a:pt x="104455" y="12208"/>
                  </a:lnTo>
                  <a:lnTo>
                    <a:pt x="99522" y="14297"/>
                  </a:lnTo>
                  <a:lnTo>
                    <a:pt x="94659" y="16543"/>
                  </a:lnTo>
                  <a:lnTo>
                    <a:pt x="89870" y="18944"/>
                  </a:lnTo>
                  <a:lnTo>
                    <a:pt x="85160" y="21497"/>
                  </a:lnTo>
                  <a:lnTo>
                    <a:pt x="80535" y="24199"/>
                  </a:lnTo>
                  <a:lnTo>
                    <a:pt x="75999" y="27048"/>
                  </a:lnTo>
                  <a:lnTo>
                    <a:pt x="71556" y="30041"/>
                  </a:lnTo>
                  <a:lnTo>
                    <a:pt x="67211" y="33175"/>
                  </a:lnTo>
                  <a:lnTo>
                    <a:pt x="62970" y="36446"/>
                  </a:lnTo>
                  <a:lnTo>
                    <a:pt x="58835" y="39852"/>
                  </a:lnTo>
                  <a:lnTo>
                    <a:pt x="54811" y="43388"/>
                  </a:lnTo>
                  <a:lnTo>
                    <a:pt x="50903" y="47052"/>
                  </a:lnTo>
                  <a:lnTo>
                    <a:pt x="47114" y="50839"/>
                  </a:lnTo>
                  <a:lnTo>
                    <a:pt x="43448" y="54745"/>
                  </a:lnTo>
                  <a:lnTo>
                    <a:pt x="39910" y="58767"/>
                  </a:lnTo>
                  <a:lnTo>
                    <a:pt x="36502" y="62900"/>
                  </a:lnTo>
                  <a:lnTo>
                    <a:pt x="33228" y="67140"/>
                  </a:lnTo>
                  <a:lnTo>
                    <a:pt x="30092" y="71483"/>
                  </a:lnTo>
                  <a:lnTo>
                    <a:pt x="27097" y="75924"/>
                  </a:lnTo>
                  <a:lnTo>
                    <a:pt x="24245" y="80459"/>
                  </a:lnTo>
                  <a:lnTo>
                    <a:pt x="21540" y="85083"/>
                  </a:lnTo>
                  <a:lnTo>
                    <a:pt x="18985" y="89791"/>
                  </a:lnTo>
                  <a:lnTo>
                    <a:pt x="16582" y="94578"/>
                  </a:lnTo>
                  <a:lnTo>
                    <a:pt x="14333" y="99441"/>
                  </a:lnTo>
                  <a:lnTo>
                    <a:pt x="12242" y="104372"/>
                  </a:lnTo>
                  <a:lnTo>
                    <a:pt x="10309" y="109368"/>
                  </a:lnTo>
                  <a:lnTo>
                    <a:pt x="8538" y="114424"/>
                  </a:lnTo>
                  <a:lnTo>
                    <a:pt x="6930" y="119534"/>
                  </a:lnTo>
                  <a:lnTo>
                    <a:pt x="5486" y="124692"/>
                  </a:lnTo>
                  <a:lnTo>
                    <a:pt x="4208" y="129894"/>
                  </a:lnTo>
                  <a:lnTo>
                    <a:pt x="3097" y="135135"/>
                  </a:lnTo>
                  <a:lnTo>
                    <a:pt x="2155" y="140408"/>
                  </a:lnTo>
                  <a:lnTo>
                    <a:pt x="1382" y="145709"/>
                  </a:lnTo>
                  <a:lnTo>
                    <a:pt x="780" y="151032"/>
                  </a:lnTo>
                  <a:lnTo>
                    <a:pt x="348" y="156371"/>
                  </a:lnTo>
                  <a:lnTo>
                    <a:pt x="88" y="161722"/>
                  </a:lnTo>
                  <a:lnTo>
                    <a:pt x="0" y="167078"/>
                  </a:lnTo>
                  <a:lnTo>
                    <a:pt x="82" y="172434"/>
                  </a:lnTo>
                  <a:lnTo>
                    <a:pt x="337" y="177785"/>
                  </a:lnTo>
                  <a:lnTo>
                    <a:pt x="763" y="183125"/>
                  </a:lnTo>
                  <a:lnTo>
                    <a:pt x="1360" y="188448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920717" y="4826449"/>
              <a:ext cx="165807" cy="21281"/>
            </a:xfrm>
            <a:custGeom>
              <a:avLst/>
              <a:pathLst>
                <a:path w="165807" h="21281">
                  <a:moveTo>
                    <a:pt x="0" y="21281"/>
                  </a:moveTo>
                  <a:lnTo>
                    <a:pt x="16580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920717" y="4826449"/>
              <a:ext cx="165807" cy="21281"/>
            </a:xfrm>
            <a:custGeom>
              <a:avLst/>
              <a:pathLst>
                <a:path w="165807" h="21281">
                  <a:moveTo>
                    <a:pt x="0" y="21281"/>
                  </a:moveTo>
                  <a:lnTo>
                    <a:pt x="16580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20717" y="4826449"/>
              <a:ext cx="165807" cy="21281"/>
            </a:xfrm>
            <a:custGeom>
              <a:avLst/>
              <a:pathLst>
                <a:path w="165807" h="21281">
                  <a:moveTo>
                    <a:pt x="0" y="21281"/>
                  </a:moveTo>
                  <a:lnTo>
                    <a:pt x="16580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0717" y="4826449"/>
              <a:ext cx="165807" cy="21281"/>
            </a:xfrm>
            <a:custGeom>
              <a:avLst/>
              <a:pathLst>
                <a:path w="165807" h="21281">
                  <a:moveTo>
                    <a:pt x="0" y="21281"/>
                  </a:moveTo>
                  <a:lnTo>
                    <a:pt x="1658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0717" y="4826449"/>
              <a:ext cx="165807" cy="21281"/>
            </a:xfrm>
            <a:custGeom>
              <a:avLst/>
              <a:pathLst>
                <a:path w="165807" h="21281">
                  <a:moveTo>
                    <a:pt x="0" y="21281"/>
                  </a:moveTo>
                  <a:lnTo>
                    <a:pt x="1658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0717" y="4826449"/>
              <a:ext cx="165807" cy="21281"/>
            </a:xfrm>
            <a:custGeom>
              <a:avLst/>
              <a:pathLst>
                <a:path w="165807" h="21281">
                  <a:moveTo>
                    <a:pt x="0" y="21281"/>
                  </a:moveTo>
                  <a:lnTo>
                    <a:pt x="1658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0717" y="4826449"/>
              <a:ext cx="165807" cy="21281"/>
            </a:xfrm>
            <a:custGeom>
              <a:avLst/>
              <a:pathLst>
                <a:path w="165807" h="21281">
                  <a:moveTo>
                    <a:pt x="0" y="21281"/>
                  </a:moveTo>
                  <a:lnTo>
                    <a:pt x="1658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0717" y="4826449"/>
              <a:ext cx="165807" cy="21281"/>
            </a:xfrm>
            <a:custGeom>
              <a:avLst/>
              <a:pathLst>
                <a:path w="165807" h="21281">
                  <a:moveTo>
                    <a:pt x="0" y="21281"/>
                  </a:moveTo>
                  <a:lnTo>
                    <a:pt x="16580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0717" y="4826449"/>
              <a:ext cx="165807" cy="21281"/>
            </a:xfrm>
            <a:custGeom>
              <a:avLst/>
              <a:pathLst>
                <a:path w="165807" h="21281">
                  <a:moveTo>
                    <a:pt x="0" y="21281"/>
                  </a:moveTo>
                  <a:lnTo>
                    <a:pt x="16580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0717" y="4826449"/>
              <a:ext cx="165807" cy="40693"/>
            </a:xfrm>
            <a:custGeom>
              <a:avLst/>
              <a:pathLst>
                <a:path w="165807" h="40693">
                  <a:moveTo>
                    <a:pt x="0" y="21281"/>
                  </a:moveTo>
                  <a:lnTo>
                    <a:pt x="1547" y="31041"/>
                  </a:lnTo>
                  <a:lnTo>
                    <a:pt x="3668" y="40693"/>
                  </a:lnTo>
                  <a:lnTo>
                    <a:pt x="16580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4386" y="4659281"/>
              <a:ext cx="329292" cy="334332"/>
            </a:xfrm>
            <a:custGeom>
              <a:avLst/>
              <a:pathLst>
                <a:path w="329292" h="334332">
                  <a:moveTo>
                    <a:pt x="0" y="207860"/>
                  </a:moveTo>
                  <a:lnTo>
                    <a:pt x="1370" y="212975"/>
                  </a:lnTo>
                  <a:lnTo>
                    <a:pt x="2901" y="218044"/>
                  </a:lnTo>
                  <a:lnTo>
                    <a:pt x="4592" y="223062"/>
                  </a:lnTo>
                  <a:lnTo>
                    <a:pt x="6442" y="228023"/>
                  </a:lnTo>
                  <a:lnTo>
                    <a:pt x="8447" y="232924"/>
                  </a:lnTo>
                  <a:lnTo>
                    <a:pt x="10607" y="237759"/>
                  </a:lnTo>
                  <a:lnTo>
                    <a:pt x="12919" y="242523"/>
                  </a:lnTo>
                  <a:lnTo>
                    <a:pt x="15380" y="247211"/>
                  </a:lnTo>
                  <a:lnTo>
                    <a:pt x="17989" y="251819"/>
                  </a:lnTo>
                  <a:lnTo>
                    <a:pt x="20743" y="256342"/>
                  </a:lnTo>
                  <a:lnTo>
                    <a:pt x="23638" y="260776"/>
                  </a:lnTo>
                  <a:lnTo>
                    <a:pt x="26672" y="265115"/>
                  </a:lnTo>
                  <a:lnTo>
                    <a:pt x="29842" y="269356"/>
                  </a:lnTo>
                  <a:lnTo>
                    <a:pt x="33145" y="273495"/>
                  </a:lnTo>
                  <a:lnTo>
                    <a:pt x="36578" y="277527"/>
                  </a:lnTo>
                  <a:lnTo>
                    <a:pt x="40136" y="281449"/>
                  </a:lnTo>
                  <a:lnTo>
                    <a:pt x="43817" y="285256"/>
                  </a:lnTo>
                  <a:lnTo>
                    <a:pt x="47616" y="288944"/>
                  </a:lnTo>
                  <a:lnTo>
                    <a:pt x="51530" y="292510"/>
                  </a:lnTo>
                  <a:lnTo>
                    <a:pt x="55556" y="295950"/>
                  </a:lnTo>
                  <a:lnTo>
                    <a:pt x="59688" y="299261"/>
                  </a:lnTo>
                  <a:lnTo>
                    <a:pt x="63923" y="302440"/>
                  </a:lnTo>
                  <a:lnTo>
                    <a:pt x="68257" y="305483"/>
                  </a:lnTo>
                  <a:lnTo>
                    <a:pt x="72685" y="308387"/>
                  </a:lnTo>
                  <a:lnTo>
                    <a:pt x="77202" y="311149"/>
                  </a:lnTo>
                  <a:lnTo>
                    <a:pt x="81805" y="313767"/>
                  </a:lnTo>
                  <a:lnTo>
                    <a:pt x="86488" y="316237"/>
                  </a:lnTo>
                  <a:lnTo>
                    <a:pt x="91248" y="318559"/>
                  </a:lnTo>
                  <a:lnTo>
                    <a:pt x="96078" y="320728"/>
                  </a:lnTo>
                  <a:lnTo>
                    <a:pt x="100975" y="322743"/>
                  </a:lnTo>
                  <a:lnTo>
                    <a:pt x="105933" y="324602"/>
                  </a:lnTo>
                  <a:lnTo>
                    <a:pt x="110947" y="326303"/>
                  </a:lnTo>
                  <a:lnTo>
                    <a:pt x="116013" y="327845"/>
                  </a:lnTo>
                  <a:lnTo>
                    <a:pt x="121125" y="329225"/>
                  </a:lnTo>
                  <a:lnTo>
                    <a:pt x="126279" y="330443"/>
                  </a:lnTo>
                  <a:lnTo>
                    <a:pt x="131468" y="331497"/>
                  </a:lnTo>
                  <a:lnTo>
                    <a:pt x="136688" y="332386"/>
                  </a:lnTo>
                  <a:lnTo>
                    <a:pt x="141933" y="333109"/>
                  </a:lnTo>
                  <a:lnTo>
                    <a:pt x="147199" y="333666"/>
                  </a:lnTo>
                  <a:lnTo>
                    <a:pt x="152480" y="334055"/>
                  </a:lnTo>
                  <a:lnTo>
                    <a:pt x="157771" y="334277"/>
                  </a:lnTo>
                  <a:lnTo>
                    <a:pt x="163066" y="334332"/>
                  </a:lnTo>
                  <a:lnTo>
                    <a:pt x="168360" y="334219"/>
                  </a:lnTo>
                  <a:lnTo>
                    <a:pt x="173647" y="333938"/>
                  </a:lnTo>
                  <a:lnTo>
                    <a:pt x="178923" y="333490"/>
                  </a:lnTo>
                  <a:lnTo>
                    <a:pt x="184183" y="332875"/>
                  </a:lnTo>
                  <a:lnTo>
                    <a:pt x="189420" y="332093"/>
                  </a:lnTo>
                  <a:lnTo>
                    <a:pt x="194630" y="331146"/>
                  </a:lnTo>
                  <a:lnTo>
                    <a:pt x="199807" y="330035"/>
                  </a:lnTo>
                  <a:lnTo>
                    <a:pt x="204947" y="328760"/>
                  </a:lnTo>
                  <a:lnTo>
                    <a:pt x="210043" y="327323"/>
                  </a:lnTo>
                  <a:lnTo>
                    <a:pt x="215091" y="325726"/>
                  </a:lnTo>
                  <a:lnTo>
                    <a:pt x="220087" y="323969"/>
                  </a:lnTo>
                  <a:lnTo>
                    <a:pt x="225024" y="322055"/>
                  </a:lnTo>
                  <a:lnTo>
                    <a:pt x="229898" y="319986"/>
                  </a:lnTo>
                  <a:lnTo>
                    <a:pt x="234704" y="317763"/>
                  </a:lnTo>
                  <a:lnTo>
                    <a:pt x="239437" y="315389"/>
                  </a:lnTo>
                  <a:lnTo>
                    <a:pt x="244093" y="312867"/>
                  </a:lnTo>
                  <a:lnTo>
                    <a:pt x="248666" y="310198"/>
                  </a:lnTo>
                  <a:lnTo>
                    <a:pt x="253153" y="307386"/>
                  </a:lnTo>
                  <a:lnTo>
                    <a:pt x="257548" y="304433"/>
                  </a:lnTo>
                  <a:lnTo>
                    <a:pt x="261848" y="301342"/>
                  </a:lnTo>
                  <a:lnTo>
                    <a:pt x="266048" y="298117"/>
                  </a:lnTo>
                  <a:lnTo>
                    <a:pt x="270143" y="294760"/>
                  </a:lnTo>
                  <a:lnTo>
                    <a:pt x="274130" y="291275"/>
                  </a:lnTo>
                  <a:lnTo>
                    <a:pt x="278004" y="287666"/>
                  </a:lnTo>
                  <a:lnTo>
                    <a:pt x="281763" y="283936"/>
                  </a:lnTo>
                  <a:lnTo>
                    <a:pt x="285401" y="280088"/>
                  </a:lnTo>
                  <a:lnTo>
                    <a:pt x="288916" y="276128"/>
                  </a:lnTo>
                  <a:lnTo>
                    <a:pt x="292303" y="272058"/>
                  </a:lnTo>
                  <a:lnTo>
                    <a:pt x="295560" y="267883"/>
                  </a:lnTo>
                  <a:lnTo>
                    <a:pt x="298683" y="263606"/>
                  </a:lnTo>
                  <a:lnTo>
                    <a:pt x="301669" y="259233"/>
                  </a:lnTo>
                  <a:lnTo>
                    <a:pt x="304515" y="254768"/>
                  </a:lnTo>
                  <a:lnTo>
                    <a:pt x="307218" y="250215"/>
                  </a:lnTo>
                  <a:lnTo>
                    <a:pt x="309775" y="245578"/>
                  </a:lnTo>
                  <a:lnTo>
                    <a:pt x="312185" y="240863"/>
                  </a:lnTo>
                  <a:lnTo>
                    <a:pt x="314443" y="236074"/>
                  </a:lnTo>
                  <a:lnTo>
                    <a:pt x="316549" y="231215"/>
                  </a:lnTo>
                  <a:lnTo>
                    <a:pt x="318500" y="226293"/>
                  </a:lnTo>
                  <a:lnTo>
                    <a:pt x="320295" y="221311"/>
                  </a:lnTo>
                  <a:lnTo>
                    <a:pt x="321930" y="216274"/>
                  </a:lnTo>
                  <a:lnTo>
                    <a:pt x="323405" y="211189"/>
                  </a:lnTo>
                  <a:lnTo>
                    <a:pt x="324719" y="206059"/>
                  </a:lnTo>
                  <a:lnTo>
                    <a:pt x="325869" y="200890"/>
                  </a:lnTo>
                  <a:lnTo>
                    <a:pt x="326855" y="195688"/>
                  </a:lnTo>
                  <a:lnTo>
                    <a:pt x="327675" y="190457"/>
                  </a:lnTo>
                  <a:lnTo>
                    <a:pt x="328330" y="185202"/>
                  </a:lnTo>
                  <a:lnTo>
                    <a:pt x="328818" y="179929"/>
                  </a:lnTo>
                  <a:lnTo>
                    <a:pt x="329139" y="174644"/>
                  </a:lnTo>
                  <a:lnTo>
                    <a:pt x="329292" y="169351"/>
                  </a:lnTo>
                  <a:lnTo>
                    <a:pt x="329277" y="164056"/>
                  </a:lnTo>
                  <a:lnTo>
                    <a:pt x="329094" y="158764"/>
                  </a:lnTo>
                  <a:lnTo>
                    <a:pt x="328745" y="153480"/>
                  </a:lnTo>
                  <a:lnTo>
                    <a:pt x="328227" y="148210"/>
                  </a:lnTo>
                  <a:lnTo>
                    <a:pt x="327544" y="142959"/>
                  </a:lnTo>
                  <a:lnTo>
                    <a:pt x="326694" y="137733"/>
                  </a:lnTo>
                  <a:lnTo>
                    <a:pt x="325679" y="132536"/>
                  </a:lnTo>
                  <a:lnTo>
                    <a:pt x="324500" y="127374"/>
                  </a:lnTo>
                  <a:lnTo>
                    <a:pt x="323159" y="122251"/>
                  </a:lnTo>
                  <a:lnTo>
                    <a:pt x="321655" y="117174"/>
                  </a:lnTo>
                  <a:lnTo>
                    <a:pt x="319992" y="112147"/>
                  </a:lnTo>
                  <a:lnTo>
                    <a:pt x="318170" y="107175"/>
                  </a:lnTo>
                  <a:lnTo>
                    <a:pt x="316192" y="102263"/>
                  </a:lnTo>
                  <a:lnTo>
                    <a:pt x="314059" y="97417"/>
                  </a:lnTo>
                  <a:lnTo>
                    <a:pt x="311774" y="92640"/>
                  </a:lnTo>
                  <a:lnTo>
                    <a:pt x="309338" y="87938"/>
                  </a:lnTo>
                  <a:lnTo>
                    <a:pt x="306755" y="83316"/>
                  </a:lnTo>
                  <a:lnTo>
                    <a:pt x="304027" y="78777"/>
                  </a:lnTo>
                  <a:lnTo>
                    <a:pt x="301156" y="74328"/>
                  </a:lnTo>
                  <a:lnTo>
                    <a:pt x="298146" y="69972"/>
                  </a:lnTo>
                  <a:lnTo>
                    <a:pt x="294999" y="65713"/>
                  </a:lnTo>
                  <a:lnTo>
                    <a:pt x="291719" y="61556"/>
                  </a:lnTo>
                  <a:lnTo>
                    <a:pt x="288309" y="57505"/>
                  </a:lnTo>
                  <a:lnTo>
                    <a:pt x="284773" y="53564"/>
                  </a:lnTo>
                  <a:lnTo>
                    <a:pt x="281113" y="49736"/>
                  </a:lnTo>
                  <a:lnTo>
                    <a:pt x="277334" y="46027"/>
                  </a:lnTo>
                  <a:lnTo>
                    <a:pt x="273440" y="42439"/>
                  </a:lnTo>
                  <a:lnTo>
                    <a:pt x="269434" y="38977"/>
                  </a:lnTo>
                  <a:lnTo>
                    <a:pt x="265320" y="35643"/>
                  </a:lnTo>
                  <a:lnTo>
                    <a:pt x="261102" y="32441"/>
                  </a:lnTo>
                  <a:lnTo>
                    <a:pt x="256786" y="29374"/>
                  </a:lnTo>
                  <a:lnTo>
                    <a:pt x="252374" y="26446"/>
                  </a:lnTo>
                  <a:lnTo>
                    <a:pt x="247872" y="23658"/>
                  </a:lnTo>
                  <a:lnTo>
                    <a:pt x="243284" y="21015"/>
                  </a:lnTo>
                  <a:lnTo>
                    <a:pt x="238614" y="18518"/>
                  </a:lnTo>
                  <a:lnTo>
                    <a:pt x="233868" y="16171"/>
                  </a:lnTo>
                  <a:lnTo>
                    <a:pt x="229049" y="13975"/>
                  </a:lnTo>
                  <a:lnTo>
                    <a:pt x="224164" y="11932"/>
                  </a:lnTo>
                  <a:lnTo>
                    <a:pt x="219216" y="10046"/>
                  </a:lnTo>
                  <a:lnTo>
                    <a:pt x="214211" y="8317"/>
                  </a:lnTo>
                  <a:lnTo>
                    <a:pt x="209154" y="6747"/>
                  </a:lnTo>
                  <a:lnTo>
                    <a:pt x="204050" y="5339"/>
                  </a:lnTo>
                  <a:lnTo>
                    <a:pt x="198903" y="4092"/>
                  </a:lnTo>
                  <a:lnTo>
                    <a:pt x="193720" y="3010"/>
                  </a:lnTo>
                  <a:lnTo>
                    <a:pt x="188505" y="2092"/>
                  </a:lnTo>
                  <a:lnTo>
                    <a:pt x="183263" y="1340"/>
                  </a:lnTo>
                  <a:lnTo>
                    <a:pt x="178001" y="754"/>
                  </a:lnTo>
                  <a:lnTo>
                    <a:pt x="172722" y="335"/>
                  </a:lnTo>
                  <a:lnTo>
                    <a:pt x="167433" y="83"/>
                  </a:lnTo>
                  <a:lnTo>
                    <a:pt x="162138" y="0"/>
                  </a:lnTo>
                  <a:lnTo>
                    <a:pt x="16213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4228" y="5018213"/>
              <a:ext cx="4491" cy="167167"/>
            </a:xfrm>
            <a:custGeom>
              <a:avLst/>
              <a:pathLst>
                <a:path w="4491" h="167167">
                  <a:moveTo>
                    <a:pt x="4491" y="0"/>
                  </a:moveTo>
                  <a:lnTo>
                    <a:pt x="0" y="60"/>
                  </a:lnTo>
                  <a:lnTo>
                    <a:pt x="449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321560" y="5018273"/>
              <a:ext cx="334324" cy="334268"/>
            </a:xfrm>
            <a:custGeom>
              <a:avLst/>
              <a:pathLst>
                <a:path w="334324" h="334268">
                  <a:moveTo>
                    <a:pt x="162668" y="0"/>
                  </a:moveTo>
                  <a:lnTo>
                    <a:pt x="157374" y="226"/>
                  </a:lnTo>
                  <a:lnTo>
                    <a:pt x="152090" y="620"/>
                  </a:lnTo>
                  <a:lnTo>
                    <a:pt x="146821" y="1181"/>
                  </a:lnTo>
                  <a:lnTo>
                    <a:pt x="141573" y="1909"/>
                  </a:lnTo>
                  <a:lnTo>
                    <a:pt x="136350" y="2803"/>
                  </a:lnTo>
                  <a:lnTo>
                    <a:pt x="131159" y="3862"/>
                  </a:lnTo>
                  <a:lnTo>
                    <a:pt x="126003" y="5085"/>
                  </a:lnTo>
                  <a:lnTo>
                    <a:pt x="120889" y="6470"/>
                  </a:lnTo>
                  <a:lnTo>
                    <a:pt x="115821" y="8018"/>
                  </a:lnTo>
                  <a:lnTo>
                    <a:pt x="110805" y="9725"/>
                  </a:lnTo>
                  <a:lnTo>
                    <a:pt x="105845" y="11590"/>
                  </a:lnTo>
                  <a:lnTo>
                    <a:pt x="100948" y="13611"/>
                  </a:lnTo>
                  <a:lnTo>
                    <a:pt x="96116" y="15787"/>
                  </a:lnTo>
                  <a:lnTo>
                    <a:pt x="91356" y="18114"/>
                  </a:lnTo>
                  <a:lnTo>
                    <a:pt x="86672" y="20591"/>
                  </a:lnTo>
                  <a:lnTo>
                    <a:pt x="82069" y="23216"/>
                  </a:lnTo>
                  <a:lnTo>
                    <a:pt x="77552" y="25985"/>
                  </a:lnTo>
                  <a:lnTo>
                    <a:pt x="73124" y="28896"/>
                  </a:lnTo>
                  <a:lnTo>
                    <a:pt x="68791" y="31945"/>
                  </a:lnTo>
                  <a:lnTo>
                    <a:pt x="64557" y="35131"/>
                  </a:lnTo>
                  <a:lnTo>
                    <a:pt x="60426" y="38449"/>
                  </a:lnTo>
                  <a:lnTo>
                    <a:pt x="56402" y="41896"/>
                  </a:lnTo>
                  <a:lnTo>
                    <a:pt x="52490" y="45469"/>
                  </a:lnTo>
                  <a:lnTo>
                    <a:pt x="48692" y="49164"/>
                  </a:lnTo>
                  <a:lnTo>
                    <a:pt x="45014" y="52978"/>
                  </a:lnTo>
                  <a:lnTo>
                    <a:pt x="41458" y="56907"/>
                  </a:lnTo>
                  <a:lnTo>
                    <a:pt x="38029" y="60946"/>
                  </a:lnTo>
                  <a:lnTo>
                    <a:pt x="34729" y="65091"/>
                  </a:lnTo>
                  <a:lnTo>
                    <a:pt x="31563" y="69340"/>
                  </a:lnTo>
                  <a:lnTo>
                    <a:pt x="28532" y="73686"/>
                  </a:lnTo>
                  <a:lnTo>
                    <a:pt x="25641" y="78127"/>
                  </a:lnTo>
                  <a:lnTo>
                    <a:pt x="22892" y="82656"/>
                  </a:lnTo>
                  <a:lnTo>
                    <a:pt x="20288" y="87271"/>
                  </a:lnTo>
                  <a:lnTo>
                    <a:pt x="17832" y="91966"/>
                  </a:lnTo>
                  <a:lnTo>
                    <a:pt x="15525" y="96736"/>
                  </a:lnTo>
                  <a:lnTo>
                    <a:pt x="13371" y="101577"/>
                  </a:lnTo>
                  <a:lnTo>
                    <a:pt x="11372" y="106484"/>
                  </a:lnTo>
                  <a:lnTo>
                    <a:pt x="9529" y="111452"/>
                  </a:lnTo>
                  <a:lnTo>
                    <a:pt x="7844" y="116475"/>
                  </a:lnTo>
                  <a:lnTo>
                    <a:pt x="6320" y="121550"/>
                  </a:lnTo>
                  <a:lnTo>
                    <a:pt x="4957" y="126670"/>
                  </a:lnTo>
                  <a:lnTo>
                    <a:pt x="3757" y="131831"/>
                  </a:lnTo>
                  <a:lnTo>
                    <a:pt x="2721" y="137028"/>
                  </a:lnTo>
                  <a:lnTo>
                    <a:pt x="1850" y="142254"/>
                  </a:lnTo>
                  <a:lnTo>
                    <a:pt x="1145" y="147506"/>
                  </a:lnTo>
                  <a:lnTo>
                    <a:pt x="608" y="152777"/>
                  </a:lnTo>
                  <a:lnTo>
                    <a:pt x="237" y="158063"/>
                  </a:lnTo>
                  <a:lnTo>
                    <a:pt x="34" y="163357"/>
                  </a:lnTo>
                  <a:lnTo>
                    <a:pt x="0" y="168656"/>
                  </a:lnTo>
                  <a:lnTo>
                    <a:pt x="133" y="173953"/>
                  </a:lnTo>
                  <a:lnTo>
                    <a:pt x="433" y="179243"/>
                  </a:lnTo>
                  <a:lnTo>
                    <a:pt x="902" y="184521"/>
                  </a:lnTo>
                  <a:lnTo>
                    <a:pt x="1537" y="189781"/>
                  </a:lnTo>
                  <a:lnTo>
                    <a:pt x="2339" y="195019"/>
                  </a:lnTo>
                  <a:lnTo>
                    <a:pt x="3306" y="200228"/>
                  </a:lnTo>
                  <a:lnTo>
                    <a:pt x="4438" y="205405"/>
                  </a:lnTo>
                  <a:lnTo>
                    <a:pt x="5734" y="210542"/>
                  </a:lnTo>
                  <a:lnTo>
                    <a:pt x="7192" y="215637"/>
                  </a:lnTo>
                  <a:lnTo>
                    <a:pt x="8810" y="220682"/>
                  </a:lnTo>
                  <a:lnTo>
                    <a:pt x="10588" y="225673"/>
                  </a:lnTo>
                  <a:lnTo>
                    <a:pt x="12522" y="230606"/>
                  </a:lnTo>
                  <a:lnTo>
                    <a:pt x="14612" y="235475"/>
                  </a:lnTo>
                  <a:lnTo>
                    <a:pt x="16856" y="240275"/>
                  </a:lnTo>
                  <a:lnTo>
                    <a:pt x="19250" y="245002"/>
                  </a:lnTo>
                  <a:lnTo>
                    <a:pt x="21793" y="249651"/>
                  </a:lnTo>
                  <a:lnTo>
                    <a:pt x="24482" y="254216"/>
                  </a:lnTo>
                  <a:lnTo>
                    <a:pt x="27315" y="258694"/>
                  </a:lnTo>
                  <a:lnTo>
                    <a:pt x="30288" y="263080"/>
                  </a:lnTo>
                  <a:lnTo>
                    <a:pt x="33398" y="267370"/>
                  </a:lnTo>
                  <a:lnTo>
                    <a:pt x="36643" y="271559"/>
                  </a:lnTo>
                  <a:lnTo>
                    <a:pt x="40019" y="275643"/>
                  </a:lnTo>
                  <a:lnTo>
                    <a:pt x="43522" y="279618"/>
                  </a:lnTo>
                  <a:lnTo>
                    <a:pt x="47150" y="283479"/>
                  </a:lnTo>
                  <a:lnTo>
                    <a:pt x="50899" y="287224"/>
                  </a:lnTo>
                  <a:lnTo>
                    <a:pt x="54764" y="290849"/>
                  </a:lnTo>
                  <a:lnTo>
                    <a:pt x="58742" y="294349"/>
                  </a:lnTo>
                  <a:lnTo>
                    <a:pt x="62829" y="297721"/>
                  </a:lnTo>
                  <a:lnTo>
                    <a:pt x="67021" y="300962"/>
                  </a:lnTo>
                  <a:lnTo>
                    <a:pt x="71313" y="304068"/>
                  </a:lnTo>
                  <a:lnTo>
                    <a:pt x="75702" y="307037"/>
                  </a:lnTo>
                  <a:lnTo>
                    <a:pt x="80183" y="309865"/>
                  </a:lnTo>
                  <a:lnTo>
                    <a:pt x="84751" y="312550"/>
                  </a:lnTo>
                  <a:lnTo>
                    <a:pt x="89402" y="315089"/>
                  </a:lnTo>
                  <a:lnTo>
                    <a:pt x="94131" y="317479"/>
                  </a:lnTo>
                  <a:lnTo>
                    <a:pt x="98933" y="319717"/>
                  </a:lnTo>
                  <a:lnTo>
                    <a:pt x="103804" y="321803"/>
                  </a:lnTo>
                  <a:lnTo>
                    <a:pt x="108739" y="323733"/>
                  </a:lnTo>
                  <a:lnTo>
                    <a:pt x="113732" y="325506"/>
                  </a:lnTo>
                  <a:lnTo>
                    <a:pt x="118779" y="327120"/>
                  </a:lnTo>
                  <a:lnTo>
                    <a:pt x="123874" y="328573"/>
                  </a:lnTo>
                  <a:lnTo>
                    <a:pt x="129013" y="329863"/>
                  </a:lnTo>
                  <a:lnTo>
                    <a:pt x="134191" y="330991"/>
                  </a:lnTo>
                  <a:lnTo>
                    <a:pt x="139401" y="331953"/>
                  </a:lnTo>
                  <a:lnTo>
                    <a:pt x="144639" y="332750"/>
                  </a:lnTo>
                  <a:lnTo>
                    <a:pt x="149900" y="333381"/>
                  </a:lnTo>
                  <a:lnTo>
                    <a:pt x="155179" y="333844"/>
                  </a:lnTo>
                  <a:lnTo>
                    <a:pt x="160469" y="334140"/>
                  </a:lnTo>
                  <a:lnTo>
                    <a:pt x="165766" y="334268"/>
                  </a:lnTo>
                  <a:lnTo>
                    <a:pt x="171064" y="334228"/>
                  </a:lnTo>
                  <a:lnTo>
                    <a:pt x="176359" y="334021"/>
                  </a:lnTo>
                  <a:lnTo>
                    <a:pt x="181644" y="333645"/>
                  </a:lnTo>
                  <a:lnTo>
                    <a:pt x="186915" y="333103"/>
                  </a:lnTo>
                  <a:lnTo>
                    <a:pt x="192166" y="332393"/>
                  </a:lnTo>
                  <a:lnTo>
                    <a:pt x="197392" y="331518"/>
                  </a:lnTo>
                  <a:lnTo>
                    <a:pt x="202587" y="330477"/>
                  </a:lnTo>
                  <a:lnTo>
                    <a:pt x="207747" y="329272"/>
                  </a:lnTo>
                  <a:lnTo>
                    <a:pt x="212866" y="327904"/>
                  </a:lnTo>
                  <a:lnTo>
                    <a:pt x="217939" y="326375"/>
                  </a:lnTo>
                  <a:lnTo>
                    <a:pt x="222961" y="324686"/>
                  </a:lnTo>
                  <a:lnTo>
                    <a:pt x="227927" y="322838"/>
                  </a:lnTo>
                  <a:lnTo>
                    <a:pt x="232832" y="320834"/>
                  </a:lnTo>
                  <a:lnTo>
                    <a:pt x="237671" y="318675"/>
                  </a:lnTo>
                  <a:lnTo>
                    <a:pt x="242439" y="316365"/>
                  </a:lnTo>
                  <a:lnTo>
                    <a:pt x="247132" y="313904"/>
                  </a:lnTo>
                  <a:lnTo>
                    <a:pt x="251744" y="311296"/>
                  </a:lnTo>
                  <a:lnTo>
                    <a:pt x="256271" y="308542"/>
                  </a:lnTo>
                  <a:lnTo>
                    <a:pt x="260709" y="305647"/>
                  </a:lnTo>
                  <a:lnTo>
                    <a:pt x="265053" y="302613"/>
                  </a:lnTo>
                  <a:lnTo>
                    <a:pt x="269298" y="299442"/>
                  </a:lnTo>
                  <a:lnTo>
                    <a:pt x="273441" y="296139"/>
                  </a:lnTo>
                  <a:lnTo>
                    <a:pt x="277477" y="292706"/>
                  </a:lnTo>
                  <a:lnTo>
                    <a:pt x="281402" y="289146"/>
                  </a:lnTo>
                  <a:lnTo>
                    <a:pt x="285212" y="285464"/>
                  </a:lnTo>
                  <a:lnTo>
                    <a:pt x="288904" y="281664"/>
                  </a:lnTo>
                  <a:lnTo>
                    <a:pt x="292473" y="277748"/>
                  </a:lnTo>
                  <a:lnTo>
                    <a:pt x="295917" y="273721"/>
                  </a:lnTo>
                  <a:lnTo>
                    <a:pt x="299231" y="269586"/>
                  </a:lnTo>
                  <a:lnTo>
                    <a:pt x="302413" y="265349"/>
                  </a:lnTo>
                  <a:lnTo>
                    <a:pt x="305458" y="261013"/>
                  </a:lnTo>
                  <a:lnTo>
                    <a:pt x="308365" y="256583"/>
                  </a:lnTo>
                  <a:lnTo>
                    <a:pt x="311130" y="252063"/>
                  </a:lnTo>
                  <a:lnTo>
                    <a:pt x="313750" y="247458"/>
                  </a:lnTo>
                  <a:lnTo>
                    <a:pt x="316223" y="242772"/>
                  </a:lnTo>
                  <a:lnTo>
                    <a:pt x="318546" y="238009"/>
                  </a:lnTo>
                  <a:lnTo>
                    <a:pt x="320717" y="233176"/>
                  </a:lnTo>
                  <a:lnTo>
                    <a:pt x="322734" y="228276"/>
                  </a:lnTo>
                  <a:lnTo>
                    <a:pt x="324594" y="223315"/>
                  </a:lnTo>
                  <a:lnTo>
                    <a:pt x="326296" y="218297"/>
                  </a:lnTo>
                  <a:lnTo>
                    <a:pt x="327839" y="213228"/>
                  </a:lnTo>
                  <a:lnTo>
                    <a:pt x="329220" y="208113"/>
                  </a:lnTo>
                  <a:lnTo>
                    <a:pt x="330438" y="202956"/>
                  </a:lnTo>
                  <a:lnTo>
                    <a:pt x="331492" y="197763"/>
                  </a:lnTo>
                  <a:lnTo>
                    <a:pt x="332381" y="192540"/>
                  </a:lnTo>
                  <a:lnTo>
                    <a:pt x="333104" y="187291"/>
                  </a:lnTo>
                  <a:lnTo>
                    <a:pt x="333661" y="182021"/>
                  </a:lnTo>
                  <a:lnTo>
                    <a:pt x="334050" y="176737"/>
                  </a:lnTo>
                  <a:lnTo>
                    <a:pt x="334271" y="171443"/>
                  </a:lnTo>
                  <a:lnTo>
                    <a:pt x="334324" y="166145"/>
                  </a:lnTo>
                  <a:lnTo>
                    <a:pt x="334210" y="160847"/>
                  </a:lnTo>
                  <a:lnTo>
                    <a:pt x="333928" y="155556"/>
                  </a:lnTo>
                  <a:lnTo>
                    <a:pt x="333478" y="150277"/>
                  </a:lnTo>
                  <a:lnTo>
                    <a:pt x="332861" y="145014"/>
                  </a:lnTo>
                  <a:lnTo>
                    <a:pt x="332078" y="139774"/>
                  </a:lnTo>
                  <a:lnTo>
                    <a:pt x="331128" y="134561"/>
                  </a:lnTo>
                  <a:lnTo>
                    <a:pt x="330015" y="129381"/>
                  </a:lnTo>
                  <a:lnTo>
                    <a:pt x="328737" y="124238"/>
                  </a:lnTo>
                  <a:lnTo>
                    <a:pt x="327297" y="119139"/>
                  </a:lnTo>
                  <a:lnTo>
                    <a:pt x="325697" y="114088"/>
                  </a:lnTo>
                  <a:lnTo>
                    <a:pt x="323937" y="109090"/>
                  </a:lnTo>
                  <a:lnTo>
                    <a:pt x="322019" y="104151"/>
                  </a:lnTo>
                  <a:lnTo>
                    <a:pt x="319946" y="99274"/>
                  </a:lnTo>
                  <a:lnTo>
                    <a:pt x="317720" y="94466"/>
                  </a:lnTo>
                  <a:lnTo>
                    <a:pt x="315342" y="89731"/>
                  </a:lnTo>
                  <a:lnTo>
                    <a:pt x="312815" y="85074"/>
                  </a:lnTo>
                  <a:lnTo>
                    <a:pt x="310142" y="80499"/>
                  </a:lnTo>
                  <a:lnTo>
                    <a:pt x="307326" y="76011"/>
                  </a:lnTo>
                  <a:lnTo>
                    <a:pt x="304368" y="71614"/>
                  </a:lnTo>
                  <a:lnTo>
                    <a:pt x="301273" y="67314"/>
                  </a:lnTo>
                  <a:lnTo>
                    <a:pt x="298043" y="63114"/>
                  </a:lnTo>
                  <a:lnTo>
                    <a:pt x="294682" y="59018"/>
                  </a:lnTo>
                  <a:lnTo>
                    <a:pt x="291192" y="55031"/>
                  </a:lnTo>
                  <a:lnTo>
                    <a:pt x="287578" y="51156"/>
                  </a:lnTo>
                  <a:lnTo>
                    <a:pt x="283842" y="47398"/>
                  </a:lnTo>
                  <a:lnTo>
                    <a:pt x="279990" y="43760"/>
                  </a:lnTo>
                  <a:lnTo>
                    <a:pt x="276024" y="40246"/>
                  </a:lnTo>
                  <a:lnTo>
                    <a:pt x="271949" y="36860"/>
                  </a:lnTo>
                  <a:lnTo>
                    <a:pt x="267768" y="33604"/>
                  </a:lnTo>
                  <a:lnTo>
                    <a:pt x="263487" y="30483"/>
                  </a:lnTo>
                  <a:lnTo>
                    <a:pt x="259109" y="27499"/>
                  </a:lnTo>
                  <a:lnTo>
                    <a:pt x="254638" y="24655"/>
                  </a:lnTo>
                  <a:lnTo>
                    <a:pt x="250079" y="21954"/>
                  </a:lnTo>
                  <a:lnTo>
                    <a:pt x="245437" y="19399"/>
                  </a:lnTo>
                  <a:lnTo>
                    <a:pt x="240717" y="16992"/>
                  </a:lnTo>
                  <a:lnTo>
                    <a:pt x="235922" y="14736"/>
                  </a:lnTo>
                  <a:lnTo>
                    <a:pt x="231059" y="12634"/>
                  </a:lnTo>
                  <a:lnTo>
                    <a:pt x="226131" y="10686"/>
                  </a:lnTo>
                  <a:lnTo>
                    <a:pt x="221144" y="8896"/>
                  </a:lnTo>
                  <a:lnTo>
                    <a:pt x="216103" y="7264"/>
                  </a:lnTo>
                  <a:lnTo>
                    <a:pt x="211013" y="5794"/>
                  </a:lnTo>
                  <a:lnTo>
                    <a:pt x="205878" y="4485"/>
                  </a:lnTo>
                  <a:lnTo>
                    <a:pt x="200705" y="3339"/>
                  </a:lnTo>
                  <a:lnTo>
                    <a:pt x="195498" y="2359"/>
                  </a:lnTo>
                  <a:lnTo>
                    <a:pt x="190262" y="1543"/>
                  </a:lnTo>
                  <a:lnTo>
                    <a:pt x="185004" y="894"/>
                  </a:lnTo>
                  <a:lnTo>
                    <a:pt x="179727" y="412"/>
                  </a:lnTo>
                  <a:lnTo>
                    <a:pt x="167160" y="1671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12567" cy="167167"/>
            </a:xfrm>
            <a:custGeom>
              <a:avLst/>
              <a:pathLst>
                <a:path w="12567" h="167167">
                  <a:moveTo>
                    <a:pt x="12567" y="47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797341" y="5269756"/>
              <a:ext cx="167160" cy="200853"/>
            </a:xfrm>
            <a:custGeom>
              <a:avLst/>
              <a:pathLst>
                <a:path w="167160" h="200853">
                  <a:moveTo>
                    <a:pt x="167160" y="0"/>
                  </a:moveTo>
                  <a:lnTo>
                    <a:pt x="161769" y="86"/>
                  </a:lnTo>
                  <a:lnTo>
                    <a:pt x="156385" y="347"/>
                  </a:lnTo>
                  <a:lnTo>
                    <a:pt x="151012" y="781"/>
                  </a:lnTo>
                  <a:lnTo>
                    <a:pt x="145655" y="1388"/>
                  </a:lnTo>
                  <a:lnTo>
                    <a:pt x="140321" y="2168"/>
                  </a:lnTo>
                  <a:lnTo>
                    <a:pt x="135015" y="3119"/>
                  </a:lnTo>
                  <a:lnTo>
                    <a:pt x="129742" y="4241"/>
                  </a:lnTo>
                  <a:lnTo>
                    <a:pt x="124508" y="5532"/>
                  </a:lnTo>
                  <a:lnTo>
                    <a:pt x="119319" y="6991"/>
                  </a:lnTo>
                  <a:lnTo>
                    <a:pt x="114179" y="8617"/>
                  </a:lnTo>
                  <a:lnTo>
                    <a:pt x="109095" y="10408"/>
                  </a:lnTo>
                  <a:lnTo>
                    <a:pt x="104070" y="12362"/>
                  </a:lnTo>
                  <a:lnTo>
                    <a:pt x="99112" y="14476"/>
                  </a:lnTo>
                  <a:lnTo>
                    <a:pt x="94224" y="16750"/>
                  </a:lnTo>
                  <a:lnTo>
                    <a:pt x="89412" y="19180"/>
                  </a:lnTo>
                  <a:lnTo>
                    <a:pt x="84681" y="21763"/>
                  </a:lnTo>
                  <a:lnTo>
                    <a:pt x="80035" y="24498"/>
                  </a:lnTo>
                  <a:lnTo>
                    <a:pt x="75480" y="27382"/>
                  </a:lnTo>
                  <a:lnTo>
                    <a:pt x="71021" y="30411"/>
                  </a:lnTo>
                  <a:lnTo>
                    <a:pt x="66661" y="33582"/>
                  </a:lnTo>
                  <a:lnTo>
                    <a:pt x="62406" y="36891"/>
                  </a:lnTo>
                  <a:lnTo>
                    <a:pt x="58260" y="40337"/>
                  </a:lnTo>
                  <a:lnTo>
                    <a:pt x="54227" y="43914"/>
                  </a:lnTo>
                  <a:lnTo>
                    <a:pt x="50312" y="47619"/>
                  </a:lnTo>
                  <a:lnTo>
                    <a:pt x="46518" y="51449"/>
                  </a:lnTo>
                  <a:lnTo>
                    <a:pt x="42850" y="55399"/>
                  </a:lnTo>
                  <a:lnTo>
                    <a:pt x="39311" y="59465"/>
                  </a:lnTo>
                  <a:lnTo>
                    <a:pt x="35904" y="63644"/>
                  </a:lnTo>
                  <a:lnTo>
                    <a:pt x="32635" y="67930"/>
                  </a:lnTo>
                  <a:lnTo>
                    <a:pt x="29505" y="72319"/>
                  </a:lnTo>
                  <a:lnTo>
                    <a:pt x="26518" y="76807"/>
                  </a:lnTo>
                  <a:lnTo>
                    <a:pt x="23678" y="81388"/>
                  </a:lnTo>
                  <a:lnTo>
                    <a:pt x="20987" y="86059"/>
                  </a:lnTo>
                  <a:lnTo>
                    <a:pt x="18448" y="90815"/>
                  </a:lnTo>
                  <a:lnTo>
                    <a:pt x="16063" y="95649"/>
                  </a:lnTo>
                  <a:lnTo>
                    <a:pt x="13836" y="100558"/>
                  </a:lnTo>
                  <a:lnTo>
                    <a:pt x="11768" y="105537"/>
                  </a:lnTo>
                  <a:lnTo>
                    <a:pt x="9861" y="110579"/>
                  </a:lnTo>
                  <a:lnTo>
                    <a:pt x="8118" y="115680"/>
                  </a:lnTo>
                  <a:lnTo>
                    <a:pt x="6541" y="120835"/>
                  </a:lnTo>
                  <a:lnTo>
                    <a:pt x="5131" y="126038"/>
                  </a:lnTo>
                  <a:lnTo>
                    <a:pt x="3889" y="131284"/>
                  </a:lnTo>
                  <a:lnTo>
                    <a:pt x="2817" y="136567"/>
                  </a:lnTo>
                  <a:lnTo>
                    <a:pt x="1915" y="141882"/>
                  </a:lnTo>
                  <a:lnTo>
                    <a:pt x="1186" y="147223"/>
                  </a:lnTo>
                  <a:lnTo>
                    <a:pt x="629" y="152585"/>
                  </a:lnTo>
                  <a:lnTo>
                    <a:pt x="246" y="157962"/>
                  </a:lnTo>
                  <a:lnTo>
                    <a:pt x="36" y="163349"/>
                  </a:lnTo>
                  <a:lnTo>
                    <a:pt x="0" y="168739"/>
                  </a:lnTo>
                  <a:lnTo>
                    <a:pt x="137" y="174128"/>
                  </a:lnTo>
                  <a:lnTo>
                    <a:pt x="448" y="179510"/>
                  </a:lnTo>
                  <a:lnTo>
                    <a:pt x="933" y="184879"/>
                  </a:lnTo>
                  <a:lnTo>
                    <a:pt x="1591" y="190229"/>
                  </a:lnTo>
                  <a:lnTo>
                    <a:pt x="2420" y="195556"/>
                  </a:lnTo>
                  <a:lnTo>
                    <a:pt x="3421" y="200853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800763" y="5269756"/>
              <a:ext cx="330887" cy="334334"/>
            </a:xfrm>
            <a:custGeom>
              <a:avLst/>
              <a:pathLst>
                <a:path w="330887" h="334334">
                  <a:moveTo>
                    <a:pt x="0" y="200853"/>
                  </a:moveTo>
                  <a:lnTo>
                    <a:pt x="1152" y="206035"/>
                  </a:lnTo>
                  <a:lnTo>
                    <a:pt x="2468" y="211178"/>
                  </a:lnTo>
                  <a:lnTo>
                    <a:pt x="3946" y="216276"/>
                  </a:lnTo>
                  <a:lnTo>
                    <a:pt x="5586" y="221325"/>
                  </a:lnTo>
                  <a:lnTo>
                    <a:pt x="7386" y="226319"/>
                  </a:lnTo>
                  <a:lnTo>
                    <a:pt x="9343" y="231254"/>
                  </a:lnTo>
                  <a:lnTo>
                    <a:pt x="11455" y="236124"/>
                  </a:lnTo>
                  <a:lnTo>
                    <a:pt x="13722" y="240924"/>
                  </a:lnTo>
                  <a:lnTo>
                    <a:pt x="16139" y="245650"/>
                  </a:lnTo>
                  <a:lnTo>
                    <a:pt x="18706" y="250297"/>
                  </a:lnTo>
                  <a:lnTo>
                    <a:pt x="21418" y="254860"/>
                  </a:lnTo>
                  <a:lnTo>
                    <a:pt x="24274" y="259335"/>
                  </a:lnTo>
                  <a:lnTo>
                    <a:pt x="27271" y="263717"/>
                  </a:lnTo>
                  <a:lnTo>
                    <a:pt x="30406" y="268001"/>
                  </a:lnTo>
                  <a:lnTo>
                    <a:pt x="33675" y="272184"/>
                  </a:lnTo>
                  <a:lnTo>
                    <a:pt x="37075" y="276261"/>
                  </a:lnTo>
                  <a:lnTo>
                    <a:pt x="40602" y="280227"/>
                  </a:lnTo>
                  <a:lnTo>
                    <a:pt x="44254" y="284080"/>
                  </a:lnTo>
                  <a:lnTo>
                    <a:pt x="48027" y="287815"/>
                  </a:lnTo>
                  <a:lnTo>
                    <a:pt x="51916" y="291428"/>
                  </a:lnTo>
                  <a:lnTo>
                    <a:pt x="55918" y="294916"/>
                  </a:lnTo>
                  <a:lnTo>
                    <a:pt x="60028" y="298275"/>
                  </a:lnTo>
                  <a:lnTo>
                    <a:pt x="64243" y="301502"/>
                  </a:lnTo>
                  <a:lnTo>
                    <a:pt x="68559" y="304593"/>
                  </a:lnTo>
                  <a:lnTo>
                    <a:pt x="72970" y="307546"/>
                  </a:lnTo>
                  <a:lnTo>
                    <a:pt x="77474" y="310357"/>
                  </a:lnTo>
                  <a:lnTo>
                    <a:pt x="82064" y="313024"/>
                  </a:lnTo>
                  <a:lnTo>
                    <a:pt x="86736" y="315544"/>
                  </a:lnTo>
                  <a:lnTo>
                    <a:pt x="91486" y="317914"/>
                  </a:lnTo>
                  <a:lnTo>
                    <a:pt x="96309" y="320132"/>
                  </a:lnTo>
                  <a:lnTo>
                    <a:pt x="101200" y="322196"/>
                  </a:lnTo>
                  <a:lnTo>
                    <a:pt x="106154" y="324103"/>
                  </a:lnTo>
                  <a:lnTo>
                    <a:pt x="111166" y="325853"/>
                  </a:lnTo>
                  <a:lnTo>
                    <a:pt x="116231" y="327442"/>
                  </a:lnTo>
                  <a:lnTo>
                    <a:pt x="121344" y="328869"/>
                  </a:lnTo>
                  <a:lnTo>
                    <a:pt x="126499" y="330134"/>
                  </a:lnTo>
                  <a:lnTo>
                    <a:pt x="131693" y="331234"/>
                  </a:lnTo>
                  <a:lnTo>
                    <a:pt x="136918" y="332169"/>
                  </a:lnTo>
                  <a:lnTo>
                    <a:pt x="142171" y="332937"/>
                  </a:lnTo>
                  <a:lnTo>
                    <a:pt x="147445" y="333539"/>
                  </a:lnTo>
                  <a:lnTo>
                    <a:pt x="152736" y="333972"/>
                  </a:lnTo>
                  <a:lnTo>
                    <a:pt x="158038" y="334237"/>
                  </a:lnTo>
                  <a:lnTo>
                    <a:pt x="163345" y="334334"/>
                  </a:lnTo>
                  <a:lnTo>
                    <a:pt x="168653" y="334262"/>
                  </a:lnTo>
                  <a:lnTo>
                    <a:pt x="173957" y="334022"/>
                  </a:lnTo>
                  <a:lnTo>
                    <a:pt x="179249" y="333613"/>
                  </a:lnTo>
                  <a:lnTo>
                    <a:pt x="184526" y="333037"/>
                  </a:lnTo>
                  <a:lnTo>
                    <a:pt x="189783" y="332293"/>
                  </a:lnTo>
                  <a:lnTo>
                    <a:pt x="195012" y="331383"/>
                  </a:lnTo>
                  <a:lnTo>
                    <a:pt x="200211" y="330307"/>
                  </a:lnTo>
                  <a:lnTo>
                    <a:pt x="205372" y="329067"/>
                  </a:lnTo>
                  <a:lnTo>
                    <a:pt x="210492" y="327663"/>
                  </a:lnTo>
                  <a:lnTo>
                    <a:pt x="215564" y="326098"/>
                  </a:lnTo>
                  <a:lnTo>
                    <a:pt x="220585" y="324372"/>
                  </a:lnTo>
                  <a:lnTo>
                    <a:pt x="225547" y="322488"/>
                  </a:lnTo>
                  <a:lnTo>
                    <a:pt x="230448" y="320447"/>
                  </a:lnTo>
                  <a:lnTo>
                    <a:pt x="235281" y="318251"/>
                  </a:lnTo>
                  <a:lnTo>
                    <a:pt x="240042" y="315904"/>
                  </a:lnTo>
                  <a:lnTo>
                    <a:pt x="244726" y="313406"/>
                  </a:lnTo>
                  <a:lnTo>
                    <a:pt x="249329" y="310760"/>
                  </a:lnTo>
                  <a:lnTo>
                    <a:pt x="253845" y="307970"/>
                  </a:lnTo>
                  <a:lnTo>
                    <a:pt x="258270" y="305038"/>
                  </a:lnTo>
                  <a:lnTo>
                    <a:pt x="262600" y="301967"/>
                  </a:lnTo>
                  <a:lnTo>
                    <a:pt x="266831" y="298760"/>
                  </a:lnTo>
                  <a:lnTo>
                    <a:pt x="270957" y="295421"/>
                  </a:lnTo>
                  <a:lnTo>
                    <a:pt x="274975" y="291951"/>
                  </a:lnTo>
                  <a:lnTo>
                    <a:pt x="278881" y="288357"/>
                  </a:lnTo>
                  <a:lnTo>
                    <a:pt x="282671" y="284640"/>
                  </a:lnTo>
                  <a:lnTo>
                    <a:pt x="286341" y="280804"/>
                  </a:lnTo>
                  <a:lnTo>
                    <a:pt x="289887" y="276854"/>
                  </a:lnTo>
                  <a:lnTo>
                    <a:pt x="293307" y="272793"/>
                  </a:lnTo>
                  <a:lnTo>
                    <a:pt x="296595" y="268626"/>
                  </a:lnTo>
                  <a:lnTo>
                    <a:pt x="299750" y="264356"/>
                  </a:lnTo>
                  <a:lnTo>
                    <a:pt x="302767" y="259989"/>
                  </a:lnTo>
                  <a:lnTo>
                    <a:pt x="305644" y="255527"/>
                  </a:lnTo>
                  <a:lnTo>
                    <a:pt x="308378" y="250977"/>
                  </a:lnTo>
                  <a:lnTo>
                    <a:pt x="310966" y="246342"/>
                  </a:lnTo>
                  <a:lnTo>
                    <a:pt x="313406" y="241628"/>
                  </a:lnTo>
                  <a:lnTo>
                    <a:pt x="315695" y="236838"/>
                  </a:lnTo>
                  <a:lnTo>
                    <a:pt x="317830" y="231978"/>
                  </a:lnTo>
                  <a:lnTo>
                    <a:pt x="319810" y="227052"/>
                  </a:lnTo>
                  <a:lnTo>
                    <a:pt x="321633" y="222067"/>
                  </a:lnTo>
                  <a:lnTo>
                    <a:pt x="323297" y="217026"/>
                  </a:lnTo>
                  <a:lnTo>
                    <a:pt x="324799" y="211934"/>
                  </a:lnTo>
                  <a:lnTo>
                    <a:pt x="326140" y="206798"/>
                  </a:lnTo>
                  <a:lnTo>
                    <a:pt x="327316" y="201621"/>
                  </a:lnTo>
                  <a:lnTo>
                    <a:pt x="328328" y="196410"/>
                  </a:lnTo>
                  <a:lnTo>
                    <a:pt x="329173" y="191169"/>
                  </a:lnTo>
                  <a:lnTo>
                    <a:pt x="329852" y="185904"/>
                  </a:lnTo>
                  <a:lnTo>
                    <a:pt x="330363" y="180620"/>
                  </a:lnTo>
                  <a:lnTo>
                    <a:pt x="330706" y="175323"/>
                  </a:lnTo>
                  <a:lnTo>
                    <a:pt x="330881" y="170017"/>
                  </a:lnTo>
                  <a:lnTo>
                    <a:pt x="330887" y="164709"/>
                  </a:lnTo>
                  <a:lnTo>
                    <a:pt x="330725" y="159403"/>
                  </a:lnTo>
                  <a:lnTo>
                    <a:pt x="330394" y="154105"/>
                  </a:lnTo>
                  <a:lnTo>
                    <a:pt x="329895" y="148820"/>
                  </a:lnTo>
                  <a:lnTo>
                    <a:pt x="329229" y="143553"/>
                  </a:lnTo>
                  <a:lnTo>
                    <a:pt x="328396" y="138310"/>
                  </a:lnTo>
                  <a:lnTo>
                    <a:pt x="327396" y="133097"/>
                  </a:lnTo>
                  <a:lnTo>
                    <a:pt x="326232" y="127917"/>
                  </a:lnTo>
                  <a:lnTo>
                    <a:pt x="324904" y="122778"/>
                  </a:lnTo>
                  <a:lnTo>
                    <a:pt x="323413" y="117683"/>
                  </a:lnTo>
                  <a:lnTo>
                    <a:pt x="321762" y="112638"/>
                  </a:lnTo>
                  <a:lnTo>
                    <a:pt x="319951" y="107648"/>
                  </a:lnTo>
                  <a:lnTo>
                    <a:pt x="317982" y="102718"/>
                  </a:lnTo>
                  <a:lnTo>
                    <a:pt x="315858" y="97853"/>
                  </a:lnTo>
                  <a:lnTo>
                    <a:pt x="313580" y="93058"/>
                  </a:lnTo>
                  <a:lnTo>
                    <a:pt x="311152" y="88337"/>
                  </a:lnTo>
                  <a:lnTo>
                    <a:pt x="308574" y="83696"/>
                  </a:lnTo>
                  <a:lnTo>
                    <a:pt x="305851" y="79140"/>
                  </a:lnTo>
                  <a:lnTo>
                    <a:pt x="302984" y="74672"/>
                  </a:lnTo>
                  <a:lnTo>
                    <a:pt x="299977" y="70297"/>
                  </a:lnTo>
                  <a:lnTo>
                    <a:pt x="296833" y="66020"/>
                  </a:lnTo>
                  <a:lnTo>
                    <a:pt x="293554" y="61845"/>
                  </a:lnTo>
                  <a:lnTo>
                    <a:pt x="290144" y="57776"/>
                  </a:lnTo>
                  <a:lnTo>
                    <a:pt x="286607" y="53818"/>
                  </a:lnTo>
                  <a:lnTo>
                    <a:pt x="282946" y="49974"/>
                  </a:lnTo>
                  <a:lnTo>
                    <a:pt x="279165" y="46248"/>
                  </a:lnTo>
                  <a:lnTo>
                    <a:pt x="275268" y="42644"/>
                  </a:lnTo>
                  <a:lnTo>
                    <a:pt x="271258" y="39165"/>
                  </a:lnTo>
                  <a:lnTo>
                    <a:pt x="267139" y="35816"/>
                  </a:lnTo>
                  <a:lnTo>
                    <a:pt x="262916" y="32599"/>
                  </a:lnTo>
                  <a:lnTo>
                    <a:pt x="258594" y="29518"/>
                  </a:lnTo>
                  <a:lnTo>
                    <a:pt x="254175" y="26575"/>
                  </a:lnTo>
                  <a:lnTo>
                    <a:pt x="249666" y="23775"/>
                  </a:lnTo>
                  <a:lnTo>
                    <a:pt x="245069" y="21119"/>
                  </a:lnTo>
                  <a:lnTo>
                    <a:pt x="240391" y="18610"/>
                  </a:lnTo>
                  <a:lnTo>
                    <a:pt x="235636" y="16251"/>
                  </a:lnTo>
                  <a:lnTo>
                    <a:pt x="230807" y="14044"/>
                  </a:lnTo>
                  <a:lnTo>
                    <a:pt x="225912" y="11992"/>
                  </a:lnTo>
                  <a:lnTo>
                    <a:pt x="220953" y="10096"/>
                  </a:lnTo>
                  <a:lnTo>
                    <a:pt x="215937" y="8358"/>
                  </a:lnTo>
                  <a:lnTo>
                    <a:pt x="210868" y="6781"/>
                  </a:lnTo>
                  <a:lnTo>
                    <a:pt x="205752" y="5365"/>
                  </a:lnTo>
                  <a:lnTo>
                    <a:pt x="200594" y="4113"/>
                  </a:lnTo>
                  <a:lnTo>
                    <a:pt x="195398" y="3025"/>
                  </a:lnTo>
                  <a:lnTo>
                    <a:pt x="190170" y="2102"/>
                  </a:lnTo>
                  <a:lnTo>
                    <a:pt x="184916" y="1346"/>
                  </a:lnTo>
                  <a:lnTo>
                    <a:pt x="179640" y="758"/>
                  </a:lnTo>
                  <a:lnTo>
                    <a:pt x="174348" y="337"/>
                  </a:lnTo>
                  <a:lnTo>
                    <a:pt x="169046" y="84"/>
                  </a:lnTo>
                  <a:lnTo>
                    <a:pt x="163738" y="0"/>
                  </a:lnTo>
                  <a:lnTo>
                    <a:pt x="16373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62930" y="5399291"/>
              <a:ext cx="23284" cy="167167"/>
            </a:xfrm>
            <a:custGeom>
              <a:avLst/>
              <a:pathLst>
                <a:path w="23284" h="167167">
                  <a:moveTo>
                    <a:pt x="23284" y="0"/>
                  </a:moveTo>
                  <a:lnTo>
                    <a:pt x="15500" y="181"/>
                  </a:lnTo>
                  <a:lnTo>
                    <a:pt x="7733" y="724"/>
                  </a:lnTo>
                  <a:lnTo>
                    <a:pt x="0" y="1629"/>
                  </a:lnTo>
                  <a:lnTo>
                    <a:pt x="2328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62930" y="5400921"/>
              <a:ext cx="23284" cy="165537"/>
            </a:xfrm>
            <a:custGeom>
              <a:avLst/>
              <a:pathLst>
                <a:path w="23284" h="165537">
                  <a:moveTo>
                    <a:pt x="0" y="0"/>
                  </a:moveTo>
                  <a:lnTo>
                    <a:pt x="23284" y="1655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62930" y="5400921"/>
              <a:ext cx="23284" cy="165537"/>
            </a:xfrm>
            <a:custGeom>
              <a:avLst/>
              <a:pathLst>
                <a:path w="23284" h="165537">
                  <a:moveTo>
                    <a:pt x="0" y="0"/>
                  </a:moveTo>
                  <a:lnTo>
                    <a:pt x="23284" y="1655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62930" y="5400921"/>
              <a:ext cx="23284" cy="165537"/>
            </a:xfrm>
            <a:custGeom>
              <a:avLst/>
              <a:pathLst>
                <a:path w="23284" h="165537">
                  <a:moveTo>
                    <a:pt x="0" y="0"/>
                  </a:moveTo>
                  <a:lnTo>
                    <a:pt x="23284" y="1655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62930" y="5400921"/>
              <a:ext cx="23284" cy="165537"/>
            </a:xfrm>
            <a:custGeom>
              <a:avLst/>
              <a:pathLst>
                <a:path w="23284" h="165537">
                  <a:moveTo>
                    <a:pt x="0" y="0"/>
                  </a:moveTo>
                  <a:lnTo>
                    <a:pt x="23284" y="1655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62930" y="5400921"/>
              <a:ext cx="23284" cy="165537"/>
            </a:xfrm>
            <a:custGeom>
              <a:avLst/>
              <a:pathLst>
                <a:path w="23284" h="165537">
                  <a:moveTo>
                    <a:pt x="0" y="0"/>
                  </a:moveTo>
                  <a:lnTo>
                    <a:pt x="23284" y="1655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62930" y="5400921"/>
              <a:ext cx="23284" cy="165537"/>
            </a:xfrm>
            <a:custGeom>
              <a:avLst/>
              <a:pathLst>
                <a:path w="23284" h="165537">
                  <a:moveTo>
                    <a:pt x="0" y="0"/>
                  </a:moveTo>
                  <a:lnTo>
                    <a:pt x="23284" y="1655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319050" y="5400921"/>
              <a:ext cx="334322" cy="332700"/>
            </a:xfrm>
            <a:custGeom>
              <a:avLst/>
              <a:pathLst>
                <a:path w="334322" h="332700">
                  <a:moveTo>
                    <a:pt x="143879" y="0"/>
                  </a:moveTo>
                  <a:lnTo>
                    <a:pt x="138648" y="820"/>
                  </a:lnTo>
                  <a:lnTo>
                    <a:pt x="133445" y="1806"/>
                  </a:lnTo>
                  <a:lnTo>
                    <a:pt x="128275" y="2956"/>
                  </a:lnTo>
                  <a:lnTo>
                    <a:pt x="123145" y="4270"/>
                  </a:lnTo>
                  <a:lnTo>
                    <a:pt x="118059" y="5745"/>
                  </a:lnTo>
                  <a:lnTo>
                    <a:pt x="113022" y="7380"/>
                  </a:lnTo>
                  <a:lnTo>
                    <a:pt x="108040" y="9175"/>
                  </a:lnTo>
                  <a:lnTo>
                    <a:pt x="103117" y="11126"/>
                  </a:lnTo>
                  <a:lnTo>
                    <a:pt x="98258" y="13232"/>
                  </a:lnTo>
                  <a:lnTo>
                    <a:pt x="93468" y="15491"/>
                  </a:lnTo>
                  <a:lnTo>
                    <a:pt x="88753" y="17901"/>
                  </a:lnTo>
                  <a:lnTo>
                    <a:pt x="84116" y="20459"/>
                  </a:lnTo>
                  <a:lnTo>
                    <a:pt x="79562" y="23162"/>
                  </a:lnTo>
                  <a:lnTo>
                    <a:pt x="75096" y="26008"/>
                  </a:lnTo>
                  <a:lnTo>
                    <a:pt x="70723" y="28995"/>
                  </a:lnTo>
                  <a:lnTo>
                    <a:pt x="66446" y="32118"/>
                  </a:lnTo>
                  <a:lnTo>
                    <a:pt x="62271" y="35375"/>
                  </a:lnTo>
                  <a:lnTo>
                    <a:pt x="58200" y="38763"/>
                  </a:lnTo>
                  <a:lnTo>
                    <a:pt x="54239" y="42278"/>
                  </a:lnTo>
                  <a:lnTo>
                    <a:pt x="50392" y="45917"/>
                  </a:lnTo>
                  <a:lnTo>
                    <a:pt x="46661" y="49675"/>
                  </a:lnTo>
                  <a:lnTo>
                    <a:pt x="43052" y="53550"/>
                  </a:lnTo>
                  <a:lnTo>
                    <a:pt x="39567" y="57538"/>
                  </a:lnTo>
                  <a:lnTo>
                    <a:pt x="36210" y="61634"/>
                  </a:lnTo>
                  <a:lnTo>
                    <a:pt x="32985" y="65834"/>
                  </a:lnTo>
                  <a:lnTo>
                    <a:pt x="29894" y="70134"/>
                  </a:lnTo>
                  <a:lnTo>
                    <a:pt x="26941" y="74530"/>
                  </a:lnTo>
                  <a:lnTo>
                    <a:pt x="24129" y="79017"/>
                  </a:lnTo>
                  <a:lnTo>
                    <a:pt x="21460" y="83591"/>
                  </a:lnTo>
                  <a:lnTo>
                    <a:pt x="18937" y="88248"/>
                  </a:lnTo>
                  <a:lnTo>
                    <a:pt x="16564" y="92981"/>
                  </a:lnTo>
                  <a:lnTo>
                    <a:pt x="14341" y="97788"/>
                  </a:lnTo>
                  <a:lnTo>
                    <a:pt x="12272" y="102663"/>
                  </a:lnTo>
                  <a:lnTo>
                    <a:pt x="10358" y="107601"/>
                  </a:lnTo>
                  <a:lnTo>
                    <a:pt x="8601" y="112596"/>
                  </a:lnTo>
                  <a:lnTo>
                    <a:pt x="7004" y="117646"/>
                  </a:lnTo>
                  <a:lnTo>
                    <a:pt x="5568" y="122743"/>
                  </a:lnTo>
                  <a:lnTo>
                    <a:pt x="4293" y="127883"/>
                  </a:lnTo>
                  <a:lnTo>
                    <a:pt x="3182" y="133061"/>
                  </a:lnTo>
                  <a:lnTo>
                    <a:pt x="2236" y="138271"/>
                  </a:lnTo>
                  <a:lnTo>
                    <a:pt x="1455" y="143509"/>
                  </a:lnTo>
                  <a:lnTo>
                    <a:pt x="840" y="148769"/>
                  </a:lnTo>
                  <a:lnTo>
                    <a:pt x="393" y="154045"/>
                  </a:lnTo>
                  <a:lnTo>
                    <a:pt x="112" y="159334"/>
                  </a:lnTo>
                  <a:lnTo>
                    <a:pt x="0" y="164628"/>
                  </a:lnTo>
                  <a:lnTo>
                    <a:pt x="55" y="169924"/>
                  </a:lnTo>
                  <a:lnTo>
                    <a:pt x="277" y="175215"/>
                  </a:lnTo>
                  <a:lnTo>
                    <a:pt x="668" y="180496"/>
                  </a:lnTo>
                  <a:lnTo>
                    <a:pt x="1225" y="185762"/>
                  </a:lnTo>
                  <a:lnTo>
                    <a:pt x="1949" y="191008"/>
                  </a:lnTo>
                  <a:lnTo>
                    <a:pt x="2839" y="196228"/>
                  </a:lnTo>
                  <a:lnTo>
                    <a:pt x="3893" y="201418"/>
                  </a:lnTo>
                  <a:lnTo>
                    <a:pt x="5112" y="206572"/>
                  </a:lnTo>
                  <a:lnTo>
                    <a:pt x="6493" y="211684"/>
                  </a:lnTo>
                  <a:lnTo>
                    <a:pt x="8035" y="216750"/>
                  </a:lnTo>
                  <a:lnTo>
                    <a:pt x="9737" y="221765"/>
                  </a:lnTo>
                  <a:lnTo>
                    <a:pt x="11597" y="226723"/>
                  </a:lnTo>
                  <a:lnTo>
                    <a:pt x="13613" y="231620"/>
                  </a:lnTo>
                  <a:lnTo>
                    <a:pt x="15783" y="236451"/>
                  </a:lnTo>
                  <a:lnTo>
                    <a:pt x="18105" y="241210"/>
                  </a:lnTo>
                  <a:lnTo>
                    <a:pt x="20577" y="245894"/>
                  </a:lnTo>
                  <a:lnTo>
                    <a:pt x="23196" y="250496"/>
                  </a:lnTo>
                  <a:lnTo>
                    <a:pt x="25959" y="255014"/>
                  </a:lnTo>
                  <a:lnTo>
                    <a:pt x="28864" y="259442"/>
                  </a:lnTo>
                  <a:lnTo>
                    <a:pt x="31908" y="263775"/>
                  </a:lnTo>
                  <a:lnTo>
                    <a:pt x="35088" y="268010"/>
                  </a:lnTo>
                  <a:lnTo>
                    <a:pt x="38400" y="272142"/>
                  </a:lnTo>
                  <a:lnTo>
                    <a:pt x="41841" y="276167"/>
                  </a:lnTo>
                  <a:lnTo>
                    <a:pt x="45408" y="280082"/>
                  </a:lnTo>
                  <a:lnTo>
                    <a:pt x="49098" y="283881"/>
                  </a:lnTo>
                  <a:lnTo>
                    <a:pt x="52905" y="287561"/>
                  </a:lnTo>
                  <a:lnTo>
                    <a:pt x="56828" y="291119"/>
                  </a:lnTo>
                  <a:lnTo>
                    <a:pt x="60861" y="294551"/>
                  </a:lnTo>
                  <a:lnTo>
                    <a:pt x="65001" y="297853"/>
                  </a:lnTo>
                  <a:lnTo>
                    <a:pt x="69243" y="301023"/>
                  </a:lnTo>
                  <a:lnTo>
                    <a:pt x="73584" y="304057"/>
                  </a:lnTo>
                  <a:lnTo>
                    <a:pt x="78018" y="306951"/>
                  </a:lnTo>
                  <a:lnTo>
                    <a:pt x="82542" y="309704"/>
                  </a:lnTo>
                  <a:lnTo>
                    <a:pt x="87151" y="312312"/>
                  </a:lnTo>
                  <a:lnTo>
                    <a:pt x="91841" y="314773"/>
                  </a:lnTo>
                  <a:lnTo>
                    <a:pt x="96605" y="317084"/>
                  </a:lnTo>
                  <a:lnTo>
                    <a:pt x="101441" y="319243"/>
                  </a:lnTo>
                  <a:lnTo>
                    <a:pt x="106343" y="321247"/>
                  </a:lnTo>
                  <a:lnTo>
                    <a:pt x="111305" y="323096"/>
                  </a:lnTo>
                  <a:lnTo>
                    <a:pt x="116324" y="324786"/>
                  </a:lnTo>
                  <a:lnTo>
                    <a:pt x="121394" y="326317"/>
                  </a:lnTo>
                  <a:lnTo>
                    <a:pt x="126509" y="327686"/>
                  </a:lnTo>
                  <a:lnTo>
                    <a:pt x="131666" y="328892"/>
                  </a:lnTo>
                  <a:lnTo>
                    <a:pt x="136858" y="329935"/>
                  </a:lnTo>
                  <a:lnTo>
                    <a:pt x="142080" y="330812"/>
                  </a:lnTo>
                  <a:lnTo>
                    <a:pt x="147328" y="331524"/>
                  </a:lnTo>
                  <a:lnTo>
                    <a:pt x="152595" y="332069"/>
                  </a:lnTo>
                  <a:lnTo>
                    <a:pt x="157878" y="332447"/>
                  </a:lnTo>
                  <a:lnTo>
                    <a:pt x="163169" y="332657"/>
                  </a:lnTo>
                  <a:lnTo>
                    <a:pt x="168465" y="332700"/>
                  </a:lnTo>
                  <a:lnTo>
                    <a:pt x="173759" y="332575"/>
                  </a:lnTo>
                  <a:lnTo>
                    <a:pt x="179046" y="332282"/>
                  </a:lnTo>
                  <a:lnTo>
                    <a:pt x="184322" y="331822"/>
                  </a:lnTo>
                  <a:lnTo>
                    <a:pt x="189581" y="331195"/>
                  </a:lnTo>
                  <a:lnTo>
                    <a:pt x="194817" y="330402"/>
                  </a:lnTo>
                  <a:lnTo>
                    <a:pt x="200025" y="329443"/>
                  </a:lnTo>
                  <a:lnTo>
                    <a:pt x="205200" y="328320"/>
                  </a:lnTo>
                  <a:lnTo>
                    <a:pt x="210337" y="327034"/>
                  </a:lnTo>
                  <a:lnTo>
                    <a:pt x="215431" y="325585"/>
                  </a:lnTo>
                  <a:lnTo>
                    <a:pt x="220476" y="323976"/>
                  </a:lnTo>
                  <a:lnTo>
                    <a:pt x="225468" y="322208"/>
                  </a:lnTo>
                  <a:lnTo>
                    <a:pt x="230401" y="320283"/>
                  </a:lnTo>
                  <a:lnTo>
                    <a:pt x="235271" y="318202"/>
                  </a:lnTo>
                  <a:lnTo>
                    <a:pt x="240072" y="315968"/>
                  </a:lnTo>
                  <a:lnTo>
                    <a:pt x="244801" y="313583"/>
                  </a:lnTo>
                  <a:lnTo>
                    <a:pt x="249451" y="311050"/>
                  </a:lnTo>
                  <a:lnTo>
                    <a:pt x="254019" y="308370"/>
                  </a:lnTo>
                  <a:lnTo>
                    <a:pt x="258500" y="305548"/>
                  </a:lnTo>
                  <a:lnTo>
                    <a:pt x="262889" y="302584"/>
                  </a:lnTo>
                  <a:lnTo>
                    <a:pt x="267181" y="299483"/>
                  </a:lnTo>
                  <a:lnTo>
                    <a:pt x="271374" y="296248"/>
                  </a:lnTo>
                  <a:lnTo>
                    <a:pt x="275462" y="292882"/>
                  </a:lnTo>
                  <a:lnTo>
                    <a:pt x="279441" y="289388"/>
                  </a:lnTo>
                  <a:lnTo>
                    <a:pt x="283308" y="285769"/>
                  </a:lnTo>
                  <a:lnTo>
                    <a:pt x="287058" y="282030"/>
                  </a:lnTo>
                  <a:lnTo>
                    <a:pt x="290688" y="278174"/>
                  </a:lnTo>
                  <a:lnTo>
                    <a:pt x="294193" y="274205"/>
                  </a:lnTo>
                  <a:lnTo>
                    <a:pt x="297572" y="270126"/>
                  </a:lnTo>
                  <a:lnTo>
                    <a:pt x="300819" y="265943"/>
                  </a:lnTo>
                  <a:lnTo>
                    <a:pt x="303932" y="261659"/>
                  </a:lnTo>
                  <a:lnTo>
                    <a:pt x="306908" y="257279"/>
                  </a:lnTo>
                  <a:lnTo>
                    <a:pt x="309744" y="252807"/>
                  </a:lnTo>
                  <a:lnTo>
                    <a:pt x="312437" y="248247"/>
                  </a:lnTo>
                  <a:lnTo>
                    <a:pt x="314984" y="243604"/>
                  </a:lnTo>
                  <a:lnTo>
                    <a:pt x="317383" y="238882"/>
                  </a:lnTo>
                  <a:lnTo>
                    <a:pt x="319630" y="234087"/>
                  </a:lnTo>
                  <a:lnTo>
                    <a:pt x="321725" y="229224"/>
                  </a:lnTo>
                  <a:lnTo>
                    <a:pt x="323665" y="224296"/>
                  </a:lnTo>
                  <a:lnTo>
                    <a:pt x="325448" y="219309"/>
                  </a:lnTo>
                  <a:lnTo>
                    <a:pt x="327071" y="214269"/>
                  </a:lnTo>
                  <a:lnTo>
                    <a:pt x="328535" y="209179"/>
                  </a:lnTo>
                  <a:lnTo>
                    <a:pt x="329836" y="204046"/>
                  </a:lnTo>
                  <a:lnTo>
                    <a:pt x="330974" y="198874"/>
                  </a:lnTo>
                  <a:lnTo>
                    <a:pt x="331948" y="193669"/>
                  </a:lnTo>
                  <a:lnTo>
                    <a:pt x="332756" y="188435"/>
                  </a:lnTo>
                  <a:lnTo>
                    <a:pt x="333398" y="183178"/>
                  </a:lnTo>
                  <a:lnTo>
                    <a:pt x="333874" y="177904"/>
                  </a:lnTo>
                  <a:lnTo>
                    <a:pt x="334182" y="172617"/>
                  </a:lnTo>
                  <a:lnTo>
                    <a:pt x="334322" y="167324"/>
                  </a:lnTo>
                  <a:lnTo>
                    <a:pt x="334295" y="162028"/>
                  </a:lnTo>
                  <a:lnTo>
                    <a:pt x="334100" y="156736"/>
                  </a:lnTo>
                  <a:lnTo>
                    <a:pt x="333738" y="151453"/>
                  </a:lnTo>
                  <a:lnTo>
                    <a:pt x="333208" y="146183"/>
                  </a:lnTo>
                  <a:lnTo>
                    <a:pt x="332511" y="140934"/>
                  </a:lnTo>
                  <a:lnTo>
                    <a:pt x="331649" y="135709"/>
                  </a:lnTo>
                  <a:lnTo>
                    <a:pt x="330622" y="130514"/>
                  </a:lnTo>
                  <a:lnTo>
                    <a:pt x="329430" y="125354"/>
                  </a:lnTo>
                  <a:lnTo>
                    <a:pt x="328076" y="120234"/>
                  </a:lnTo>
                  <a:lnTo>
                    <a:pt x="326560" y="115160"/>
                  </a:lnTo>
                  <a:lnTo>
                    <a:pt x="324885" y="110136"/>
                  </a:lnTo>
                  <a:lnTo>
                    <a:pt x="323051" y="105168"/>
                  </a:lnTo>
                  <a:lnTo>
                    <a:pt x="321060" y="100261"/>
                  </a:lnTo>
                  <a:lnTo>
                    <a:pt x="318916" y="95419"/>
                  </a:lnTo>
                  <a:lnTo>
                    <a:pt x="316618" y="90648"/>
                  </a:lnTo>
                  <a:lnTo>
                    <a:pt x="314171" y="85951"/>
                  </a:lnTo>
                  <a:lnTo>
                    <a:pt x="311577" y="81335"/>
                  </a:lnTo>
                  <a:lnTo>
                    <a:pt x="308837" y="76803"/>
                  </a:lnTo>
                  <a:lnTo>
                    <a:pt x="305955" y="72360"/>
                  </a:lnTo>
                  <a:lnTo>
                    <a:pt x="302934" y="68010"/>
                  </a:lnTo>
                  <a:lnTo>
                    <a:pt x="299777" y="63759"/>
                  </a:lnTo>
                  <a:lnTo>
                    <a:pt x="296487" y="59609"/>
                  </a:lnTo>
                  <a:lnTo>
                    <a:pt x="293066" y="55566"/>
                  </a:lnTo>
                  <a:lnTo>
                    <a:pt x="289520" y="51633"/>
                  </a:lnTo>
                  <a:lnTo>
                    <a:pt x="285851" y="47815"/>
                  </a:lnTo>
                  <a:lnTo>
                    <a:pt x="282062" y="44115"/>
                  </a:lnTo>
                  <a:lnTo>
                    <a:pt x="278159" y="40536"/>
                  </a:lnTo>
                  <a:lnTo>
                    <a:pt x="274143" y="37083"/>
                  </a:lnTo>
                  <a:lnTo>
                    <a:pt x="270021" y="33759"/>
                  </a:lnTo>
                  <a:lnTo>
                    <a:pt x="265795" y="30567"/>
                  </a:lnTo>
                  <a:lnTo>
                    <a:pt x="261471" y="27511"/>
                  </a:lnTo>
                  <a:lnTo>
                    <a:pt x="257051" y="24593"/>
                  </a:lnTo>
                  <a:lnTo>
                    <a:pt x="252542" y="21817"/>
                  </a:lnTo>
                  <a:lnTo>
                    <a:pt x="247947" y="19184"/>
                  </a:lnTo>
                  <a:lnTo>
                    <a:pt x="243270" y="16699"/>
                  </a:lnTo>
                  <a:lnTo>
                    <a:pt x="238518" y="14363"/>
                  </a:lnTo>
                  <a:lnTo>
                    <a:pt x="233694" y="12179"/>
                  </a:lnTo>
                  <a:lnTo>
                    <a:pt x="228803" y="10148"/>
                  </a:lnTo>
                  <a:lnTo>
                    <a:pt x="223850" y="8274"/>
                  </a:lnTo>
                  <a:lnTo>
                    <a:pt x="218840" y="6557"/>
                  </a:lnTo>
                  <a:lnTo>
                    <a:pt x="213778" y="5000"/>
                  </a:lnTo>
                  <a:lnTo>
                    <a:pt x="208670" y="3604"/>
                  </a:lnTo>
                  <a:lnTo>
                    <a:pt x="203520" y="2371"/>
                  </a:lnTo>
                  <a:lnTo>
                    <a:pt x="198333" y="1301"/>
                  </a:lnTo>
                  <a:lnTo>
                    <a:pt x="193116" y="396"/>
                  </a:lnTo>
                  <a:lnTo>
                    <a:pt x="167164" y="1655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25951" cy="167167"/>
            </a:xfrm>
            <a:custGeom>
              <a:avLst/>
              <a:pathLst>
                <a:path w="25951" h="167167">
                  <a:moveTo>
                    <a:pt x="25951" y="2026"/>
                  </a:moveTo>
                  <a:lnTo>
                    <a:pt x="17339" y="901"/>
                  </a:lnTo>
                  <a:lnTo>
                    <a:pt x="8681" y="2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4856376" y="5399291"/>
              <a:ext cx="167167" cy="334232"/>
            </a:xfrm>
            <a:custGeom>
              <a:avLst/>
              <a:pathLst>
                <a:path w="167167" h="334232">
                  <a:moveTo>
                    <a:pt x="167167" y="0"/>
                  </a:moveTo>
                  <a:lnTo>
                    <a:pt x="161814" y="85"/>
                  </a:lnTo>
                  <a:lnTo>
                    <a:pt x="156466" y="342"/>
                  </a:lnTo>
                  <a:lnTo>
                    <a:pt x="151130" y="771"/>
                  </a:lnTo>
                  <a:lnTo>
                    <a:pt x="145810" y="1369"/>
                  </a:lnTo>
                  <a:lnTo>
                    <a:pt x="140511" y="2138"/>
                  </a:lnTo>
                  <a:lnTo>
                    <a:pt x="135240" y="3077"/>
                  </a:lnTo>
                  <a:lnTo>
                    <a:pt x="130002" y="4183"/>
                  </a:lnTo>
                  <a:lnTo>
                    <a:pt x="124802" y="5457"/>
                  </a:lnTo>
                  <a:lnTo>
                    <a:pt x="119646" y="6896"/>
                  </a:lnTo>
                  <a:lnTo>
                    <a:pt x="114538" y="8500"/>
                  </a:lnTo>
                  <a:lnTo>
                    <a:pt x="109484" y="10267"/>
                  </a:lnTo>
                  <a:lnTo>
                    <a:pt x="104490" y="12194"/>
                  </a:lnTo>
                  <a:lnTo>
                    <a:pt x="99559" y="14281"/>
                  </a:lnTo>
                  <a:lnTo>
                    <a:pt x="94698" y="16524"/>
                  </a:lnTo>
                  <a:lnTo>
                    <a:pt x="89911" y="18922"/>
                  </a:lnTo>
                  <a:lnTo>
                    <a:pt x="85204" y="21472"/>
                  </a:lnTo>
                  <a:lnTo>
                    <a:pt x="80581" y="24171"/>
                  </a:lnTo>
                  <a:lnTo>
                    <a:pt x="76046" y="27017"/>
                  </a:lnTo>
                  <a:lnTo>
                    <a:pt x="71605" y="30007"/>
                  </a:lnTo>
                  <a:lnTo>
                    <a:pt x="67262" y="33137"/>
                  </a:lnTo>
                  <a:lnTo>
                    <a:pt x="63021" y="36405"/>
                  </a:lnTo>
                  <a:lnTo>
                    <a:pt x="58887" y="39807"/>
                  </a:lnTo>
                  <a:lnTo>
                    <a:pt x="54864" y="43340"/>
                  </a:lnTo>
                  <a:lnTo>
                    <a:pt x="50957" y="46999"/>
                  </a:lnTo>
                  <a:lnTo>
                    <a:pt x="47168" y="50782"/>
                  </a:lnTo>
                  <a:lnTo>
                    <a:pt x="43503" y="54685"/>
                  </a:lnTo>
                  <a:lnTo>
                    <a:pt x="39965" y="58702"/>
                  </a:lnTo>
                  <a:lnTo>
                    <a:pt x="36557" y="62831"/>
                  </a:lnTo>
                  <a:lnTo>
                    <a:pt x="33283" y="67067"/>
                  </a:lnTo>
                  <a:lnTo>
                    <a:pt x="30146" y="71406"/>
                  </a:lnTo>
                  <a:lnTo>
                    <a:pt x="27150" y="75842"/>
                  </a:lnTo>
                  <a:lnTo>
                    <a:pt x="24297" y="80373"/>
                  </a:lnTo>
                  <a:lnTo>
                    <a:pt x="21591" y="84992"/>
                  </a:lnTo>
                  <a:lnTo>
                    <a:pt x="19034" y="89696"/>
                  </a:lnTo>
                  <a:lnTo>
                    <a:pt x="16630" y="94479"/>
                  </a:lnTo>
                  <a:lnTo>
                    <a:pt x="14379" y="99337"/>
                  </a:lnTo>
                  <a:lnTo>
                    <a:pt x="12285" y="104264"/>
                  </a:lnTo>
                  <a:lnTo>
                    <a:pt x="10351" y="109256"/>
                  </a:lnTo>
                  <a:lnTo>
                    <a:pt x="8577" y="114307"/>
                  </a:lnTo>
                  <a:lnTo>
                    <a:pt x="6965" y="119413"/>
                  </a:lnTo>
                  <a:lnTo>
                    <a:pt x="5518" y="124567"/>
                  </a:lnTo>
                  <a:lnTo>
                    <a:pt x="4237" y="129766"/>
                  </a:lnTo>
                  <a:lnTo>
                    <a:pt x="3123" y="135002"/>
                  </a:lnTo>
                  <a:lnTo>
                    <a:pt x="2177" y="140272"/>
                  </a:lnTo>
                  <a:lnTo>
                    <a:pt x="1400" y="145569"/>
                  </a:lnTo>
                  <a:lnTo>
                    <a:pt x="794" y="150888"/>
                  </a:lnTo>
                  <a:lnTo>
                    <a:pt x="358" y="156224"/>
                  </a:lnTo>
                  <a:lnTo>
                    <a:pt x="93" y="161571"/>
                  </a:lnTo>
                  <a:lnTo>
                    <a:pt x="0" y="166924"/>
                  </a:lnTo>
                  <a:lnTo>
                    <a:pt x="77" y="172277"/>
                  </a:lnTo>
                  <a:lnTo>
                    <a:pt x="327" y="177625"/>
                  </a:lnTo>
                  <a:lnTo>
                    <a:pt x="747" y="182962"/>
                  </a:lnTo>
                  <a:lnTo>
                    <a:pt x="1338" y="188283"/>
                  </a:lnTo>
                  <a:lnTo>
                    <a:pt x="2100" y="193582"/>
                  </a:lnTo>
                  <a:lnTo>
                    <a:pt x="3030" y="198855"/>
                  </a:lnTo>
                  <a:lnTo>
                    <a:pt x="4129" y="204094"/>
                  </a:lnTo>
                  <a:lnTo>
                    <a:pt x="5395" y="209296"/>
                  </a:lnTo>
                  <a:lnTo>
                    <a:pt x="6827" y="214455"/>
                  </a:lnTo>
                  <a:lnTo>
                    <a:pt x="8424" y="219565"/>
                  </a:lnTo>
                  <a:lnTo>
                    <a:pt x="10183" y="224621"/>
                  </a:lnTo>
                  <a:lnTo>
                    <a:pt x="12103" y="229619"/>
                  </a:lnTo>
                  <a:lnTo>
                    <a:pt x="14182" y="234552"/>
                  </a:lnTo>
                  <a:lnTo>
                    <a:pt x="16419" y="239416"/>
                  </a:lnTo>
                  <a:lnTo>
                    <a:pt x="18810" y="244207"/>
                  </a:lnTo>
                  <a:lnTo>
                    <a:pt x="21353" y="248918"/>
                  </a:lnTo>
                  <a:lnTo>
                    <a:pt x="24045" y="253545"/>
                  </a:lnTo>
                  <a:lnTo>
                    <a:pt x="26885" y="258084"/>
                  </a:lnTo>
                  <a:lnTo>
                    <a:pt x="29868" y="262529"/>
                  </a:lnTo>
                  <a:lnTo>
                    <a:pt x="32992" y="266877"/>
                  </a:lnTo>
                  <a:lnTo>
                    <a:pt x="36254" y="271122"/>
                  </a:lnTo>
                  <a:lnTo>
                    <a:pt x="39650" y="275261"/>
                  </a:lnTo>
                  <a:lnTo>
                    <a:pt x="43176" y="279289"/>
                  </a:lnTo>
                  <a:lnTo>
                    <a:pt x="46830" y="283202"/>
                  </a:lnTo>
                  <a:lnTo>
                    <a:pt x="50608" y="286996"/>
                  </a:lnTo>
                  <a:lnTo>
                    <a:pt x="54505" y="290667"/>
                  </a:lnTo>
                  <a:lnTo>
                    <a:pt x="58517" y="294211"/>
                  </a:lnTo>
                  <a:lnTo>
                    <a:pt x="62641" y="297625"/>
                  </a:lnTo>
                  <a:lnTo>
                    <a:pt x="66872" y="300905"/>
                  </a:lnTo>
                  <a:lnTo>
                    <a:pt x="71206" y="304048"/>
                  </a:lnTo>
                  <a:lnTo>
                    <a:pt x="75639" y="307051"/>
                  </a:lnTo>
                  <a:lnTo>
                    <a:pt x="80165" y="309910"/>
                  </a:lnTo>
                  <a:lnTo>
                    <a:pt x="84780" y="312623"/>
                  </a:lnTo>
                  <a:lnTo>
                    <a:pt x="89480" y="315187"/>
                  </a:lnTo>
                  <a:lnTo>
                    <a:pt x="94260" y="317598"/>
                  </a:lnTo>
                  <a:lnTo>
                    <a:pt x="99115" y="319856"/>
                  </a:lnTo>
                  <a:lnTo>
                    <a:pt x="104039" y="321957"/>
                  </a:lnTo>
                  <a:lnTo>
                    <a:pt x="109028" y="323899"/>
                  </a:lnTo>
                  <a:lnTo>
                    <a:pt x="114077" y="325680"/>
                  </a:lnTo>
                  <a:lnTo>
                    <a:pt x="119180" y="327299"/>
                  </a:lnTo>
                  <a:lnTo>
                    <a:pt x="124332" y="328753"/>
                  </a:lnTo>
                  <a:lnTo>
                    <a:pt x="129528" y="330042"/>
                  </a:lnTo>
                  <a:lnTo>
                    <a:pt x="134763" y="331164"/>
                  </a:lnTo>
                  <a:lnTo>
                    <a:pt x="140031" y="332117"/>
                  </a:lnTo>
                  <a:lnTo>
                    <a:pt x="145327" y="332902"/>
                  </a:lnTo>
                  <a:lnTo>
                    <a:pt x="150646" y="333516"/>
                  </a:lnTo>
                  <a:lnTo>
                    <a:pt x="155981" y="333960"/>
                  </a:lnTo>
                  <a:lnTo>
                    <a:pt x="161328" y="33423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17705" y="5566459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17705" y="5566459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17705" y="5566459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17705" y="5566459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17705" y="5566459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17705" y="5566459"/>
              <a:ext cx="113024" cy="167167"/>
            </a:xfrm>
            <a:custGeom>
              <a:avLst/>
              <a:pathLst>
                <a:path w="113024" h="167167">
                  <a:moveTo>
                    <a:pt x="0" y="167065"/>
                  </a:moveTo>
                  <a:lnTo>
                    <a:pt x="5553" y="167167"/>
                  </a:lnTo>
                  <a:lnTo>
                    <a:pt x="11106" y="167084"/>
                  </a:lnTo>
                  <a:lnTo>
                    <a:pt x="16654" y="166817"/>
                  </a:lnTo>
                  <a:lnTo>
                    <a:pt x="22190" y="166365"/>
                  </a:lnTo>
                  <a:lnTo>
                    <a:pt x="27707" y="165730"/>
                  </a:lnTo>
                  <a:lnTo>
                    <a:pt x="33201" y="164912"/>
                  </a:lnTo>
                  <a:lnTo>
                    <a:pt x="38664" y="163912"/>
                  </a:lnTo>
                  <a:lnTo>
                    <a:pt x="44091" y="162731"/>
                  </a:lnTo>
                  <a:lnTo>
                    <a:pt x="49476" y="161371"/>
                  </a:lnTo>
                  <a:lnTo>
                    <a:pt x="54813" y="159832"/>
                  </a:lnTo>
                  <a:lnTo>
                    <a:pt x="60095" y="158117"/>
                  </a:lnTo>
                  <a:lnTo>
                    <a:pt x="65318" y="156227"/>
                  </a:lnTo>
                  <a:lnTo>
                    <a:pt x="70475" y="154165"/>
                  </a:lnTo>
                  <a:lnTo>
                    <a:pt x="75561" y="151933"/>
                  </a:lnTo>
                  <a:lnTo>
                    <a:pt x="80570" y="149533"/>
                  </a:lnTo>
                  <a:lnTo>
                    <a:pt x="85496" y="146968"/>
                  </a:lnTo>
                  <a:lnTo>
                    <a:pt x="90334" y="144240"/>
                  </a:lnTo>
                  <a:lnTo>
                    <a:pt x="95079" y="141354"/>
                  </a:lnTo>
                  <a:lnTo>
                    <a:pt x="99726" y="138311"/>
                  </a:lnTo>
                  <a:lnTo>
                    <a:pt x="104269" y="135116"/>
                  </a:lnTo>
                  <a:lnTo>
                    <a:pt x="108703" y="131771"/>
                  </a:lnTo>
                  <a:lnTo>
                    <a:pt x="113024" y="128282"/>
                  </a:lnTo>
                  <a:lnTo>
                    <a:pt x="583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167164" cy="295449"/>
            </a:xfrm>
            <a:custGeom>
              <a:avLst/>
              <a:pathLst>
                <a:path w="167164" h="295449">
                  <a:moveTo>
                    <a:pt x="107185" y="295449"/>
                  </a:moveTo>
                  <a:lnTo>
                    <a:pt x="111256" y="291934"/>
                  </a:lnTo>
                  <a:lnTo>
                    <a:pt x="115213" y="288290"/>
                  </a:lnTo>
                  <a:lnTo>
                    <a:pt x="119050" y="284521"/>
                  </a:lnTo>
                  <a:lnTo>
                    <a:pt x="122764" y="280630"/>
                  </a:lnTo>
                  <a:lnTo>
                    <a:pt x="126351" y="276621"/>
                  </a:lnTo>
                  <a:lnTo>
                    <a:pt x="129807" y="272500"/>
                  </a:lnTo>
                  <a:lnTo>
                    <a:pt x="133129" y="268269"/>
                  </a:lnTo>
                  <a:lnTo>
                    <a:pt x="136312" y="263933"/>
                  </a:lnTo>
                  <a:lnTo>
                    <a:pt x="139355" y="259498"/>
                  </a:lnTo>
                  <a:lnTo>
                    <a:pt x="142254" y="254966"/>
                  </a:lnTo>
                  <a:lnTo>
                    <a:pt x="145005" y="250344"/>
                  </a:lnTo>
                  <a:lnTo>
                    <a:pt x="147606" y="245636"/>
                  </a:lnTo>
                  <a:lnTo>
                    <a:pt x="150054" y="240846"/>
                  </a:lnTo>
                  <a:lnTo>
                    <a:pt x="152347" y="235981"/>
                  </a:lnTo>
                  <a:lnTo>
                    <a:pt x="154482" y="231044"/>
                  </a:lnTo>
                  <a:lnTo>
                    <a:pt x="156457" y="226040"/>
                  </a:lnTo>
                  <a:lnTo>
                    <a:pt x="158270" y="220976"/>
                  </a:lnTo>
                  <a:lnTo>
                    <a:pt x="159919" y="215856"/>
                  </a:lnTo>
                  <a:lnTo>
                    <a:pt x="161403" y="210686"/>
                  </a:lnTo>
                  <a:lnTo>
                    <a:pt x="162719" y="205471"/>
                  </a:lnTo>
                  <a:lnTo>
                    <a:pt x="163868" y="200216"/>
                  </a:lnTo>
                  <a:lnTo>
                    <a:pt x="164846" y="194927"/>
                  </a:lnTo>
                  <a:lnTo>
                    <a:pt x="165654" y="189609"/>
                  </a:lnTo>
                  <a:lnTo>
                    <a:pt x="166290" y="184268"/>
                  </a:lnTo>
                  <a:lnTo>
                    <a:pt x="166754" y="178909"/>
                  </a:lnTo>
                  <a:lnTo>
                    <a:pt x="167046" y="173538"/>
                  </a:lnTo>
                  <a:lnTo>
                    <a:pt x="167164" y="168160"/>
                  </a:lnTo>
                  <a:lnTo>
                    <a:pt x="167109" y="162781"/>
                  </a:lnTo>
                  <a:lnTo>
                    <a:pt x="166882" y="157407"/>
                  </a:lnTo>
                  <a:lnTo>
                    <a:pt x="166481" y="152043"/>
                  </a:lnTo>
                  <a:lnTo>
                    <a:pt x="165909" y="146695"/>
                  </a:lnTo>
                  <a:lnTo>
                    <a:pt x="165164" y="141368"/>
                  </a:lnTo>
                  <a:lnTo>
                    <a:pt x="164249" y="136067"/>
                  </a:lnTo>
                  <a:lnTo>
                    <a:pt x="163163" y="130799"/>
                  </a:lnTo>
                  <a:lnTo>
                    <a:pt x="161908" y="125568"/>
                  </a:lnTo>
                  <a:lnTo>
                    <a:pt x="160486" y="120381"/>
                  </a:lnTo>
                  <a:lnTo>
                    <a:pt x="158898" y="115242"/>
                  </a:lnTo>
                  <a:lnTo>
                    <a:pt x="157145" y="110157"/>
                  </a:lnTo>
                  <a:lnTo>
                    <a:pt x="155230" y="105130"/>
                  </a:lnTo>
                  <a:lnTo>
                    <a:pt x="153153" y="100168"/>
                  </a:lnTo>
                  <a:lnTo>
                    <a:pt x="150919" y="95275"/>
                  </a:lnTo>
                  <a:lnTo>
                    <a:pt x="148528" y="90457"/>
                  </a:lnTo>
                  <a:lnTo>
                    <a:pt x="145983" y="85718"/>
                  </a:lnTo>
                  <a:lnTo>
                    <a:pt x="143287" y="81064"/>
                  </a:lnTo>
                  <a:lnTo>
                    <a:pt x="140442" y="76498"/>
                  </a:lnTo>
                  <a:lnTo>
                    <a:pt x="137453" y="72027"/>
                  </a:lnTo>
                  <a:lnTo>
                    <a:pt x="134320" y="67654"/>
                  </a:lnTo>
                  <a:lnTo>
                    <a:pt x="131049" y="63384"/>
                  </a:lnTo>
                  <a:lnTo>
                    <a:pt x="127643" y="59222"/>
                  </a:lnTo>
                  <a:lnTo>
                    <a:pt x="124104" y="55171"/>
                  </a:lnTo>
                  <a:lnTo>
                    <a:pt x="120436" y="51236"/>
                  </a:lnTo>
                  <a:lnTo>
                    <a:pt x="116644" y="47421"/>
                  </a:lnTo>
                  <a:lnTo>
                    <a:pt x="112731" y="43730"/>
                  </a:lnTo>
                  <a:lnTo>
                    <a:pt x="108701" y="40167"/>
                  </a:lnTo>
                  <a:lnTo>
                    <a:pt x="104559" y="36736"/>
                  </a:lnTo>
                  <a:lnTo>
                    <a:pt x="100309" y="33440"/>
                  </a:lnTo>
                  <a:lnTo>
                    <a:pt x="95954" y="30282"/>
                  </a:lnTo>
                  <a:lnTo>
                    <a:pt x="91501" y="27265"/>
                  </a:lnTo>
                  <a:lnTo>
                    <a:pt x="86952" y="24394"/>
                  </a:lnTo>
                  <a:lnTo>
                    <a:pt x="82314" y="21670"/>
                  </a:lnTo>
                  <a:lnTo>
                    <a:pt x="77590" y="19097"/>
                  </a:lnTo>
                  <a:lnTo>
                    <a:pt x="72786" y="16678"/>
                  </a:lnTo>
                  <a:lnTo>
                    <a:pt x="67907" y="14414"/>
                  </a:lnTo>
                  <a:lnTo>
                    <a:pt x="62957" y="12308"/>
                  </a:lnTo>
                  <a:lnTo>
                    <a:pt x="57942" y="10363"/>
                  </a:lnTo>
                  <a:lnTo>
                    <a:pt x="52868" y="8580"/>
                  </a:lnTo>
                  <a:lnTo>
                    <a:pt x="47738" y="6961"/>
                  </a:lnTo>
                  <a:lnTo>
                    <a:pt x="42559" y="5508"/>
                  </a:lnTo>
                  <a:lnTo>
                    <a:pt x="37336" y="4222"/>
                  </a:lnTo>
                  <a:lnTo>
                    <a:pt x="32074" y="3105"/>
                  </a:lnTo>
                  <a:lnTo>
                    <a:pt x="26779" y="2158"/>
                  </a:lnTo>
                  <a:lnTo>
                    <a:pt x="21457" y="1382"/>
                  </a:lnTo>
                  <a:lnTo>
                    <a:pt x="16112" y="778"/>
                  </a:lnTo>
                  <a:lnTo>
                    <a:pt x="10750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401776" y="5269756"/>
              <a:ext cx="143481" cy="167167"/>
            </a:xfrm>
            <a:custGeom>
              <a:avLst/>
              <a:pathLst>
                <a:path w="143481" h="167167">
                  <a:moveTo>
                    <a:pt x="143481" y="0"/>
                  </a:moveTo>
                  <a:lnTo>
                    <a:pt x="137917" y="92"/>
                  </a:lnTo>
                  <a:lnTo>
                    <a:pt x="132360" y="370"/>
                  </a:lnTo>
                  <a:lnTo>
                    <a:pt x="126814" y="832"/>
                  </a:lnTo>
                  <a:lnTo>
                    <a:pt x="121287" y="1479"/>
                  </a:lnTo>
                  <a:lnTo>
                    <a:pt x="115785" y="2310"/>
                  </a:lnTo>
                  <a:lnTo>
                    <a:pt x="110313" y="3323"/>
                  </a:lnTo>
                  <a:lnTo>
                    <a:pt x="104878" y="4518"/>
                  </a:lnTo>
                  <a:lnTo>
                    <a:pt x="99486" y="5893"/>
                  </a:lnTo>
                  <a:lnTo>
                    <a:pt x="94143" y="7446"/>
                  </a:lnTo>
                  <a:lnTo>
                    <a:pt x="88854" y="9177"/>
                  </a:lnTo>
                  <a:lnTo>
                    <a:pt x="83626" y="11083"/>
                  </a:lnTo>
                  <a:lnTo>
                    <a:pt x="78464" y="13161"/>
                  </a:lnTo>
                  <a:lnTo>
                    <a:pt x="73375" y="15410"/>
                  </a:lnTo>
                  <a:lnTo>
                    <a:pt x="68363" y="17828"/>
                  </a:lnTo>
                  <a:lnTo>
                    <a:pt x="63434" y="20411"/>
                  </a:lnTo>
                  <a:lnTo>
                    <a:pt x="58594" y="23156"/>
                  </a:lnTo>
                  <a:lnTo>
                    <a:pt x="53847" y="26061"/>
                  </a:lnTo>
                  <a:lnTo>
                    <a:pt x="49201" y="29123"/>
                  </a:lnTo>
                  <a:lnTo>
                    <a:pt x="44658" y="32337"/>
                  </a:lnTo>
                  <a:lnTo>
                    <a:pt x="40226" y="35701"/>
                  </a:lnTo>
                  <a:lnTo>
                    <a:pt x="35907" y="39211"/>
                  </a:lnTo>
                  <a:lnTo>
                    <a:pt x="31708" y="42862"/>
                  </a:lnTo>
                  <a:lnTo>
                    <a:pt x="27633" y="46651"/>
                  </a:lnTo>
                  <a:lnTo>
                    <a:pt x="23686" y="50574"/>
                  </a:lnTo>
                  <a:lnTo>
                    <a:pt x="19871" y="54625"/>
                  </a:lnTo>
                  <a:lnTo>
                    <a:pt x="16194" y="58802"/>
                  </a:lnTo>
                  <a:lnTo>
                    <a:pt x="12658" y="63098"/>
                  </a:lnTo>
                  <a:lnTo>
                    <a:pt x="9267" y="67510"/>
                  </a:lnTo>
                  <a:lnTo>
                    <a:pt x="6024" y="72033"/>
                  </a:lnTo>
                  <a:lnTo>
                    <a:pt x="2934" y="76660"/>
                  </a:lnTo>
                  <a:lnTo>
                    <a:pt x="0" y="81388"/>
                  </a:lnTo>
                  <a:lnTo>
                    <a:pt x="14348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401776" y="5351145"/>
              <a:ext cx="143481" cy="85778"/>
            </a:xfrm>
            <a:custGeom>
              <a:avLst/>
              <a:pathLst>
                <a:path w="143481" h="85778">
                  <a:moveTo>
                    <a:pt x="0" y="0"/>
                  </a:moveTo>
                  <a:lnTo>
                    <a:pt x="143481" y="857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401776" y="5351145"/>
              <a:ext cx="143481" cy="85778"/>
            </a:xfrm>
            <a:custGeom>
              <a:avLst/>
              <a:pathLst>
                <a:path w="143481" h="85778">
                  <a:moveTo>
                    <a:pt x="0" y="0"/>
                  </a:moveTo>
                  <a:lnTo>
                    <a:pt x="143481" y="857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401776" y="5351145"/>
              <a:ext cx="143481" cy="85778"/>
            </a:xfrm>
            <a:custGeom>
              <a:avLst/>
              <a:pathLst>
                <a:path w="143481" h="85778">
                  <a:moveTo>
                    <a:pt x="0" y="0"/>
                  </a:moveTo>
                  <a:lnTo>
                    <a:pt x="143481" y="857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401776" y="5351145"/>
              <a:ext cx="143481" cy="85778"/>
            </a:xfrm>
            <a:custGeom>
              <a:avLst/>
              <a:pathLst>
                <a:path w="143481" h="85778">
                  <a:moveTo>
                    <a:pt x="0" y="0"/>
                  </a:moveTo>
                  <a:lnTo>
                    <a:pt x="143481" y="857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383681" y="5351145"/>
              <a:ext cx="161577" cy="85778"/>
            </a:xfrm>
            <a:custGeom>
              <a:avLst/>
              <a:pathLst>
                <a:path w="161577" h="85778">
                  <a:moveTo>
                    <a:pt x="18095" y="0"/>
                  </a:moveTo>
                  <a:lnTo>
                    <a:pt x="14786" y="5795"/>
                  </a:lnTo>
                  <a:lnTo>
                    <a:pt x="11710" y="11718"/>
                  </a:lnTo>
                  <a:lnTo>
                    <a:pt x="8873" y="17760"/>
                  </a:lnTo>
                  <a:lnTo>
                    <a:pt x="6280" y="23909"/>
                  </a:lnTo>
                  <a:lnTo>
                    <a:pt x="3934" y="30158"/>
                  </a:lnTo>
                  <a:lnTo>
                    <a:pt x="1839" y="36494"/>
                  </a:lnTo>
                  <a:lnTo>
                    <a:pt x="0" y="42910"/>
                  </a:lnTo>
                  <a:lnTo>
                    <a:pt x="161577" y="857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378094" y="5269756"/>
              <a:ext cx="334318" cy="334331"/>
            </a:xfrm>
            <a:custGeom>
              <a:avLst/>
              <a:pathLst>
                <a:path w="334318" h="334331">
                  <a:moveTo>
                    <a:pt x="5586" y="124299"/>
                  </a:moveTo>
                  <a:lnTo>
                    <a:pt x="4310" y="129436"/>
                  </a:lnTo>
                  <a:lnTo>
                    <a:pt x="3197" y="134611"/>
                  </a:lnTo>
                  <a:lnTo>
                    <a:pt x="2249" y="139819"/>
                  </a:lnTo>
                  <a:lnTo>
                    <a:pt x="1465" y="145054"/>
                  </a:lnTo>
                  <a:lnTo>
                    <a:pt x="848" y="150312"/>
                  </a:lnTo>
                  <a:lnTo>
                    <a:pt x="398" y="155586"/>
                  </a:lnTo>
                  <a:lnTo>
                    <a:pt x="115" y="160872"/>
                  </a:lnTo>
                  <a:lnTo>
                    <a:pt x="0" y="166164"/>
                  </a:lnTo>
                  <a:lnTo>
                    <a:pt x="52" y="171457"/>
                  </a:lnTo>
                  <a:lnTo>
                    <a:pt x="271" y="176746"/>
                  </a:lnTo>
                  <a:lnTo>
                    <a:pt x="658" y="182025"/>
                  </a:lnTo>
                  <a:lnTo>
                    <a:pt x="1212" y="187290"/>
                  </a:lnTo>
                  <a:lnTo>
                    <a:pt x="1932" y="192534"/>
                  </a:lnTo>
                  <a:lnTo>
                    <a:pt x="2818" y="197753"/>
                  </a:lnTo>
                  <a:lnTo>
                    <a:pt x="3869" y="202941"/>
                  </a:lnTo>
                  <a:lnTo>
                    <a:pt x="5084" y="208093"/>
                  </a:lnTo>
                  <a:lnTo>
                    <a:pt x="6461" y="213205"/>
                  </a:lnTo>
                  <a:lnTo>
                    <a:pt x="7999" y="218270"/>
                  </a:lnTo>
                  <a:lnTo>
                    <a:pt x="9697" y="223283"/>
                  </a:lnTo>
                  <a:lnTo>
                    <a:pt x="11552" y="228241"/>
                  </a:lnTo>
                  <a:lnTo>
                    <a:pt x="13564" y="233137"/>
                  </a:lnTo>
                  <a:lnTo>
                    <a:pt x="15730" y="237967"/>
                  </a:lnTo>
                  <a:lnTo>
                    <a:pt x="18048" y="242727"/>
                  </a:lnTo>
                  <a:lnTo>
                    <a:pt x="20515" y="247410"/>
                  </a:lnTo>
                  <a:lnTo>
                    <a:pt x="23129" y="252013"/>
                  </a:lnTo>
                  <a:lnTo>
                    <a:pt x="25887" y="256531"/>
                  </a:lnTo>
                  <a:lnTo>
                    <a:pt x="28788" y="260959"/>
                  </a:lnTo>
                  <a:lnTo>
                    <a:pt x="31827" y="265293"/>
                  </a:lnTo>
                  <a:lnTo>
                    <a:pt x="35001" y="269529"/>
                  </a:lnTo>
                  <a:lnTo>
                    <a:pt x="38309" y="273662"/>
                  </a:lnTo>
                  <a:lnTo>
                    <a:pt x="41745" y="277689"/>
                  </a:lnTo>
                  <a:lnTo>
                    <a:pt x="45307" y="281604"/>
                  </a:lnTo>
                  <a:lnTo>
                    <a:pt x="48992" y="285405"/>
                  </a:lnTo>
                  <a:lnTo>
                    <a:pt x="52794" y="289087"/>
                  </a:lnTo>
                  <a:lnTo>
                    <a:pt x="56712" y="292647"/>
                  </a:lnTo>
                  <a:lnTo>
                    <a:pt x="60740" y="296082"/>
                  </a:lnTo>
                  <a:lnTo>
                    <a:pt x="64875" y="299386"/>
                  </a:lnTo>
                  <a:lnTo>
                    <a:pt x="69113" y="302559"/>
                  </a:lnTo>
                  <a:lnTo>
                    <a:pt x="73449" y="305595"/>
                  </a:lnTo>
                  <a:lnTo>
                    <a:pt x="77879" y="308493"/>
                  </a:lnTo>
                  <a:lnTo>
                    <a:pt x="82398" y="311249"/>
                  </a:lnTo>
                  <a:lnTo>
                    <a:pt x="87002" y="313861"/>
                  </a:lnTo>
                  <a:lnTo>
                    <a:pt x="91687" y="316325"/>
                  </a:lnTo>
                  <a:lnTo>
                    <a:pt x="96448" y="318640"/>
                  </a:lnTo>
                  <a:lnTo>
                    <a:pt x="101279" y="320803"/>
                  </a:lnTo>
                  <a:lnTo>
                    <a:pt x="106176" y="322812"/>
                  </a:lnTo>
                  <a:lnTo>
                    <a:pt x="111135" y="324665"/>
                  </a:lnTo>
                  <a:lnTo>
                    <a:pt x="116150" y="326360"/>
                  </a:lnTo>
                  <a:lnTo>
                    <a:pt x="121216" y="327896"/>
                  </a:lnTo>
                  <a:lnTo>
                    <a:pt x="126328" y="329270"/>
                  </a:lnTo>
                  <a:lnTo>
                    <a:pt x="131481" y="330482"/>
                  </a:lnTo>
                  <a:lnTo>
                    <a:pt x="136669" y="331529"/>
                  </a:lnTo>
                  <a:lnTo>
                    <a:pt x="141889" y="332413"/>
                  </a:lnTo>
                  <a:lnTo>
                    <a:pt x="147133" y="333130"/>
                  </a:lnTo>
                  <a:lnTo>
                    <a:pt x="152398" y="333681"/>
                  </a:lnTo>
                  <a:lnTo>
                    <a:pt x="157678" y="334065"/>
                  </a:lnTo>
                  <a:lnTo>
                    <a:pt x="162967" y="334282"/>
                  </a:lnTo>
                  <a:lnTo>
                    <a:pt x="168260" y="334331"/>
                  </a:lnTo>
                  <a:lnTo>
                    <a:pt x="173552" y="334212"/>
                  </a:lnTo>
                  <a:lnTo>
                    <a:pt x="178838" y="333926"/>
                  </a:lnTo>
                  <a:lnTo>
                    <a:pt x="184112" y="333473"/>
                  </a:lnTo>
                  <a:lnTo>
                    <a:pt x="189369" y="332853"/>
                  </a:lnTo>
                  <a:lnTo>
                    <a:pt x="194604" y="332067"/>
                  </a:lnTo>
                  <a:lnTo>
                    <a:pt x="199811" y="331116"/>
                  </a:lnTo>
                  <a:lnTo>
                    <a:pt x="204985" y="330000"/>
                  </a:lnTo>
                  <a:lnTo>
                    <a:pt x="210122" y="328721"/>
                  </a:lnTo>
                  <a:lnTo>
                    <a:pt x="215216" y="327279"/>
                  </a:lnTo>
                  <a:lnTo>
                    <a:pt x="220261" y="325678"/>
                  </a:lnTo>
                  <a:lnTo>
                    <a:pt x="225253" y="323917"/>
                  </a:lnTo>
                  <a:lnTo>
                    <a:pt x="230187" y="321999"/>
                  </a:lnTo>
                  <a:lnTo>
                    <a:pt x="235058" y="319926"/>
                  </a:lnTo>
                  <a:lnTo>
                    <a:pt x="239860" y="317700"/>
                  </a:lnTo>
                  <a:lnTo>
                    <a:pt x="244590" y="315323"/>
                  </a:lnTo>
                  <a:lnTo>
                    <a:pt x="249242" y="312797"/>
                  </a:lnTo>
                  <a:lnTo>
                    <a:pt x="253812" y="310125"/>
                  </a:lnTo>
                  <a:lnTo>
                    <a:pt x="258295" y="307310"/>
                  </a:lnTo>
                  <a:lnTo>
                    <a:pt x="262686" y="304355"/>
                  </a:lnTo>
                  <a:lnTo>
                    <a:pt x="266982" y="301262"/>
                  </a:lnTo>
                  <a:lnTo>
                    <a:pt x="271177" y="298034"/>
                  </a:lnTo>
                  <a:lnTo>
                    <a:pt x="275269" y="294675"/>
                  </a:lnTo>
                  <a:lnTo>
                    <a:pt x="279252" y="291188"/>
                  </a:lnTo>
                  <a:lnTo>
                    <a:pt x="283122" y="287577"/>
                  </a:lnTo>
                  <a:lnTo>
                    <a:pt x="286876" y="283845"/>
                  </a:lnTo>
                  <a:lnTo>
                    <a:pt x="290511" y="279997"/>
                  </a:lnTo>
                  <a:lnTo>
                    <a:pt x="294021" y="276035"/>
                  </a:lnTo>
                  <a:lnTo>
                    <a:pt x="297405" y="271964"/>
                  </a:lnTo>
                  <a:lnTo>
                    <a:pt x="300657" y="267787"/>
                  </a:lnTo>
                  <a:lnTo>
                    <a:pt x="303776" y="263510"/>
                  </a:lnTo>
                  <a:lnTo>
                    <a:pt x="306758" y="259137"/>
                  </a:lnTo>
                  <a:lnTo>
                    <a:pt x="309600" y="254671"/>
                  </a:lnTo>
                  <a:lnTo>
                    <a:pt x="312299" y="250117"/>
                  </a:lnTo>
                  <a:lnTo>
                    <a:pt x="314853" y="245480"/>
                  </a:lnTo>
                  <a:lnTo>
                    <a:pt x="317258" y="240765"/>
                  </a:lnTo>
                  <a:lnTo>
                    <a:pt x="319513" y="235976"/>
                  </a:lnTo>
                  <a:lnTo>
                    <a:pt x="321615" y="231118"/>
                  </a:lnTo>
                  <a:lnTo>
                    <a:pt x="323563" y="226195"/>
                  </a:lnTo>
                  <a:lnTo>
                    <a:pt x="325353" y="221214"/>
                  </a:lnTo>
                  <a:lnTo>
                    <a:pt x="326985" y="216178"/>
                  </a:lnTo>
                  <a:lnTo>
                    <a:pt x="328457" y="211094"/>
                  </a:lnTo>
                  <a:lnTo>
                    <a:pt x="329767" y="205965"/>
                  </a:lnTo>
                  <a:lnTo>
                    <a:pt x="330914" y="200797"/>
                  </a:lnTo>
                  <a:lnTo>
                    <a:pt x="331896" y="195595"/>
                  </a:lnTo>
                  <a:lnTo>
                    <a:pt x="332714" y="190365"/>
                  </a:lnTo>
                  <a:lnTo>
                    <a:pt x="333365" y="185112"/>
                  </a:lnTo>
                  <a:lnTo>
                    <a:pt x="333850" y="179841"/>
                  </a:lnTo>
                  <a:lnTo>
                    <a:pt x="334168" y="174557"/>
                  </a:lnTo>
                  <a:lnTo>
                    <a:pt x="334318" y="169266"/>
                  </a:lnTo>
                  <a:lnTo>
                    <a:pt x="334301" y="163972"/>
                  </a:lnTo>
                  <a:lnTo>
                    <a:pt x="334116" y="158682"/>
                  </a:lnTo>
                  <a:lnTo>
                    <a:pt x="333764" y="153400"/>
                  </a:lnTo>
                  <a:lnTo>
                    <a:pt x="333244" y="148132"/>
                  </a:lnTo>
                  <a:lnTo>
                    <a:pt x="332558" y="142884"/>
                  </a:lnTo>
                  <a:lnTo>
                    <a:pt x="331706" y="137659"/>
                  </a:lnTo>
                  <a:lnTo>
                    <a:pt x="330690" y="132464"/>
                  </a:lnTo>
                  <a:lnTo>
                    <a:pt x="329509" y="127304"/>
                  </a:lnTo>
                  <a:lnTo>
                    <a:pt x="328165" y="122184"/>
                  </a:lnTo>
                  <a:lnTo>
                    <a:pt x="326660" y="117109"/>
                  </a:lnTo>
                  <a:lnTo>
                    <a:pt x="324996" y="112084"/>
                  </a:lnTo>
                  <a:lnTo>
                    <a:pt x="323172" y="107114"/>
                  </a:lnTo>
                  <a:lnTo>
                    <a:pt x="321193" y="102205"/>
                  </a:lnTo>
                  <a:lnTo>
                    <a:pt x="319059" y="97361"/>
                  </a:lnTo>
                  <a:lnTo>
                    <a:pt x="316772" y="92587"/>
                  </a:lnTo>
                  <a:lnTo>
                    <a:pt x="314336" y="87887"/>
                  </a:lnTo>
                  <a:lnTo>
                    <a:pt x="311752" y="83267"/>
                  </a:lnTo>
                  <a:lnTo>
                    <a:pt x="309023" y="78731"/>
                  </a:lnTo>
                  <a:lnTo>
                    <a:pt x="306152" y="74284"/>
                  </a:lnTo>
                  <a:lnTo>
                    <a:pt x="303142" y="69930"/>
                  </a:lnTo>
                  <a:lnTo>
                    <a:pt x="299995" y="65673"/>
                  </a:lnTo>
                  <a:lnTo>
                    <a:pt x="296715" y="61519"/>
                  </a:lnTo>
                  <a:lnTo>
                    <a:pt x="293305" y="57470"/>
                  </a:lnTo>
                  <a:lnTo>
                    <a:pt x="289768" y="53531"/>
                  </a:lnTo>
                  <a:lnTo>
                    <a:pt x="286109" y="49706"/>
                  </a:lnTo>
                  <a:lnTo>
                    <a:pt x="282330" y="45999"/>
                  </a:lnTo>
                  <a:lnTo>
                    <a:pt x="278436" y="42413"/>
                  </a:lnTo>
                  <a:lnTo>
                    <a:pt x="274430" y="38953"/>
                  </a:lnTo>
                  <a:lnTo>
                    <a:pt x="270317" y="35621"/>
                  </a:lnTo>
                  <a:lnTo>
                    <a:pt x="266100" y="32421"/>
                  </a:lnTo>
                  <a:lnTo>
                    <a:pt x="261785" y="29356"/>
                  </a:lnTo>
                  <a:lnTo>
                    <a:pt x="257374" y="26429"/>
                  </a:lnTo>
                  <a:lnTo>
                    <a:pt x="252873" y="23643"/>
                  </a:lnTo>
                  <a:lnTo>
                    <a:pt x="248285" y="21002"/>
                  </a:lnTo>
                  <a:lnTo>
                    <a:pt x="243617" y="18507"/>
                  </a:lnTo>
                  <a:lnTo>
                    <a:pt x="238872" y="16160"/>
                  </a:lnTo>
                  <a:lnTo>
                    <a:pt x="234055" y="13966"/>
                  </a:lnTo>
                  <a:lnTo>
                    <a:pt x="229170" y="11925"/>
                  </a:lnTo>
                  <a:lnTo>
                    <a:pt x="224224" y="10039"/>
                  </a:lnTo>
                  <a:lnTo>
                    <a:pt x="219221" y="8311"/>
                  </a:lnTo>
                  <a:lnTo>
                    <a:pt x="214165" y="6743"/>
                  </a:lnTo>
                  <a:lnTo>
                    <a:pt x="209062" y="5335"/>
                  </a:lnTo>
                  <a:lnTo>
                    <a:pt x="203917" y="4090"/>
                  </a:lnTo>
                  <a:lnTo>
                    <a:pt x="198735" y="3008"/>
                  </a:lnTo>
                  <a:lnTo>
                    <a:pt x="193522" y="2091"/>
                  </a:lnTo>
                  <a:lnTo>
                    <a:pt x="188282" y="1339"/>
                  </a:lnTo>
                  <a:lnTo>
                    <a:pt x="183021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853884" y="5018213"/>
              <a:ext cx="167154" cy="175923"/>
            </a:xfrm>
            <a:custGeom>
              <a:avLst/>
              <a:pathLst>
                <a:path w="167154" h="175923">
                  <a:moveTo>
                    <a:pt x="167154" y="0"/>
                  </a:moveTo>
                  <a:lnTo>
                    <a:pt x="161728" y="88"/>
                  </a:lnTo>
                  <a:lnTo>
                    <a:pt x="156308" y="352"/>
                  </a:lnTo>
                  <a:lnTo>
                    <a:pt x="150899" y="792"/>
                  </a:lnTo>
                  <a:lnTo>
                    <a:pt x="145507" y="1407"/>
                  </a:lnTo>
                  <a:lnTo>
                    <a:pt x="140138" y="2197"/>
                  </a:lnTo>
                  <a:lnTo>
                    <a:pt x="134798" y="3161"/>
                  </a:lnTo>
                  <a:lnTo>
                    <a:pt x="129491" y="4297"/>
                  </a:lnTo>
                  <a:lnTo>
                    <a:pt x="124225" y="5606"/>
                  </a:lnTo>
                  <a:lnTo>
                    <a:pt x="119003" y="7084"/>
                  </a:lnTo>
                  <a:lnTo>
                    <a:pt x="113833" y="8731"/>
                  </a:lnTo>
                  <a:lnTo>
                    <a:pt x="108718" y="10546"/>
                  </a:lnTo>
                  <a:lnTo>
                    <a:pt x="103665" y="12525"/>
                  </a:lnTo>
                  <a:lnTo>
                    <a:pt x="98680" y="14667"/>
                  </a:lnTo>
                  <a:lnTo>
                    <a:pt x="93766" y="16970"/>
                  </a:lnTo>
                  <a:lnTo>
                    <a:pt x="88929" y="19431"/>
                  </a:lnTo>
                  <a:lnTo>
                    <a:pt x="84175" y="22048"/>
                  </a:lnTo>
                  <a:lnTo>
                    <a:pt x="79509" y="24818"/>
                  </a:lnTo>
                  <a:lnTo>
                    <a:pt x="74934" y="27738"/>
                  </a:lnTo>
                  <a:lnTo>
                    <a:pt x="70457" y="30804"/>
                  </a:lnTo>
                  <a:lnTo>
                    <a:pt x="66082" y="34015"/>
                  </a:lnTo>
                  <a:lnTo>
                    <a:pt x="61814" y="37366"/>
                  </a:lnTo>
                  <a:lnTo>
                    <a:pt x="57656" y="40853"/>
                  </a:lnTo>
                  <a:lnTo>
                    <a:pt x="53614" y="44474"/>
                  </a:lnTo>
                  <a:lnTo>
                    <a:pt x="49691" y="48224"/>
                  </a:lnTo>
                  <a:lnTo>
                    <a:pt x="45892" y="52099"/>
                  </a:lnTo>
                  <a:lnTo>
                    <a:pt x="42221" y="56096"/>
                  </a:lnTo>
                  <a:lnTo>
                    <a:pt x="38682" y="60209"/>
                  </a:lnTo>
                  <a:lnTo>
                    <a:pt x="35278" y="64436"/>
                  </a:lnTo>
                  <a:lnTo>
                    <a:pt x="32013" y="68770"/>
                  </a:lnTo>
                  <a:lnTo>
                    <a:pt x="28890" y="73209"/>
                  </a:lnTo>
                  <a:lnTo>
                    <a:pt x="25913" y="77746"/>
                  </a:lnTo>
                  <a:lnTo>
                    <a:pt x="23085" y="82377"/>
                  </a:lnTo>
                  <a:lnTo>
                    <a:pt x="20409" y="87098"/>
                  </a:lnTo>
                  <a:lnTo>
                    <a:pt x="17888" y="91904"/>
                  </a:lnTo>
                  <a:lnTo>
                    <a:pt x="15523" y="96788"/>
                  </a:lnTo>
                  <a:lnTo>
                    <a:pt x="13319" y="101747"/>
                  </a:lnTo>
                  <a:lnTo>
                    <a:pt x="11277" y="106775"/>
                  </a:lnTo>
                  <a:lnTo>
                    <a:pt x="9398" y="111866"/>
                  </a:lnTo>
                  <a:lnTo>
                    <a:pt x="7687" y="117016"/>
                  </a:lnTo>
                  <a:lnTo>
                    <a:pt x="6143" y="122218"/>
                  </a:lnTo>
                  <a:lnTo>
                    <a:pt x="4769" y="127468"/>
                  </a:lnTo>
                  <a:lnTo>
                    <a:pt x="3566" y="132760"/>
                  </a:lnTo>
                  <a:lnTo>
                    <a:pt x="2535" y="138087"/>
                  </a:lnTo>
                  <a:lnTo>
                    <a:pt x="1678" y="143446"/>
                  </a:lnTo>
                  <a:lnTo>
                    <a:pt x="995" y="148830"/>
                  </a:lnTo>
                  <a:lnTo>
                    <a:pt x="488" y="154233"/>
                  </a:lnTo>
                  <a:lnTo>
                    <a:pt x="156" y="159649"/>
                  </a:lnTo>
                  <a:lnTo>
                    <a:pt x="0" y="165073"/>
                  </a:lnTo>
                  <a:lnTo>
                    <a:pt x="20" y="170500"/>
                  </a:lnTo>
                  <a:lnTo>
                    <a:pt x="216" y="175923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854101" y="5185380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854101" y="5185380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854101" y="5185380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54101" y="5185380"/>
              <a:ext cx="166937" cy="75150"/>
            </a:xfrm>
            <a:custGeom>
              <a:avLst/>
              <a:pathLst>
                <a:path w="166937" h="75150">
                  <a:moveTo>
                    <a:pt x="0" y="8756"/>
                  </a:moveTo>
                  <a:lnTo>
                    <a:pt x="401" y="14507"/>
                  </a:lnTo>
                  <a:lnTo>
                    <a:pt x="1000" y="20241"/>
                  </a:lnTo>
                  <a:lnTo>
                    <a:pt x="1797" y="25951"/>
                  </a:lnTo>
                  <a:lnTo>
                    <a:pt x="2790" y="31629"/>
                  </a:lnTo>
                  <a:lnTo>
                    <a:pt x="3978" y="37271"/>
                  </a:lnTo>
                  <a:lnTo>
                    <a:pt x="5360" y="42868"/>
                  </a:lnTo>
                  <a:lnTo>
                    <a:pt x="6934" y="48414"/>
                  </a:lnTo>
                  <a:lnTo>
                    <a:pt x="8699" y="53902"/>
                  </a:lnTo>
                  <a:lnTo>
                    <a:pt x="10652" y="59326"/>
                  </a:lnTo>
                  <a:lnTo>
                    <a:pt x="12790" y="64680"/>
                  </a:lnTo>
                  <a:lnTo>
                    <a:pt x="15112" y="69957"/>
                  </a:lnTo>
                  <a:lnTo>
                    <a:pt x="17615" y="75150"/>
                  </a:lnTo>
                  <a:lnTo>
                    <a:pt x="16693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71716" y="5018213"/>
              <a:ext cx="316474" cy="334333"/>
            </a:xfrm>
            <a:custGeom>
              <a:avLst/>
              <a:pathLst>
                <a:path w="316474" h="334333">
                  <a:moveTo>
                    <a:pt x="0" y="242318"/>
                  </a:moveTo>
                  <a:lnTo>
                    <a:pt x="2455" y="247011"/>
                  </a:lnTo>
                  <a:lnTo>
                    <a:pt x="5059" y="251624"/>
                  </a:lnTo>
                  <a:lnTo>
                    <a:pt x="7807" y="256152"/>
                  </a:lnTo>
                  <a:lnTo>
                    <a:pt x="10697" y="260591"/>
                  </a:lnTo>
                  <a:lnTo>
                    <a:pt x="13727" y="264936"/>
                  </a:lnTo>
                  <a:lnTo>
                    <a:pt x="16892" y="269183"/>
                  </a:lnTo>
                  <a:lnTo>
                    <a:pt x="20191" y="273327"/>
                  </a:lnTo>
                  <a:lnTo>
                    <a:pt x="23619" y="277365"/>
                  </a:lnTo>
                  <a:lnTo>
                    <a:pt x="27174" y="281293"/>
                  </a:lnTo>
                  <a:lnTo>
                    <a:pt x="30851" y="285105"/>
                  </a:lnTo>
                  <a:lnTo>
                    <a:pt x="34647" y="288799"/>
                  </a:lnTo>
                  <a:lnTo>
                    <a:pt x="38558" y="292372"/>
                  </a:lnTo>
                  <a:lnTo>
                    <a:pt x="42580" y="295818"/>
                  </a:lnTo>
                  <a:lnTo>
                    <a:pt x="46710" y="299135"/>
                  </a:lnTo>
                  <a:lnTo>
                    <a:pt x="50942" y="302320"/>
                  </a:lnTo>
                  <a:lnTo>
                    <a:pt x="55274" y="305369"/>
                  </a:lnTo>
                  <a:lnTo>
                    <a:pt x="59699" y="308279"/>
                  </a:lnTo>
                  <a:lnTo>
                    <a:pt x="64215" y="311048"/>
                  </a:lnTo>
                  <a:lnTo>
                    <a:pt x="68816" y="313672"/>
                  </a:lnTo>
                  <a:lnTo>
                    <a:pt x="73498" y="316149"/>
                  </a:lnTo>
                  <a:lnTo>
                    <a:pt x="78256" y="318477"/>
                  </a:lnTo>
                  <a:lnTo>
                    <a:pt x="83086" y="320652"/>
                  </a:lnTo>
                  <a:lnTo>
                    <a:pt x="87982" y="322674"/>
                  </a:lnTo>
                  <a:lnTo>
                    <a:pt x="92939" y="324539"/>
                  </a:lnTo>
                  <a:lnTo>
                    <a:pt x="97954" y="326246"/>
                  </a:lnTo>
                  <a:lnTo>
                    <a:pt x="103019" y="327794"/>
                  </a:lnTo>
                  <a:lnTo>
                    <a:pt x="108132" y="329180"/>
                  </a:lnTo>
                  <a:lnTo>
                    <a:pt x="113285" y="330404"/>
                  </a:lnTo>
                  <a:lnTo>
                    <a:pt x="118475" y="331464"/>
                  </a:lnTo>
                  <a:lnTo>
                    <a:pt x="123696" y="332358"/>
                  </a:lnTo>
                  <a:lnTo>
                    <a:pt x="128942" y="333087"/>
                  </a:lnTo>
                  <a:lnTo>
                    <a:pt x="134209" y="333650"/>
                  </a:lnTo>
                  <a:lnTo>
                    <a:pt x="139491" y="334045"/>
                  </a:lnTo>
                  <a:lnTo>
                    <a:pt x="144783" y="334273"/>
                  </a:lnTo>
                  <a:lnTo>
                    <a:pt x="150080" y="334333"/>
                  </a:lnTo>
                  <a:lnTo>
                    <a:pt x="155376" y="334225"/>
                  </a:lnTo>
                  <a:lnTo>
                    <a:pt x="160665" y="333949"/>
                  </a:lnTo>
                  <a:lnTo>
                    <a:pt x="165944" y="333506"/>
                  </a:lnTo>
                  <a:lnTo>
                    <a:pt x="171205" y="332896"/>
                  </a:lnTo>
                  <a:lnTo>
                    <a:pt x="176445" y="332119"/>
                  </a:lnTo>
                  <a:lnTo>
                    <a:pt x="181658" y="331177"/>
                  </a:lnTo>
                  <a:lnTo>
                    <a:pt x="186837" y="330070"/>
                  </a:lnTo>
                  <a:lnTo>
                    <a:pt x="191980" y="328800"/>
                  </a:lnTo>
                  <a:lnTo>
                    <a:pt x="197079" y="327368"/>
                  </a:lnTo>
                  <a:lnTo>
                    <a:pt x="202131" y="325774"/>
                  </a:lnTo>
                  <a:lnTo>
                    <a:pt x="207129" y="324021"/>
                  </a:lnTo>
                  <a:lnTo>
                    <a:pt x="212070" y="322111"/>
                  </a:lnTo>
                  <a:lnTo>
                    <a:pt x="216947" y="320045"/>
                  </a:lnTo>
                  <a:lnTo>
                    <a:pt x="221757" y="317826"/>
                  </a:lnTo>
                  <a:lnTo>
                    <a:pt x="226494" y="315456"/>
                  </a:lnTo>
                  <a:lnTo>
                    <a:pt x="231153" y="312936"/>
                  </a:lnTo>
                  <a:lnTo>
                    <a:pt x="235730" y="310270"/>
                  </a:lnTo>
                  <a:lnTo>
                    <a:pt x="240221" y="307461"/>
                  </a:lnTo>
                  <a:lnTo>
                    <a:pt x="244620" y="304511"/>
                  </a:lnTo>
                  <a:lnTo>
                    <a:pt x="248923" y="301423"/>
                  </a:lnTo>
                  <a:lnTo>
                    <a:pt x="253127" y="298200"/>
                  </a:lnTo>
                  <a:lnTo>
                    <a:pt x="257226" y="294845"/>
                  </a:lnTo>
                  <a:lnTo>
                    <a:pt x="261217" y="291362"/>
                  </a:lnTo>
                  <a:lnTo>
                    <a:pt x="265096" y="287755"/>
                  </a:lnTo>
                  <a:lnTo>
                    <a:pt x="268858" y="284026"/>
                  </a:lnTo>
                  <a:lnTo>
                    <a:pt x="272500" y="280181"/>
                  </a:lnTo>
                  <a:lnTo>
                    <a:pt x="276019" y="276221"/>
                  </a:lnTo>
                  <a:lnTo>
                    <a:pt x="279411" y="272153"/>
                  </a:lnTo>
                  <a:lnTo>
                    <a:pt x="282671" y="267978"/>
                  </a:lnTo>
                  <a:lnTo>
                    <a:pt x="285798" y="263703"/>
                  </a:lnTo>
                  <a:lnTo>
                    <a:pt x="288788" y="259331"/>
                  </a:lnTo>
                  <a:lnTo>
                    <a:pt x="291638" y="254866"/>
                  </a:lnTo>
                  <a:lnTo>
                    <a:pt x="294345" y="250313"/>
                  </a:lnTo>
                  <a:lnTo>
                    <a:pt x="296907" y="245676"/>
                  </a:lnTo>
                  <a:lnTo>
                    <a:pt x="299320" y="240961"/>
                  </a:lnTo>
                  <a:lnTo>
                    <a:pt x="301583" y="236172"/>
                  </a:lnTo>
                  <a:lnTo>
                    <a:pt x="303693" y="231313"/>
                  </a:lnTo>
                  <a:lnTo>
                    <a:pt x="305647" y="226390"/>
                  </a:lnTo>
                  <a:lnTo>
                    <a:pt x="307445" y="221408"/>
                  </a:lnTo>
                  <a:lnTo>
                    <a:pt x="309084" y="216371"/>
                  </a:lnTo>
                  <a:lnTo>
                    <a:pt x="310563" y="211285"/>
                  </a:lnTo>
                  <a:lnTo>
                    <a:pt x="311880" y="206154"/>
                  </a:lnTo>
                  <a:lnTo>
                    <a:pt x="313033" y="200984"/>
                  </a:lnTo>
                  <a:lnTo>
                    <a:pt x="314023" y="195781"/>
                  </a:lnTo>
                  <a:lnTo>
                    <a:pt x="314846" y="190548"/>
                  </a:lnTo>
                  <a:lnTo>
                    <a:pt x="315504" y="185292"/>
                  </a:lnTo>
                  <a:lnTo>
                    <a:pt x="315995" y="180018"/>
                  </a:lnTo>
                  <a:lnTo>
                    <a:pt x="316318" y="174731"/>
                  </a:lnTo>
                  <a:lnTo>
                    <a:pt x="316474" y="169437"/>
                  </a:lnTo>
                  <a:lnTo>
                    <a:pt x="316462" y="164140"/>
                  </a:lnTo>
                  <a:lnTo>
                    <a:pt x="316282" y="158846"/>
                  </a:lnTo>
                  <a:lnTo>
                    <a:pt x="315935" y="153560"/>
                  </a:lnTo>
                  <a:lnTo>
                    <a:pt x="315420" y="148289"/>
                  </a:lnTo>
                  <a:lnTo>
                    <a:pt x="314739" y="143036"/>
                  </a:lnTo>
                  <a:lnTo>
                    <a:pt x="313891" y="137807"/>
                  </a:lnTo>
                  <a:lnTo>
                    <a:pt x="312878" y="132608"/>
                  </a:lnTo>
                  <a:lnTo>
                    <a:pt x="311701" y="127443"/>
                  </a:lnTo>
                  <a:lnTo>
                    <a:pt x="310361" y="122319"/>
                  </a:lnTo>
                  <a:lnTo>
                    <a:pt x="308860" y="117239"/>
                  </a:lnTo>
                  <a:lnTo>
                    <a:pt x="307198" y="112210"/>
                  </a:lnTo>
                  <a:lnTo>
                    <a:pt x="305377" y="107236"/>
                  </a:lnTo>
                  <a:lnTo>
                    <a:pt x="303400" y="102322"/>
                  </a:lnTo>
                  <a:lnTo>
                    <a:pt x="301268" y="97473"/>
                  </a:lnTo>
                  <a:lnTo>
                    <a:pt x="298984" y="92694"/>
                  </a:lnTo>
                  <a:lnTo>
                    <a:pt x="296549" y="87989"/>
                  </a:lnTo>
                  <a:lnTo>
                    <a:pt x="293967" y="83365"/>
                  </a:lnTo>
                  <a:lnTo>
                    <a:pt x="291239" y="78824"/>
                  </a:lnTo>
                  <a:lnTo>
                    <a:pt x="288369" y="74372"/>
                  </a:lnTo>
                  <a:lnTo>
                    <a:pt x="285360" y="70013"/>
                  </a:lnTo>
                  <a:lnTo>
                    <a:pt x="282213" y="65752"/>
                  </a:lnTo>
                  <a:lnTo>
                    <a:pt x="278933" y="61593"/>
                  </a:lnTo>
                  <a:lnTo>
                    <a:pt x="275524" y="57539"/>
                  </a:lnTo>
                  <a:lnTo>
                    <a:pt x="271987" y="53596"/>
                  </a:lnTo>
                  <a:lnTo>
                    <a:pt x="268327" y="49767"/>
                  </a:lnTo>
                  <a:lnTo>
                    <a:pt x="264548" y="46055"/>
                  </a:lnTo>
                  <a:lnTo>
                    <a:pt x="260653" y="42466"/>
                  </a:lnTo>
                  <a:lnTo>
                    <a:pt x="256646" y="39001"/>
                  </a:lnTo>
                  <a:lnTo>
                    <a:pt x="252532" y="35665"/>
                  </a:lnTo>
                  <a:lnTo>
                    <a:pt x="248314" y="32461"/>
                  </a:lnTo>
                  <a:lnTo>
                    <a:pt x="243996" y="29393"/>
                  </a:lnTo>
                  <a:lnTo>
                    <a:pt x="239584" y="26462"/>
                  </a:lnTo>
                  <a:lnTo>
                    <a:pt x="235081" y="23673"/>
                  </a:lnTo>
                  <a:lnTo>
                    <a:pt x="230491" y="21028"/>
                  </a:lnTo>
                  <a:lnTo>
                    <a:pt x="225821" y="18530"/>
                  </a:lnTo>
                  <a:lnTo>
                    <a:pt x="221073" y="16181"/>
                  </a:lnTo>
                  <a:lnTo>
                    <a:pt x="216254" y="13984"/>
                  </a:lnTo>
                  <a:lnTo>
                    <a:pt x="211367" y="11940"/>
                  </a:lnTo>
                  <a:lnTo>
                    <a:pt x="206418" y="10052"/>
                  </a:lnTo>
                  <a:lnTo>
                    <a:pt x="201411" y="8322"/>
                  </a:lnTo>
                  <a:lnTo>
                    <a:pt x="196353" y="6752"/>
                  </a:lnTo>
                  <a:lnTo>
                    <a:pt x="191247" y="5342"/>
                  </a:lnTo>
                  <a:lnTo>
                    <a:pt x="186099" y="4095"/>
                  </a:lnTo>
                  <a:lnTo>
                    <a:pt x="180914" y="3012"/>
                  </a:lnTo>
                  <a:lnTo>
                    <a:pt x="175697" y="2093"/>
                  </a:lnTo>
                  <a:lnTo>
                    <a:pt x="170454" y="1341"/>
                  </a:lnTo>
                  <a:lnTo>
                    <a:pt x="165190" y="754"/>
                  </a:lnTo>
                  <a:lnTo>
                    <a:pt x="159909" y="335"/>
                  </a:lnTo>
                  <a:lnTo>
                    <a:pt x="154618" y="83"/>
                  </a:lnTo>
                  <a:lnTo>
                    <a:pt x="149322" y="0"/>
                  </a:lnTo>
                  <a:lnTo>
                    <a:pt x="14932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256067" y="4659281"/>
              <a:ext cx="167167" cy="334334"/>
            </a:xfrm>
            <a:custGeom>
              <a:avLst/>
              <a:pathLst>
                <a:path w="167167" h="334334">
                  <a:moveTo>
                    <a:pt x="167167" y="0"/>
                  </a:moveTo>
                  <a:lnTo>
                    <a:pt x="161813" y="85"/>
                  </a:lnTo>
                  <a:lnTo>
                    <a:pt x="156465" y="342"/>
                  </a:lnTo>
                  <a:lnTo>
                    <a:pt x="151129" y="771"/>
                  </a:lnTo>
                  <a:lnTo>
                    <a:pt x="145808" y="1370"/>
                  </a:lnTo>
                  <a:lnTo>
                    <a:pt x="140510" y="2139"/>
                  </a:lnTo>
                  <a:lnTo>
                    <a:pt x="135238" y="3077"/>
                  </a:lnTo>
                  <a:lnTo>
                    <a:pt x="130000" y="4184"/>
                  </a:lnTo>
                  <a:lnTo>
                    <a:pt x="124799" y="5457"/>
                  </a:lnTo>
                  <a:lnTo>
                    <a:pt x="119643" y="6897"/>
                  </a:lnTo>
                  <a:lnTo>
                    <a:pt x="114534" y="8501"/>
                  </a:lnTo>
                  <a:lnTo>
                    <a:pt x="109480" y="10268"/>
                  </a:lnTo>
                  <a:lnTo>
                    <a:pt x="104485" y="12196"/>
                  </a:lnTo>
                  <a:lnTo>
                    <a:pt x="99555" y="14283"/>
                  </a:lnTo>
                  <a:lnTo>
                    <a:pt x="94693" y="16526"/>
                  </a:lnTo>
                  <a:lnTo>
                    <a:pt x="89906" y="18925"/>
                  </a:lnTo>
                  <a:lnTo>
                    <a:pt x="85199" y="21475"/>
                  </a:lnTo>
                  <a:lnTo>
                    <a:pt x="80575" y="24175"/>
                  </a:lnTo>
                  <a:lnTo>
                    <a:pt x="76040" y="27021"/>
                  </a:lnTo>
                  <a:lnTo>
                    <a:pt x="71599" y="30011"/>
                  </a:lnTo>
                  <a:lnTo>
                    <a:pt x="67256" y="33142"/>
                  </a:lnTo>
                  <a:lnTo>
                    <a:pt x="63015" y="36410"/>
                  </a:lnTo>
                  <a:lnTo>
                    <a:pt x="58881" y="39813"/>
                  </a:lnTo>
                  <a:lnTo>
                    <a:pt x="54858" y="43346"/>
                  </a:lnTo>
                  <a:lnTo>
                    <a:pt x="50950" y="47006"/>
                  </a:lnTo>
                  <a:lnTo>
                    <a:pt x="47162" y="50789"/>
                  </a:lnTo>
                  <a:lnTo>
                    <a:pt x="43497" y="54692"/>
                  </a:lnTo>
                  <a:lnTo>
                    <a:pt x="39958" y="58710"/>
                  </a:lnTo>
                  <a:lnTo>
                    <a:pt x="36550" y="62839"/>
                  </a:lnTo>
                  <a:lnTo>
                    <a:pt x="33276" y="67076"/>
                  </a:lnTo>
                  <a:lnTo>
                    <a:pt x="30139" y="71415"/>
                  </a:lnTo>
                  <a:lnTo>
                    <a:pt x="27143" y="75852"/>
                  </a:lnTo>
                  <a:lnTo>
                    <a:pt x="24291" y="80383"/>
                  </a:lnTo>
                  <a:lnTo>
                    <a:pt x="21585" y="85003"/>
                  </a:lnTo>
                  <a:lnTo>
                    <a:pt x="19028" y="89707"/>
                  </a:lnTo>
                  <a:lnTo>
                    <a:pt x="16624" y="94491"/>
                  </a:lnTo>
                  <a:lnTo>
                    <a:pt x="14374" y="99349"/>
                  </a:lnTo>
                  <a:lnTo>
                    <a:pt x="12280" y="104277"/>
                  </a:lnTo>
                  <a:lnTo>
                    <a:pt x="10346" y="109270"/>
                  </a:lnTo>
                  <a:lnTo>
                    <a:pt x="8572" y="114321"/>
                  </a:lnTo>
                  <a:lnTo>
                    <a:pt x="6961" y="119427"/>
                  </a:lnTo>
                  <a:lnTo>
                    <a:pt x="5514" y="124582"/>
                  </a:lnTo>
                  <a:lnTo>
                    <a:pt x="4234" y="129781"/>
                  </a:lnTo>
                  <a:lnTo>
                    <a:pt x="3120" y="135018"/>
                  </a:lnTo>
                  <a:lnTo>
                    <a:pt x="2174" y="140288"/>
                  </a:lnTo>
                  <a:lnTo>
                    <a:pt x="1398" y="145585"/>
                  </a:lnTo>
                  <a:lnTo>
                    <a:pt x="792" y="150905"/>
                  </a:lnTo>
                  <a:lnTo>
                    <a:pt x="357" y="156241"/>
                  </a:lnTo>
                  <a:lnTo>
                    <a:pt x="92" y="161589"/>
                  </a:lnTo>
                  <a:lnTo>
                    <a:pt x="0" y="166942"/>
                  </a:lnTo>
                  <a:lnTo>
                    <a:pt x="78" y="172296"/>
                  </a:lnTo>
                  <a:lnTo>
                    <a:pt x="328" y="177644"/>
                  </a:lnTo>
                  <a:lnTo>
                    <a:pt x="749" y="182982"/>
                  </a:lnTo>
                  <a:lnTo>
                    <a:pt x="1341" y="188303"/>
                  </a:lnTo>
                  <a:lnTo>
                    <a:pt x="2103" y="193602"/>
                  </a:lnTo>
                  <a:lnTo>
                    <a:pt x="3034" y="198875"/>
                  </a:lnTo>
                  <a:lnTo>
                    <a:pt x="4134" y="204115"/>
                  </a:lnTo>
                  <a:lnTo>
                    <a:pt x="5401" y="209317"/>
                  </a:lnTo>
                  <a:lnTo>
                    <a:pt x="6833" y="214476"/>
                  </a:lnTo>
                  <a:lnTo>
                    <a:pt x="8431" y="219586"/>
                  </a:lnTo>
                  <a:lnTo>
                    <a:pt x="10191" y="224643"/>
                  </a:lnTo>
                  <a:lnTo>
                    <a:pt x="12112" y="229640"/>
                  </a:lnTo>
                  <a:lnTo>
                    <a:pt x="14192" y="234574"/>
                  </a:lnTo>
                  <a:lnTo>
                    <a:pt x="16429" y="239438"/>
                  </a:lnTo>
                  <a:lnTo>
                    <a:pt x="18821" y="244228"/>
                  </a:lnTo>
                  <a:lnTo>
                    <a:pt x="21365" y="248939"/>
                  </a:lnTo>
                  <a:lnTo>
                    <a:pt x="24058" y="253566"/>
                  </a:lnTo>
                  <a:lnTo>
                    <a:pt x="26898" y="258105"/>
                  </a:lnTo>
                  <a:lnTo>
                    <a:pt x="29883" y="262550"/>
                  </a:lnTo>
                  <a:lnTo>
                    <a:pt x="33008" y="266898"/>
                  </a:lnTo>
                  <a:lnTo>
                    <a:pt x="36270" y="271143"/>
                  </a:lnTo>
                  <a:lnTo>
                    <a:pt x="39667" y="275282"/>
                  </a:lnTo>
                  <a:lnTo>
                    <a:pt x="43195" y="279309"/>
                  </a:lnTo>
                  <a:lnTo>
                    <a:pt x="46850" y="283222"/>
                  </a:lnTo>
                  <a:lnTo>
                    <a:pt x="50628" y="287015"/>
                  </a:lnTo>
                  <a:lnTo>
                    <a:pt x="54526" y="290686"/>
                  </a:lnTo>
                  <a:lnTo>
                    <a:pt x="58539" y="294230"/>
                  </a:lnTo>
                  <a:lnTo>
                    <a:pt x="62664" y="297643"/>
                  </a:lnTo>
                  <a:lnTo>
                    <a:pt x="66896" y="300923"/>
                  </a:lnTo>
                  <a:lnTo>
                    <a:pt x="71231" y="304066"/>
                  </a:lnTo>
                  <a:lnTo>
                    <a:pt x="75664" y="307068"/>
                  </a:lnTo>
                  <a:lnTo>
                    <a:pt x="80191" y="309926"/>
                  </a:lnTo>
                  <a:lnTo>
                    <a:pt x="84807" y="312638"/>
                  </a:lnTo>
                  <a:lnTo>
                    <a:pt x="89508" y="315201"/>
                  </a:lnTo>
                  <a:lnTo>
                    <a:pt x="94289" y="317612"/>
                  </a:lnTo>
                  <a:lnTo>
                    <a:pt x="99144" y="319869"/>
                  </a:lnTo>
                  <a:lnTo>
                    <a:pt x="104069" y="321969"/>
                  </a:lnTo>
                  <a:lnTo>
                    <a:pt x="109059" y="323910"/>
                  </a:lnTo>
                  <a:lnTo>
                    <a:pt x="114108" y="325691"/>
                  </a:lnTo>
                  <a:lnTo>
                    <a:pt x="119212" y="327308"/>
                  </a:lnTo>
                  <a:lnTo>
                    <a:pt x="124365" y="328762"/>
                  </a:lnTo>
                  <a:lnTo>
                    <a:pt x="129562" y="330050"/>
                  </a:lnTo>
                  <a:lnTo>
                    <a:pt x="134797" y="331171"/>
                  </a:lnTo>
                  <a:lnTo>
                    <a:pt x="140066" y="332123"/>
                  </a:lnTo>
                  <a:lnTo>
                    <a:pt x="145363" y="332906"/>
                  </a:lnTo>
                  <a:lnTo>
                    <a:pt x="150681" y="333520"/>
                  </a:lnTo>
                  <a:lnTo>
                    <a:pt x="156017" y="333962"/>
                  </a:lnTo>
                  <a:lnTo>
                    <a:pt x="161364" y="334234"/>
                  </a:lnTo>
                  <a:lnTo>
                    <a:pt x="166718" y="334334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2785" y="4826449"/>
              <a:ext cx="449" cy="167166"/>
            </a:xfrm>
            <a:custGeom>
              <a:avLst/>
              <a:pathLst>
                <a:path w="449" h="167166">
                  <a:moveTo>
                    <a:pt x="0" y="167166"/>
                  </a:moveTo>
                  <a:lnTo>
                    <a:pt x="44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2785" y="4826449"/>
              <a:ext cx="449" cy="167166"/>
            </a:xfrm>
            <a:custGeom>
              <a:avLst/>
              <a:pathLst>
                <a:path w="449" h="167166">
                  <a:moveTo>
                    <a:pt x="0" y="167166"/>
                  </a:moveTo>
                  <a:lnTo>
                    <a:pt x="44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2785" y="4826449"/>
              <a:ext cx="71357" cy="167166"/>
            </a:xfrm>
            <a:custGeom>
              <a:avLst/>
              <a:pathLst>
                <a:path w="71357" h="167166">
                  <a:moveTo>
                    <a:pt x="0" y="167166"/>
                  </a:moveTo>
                  <a:lnTo>
                    <a:pt x="5666" y="167086"/>
                  </a:lnTo>
                  <a:lnTo>
                    <a:pt x="11327" y="166813"/>
                  </a:lnTo>
                  <a:lnTo>
                    <a:pt x="16975" y="166348"/>
                  </a:lnTo>
                  <a:lnTo>
                    <a:pt x="22604" y="165692"/>
                  </a:lnTo>
                  <a:lnTo>
                    <a:pt x="28208" y="164846"/>
                  </a:lnTo>
                  <a:lnTo>
                    <a:pt x="33779" y="163810"/>
                  </a:lnTo>
                  <a:lnTo>
                    <a:pt x="39313" y="162587"/>
                  </a:lnTo>
                  <a:lnTo>
                    <a:pt x="44802" y="161176"/>
                  </a:lnTo>
                  <a:lnTo>
                    <a:pt x="50239" y="159580"/>
                  </a:lnTo>
                  <a:lnTo>
                    <a:pt x="55620" y="157800"/>
                  </a:lnTo>
                  <a:lnTo>
                    <a:pt x="60937" y="155840"/>
                  </a:lnTo>
                  <a:lnTo>
                    <a:pt x="66185" y="153700"/>
                  </a:lnTo>
                  <a:lnTo>
                    <a:pt x="71357" y="15138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167154" cy="318551"/>
            </a:xfrm>
            <a:custGeom>
              <a:avLst/>
              <a:pathLst>
                <a:path w="167154" h="318551">
                  <a:moveTo>
                    <a:pt x="70908" y="318551"/>
                  </a:moveTo>
                  <a:lnTo>
                    <a:pt x="75686" y="316219"/>
                  </a:lnTo>
                  <a:lnTo>
                    <a:pt x="80388" y="313737"/>
                  </a:lnTo>
                  <a:lnTo>
                    <a:pt x="85008" y="311106"/>
                  </a:lnTo>
                  <a:lnTo>
                    <a:pt x="89542" y="308330"/>
                  </a:lnTo>
                  <a:lnTo>
                    <a:pt x="93986" y="305411"/>
                  </a:lnTo>
                  <a:lnTo>
                    <a:pt x="98335" y="302352"/>
                  </a:lnTo>
                  <a:lnTo>
                    <a:pt x="102584" y="299157"/>
                  </a:lnTo>
                  <a:lnTo>
                    <a:pt x="106730" y="295828"/>
                  </a:lnTo>
                  <a:lnTo>
                    <a:pt x="110767" y="292368"/>
                  </a:lnTo>
                  <a:lnTo>
                    <a:pt x="114693" y="288783"/>
                  </a:lnTo>
                  <a:lnTo>
                    <a:pt x="118502" y="285074"/>
                  </a:lnTo>
                  <a:lnTo>
                    <a:pt x="122192" y="281246"/>
                  </a:lnTo>
                  <a:lnTo>
                    <a:pt x="125758" y="277302"/>
                  </a:lnTo>
                  <a:lnTo>
                    <a:pt x="129197" y="273247"/>
                  </a:lnTo>
                  <a:lnTo>
                    <a:pt x="132505" y="269085"/>
                  </a:lnTo>
                  <a:lnTo>
                    <a:pt x="135679" y="264819"/>
                  </a:lnTo>
                  <a:lnTo>
                    <a:pt x="138716" y="260455"/>
                  </a:lnTo>
                  <a:lnTo>
                    <a:pt x="141612" y="255997"/>
                  </a:lnTo>
                  <a:lnTo>
                    <a:pt x="144366" y="251448"/>
                  </a:lnTo>
                  <a:lnTo>
                    <a:pt x="146973" y="246815"/>
                  </a:lnTo>
                  <a:lnTo>
                    <a:pt x="149431" y="242101"/>
                  </a:lnTo>
                  <a:lnTo>
                    <a:pt x="151739" y="237311"/>
                  </a:lnTo>
                  <a:lnTo>
                    <a:pt x="153893" y="232450"/>
                  </a:lnTo>
                  <a:lnTo>
                    <a:pt x="155891" y="227523"/>
                  </a:lnTo>
                  <a:lnTo>
                    <a:pt x="157731" y="222535"/>
                  </a:lnTo>
                  <a:lnTo>
                    <a:pt x="159412" y="217491"/>
                  </a:lnTo>
                  <a:lnTo>
                    <a:pt x="160932" y="212396"/>
                  </a:lnTo>
                  <a:lnTo>
                    <a:pt x="162289" y="207255"/>
                  </a:lnTo>
                  <a:lnTo>
                    <a:pt x="163482" y="202074"/>
                  </a:lnTo>
                  <a:lnTo>
                    <a:pt x="164509" y="196857"/>
                  </a:lnTo>
                  <a:lnTo>
                    <a:pt x="165370" y="191611"/>
                  </a:lnTo>
                  <a:lnTo>
                    <a:pt x="166064" y="186339"/>
                  </a:lnTo>
                  <a:lnTo>
                    <a:pt x="166590" y="181049"/>
                  </a:lnTo>
                  <a:lnTo>
                    <a:pt x="166947" y="175744"/>
                  </a:lnTo>
                  <a:lnTo>
                    <a:pt x="167135" y="170430"/>
                  </a:lnTo>
                  <a:lnTo>
                    <a:pt x="167154" y="165114"/>
                  </a:lnTo>
                  <a:lnTo>
                    <a:pt x="167004" y="159799"/>
                  </a:lnTo>
                  <a:lnTo>
                    <a:pt x="166686" y="154492"/>
                  </a:lnTo>
                  <a:lnTo>
                    <a:pt x="166198" y="149197"/>
                  </a:lnTo>
                  <a:lnTo>
                    <a:pt x="165543" y="143921"/>
                  </a:lnTo>
                  <a:lnTo>
                    <a:pt x="164720" y="138669"/>
                  </a:lnTo>
                  <a:lnTo>
                    <a:pt x="163730" y="133445"/>
                  </a:lnTo>
                  <a:lnTo>
                    <a:pt x="162575" y="128255"/>
                  </a:lnTo>
                  <a:lnTo>
                    <a:pt x="161255" y="123105"/>
                  </a:lnTo>
                  <a:lnTo>
                    <a:pt x="159773" y="117999"/>
                  </a:lnTo>
                  <a:lnTo>
                    <a:pt x="158128" y="112943"/>
                  </a:lnTo>
                  <a:lnTo>
                    <a:pt x="156324" y="107941"/>
                  </a:lnTo>
                  <a:lnTo>
                    <a:pt x="154361" y="103000"/>
                  </a:lnTo>
                  <a:lnTo>
                    <a:pt x="152243" y="98124"/>
                  </a:lnTo>
                  <a:lnTo>
                    <a:pt x="149970" y="93317"/>
                  </a:lnTo>
                  <a:lnTo>
                    <a:pt x="147546" y="88585"/>
                  </a:lnTo>
                  <a:lnTo>
                    <a:pt x="144972" y="83933"/>
                  </a:lnTo>
                  <a:lnTo>
                    <a:pt x="142252" y="79365"/>
                  </a:lnTo>
                  <a:lnTo>
                    <a:pt x="139388" y="74885"/>
                  </a:lnTo>
                  <a:lnTo>
                    <a:pt x="136382" y="70499"/>
                  </a:lnTo>
                  <a:lnTo>
                    <a:pt x="133239" y="66211"/>
                  </a:lnTo>
                  <a:lnTo>
                    <a:pt x="129961" y="62025"/>
                  </a:lnTo>
                  <a:lnTo>
                    <a:pt x="126552" y="57945"/>
                  </a:lnTo>
                  <a:lnTo>
                    <a:pt x="123015" y="53976"/>
                  </a:lnTo>
                  <a:lnTo>
                    <a:pt x="119353" y="50121"/>
                  </a:lnTo>
                  <a:lnTo>
                    <a:pt x="115570" y="46385"/>
                  </a:lnTo>
                  <a:lnTo>
                    <a:pt x="111671" y="42771"/>
                  </a:lnTo>
                  <a:lnTo>
                    <a:pt x="107659" y="39282"/>
                  </a:lnTo>
                  <a:lnTo>
                    <a:pt x="103537" y="35923"/>
                  </a:lnTo>
                  <a:lnTo>
                    <a:pt x="99311" y="32697"/>
                  </a:lnTo>
                  <a:lnTo>
                    <a:pt x="94985" y="29607"/>
                  </a:lnTo>
                  <a:lnTo>
                    <a:pt x="90562" y="26656"/>
                  </a:lnTo>
                  <a:lnTo>
                    <a:pt x="86048" y="23847"/>
                  </a:lnTo>
                  <a:lnTo>
                    <a:pt x="81447" y="21183"/>
                  </a:lnTo>
                  <a:lnTo>
                    <a:pt x="76763" y="18667"/>
                  </a:lnTo>
                  <a:lnTo>
                    <a:pt x="72002" y="16301"/>
                  </a:lnTo>
                  <a:lnTo>
                    <a:pt x="67168" y="14087"/>
                  </a:lnTo>
                  <a:lnTo>
                    <a:pt x="62266" y="12029"/>
                  </a:lnTo>
                  <a:lnTo>
                    <a:pt x="57300" y="10127"/>
                  </a:lnTo>
                  <a:lnTo>
                    <a:pt x="52277" y="8384"/>
                  </a:lnTo>
                  <a:lnTo>
                    <a:pt x="47202" y="6802"/>
                  </a:lnTo>
                  <a:lnTo>
                    <a:pt x="42078" y="5382"/>
                  </a:lnTo>
                  <a:lnTo>
                    <a:pt x="36912" y="4126"/>
                  </a:lnTo>
                  <a:lnTo>
                    <a:pt x="31708" y="3034"/>
                  </a:lnTo>
                  <a:lnTo>
                    <a:pt x="26473" y="2109"/>
                  </a:lnTo>
                  <a:lnTo>
                    <a:pt x="21210" y="1351"/>
                  </a:lnTo>
                  <a:lnTo>
                    <a:pt x="15926" y="760"/>
                  </a:lnTo>
                  <a:lnTo>
                    <a:pt x="10626" y="338"/>
                  </a:lnTo>
                  <a:lnTo>
                    <a:pt x="5316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561306" y="4213821"/>
              <a:ext cx="242917" cy="334327"/>
            </a:xfrm>
            <a:custGeom>
              <a:avLst/>
              <a:pathLst>
                <a:path w="242917" h="334327">
                  <a:moveTo>
                    <a:pt x="167165" y="0"/>
                  </a:moveTo>
                  <a:lnTo>
                    <a:pt x="161823" y="85"/>
                  </a:lnTo>
                  <a:lnTo>
                    <a:pt x="156486" y="341"/>
                  </a:lnTo>
                  <a:lnTo>
                    <a:pt x="151160" y="767"/>
                  </a:lnTo>
                  <a:lnTo>
                    <a:pt x="145850" y="1364"/>
                  </a:lnTo>
                  <a:lnTo>
                    <a:pt x="140562" y="2130"/>
                  </a:lnTo>
                  <a:lnTo>
                    <a:pt x="135302" y="3064"/>
                  </a:lnTo>
                  <a:lnTo>
                    <a:pt x="130074" y="4166"/>
                  </a:lnTo>
                  <a:lnTo>
                    <a:pt x="124883" y="5435"/>
                  </a:lnTo>
                  <a:lnTo>
                    <a:pt x="119736" y="6869"/>
                  </a:lnTo>
                  <a:lnTo>
                    <a:pt x="114638" y="8467"/>
                  </a:lnTo>
                  <a:lnTo>
                    <a:pt x="109593" y="10226"/>
                  </a:lnTo>
                  <a:lnTo>
                    <a:pt x="104607" y="12146"/>
                  </a:lnTo>
                  <a:lnTo>
                    <a:pt x="99684" y="14225"/>
                  </a:lnTo>
                  <a:lnTo>
                    <a:pt x="94831" y="16460"/>
                  </a:lnTo>
                  <a:lnTo>
                    <a:pt x="90052" y="18848"/>
                  </a:lnTo>
                  <a:lnTo>
                    <a:pt x="85351" y="21388"/>
                  </a:lnTo>
                  <a:lnTo>
                    <a:pt x="80734" y="24077"/>
                  </a:lnTo>
                  <a:lnTo>
                    <a:pt x="76205" y="26913"/>
                  </a:lnTo>
                  <a:lnTo>
                    <a:pt x="71769" y="29891"/>
                  </a:lnTo>
                  <a:lnTo>
                    <a:pt x="67431" y="33010"/>
                  </a:lnTo>
                  <a:lnTo>
                    <a:pt x="63195" y="36266"/>
                  </a:lnTo>
                  <a:lnTo>
                    <a:pt x="59064" y="39656"/>
                  </a:lnTo>
                  <a:lnTo>
                    <a:pt x="55045" y="43175"/>
                  </a:lnTo>
                  <a:lnTo>
                    <a:pt x="51139" y="46822"/>
                  </a:lnTo>
                  <a:lnTo>
                    <a:pt x="47353" y="50591"/>
                  </a:lnTo>
                  <a:lnTo>
                    <a:pt x="43688" y="54480"/>
                  </a:lnTo>
                  <a:lnTo>
                    <a:pt x="40150" y="58484"/>
                  </a:lnTo>
                  <a:lnTo>
                    <a:pt x="36742" y="62598"/>
                  </a:lnTo>
                  <a:lnTo>
                    <a:pt x="33466" y="66820"/>
                  </a:lnTo>
                  <a:lnTo>
                    <a:pt x="30328" y="71144"/>
                  </a:lnTo>
                  <a:lnTo>
                    <a:pt x="27329" y="75566"/>
                  </a:lnTo>
                  <a:lnTo>
                    <a:pt x="24473" y="80082"/>
                  </a:lnTo>
                  <a:lnTo>
                    <a:pt x="21763" y="84686"/>
                  </a:lnTo>
                  <a:lnTo>
                    <a:pt x="19201" y="89375"/>
                  </a:lnTo>
                  <a:lnTo>
                    <a:pt x="16791" y="94144"/>
                  </a:lnTo>
                  <a:lnTo>
                    <a:pt x="14534" y="98987"/>
                  </a:lnTo>
                  <a:lnTo>
                    <a:pt x="12433" y="103899"/>
                  </a:lnTo>
                  <a:lnTo>
                    <a:pt x="10490" y="108877"/>
                  </a:lnTo>
                  <a:lnTo>
                    <a:pt x="8707" y="113913"/>
                  </a:lnTo>
                  <a:lnTo>
                    <a:pt x="7086" y="119005"/>
                  </a:lnTo>
                  <a:lnTo>
                    <a:pt x="5629" y="124145"/>
                  </a:lnTo>
                  <a:lnTo>
                    <a:pt x="4336" y="129329"/>
                  </a:lnTo>
                  <a:lnTo>
                    <a:pt x="3210" y="134552"/>
                  </a:lnTo>
                  <a:lnTo>
                    <a:pt x="2252" y="139809"/>
                  </a:lnTo>
                  <a:lnTo>
                    <a:pt x="1462" y="145093"/>
                  </a:lnTo>
                  <a:lnTo>
                    <a:pt x="841" y="150400"/>
                  </a:lnTo>
                  <a:lnTo>
                    <a:pt x="390" y="155724"/>
                  </a:lnTo>
                  <a:lnTo>
                    <a:pt x="109" y="161060"/>
                  </a:lnTo>
                  <a:lnTo>
                    <a:pt x="0" y="166402"/>
                  </a:lnTo>
                  <a:lnTo>
                    <a:pt x="60" y="171744"/>
                  </a:lnTo>
                  <a:lnTo>
                    <a:pt x="292" y="177082"/>
                  </a:lnTo>
                  <a:lnTo>
                    <a:pt x="694" y="182410"/>
                  </a:lnTo>
                  <a:lnTo>
                    <a:pt x="1266" y="187723"/>
                  </a:lnTo>
                  <a:lnTo>
                    <a:pt x="2008" y="193014"/>
                  </a:lnTo>
                  <a:lnTo>
                    <a:pt x="2918" y="198279"/>
                  </a:lnTo>
                  <a:lnTo>
                    <a:pt x="3997" y="203512"/>
                  </a:lnTo>
                  <a:lnTo>
                    <a:pt x="5241" y="208708"/>
                  </a:lnTo>
                  <a:lnTo>
                    <a:pt x="6652" y="213862"/>
                  </a:lnTo>
                  <a:lnTo>
                    <a:pt x="8226" y="218967"/>
                  </a:lnTo>
                  <a:lnTo>
                    <a:pt x="9963" y="224020"/>
                  </a:lnTo>
                  <a:lnTo>
                    <a:pt x="11860" y="229015"/>
                  </a:lnTo>
                  <a:lnTo>
                    <a:pt x="13916" y="233947"/>
                  </a:lnTo>
                  <a:lnTo>
                    <a:pt x="16128" y="238810"/>
                  </a:lnTo>
                  <a:lnTo>
                    <a:pt x="18495" y="243601"/>
                  </a:lnTo>
                  <a:lnTo>
                    <a:pt x="21014" y="248313"/>
                  </a:lnTo>
                  <a:lnTo>
                    <a:pt x="23682" y="252942"/>
                  </a:lnTo>
                  <a:lnTo>
                    <a:pt x="26496" y="257484"/>
                  </a:lnTo>
                  <a:lnTo>
                    <a:pt x="29454" y="261933"/>
                  </a:lnTo>
                  <a:lnTo>
                    <a:pt x="32553" y="266286"/>
                  </a:lnTo>
                  <a:lnTo>
                    <a:pt x="35790" y="270537"/>
                  </a:lnTo>
                  <a:lnTo>
                    <a:pt x="39160" y="274683"/>
                  </a:lnTo>
                  <a:lnTo>
                    <a:pt x="42662" y="278719"/>
                  </a:lnTo>
                  <a:lnTo>
                    <a:pt x="46290" y="282641"/>
                  </a:lnTo>
                  <a:lnTo>
                    <a:pt x="50042" y="286445"/>
                  </a:lnTo>
                  <a:lnTo>
                    <a:pt x="53914" y="290127"/>
                  </a:lnTo>
                  <a:lnTo>
                    <a:pt x="57901" y="293683"/>
                  </a:lnTo>
                  <a:lnTo>
                    <a:pt x="62000" y="297111"/>
                  </a:lnTo>
                  <a:lnTo>
                    <a:pt x="66207" y="300405"/>
                  </a:lnTo>
                  <a:lnTo>
                    <a:pt x="70517" y="303563"/>
                  </a:lnTo>
                  <a:lnTo>
                    <a:pt x="74925" y="306582"/>
                  </a:lnTo>
                  <a:lnTo>
                    <a:pt x="79427" y="309459"/>
                  </a:lnTo>
                  <a:lnTo>
                    <a:pt x="84020" y="312190"/>
                  </a:lnTo>
                  <a:lnTo>
                    <a:pt x="88697" y="314773"/>
                  </a:lnTo>
                  <a:lnTo>
                    <a:pt x="93454" y="317206"/>
                  </a:lnTo>
                  <a:lnTo>
                    <a:pt x="98287" y="319485"/>
                  </a:lnTo>
                  <a:lnTo>
                    <a:pt x="103190" y="321608"/>
                  </a:lnTo>
                  <a:lnTo>
                    <a:pt x="108158" y="323574"/>
                  </a:lnTo>
                  <a:lnTo>
                    <a:pt x="113187" y="325380"/>
                  </a:lnTo>
                  <a:lnTo>
                    <a:pt x="118270" y="327024"/>
                  </a:lnTo>
                  <a:lnTo>
                    <a:pt x="123404" y="328505"/>
                  </a:lnTo>
                  <a:lnTo>
                    <a:pt x="128583" y="329821"/>
                  </a:lnTo>
                  <a:lnTo>
                    <a:pt x="133800" y="330971"/>
                  </a:lnTo>
                  <a:lnTo>
                    <a:pt x="139052" y="331954"/>
                  </a:lnTo>
                  <a:lnTo>
                    <a:pt x="144333" y="332768"/>
                  </a:lnTo>
                  <a:lnTo>
                    <a:pt x="149637" y="333413"/>
                  </a:lnTo>
                  <a:lnTo>
                    <a:pt x="154959" y="333888"/>
                  </a:lnTo>
                  <a:lnTo>
                    <a:pt x="160293" y="334193"/>
                  </a:lnTo>
                  <a:lnTo>
                    <a:pt x="165635" y="334327"/>
                  </a:lnTo>
                  <a:lnTo>
                    <a:pt x="170978" y="334291"/>
                  </a:lnTo>
                  <a:lnTo>
                    <a:pt x="176317" y="334084"/>
                  </a:lnTo>
                  <a:lnTo>
                    <a:pt x="181646" y="333706"/>
                  </a:lnTo>
                  <a:lnTo>
                    <a:pt x="186961" y="333158"/>
                  </a:lnTo>
                  <a:lnTo>
                    <a:pt x="192256" y="332441"/>
                  </a:lnTo>
                  <a:lnTo>
                    <a:pt x="197525" y="331554"/>
                  </a:lnTo>
                  <a:lnTo>
                    <a:pt x="202763" y="330500"/>
                  </a:lnTo>
                  <a:lnTo>
                    <a:pt x="207964" y="329279"/>
                  </a:lnTo>
                  <a:lnTo>
                    <a:pt x="213124" y="327892"/>
                  </a:lnTo>
                  <a:lnTo>
                    <a:pt x="218237" y="326342"/>
                  </a:lnTo>
                  <a:lnTo>
                    <a:pt x="223298" y="324628"/>
                  </a:lnTo>
                  <a:lnTo>
                    <a:pt x="228302" y="322754"/>
                  </a:lnTo>
                  <a:lnTo>
                    <a:pt x="233243" y="320720"/>
                  </a:lnTo>
                  <a:lnTo>
                    <a:pt x="238116" y="318530"/>
                  </a:lnTo>
                  <a:lnTo>
                    <a:pt x="242917" y="316186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380988"/>
              <a:ext cx="75752" cy="149018"/>
            </a:xfrm>
            <a:custGeom>
              <a:avLst/>
              <a:pathLst>
                <a:path w="75752" h="149018">
                  <a:moveTo>
                    <a:pt x="75752" y="1490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380988"/>
              <a:ext cx="134790" cy="149018"/>
            </a:xfrm>
            <a:custGeom>
              <a:avLst/>
              <a:pathLst>
                <a:path w="134790" h="149018">
                  <a:moveTo>
                    <a:pt x="75752" y="149018"/>
                  </a:moveTo>
                  <a:lnTo>
                    <a:pt x="81062" y="146197"/>
                  </a:lnTo>
                  <a:lnTo>
                    <a:pt x="86267" y="143188"/>
                  </a:lnTo>
                  <a:lnTo>
                    <a:pt x="91361" y="139993"/>
                  </a:lnTo>
                  <a:lnTo>
                    <a:pt x="96336" y="136617"/>
                  </a:lnTo>
                  <a:lnTo>
                    <a:pt x="101187" y="133064"/>
                  </a:lnTo>
                  <a:lnTo>
                    <a:pt x="105907" y="129339"/>
                  </a:lnTo>
                  <a:lnTo>
                    <a:pt x="110489" y="125446"/>
                  </a:lnTo>
                  <a:lnTo>
                    <a:pt x="114929" y="121392"/>
                  </a:lnTo>
                  <a:lnTo>
                    <a:pt x="119221" y="117180"/>
                  </a:lnTo>
                  <a:lnTo>
                    <a:pt x="123357" y="112817"/>
                  </a:lnTo>
                  <a:lnTo>
                    <a:pt x="127335" y="108308"/>
                  </a:lnTo>
                  <a:lnTo>
                    <a:pt x="131148" y="103658"/>
                  </a:lnTo>
                  <a:lnTo>
                    <a:pt x="134790" y="98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167164" cy="266042"/>
            </a:xfrm>
            <a:custGeom>
              <a:avLst/>
              <a:pathLst>
                <a:path w="167164" h="266042">
                  <a:moveTo>
                    <a:pt x="134790" y="266042"/>
                  </a:moveTo>
                  <a:lnTo>
                    <a:pt x="137879" y="261688"/>
                  </a:lnTo>
                  <a:lnTo>
                    <a:pt x="140827" y="257237"/>
                  </a:lnTo>
                  <a:lnTo>
                    <a:pt x="143631" y="252694"/>
                  </a:lnTo>
                  <a:lnTo>
                    <a:pt x="146289" y="248064"/>
                  </a:lnTo>
                  <a:lnTo>
                    <a:pt x="148798" y="243351"/>
                  </a:lnTo>
                  <a:lnTo>
                    <a:pt x="151155" y="238561"/>
                  </a:lnTo>
                  <a:lnTo>
                    <a:pt x="153357" y="233698"/>
                  </a:lnTo>
                  <a:lnTo>
                    <a:pt x="155403" y="228767"/>
                  </a:lnTo>
                  <a:lnTo>
                    <a:pt x="157291" y="223773"/>
                  </a:lnTo>
                  <a:lnTo>
                    <a:pt x="159019" y="218722"/>
                  </a:lnTo>
                  <a:lnTo>
                    <a:pt x="160584" y="213618"/>
                  </a:lnTo>
                  <a:lnTo>
                    <a:pt x="161985" y="208466"/>
                  </a:lnTo>
                  <a:lnTo>
                    <a:pt x="163221" y="203273"/>
                  </a:lnTo>
                  <a:lnTo>
                    <a:pt x="164291" y="198042"/>
                  </a:lnTo>
                  <a:lnTo>
                    <a:pt x="165193" y="192780"/>
                  </a:lnTo>
                  <a:lnTo>
                    <a:pt x="165927" y="187492"/>
                  </a:lnTo>
                  <a:lnTo>
                    <a:pt x="166491" y="182183"/>
                  </a:lnTo>
                  <a:lnTo>
                    <a:pt x="166886" y="176859"/>
                  </a:lnTo>
                  <a:lnTo>
                    <a:pt x="167110" y="171525"/>
                  </a:lnTo>
                  <a:lnTo>
                    <a:pt x="167164" y="166187"/>
                  </a:lnTo>
                  <a:lnTo>
                    <a:pt x="167048" y="160850"/>
                  </a:lnTo>
                  <a:lnTo>
                    <a:pt x="166761" y="155519"/>
                  </a:lnTo>
                  <a:lnTo>
                    <a:pt x="166304" y="150200"/>
                  </a:lnTo>
                  <a:lnTo>
                    <a:pt x="165677" y="144898"/>
                  </a:lnTo>
                  <a:lnTo>
                    <a:pt x="164881" y="139619"/>
                  </a:lnTo>
                  <a:lnTo>
                    <a:pt x="163918" y="134368"/>
                  </a:lnTo>
                  <a:lnTo>
                    <a:pt x="162787" y="129150"/>
                  </a:lnTo>
                  <a:lnTo>
                    <a:pt x="161490" y="123972"/>
                  </a:lnTo>
                  <a:lnTo>
                    <a:pt x="160028" y="118837"/>
                  </a:lnTo>
                  <a:lnTo>
                    <a:pt x="158403" y="113752"/>
                  </a:lnTo>
                  <a:lnTo>
                    <a:pt x="156617" y="108721"/>
                  </a:lnTo>
                  <a:lnTo>
                    <a:pt x="154671" y="103749"/>
                  </a:lnTo>
                  <a:lnTo>
                    <a:pt x="152567" y="98843"/>
                  </a:lnTo>
                  <a:lnTo>
                    <a:pt x="150307" y="94006"/>
                  </a:lnTo>
                  <a:lnTo>
                    <a:pt x="147894" y="89243"/>
                  </a:lnTo>
                  <a:lnTo>
                    <a:pt x="145331" y="84561"/>
                  </a:lnTo>
                  <a:lnTo>
                    <a:pt x="142619" y="79962"/>
                  </a:lnTo>
                  <a:lnTo>
                    <a:pt x="139761" y="75452"/>
                  </a:lnTo>
                  <a:lnTo>
                    <a:pt x="136761" y="71036"/>
                  </a:lnTo>
                  <a:lnTo>
                    <a:pt x="133622" y="66718"/>
                  </a:lnTo>
                  <a:lnTo>
                    <a:pt x="130346" y="62503"/>
                  </a:lnTo>
                  <a:lnTo>
                    <a:pt x="126938" y="58394"/>
                  </a:lnTo>
                  <a:lnTo>
                    <a:pt x="123400" y="54396"/>
                  </a:lnTo>
                  <a:lnTo>
                    <a:pt x="119736" y="50513"/>
                  </a:lnTo>
                  <a:lnTo>
                    <a:pt x="115950" y="46749"/>
                  </a:lnTo>
                  <a:lnTo>
                    <a:pt x="112045" y="43108"/>
                  </a:lnTo>
                  <a:lnTo>
                    <a:pt x="108027" y="39593"/>
                  </a:lnTo>
                  <a:lnTo>
                    <a:pt x="103898" y="36209"/>
                  </a:lnTo>
                  <a:lnTo>
                    <a:pt x="99663" y="32958"/>
                  </a:lnTo>
                  <a:lnTo>
                    <a:pt x="95327" y="29844"/>
                  </a:lnTo>
                  <a:lnTo>
                    <a:pt x="90893" y="26870"/>
                  </a:lnTo>
                  <a:lnTo>
                    <a:pt x="86367" y="24039"/>
                  </a:lnTo>
                  <a:lnTo>
                    <a:pt x="81753" y="21354"/>
                  </a:lnTo>
                  <a:lnTo>
                    <a:pt x="77055" y="18818"/>
                  </a:lnTo>
                  <a:lnTo>
                    <a:pt x="72278" y="16433"/>
                  </a:lnTo>
                  <a:lnTo>
                    <a:pt x="67428" y="14202"/>
                  </a:lnTo>
                  <a:lnTo>
                    <a:pt x="62509" y="12127"/>
                  </a:lnTo>
                  <a:lnTo>
                    <a:pt x="57527" y="10210"/>
                  </a:lnTo>
                  <a:lnTo>
                    <a:pt x="52486" y="8453"/>
                  </a:lnTo>
                  <a:lnTo>
                    <a:pt x="47391" y="6858"/>
                  </a:lnTo>
                  <a:lnTo>
                    <a:pt x="42248" y="5426"/>
                  </a:lnTo>
                  <a:lnTo>
                    <a:pt x="37061" y="4160"/>
                  </a:lnTo>
                  <a:lnTo>
                    <a:pt x="31837" y="3059"/>
                  </a:lnTo>
                  <a:lnTo>
                    <a:pt x="26581" y="2126"/>
                  </a:lnTo>
                  <a:lnTo>
                    <a:pt x="21297" y="1362"/>
                  </a:lnTo>
                  <a:lnTo>
                    <a:pt x="15992" y="766"/>
                  </a:lnTo>
                  <a:lnTo>
                    <a:pt x="10670" y="340"/>
                  </a:lnTo>
                  <a:lnTo>
                    <a:pt x="533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751851" y="3707720"/>
              <a:ext cx="167159" cy="334117"/>
            </a:xfrm>
            <a:custGeom>
              <a:avLst/>
              <a:pathLst>
                <a:path w="167159" h="334117">
                  <a:moveTo>
                    <a:pt x="167159" y="0"/>
                  </a:moveTo>
                  <a:lnTo>
                    <a:pt x="161834" y="84"/>
                  </a:lnTo>
                  <a:lnTo>
                    <a:pt x="156514" y="339"/>
                  </a:lnTo>
                  <a:lnTo>
                    <a:pt x="151205" y="763"/>
                  </a:lnTo>
                  <a:lnTo>
                    <a:pt x="145912" y="1355"/>
                  </a:lnTo>
                  <a:lnTo>
                    <a:pt x="140641" y="2116"/>
                  </a:lnTo>
                  <a:lnTo>
                    <a:pt x="135397" y="3045"/>
                  </a:lnTo>
                  <a:lnTo>
                    <a:pt x="130185" y="4140"/>
                  </a:lnTo>
                  <a:lnTo>
                    <a:pt x="125010" y="5400"/>
                  </a:lnTo>
                  <a:lnTo>
                    <a:pt x="119878" y="6825"/>
                  </a:lnTo>
                  <a:lnTo>
                    <a:pt x="114794" y="8413"/>
                  </a:lnTo>
                  <a:lnTo>
                    <a:pt x="109764" y="10162"/>
                  </a:lnTo>
                  <a:lnTo>
                    <a:pt x="104791" y="12070"/>
                  </a:lnTo>
                  <a:lnTo>
                    <a:pt x="99882" y="14135"/>
                  </a:lnTo>
                  <a:lnTo>
                    <a:pt x="95041" y="16356"/>
                  </a:lnTo>
                  <a:lnTo>
                    <a:pt x="90274" y="18730"/>
                  </a:lnTo>
                  <a:lnTo>
                    <a:pt x="85584" y="21254"/>
                  </a:lnTo>
                  <a:lnTo>
                    <a:pt x="80977" y="23927"/>
                  </a:lnTo>
                  <a:lnTo>
                    <a:pt x="76458" y="26745"/>
                  </a:lnTo>
                  <a:lnTo>
                    <a:pt x="72031" y="29706"/>
                  </a:lnTo>
                  <a:lnTo>
                    <a:pt x="67700" y="32806"/>
                  </a:lnTo>
                  <a:lnTo>
                    <a:pt x="63471" y="36042"/>
                  </a:lnTo>
                  <a:lnTo>
                    <a:pt x="59346" y="39412"/>
                  </a:lnTo>
                  <a:lnTo>
                    <a:pt x="55331" y="42911"/>
                  </a:lnTo>
                  <a:lnTo>
                    <a:pt x="51430" y="46537"/>
                  </a:lnTo>
                  <a:lnTo>
                    <a:pt x="47646" y="50285"/>
                  </a:lnTo>
                  <a:lnTo>
                    <a:pt x="43983" y="54151"/>
                  </a:lnTo>
                  <a:lnTo>
                    <a:pt x="40445" y="58132"/>
                  </a:lnTo>
                  <a:lnTo>
                    <a:pt x="37036" y="62224"/>
                  </a:lnTo>
                  <a:lnTo>
                    <a:pt x="33759" y="66423"/>
                  </a:lnTo>
                  <a:lnTo>
                    <a:pt x="30618" y="70723"/>
                  </a:lnTo>
                  <a:lnTo>
                    <a:pt x="27615" y="75122"/>
                  </a:lnTo>
                  <a:lnTo>
                    <a:pt x="24753" y="79614"/>
                  </a:lnTo>
                  <a:lnTo>
                    <a:pt x="22037" y="84195"/>
                  </a:lnTo>
                  <a:lnTo>
                    <a:pt x="19467" y="88860"/>
                  </a:lnTo>
                  <a:lnTo>
                    <a:pt x="17047" y="93605"/>
                  </a:lnTo>
                  <a:lnTo>
                    <a:pt x="14780" y="98424"/>
                  </a:lnTo>
                  <a:lnTo>
                    <a:pt x="12668" y="103313"/>
                  </a:lnTo>
                  <a:lnTo>
                    <a:pt x="10712" y="108267"/>
                  </a:lnTo>
                  <a:lnTo>
                    <a:pt x="8915" y="113280"/>
                  </a:lnTo>
                  <a:lnTo>
                    <a:pt x="7279" y="118349"/>
                  </a:lnTo>
                  <a:lnTo>
                    <a:pt x="5805" y="123467"/>
                  </a:lnTo>
                  <a:lnTo>
                    <a:pt x="4495" y="128629"/>
                  </a:lnTo>
                  <a:lnTo>
                    <a:pt x="3350" y="133830"/>
                  </a:lnTo>
                  <a:lnTo>
                    <a:pt x="2371" y="139065"/>
                  </a:lnTo>
                  <a:lnTo>
                    <a:pt x="1559" y="144329"/>
                  </a:lnTo>
                  <a:lnTo>
                    <a:pt x="916" y="149616"/>
                  </a:lnTo>
                  <a:lnTo>
                    <a:pt x="441" y="154921"/>
                  </a:lnTo>
                  <a:lnTo>
                    <a:pt x="135" y="160238"/>
                  </a:lnTo>
                  <a:lnTo>
                    <a:pt x="0" y="165562"/>
                  </a:lnTo>
                  <a:lnTo>
                    <a:pt x="33" y="170888"/>
                  </a:lnTo>
                  <a:lnTo>
                    <a:pt x="237" y="176210"/>
                  </a:lnTo>
                  <a:lnTo>
                    <a:pt x="609" y="181523"/>
                  </a:lnTo>
                  <a:lnTo>
                    <a:pt x="1151" y="186821"/>
                  </a:lnTo>
                  <a:lnTo>
                    <a:pt x="1862" y="192100"/>
                  </a:lnTo>
                  <a:lnTo>
                    <a:pt x="2740" y="197353"/>
                  </a:lnTo>
                  <a:lnTo>
                    <a:pt x="3785" y="202575"/>
                  </a:lnTo>
                  <a:lnTo>
                    <a:pt x="4996" y="207761"/>
                  </a:lnTo>
                  <a:lnTo>
                    <a:pt x="6371" y="212907"/>
                  </a:lnTo>
                  <a:lnTo>
                    <a:pt x="7910" y="218005"/>
                  </a:lnTo>
                  <a:lnTo>
                    <a:pt x="9610" y="223053"/>
                  </a:lnTo>
                  <a:lnTo>
                    <a:pt x="11470" y="228043"/>
                  </a:lnTo>
                  <a:lnTo>
                    <a:pt x="13489" y="232972"/>
                  </a:lnTo>
                  <a:lnTo>
                    <a:pt x="15663" y="237834"/>
                  </a:lnTo>
                  <a:lnTo>
                    <a:pt x="17991" y="242624"/>
                  </a:lnTo>
                  <a:lnTo>
                    <a:pt x="20470" y="247337"/>
                  </a:lnTo>
                  <a:lnTo>
                    <a:pt x="23099" y="251970"/>
                  </a:lnTo>
                  <a:lnTo>
                    <a:pt x="25873" y="256516"/>
                  </a:lnTo>
                  <a:lnTo>
                    <a:pt x="28791" y="260971"/>
                  </a:lnTo>
                  <a:lnTo>
                    <a:pt x="31850" y="265331"/>
                  </a:lnTo>
                  <a:lnTo>
                    <a:pt x="35045" y="269592"/>
                  </a:lnTo>
                  <a:lnTo>
                    <a:pt x="38375" y="273749"/>
                  </a:lnTo>
                  <a:lnTo>
                    <a:pt x="41836" y="277797"/>
                  </a:lnTo>
                  <a:lnTo>
                    <a:pt x="45424" y="281733"/>
                  </a:lnTo>
                  <a:lnTo>
                    <a:pt x="49135" y="285553"/>
                  </a:lnTo>
                  <a:lnTo>
                    <a:pt x="52966" y="289253"/>
                  </a:lnTo>
                  <a:lnTo>
                    <a:pt x="56913" y="292828"/>
                  </a:lnTo>
                  <a:lnTo>
                    <a:pt x="60972" y="296277"/>
                  </a:lnTo>
                  <a:lnTo>
                    <a:pt x="65139" y="299594"/>
                  </a:lnTo>
                  <a:lnTo>
                    <a:pt x="69409" y="302776"/>
                  </a:lnTo>
                  <a:lnTo>
                    <a:pt x="73779" y="305821"/>
                  </a:lnTo>
                  <a:lnTo>
                    <a:pt x="78243" y="308726"/>
                  </a:lnTo>
                  <a:lnTo>
                    <a:pt x="82798" y="311486"/>
                  </a:lnTo>
                  <a:lnTo>
                    <a:pt x="87438" y="314101"/>
                  </a:lnTo>
                  <a:lnTo>
                    <a:pt x="92159" y="316566"/>
                  </a:lnTo>
                  <a:lnTo>
                    <a:pt x="96957" y="318879"/>
                  </a:lnTo>
                  <a:lnTo>
                    <a:pt x="101825" y="321038"/>
                  </a:lnTo>
                  <a:lnTo>
                    <a:pt x="106760" y="323042"/>
                  </a:lnTo>
                  <a:lnTo>
                    <a:pt x="111756" y="324886"/>
                  </a:lnTo>
                  <a:lnTo>
                    <a:pt x="116809" y="326571"/>
                  </a:lnTo>
                  <a:lnTo>
                    <a:pt x="121912" y="328094"/>
                  </a:lnTo>
                  <a:lnTo>
                    <a:pt x="127061" y="329454"/>
                  </a:lnTo>
                  <a:lnTo>
                    <a:pt x="132252" y="330649"/>
                  </a:lnTo>
                  <a:lnTo>
                    <a:pt x="137477" y="331678"/>
                  </a:lnTo>
                  <a:lnTo>
                    <a:pt x="142733" y="332540"/>
                  </a:lnTo>
                  <a:lnTo>
                    <a:pt x="148013" y="333234"/>
                  </a:lnTo>
                  <a:lnTo>
                    <a:pt x="153313" y="333760"/>
                  </a:lnTo>
                  <a:lnTo>
                    <a:pt x="158627" y="334117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0479" y="3714972"/>
              <a:ext cx="175699" cy="327070"/>
            </a:xfrm>
            <a:custGeom>
              <a:avLst/>
              <a:pathLst>
                <a:path w="175699" h="327070">
                  <a:moveTo>
                    <a:pt x="0" y="326865"/>
                  </a:moveTo>
                  <a:lnTo>
                    <a:pt x="5318" y="327052"/>
                  </a:lnTo>
                  <a:lnTo>
                    <a:pt x="10639" y="327070"/>
                  </a:lnTo>
                  <a:lnTo>
                    <a:pt x="15959" y="326918"/>
                  </a:lnTo>
                  <a:lnTo>
                    <a:pt x="21271" y="326597"/>
                  </a:lnTo>
                  <a:lnTo>
                    <a:pt x="26570" y="326107"/>
                  </a:lnTo>
                  <a:lnTo>
                    <a:pt x="31851" y="325449"/>
                  </a:lnTo>
                  <a:lnTo>
                    <a:pt x="37108" y="324623"/>
                  </a:lnTo>
                  <a:lnTo>
                    <a:pt x="42336" y="323629"/>
                  </a:lnTo>
                  <a:lnTo>
                    <a:pt x="47530" y="322471"/>
                  </a:lnTo>
                  <a:lnTo>
                    <a:pt x="52684" y="321147"/>
                  </a:lnTo>
                  <a:lnTo>
                    <a:pt x="57794" y="319660"/>
                  </a:lnTo>
                  <a:lnTo>
                    <a:pt x="62854" y="318011"/>
                  </a:lnTo>
                  <a:lnTo>
                    <a:pt x="67858" y="316202"/>
                  </a:lnTo>
                  <a:lnTo>
                    <a:pt x="72803" y="314234"/>
                  </a:lnTo>
                  <a:lnTo>
                    <a:pt x="77682" y="312110"/>
                  </a:lnTo>
                  <a:lnTo>
                    <a:pt x="82492" y="309832"/>
                  </a:lnTo>
                  <a:lnTo>
                    <a:pt x="87226" y="307402"/>
                  </a:lnTo>
                  <a:lnTo>
                    <a:pt x="91881" y="304822"/>
                  </a:lnTo>
                  <a:lnTo>
                    <a:pt x="96451" y="302096"/>
                  </a:lnTo>
                  <a:lnTo>
                    <a:pt x="100932" y="299225"/>
                  </a:lnTo>
                  <a:lnTo>
                    <a:pt x="105319" y="296213"/>
                  </a:lnTo>
                  <a:lnTo>
                    <a:pt x="109609" y="293064"/>
                  </a:lnTo>
                  <a:lnTo>
                    <a:pt x="113796" y="289779"/>
                  </a:lnTo>
                  <a:lnTo>
                    <a:pt x="117876" y="286362"/>
                  </a:lnTo>
                  <a:lnTo>
                    <a:pt x="121845" y="282818"/>
                  </a:lnTo>
                  <a:lnTo>
                    <a:pt x="125700" y="279149"/>
                  </a:lnTo>
                  <a:lnTo>
                    <a:pt x="129436" y="275359"/>
                  </a:lnTo>
                  <a:lnTo>
                    <a:pt x="133049" y="271452"/>
                  </a:lnTo>
                  <a:lnTo>
                    <a:pt x="136536" y="267432"/>
                  </a:lnTo>
                  <a:lnTo>
                    <a:pt x="139894" y="263303"/>
                  </a:lnTo>
                  <a:lnTo>
                    <a:pt x="143118" y="259070"/>
                  </a:lnTo>
                  <a:lnTo>
                    <a:pt x="146206" y="254735"/>
                  </a:lnTo>
                  <a:lnTo>
                    <a:pt x="149154" y="250305"/>
                  </a:lnTo>
                  <a:lnTo>
                    <a:pt x="151960" y="245783"/>
                  </a:lnTo>
                  <a:lnTo>
                    <a:pt x="154620" y="241174"/>
                  </a:lnTo>
                  <a:lnTo>
                    <a:pt x="157133" y="236483"/>
                  </a:lnTo>
                  <a:lnTo>
                    <a:pt x="159495" y="231714"/>
                  </a:lnTo>
                  <a:lnTo>
                    <a:pt x="161704" y="226873"/>
                  </a:lnTo>
                  <a:lnTo>
                    <a:pt x="163757" y="221963"/>
                  </a:lnTo>
                  <a:lnTo>
                    <a:pt x="165654" y="216991"/>
                  </a:lnTo>
                  <a:lnTo>
                    <a:pt x="167391" y="211961"/>
                  </a:lnTo>
                  <a:lnTo>
                    <a:pt x="168967" y="206878"/>
                  </a:lnTo>
                  <a:lnTo>
                    <a:pt x="170380" y="201748"/>
                  </a:lnTo>
                  <a:lnTo>
                    <a:pt x="171630" y="196575"/>
                  </a:lnTo>
                  <a:lnTo>
                    <a:pt x="172714" y="191365"/>
                  </a:lnTo>
                  <a:lnTo>
                    <a:pt x="173632" y="186123"/>
                  </a:lnTo>
                  <a:lnTo>
                    <a:pt x="174382" y="180854"/>
                  </a:lnTo>
                  <a:lnTo>
                    <a:pt x="174965" y="175565"/>
                  </a:lnTo>
                  <a:lnTo>
                    <a:pt x="175379" y="170259"/>
                  </a:lnTo>
                  <a:lnTo>
                    <a:pt x="175623" y="164943"/>
                  </a:lnTo>
                  <a:lnTo>
                    <a:pt x="175699" y="159622"/>
                  </a:lnTo>
                  <a:lnTo>
                    <a:pt x="175605" y="154301"/>
                  </a:lnTo>
                  <a:lnTo>
                    <a:pt x="175341" y="148986"/>
                  </a:lnTo>
                  <a:lnTo>
                    <a:pt x="174909" y="143682"/>
                  </a:lnTo>
                  <a:lnTo>
                    <a:pt x="174308" y="138394"/>
                  </a:lnTo>
                  <a:lnTo>
                    <a:pt x="173539" y="133129"/>
                  </a:lnTo>
                  <a:lnTo>
                    <a:pt x="172603" y="127890"/>
                  </a:lnTo>
                  <a:lnTo>
                    <a:pt x="171500" y="122684"/>
                  </a:lnTo>
                  <a:lnTo>
                    <a:pt x="170232" y="117515"/>
                  </a:lnTo>
                  <a:lnTo>
                    <a:pt x="168801" y="112390"/>
                  </a:lnTo>
                  <a:lnTo>
                    <a:pt x="167207" y="107312"/>
                  </a:lnTo>
                  <a:lnTo>
                    <a:pt x="165452" y="102288"/>
                  </a:lnTo>
                  <a:lnTo>
                    <a:pt x="163538" y="97323"/>
                  </a:lnTo>
                  <a:lnTo>
                    <a:pt x="161467" y="92421"/>
                  </a:lnTo>
                  <a:lnTo>
                    <a:pt x="159242" y="87587"/>
                  </a:lnTo>
                  <a:lnTo>
                    <a:pt x="156863" y="82826"/>
                  </a:lnTo>
                  <a:lnTo>
                    <a:pt x="154334" y="78144"/>
                  </a:lnTo>
                  <a:lnTo>
                    <a:pt x="151657" y="73545"/>
                  </a:lnTo>
                  <a:lnTo>
                    <a:pt x="148836" y="69033"/>
                  </a:lnTo>
                  <a:lnTo>
                    <a:pt x="145872" y="64613"/>
                  </a:lnTo>
                  <a:lnTo>
                    <a:pt x="142769" y="60289"/>
                  </a:lnTo>
                  <a:lnTo>
                    <a:pt x="139529" y="56067"/>
                  </a:lnTo>
                  <a:lnTo>
                    <a:pt x="136157" y="51950"/>
                  </a:lnTo>
                  <a:lnTo>
                    <a:pt x="132656" y="47942"/>
                  </a:lnTo>
                  <a:lnTo>
                    <a:pt x="129029" y="44048"/>
                  </a:lnTo>
                  <a:lnTo>
                    <a:pt x="125280" y="40272"/>
                  </a:lnTo>
                  <a:lnTo>
                    <a:pt x="121413" y="36616"/>
                  </a:lnTo>
                  <a:lnTo>
                    <a:pt x="117431" y="33085"/>
                  </a:lnTo>
                  <a:lnTo>
                    <a:pt x="113339" y="29683"/>
                  </a:lnTo>
                  <a:lnTo>
                    <a:pt x="109140" y="26413"/>
                  </a:lnTo>
                  <a:lnTo>
                    <a:pt x="104840" y="23279"/>
                  </a:lnTo>
                  <a:lnTo>
                    <a:pt x="100442" y="20282"/>
                  </a:lnTo>
                  <a:lnTo>
                    <a:pt x="95951" y="17428"/>
                  </a:lnTo>
                  <a:lnTo>
                    <a:pt x="91371" y="14717"/>
                  </a:lnTo>
                  <a:lnTo>
                    <a:pt x="86707" y="12154"/>
                  </a:lnTo>
                  <a:lnTo>
                    <a:pt x="81964" y="9741"/>
                  </a:lnTo>
                  <a:lnTo>
                    <a:pt x="77147" y="7479"/>
                  </a:lnTo>
                  <a:lnTo>
                    <a:pt x="72260" y="5372"/>
                  </a:lnTo>
                  <a:lnTo>
                    <a:pt x="67309" y="3422"/>
                  </a:lnTo>
                  <a:lnTo>
                    <a:pt x="62298" y="1631"/>
                  </a:lnTo>
                  <a:lnTo>
                    <a:pt x="57232" y="0"/>
                  </a:lnTo>
                  <a:lnTo>
                    <a:pt x="8532" y="1599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48700" cy="167167"/>
            </a:xfrm>
            <a:custGeom>
              <a:avLst/>
              <a:pathLst>
                <a:path w="48700" h="167167">
                  <a:moveTo>
                    <a:pt x="48700" y="7251"/>
                  </a:moveTo>
                  <a:lnTo>
                    <a:pt x="42759" y="5561"/>
                  </a:lnTo>
                  <a:lnTo>
                    <a:pt x="36760" y="4091"/>
                  </a:lnTo>
                  <a:lnTo>
                    <a:pt x="30710" y="2845"/>
                  </a:lnTo>
                  <a:lnTo>
                    <a:pt x="24618" y="1822"/>
                  </a:lnTo>
                  <a:lnTo>
                    <a:pt x="18493" y="1026"/>
                  </a:lnTo>
                  <a:lnTo>
                    <a:pt x="12343" y="456"/>
                  </a:lnTo>
                  <a:lnTo>
                    <a:pt x="6175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tx80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3" name="tx80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2025-06-05T11:52:37Z</dcterms:modified>
  <cp:category/>
</cp:coreProperties>
</file>