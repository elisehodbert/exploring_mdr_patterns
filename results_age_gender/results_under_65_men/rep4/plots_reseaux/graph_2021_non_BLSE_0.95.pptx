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34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3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20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3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7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84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48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26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376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58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04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5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7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6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74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0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0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423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791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80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644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48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82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13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446" y="3170392"/>
              <a:ext cx="2332" cy="167167"/>
            </a:xfrm>
            <a:custGeom>
              <a:avLst/>
              <a:pathLst>
                <a:path w="2332" h="167167">
                  <a:moveTo>
                    <a:pt x="2332" y="0"/>
                  </a:moveTo>
                  <a:lnTo>
                    <a:pt x="0" y="16"/>
                  </a:lnTo>
                  <a:lnTo>
                    <a:pt x="233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446" y="3170408"/>
              <a:ext cx="2332" cy="167151"/>
            </a:xfrm>
            <a:custGeom>
              <a:avLst/>
              <a:pathLst>
                <a:path w="2332" h="167151">
                  <a:moveTo>
                    <a:pt x="0" y="0"/>
                  </a:moveTo>
                  <a:lnTo>
                    <a:pt x="2332" y="1671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16619" y="3170408"/>
              <a:ext cx="334323" cy="334318"/>
            </a:xfrm>
            <a:custGeom>
              <a:avLst/>
              <a:pathLst>
                <a:path w="334323" h="334318">
                  <a:moveTo>
                    <a:pt x="164827" y="0"/>
                  </a:moveTo>
                  <a:lnTo>
                    <a:pt x="159550" y="157"/>
                  </a:lnTo>
                  <a:lnTo>
                    <a:pt x="154281" y="480"/>
                  </a:lnTo>
                  <a:lnTo>
                    <a:pt x="149025" y="970"/>
                  </a:lnTo>
                  <a:lnTo>
                    <a:pt x="143786" y="1625"/>
                  </a:lnTo>
                  <a:lnTo>
                    <a:pt x="138571" y="2446"/>
                  </a:lnTo>
                  <a:lnTo>
                    <a:pt x="133385" y="3431"/>
                  </a:lnTo>
                  <a:lnTo>
                    <a:pt x="128232" y="4579"/>
                  </a:lnTo>
                  <a:lnTo>
                    <a:pt x="123118" y="5889"/>
                  </a:lnTo>
                  <a:lnTo>
                    <a:pt x="118048" y="7360"/>
                  </a:lnTo>
                  <a:lnTo>
                    <a:pt x="113027" y="8991"/>
                  </a:lnTo>
                  <a:lnTo>
                    <a:pt x="108060" y="10779"/>
                  </a:lnTo>
                  <a:lnTo>
                    <a:pt x="103152" y="12723"/>
                  </a:lnTo>
                  <a:lnTo>
                    <a:pt x="98307" y="14821"/>
                  </a:lnTo>
                  <a:lnTo>
                    <a:pt x="93532" y="17071"/>
                  </a:lnTo>
                  <a:lnTo>
                    <a:pt x="88829" y="19471"/>
                  </a:lnTo>
                  <a:lnTo>
                    <a:pt x="84205" y="22018"/>
                  </a:lnTo>
                  <a:lnTo>
                    <a:pt x="79664" y="24710"/>
                  </a:lnTo>
                  <a:lnTo>
                    <a:pt x="75210" y="27543"/>
                  </a:lnTo>
                  <a:lnTo>
                    <a:pt x="70847" y="30516"/>
                  </a:lnTo>
                  <a:lnTo>
                    <a:pt x="66581" y="33626"/>
                  </a:lnTo>
                  <a:lnTo>
                    <a:pt x="62415" y="36868"/>
                  </a:lnTo>
                  <a:lnTo>
                    <a:pt x="58353" y="40241"/>
                  </a:lnTo>
                  <a:lnTo>
                    <a:pt x="54400" y="43740"/>
                  </a:lnTo>
                  <a:lnTo>
                    <a:pt x="50560" y="47362"/>
                  </a:lnTo>
                  <a:lnTo>
                    <a:pt x="46835" y="51103"/>
                  </a:lnTo>
                  <a:lnTo>
                    <a:pt x="43231" y="54960"/>
                  </a:lnTo>
                  <a:lnTo>
                    <a:pt x="39750" y="58929"/>
                  </a:lnTo>
                  <a:lnTo>
                    <a:pt x="36397" y="63007"/>
                  </a:lnTo>
                  <a:lnTo>
                    <a:pt x="33173" y="67187"/>
                  </a:lnTo>
                  <a:lnTo>
                    <a:pt x="30084" y="71468"/>
                  </a:lnTo>
                  <a:lnTo>
                    <a:pt x="27131" y="75844"/>
                  </a:lnTo>
                  <a:lnTo>
                    <a:pt x="24318" y="80311"/>
                  </a:lnTo>
                  <a:lnTo>
                    <a:pt x="21647" y="84865"/>
                  </a:lnTo>
                  <a:lnTo>
                    <a:pt x="19121" y="89501"/>
                  </a:lnTo>
                  <a:lnTo>
                    <a:pt x="16743" y="94214"/>
                  </a:lnTo>
                  <a:lnTo>
                    <a:pt x="14515" y="99000"/>
                  </a:lnTo>
                  <a:lnTo>
                    <a:pt x="12439" y="103854"/>
                  </a:lnTo>
                  <a:lnTo>
                    <a:pt x="10518" y="108771"/>
                  </a:lnTo>
                  <a:lnTo>
                    <a:pt x="8752" y="113746"/>
                  </a:lnTo>
                  <a:lnTo>
                    <a:pt x="7145" y="118775"/>
                  </a:lnTo>
                  <a:lnTo>
                    <a:pt x="5697" y="123851"/>
                  </a:lnTo>
                  <a:lnTo>
                    <a:pt x="4410" y="128971"/>
                  </a:lnTo>
                  <a:lnTo>
                    <a:pt x="3286" y="134129"/>
                  </a:lnTo>
                  <a:lnTo>
                    <a:pt x="2325" y="139320"/>
                  </a:lnTo>
                  <a:lnTo>
                    <a:pt x="1529" y="144539"/>
                  </a:lnTo>
                  <a:lnTo>
                    <a:pt x="897" y="149780"/>
                  </a:lnTo>
                  <a:lnTo>
                    <a:pt x="432" y="155039"/>
                  </a:lnTo>
                  <a:lnTo>
                    <a:pt x="132" y="160310"/>
                  </a:lnTo>
                  <a:lnTo>
                    <a:pt x="0" y="165587"/>
                  </a:lnTo>
                  <a:lnTo>
                    <a:pt x="33" y="170866"/>
                  </a:lnTo>
                  <a:lnTo>
                    <a:pt x="234" y="176141"/>
                  </a:lnTo>
                  <a:lnTo>
                    <a:pt x="601" y="181408"/>
                  </a:lnTo>
                  <a:lnTo>
                    <a:pt x="1135" y="186660"/>
                  </a:lnTo>
                  <a:lnTo>
                    <a:pt x="1833" y="191893"/>
                  </a:lnTo>
                  <a:lnTo>
                    <a:pt x="2697" y="197101"/>
                  </a:lnTo>
                  <a:lnTo>
                    <a:pt x="3725" y="202279"/>
                  </a:lnTo>
                  <a:lnTo>
                    <a:pt x="4915" y="207422"/>
                  </a:lnTo>
                  <a:lnTo>
                    <a:pt x="6268" y="212525"/>
                  </a:lnTo>
                  <a:lnTo>
                    <a:pt x="7781" y="217583"/>
                  </a:lnTo>
                  <a:lnTo>
                    <a:pt x="9453" y="222590"/>
                  </a:lnTo>
                  <a:lnTo>
                    <a:pt x="11282" y="227542"/>
                  </a:lnTo>
                  <a:lnTo>
                    <a:pt x="13267" y="232434"/>
                  </a:lnTo>
                  <a:lnTo>
                    <a:pt x="15405" y="237261"/>
                  </a:lnTo>
                  <a:lnTo>
                    <a:pt x="17694" y="242018"/>
                  </a:lnTo>
                  <a:lnTo>
                    <a:pt x="20133" y="246700"/>
                  </a:lnTo>
                  <a:lnTo>
                    <a:pt x="22718" y="251303"/>
                  </a:lnTo>
                  <a:lnTo>
                    <a:pt x="25447" y="255822"/>
                  </a:lnTo>
                  <a:lnTo>
                    <a:pt x="28318" y="260252"/>
                  </a:lnTo>
                  <a:lnTo>
                    <a:pt x="31327" y="264590"/>
                  </a:lnTo>
                  <a:lnTo>
                    <a:pt x="34471" y="268830"/>
                  </a:lnTo>
                  <a:lnTo>
                    <a:pt x="37748" y="272969"/>
                  </a:lnTo>
                  <a:lnTo>
                    <a:pt x="41154" y="277003"/>
                  </a:lnTo>
                  <a:lnTo>
                    <a:pt x="44686" y="280927"/>
                  </a:lnTo>
                  <a:lnTo>
                    <a:pt x="48339" y="284738"/>
                  </a:lnTo>
                  <a:lnTo>
                    <a:pt x="52111" y="288431"/>
                  </a:lnTo>
                  <a:lnTo>
                    <a:pt x="55998" y="292003"/>
                  </a:lnTo>
                  <a:lnTo>
                    <a:pt x="59996" y="295451"/>
                  </a:lnTo>
                  <a:lnTo>
                    <a:pt x="64101" y="298771"/>
                  </a:lnTo>
                  <a:lnTo>
                    <a:pt x="68308" y="301959"/>
                  </a:lnTo>
                  <a:lnTo>
                    <a:pt x="72614" y="305013"/>
                  </a:lnTo>
                  <a:lnTo>
                    <a:pt x="77015" y="307930"/>
                  </a:lnTo>
                  <a:lnTo>
                    <a:pt x="81505" y="310706"/>
                  </a:lnTo>
                  <a:lnTo>
                    <a:pt x="86080" y="313339"/>
                  </a:lnTo>
                  <a:lnTo>
                    <a:pt x="90737" y="315827"/>
                  </a:lnTo>
                  <a:lnTo>
                    <a:pt x="95470" y="318166"/>
                  </a:lnTo>
                  <a:lnTo>
                    <a:pt x="100274" y="320354"/>
                  </a:lnTo>
                  <a:lnTo>
                    <a:pt x="105145" y="322390"/>
                  </a:lnTo>
                  <a:lnTo>
                    <a:pt x="110078" y="324270"/>
                  </a:lnTo>
                  <a:lnTo>
                    <a:pt x="115067" y="325994"/>
                  </a:lnTo>
                  <a:lnTo>
                    <a:pt x="120109" y="327560"/>
                  </a:lnTo>
                  <a:lnTo>
                    <a:pt x="125198" y="328966"/>
                  </a:lnTo>
                  <a:lnTo>
                    <a:pt x="130328" y="330210"/>
                  </a:lnTo>
                  <a:lnTo>
                    <a:pt x="135495" y="331292"/>
                  </a:lnTo>
                  <a:lnTo>
                    <a:pt x="140694" y="332210"/>
                  </a:lnTo>
                  <a:lnTo>
                    <a:pt x="145919" y="332963"/>
                  </a:lnTo>
                  <a:lnTo>
                    <a:pt x="151165" y="333551"/>
                  </a:lnTo>
                  <a:lnTo>
                    <a:pt x="156428" y="333973"/>
                  </a:lnTo>
                  <a:lnTo>
                    <a:pt x="161701" y="334229"/>
                  </a:lnTo>
                  <a:lnTo>
                    <a:pt x="166979" y="334318"/>
                  </a:lnTo>
                  <a:lnTo>
                    <a:pt x="172258" y="334240"/>
                  </a:lnTo>
                  <a:lnTo>
                    <a:pt x="177531" y="333996"/>
                  </a:lnTo>
                  <a:lnTo>
                    <a:pt x="182794" y="333585"/>
                  </a:lnTo>
                  <a:lnTo>
                    <a:pt x="188042" y="333009"/>
                  </a:lnTo>
                  <a:lnTo>
                    <a:pt x="193268" y="332267"/>
                  </a:lnTo>
                  <a:lnTo>
                    <a:pt x="198469" y="331360"/>
                  </a:lnTo>
                  <a:lnTo>
                    <a:pt x="203639" y="330289"/>
                  </a:lnTo>
                  <a:lnTo>
                    <a:pt x="208772" y="329056"/>
                  </a:lnTo>
                  <a:lnTo>
                    <a:pt x="213863" y="327661"/>
                  </a:lnTo>
                  <a:lnTo>
                    <a:pt x="218908" y="326107"/>
                  </a:lnTo>
                  <a:lnTo>
                    <a:pt x="223902" y="324393"/>
                  </a:lnTo>
                  <a:lnTo>
                    <a:pt x="228839" y="322523"/>
                  </a:lnTo>
                  <a:lnTo>
                    <a:pt x="233714" y="320498"/>
                  </a:lnTo>
                  <a:lnTo>
                    <a:pt x="238523" y="318320"/>
                  </a:lnTo>
                  <a:lnTo>
                    <a:pt x="243261" y="315991"/>
                  </a:lnTo>
                  <a:lnTo>
                    <a:pt x="247923" y="313514"/>
                  </a:lnTo>
                  <a:lnTo>
                    <a:pt x="252504" y="310891"/>
                  </a:lnTo>
                  <a:lnTo>
                    <a:pt x="257000" y="308125"/>
                  </a:lnTo>
                  <a:lnTo>
                    <a:pt x="261407" y="305217"/>
                  </a:lnTo>
                  <a:lnTo>
                    <a:pt x="265719" y="302173"/>
                  </a:lnTo>
                  <a:lnTo>
                    <a:pt x="269934" y="298993"/>
                  </a:lnTo>
                  <a:lnTo>
                    <a:pt x="274045" y="295682"/>
                  </a:lnTo>
                  <a:lnTo>
                    <a:pt x="278051" y="292243"/>
                  </a:lnTo>
                  <a:lnTo>
                    <a:pt x="281945" y="288679"/>
                  </a:lnTo>
                  <a:lnTo>
                    <a:pt x="285725" y="284994"/>
                  </a:lnTo>
                  <a:lnTo>
                    <a:pt x="289387" y="281192"/>
                  </a:lnTo>
                  <a:lnTo>
                    <a:pt x="292927" y="277275"/>
                  </a:lnTo>
                  <a:lnTo>
                    <a:pt x="296342" y="273249"/>
                  </a:lnTo>
                  <a:lnTo>
                    <a:pt x="299628" y="269117"/>
                  </a:lnTo>
                  <a:lnTo>
                    <a:pt x="302781" y="264883"/>
                  </a:lnTo>
                  <a:lnTo>
                    <a:pt x="305800" y="260552"/>
                  </a:lnTo>
                  <a:lnTo>
                    <a:pt x="308680" y="256128"/>
                  </a:lnTo>
                  <a:lnTo>
                    <a:pt x="311419" y="251615"/>
                  </a:lnTo>
                  <a:lnTo>
                    <a:pt x="314014" y="247018"/>
                  </a:lnTo>
                  <a:lnTo>
                    <a:pt x="316463" y="242341"/>
                  </a:lnTo>
                  <a:lnTo>
                    <a:pt x="318762" y="237589"/>
                  </a:lnTo>
                  <a:lnTo>
                    <a:pt x="320911" y="232767"/>
                  </a:lnTo>
                  <a:lnTo>
                    <a:pt x="322906" y="227879"/>
                  </a:lnTo>
                  <a:lnTo>
                    <a:pt x="324746" y="222931"/>
                  </a:lnTo>
                  <a:lnTo>
                    <a:pt x="326429" y="217927"/>
                  </a:lnTo>
                  <a:lnTo>
                    <a:pt x="327953" y="212873"/>
                  </a:lnTo>
                  <a:lnTo>
                    <a:pt x="329316" y="207773"/>
                  </a:lnTo>
                  <a:lnTo>
                    <a:pt x="330518" y="202632"/>
                  </a:lnTo>
                  <a:lnTo>
                    <a:pt x="331557" y="197456"/>
                  </a:lnTo>
                  <a:lnTo>
                    <a:pt x="332432" y="192250"/>
                  </a:lnTo>
                  <a:lnTo>
                    <a:pt x="333142" y="187019"/>
                  </a:lnTo>
                  <a:lnTo>
                    <a:pt x="333687" y="181768"/>
                  </a:lnTo>
                  <a:lnTo>
                    <a:pt x="334065" y="176502"/>
                  </a:lnTo>
                  <a:lnTo>
                    <a:pt x="334277" y="171227"/>
                  </a:lnTo>
                  <a:lnTo>
                    <a:pt x="334323" y="165948"/>
                  </a:lnTo>
                  <a:lnTo>
                    <a:pt x="334201" y="160671"/>
                  </a:lnTo>
                  <a:lnTo>
                    <a:pt x="333914" y="155399"/>
                  </a:lnTo>
                  <a:lnTo>
                    <a:pt x="333459" y="150140"/>
                  </a:lnTo>
                  <a:lnTo>
                    <a:pt x="332839" y="144897"/>
                  </a:lnTo>
                  <a:lnTo>
                    <a:pt x="332054" y="139677"/>
                  </a:lnTo>
                  <a:lnTo>
                    <a:pt x="331104" y="134484"/>
                  </a:lnTo>
                  <a:lnTo>
                    <a:pt x="329991" y="129323"/>
                  </a:lnTo>
                  <a:lnTo>
                    <a:pt x="328715" y="124201"/>
                  </a:lnTo>
                  <a:lnTo>
                    <a:pt x="327279" y="119121"/>
                  </a:lnTo>
                  <a:lnTo>
                    <a:pt x="325682" y="114089"/>
                  </a:lnTo>
                  <a:lnTo>
                    <a:pt x="323928" y="109110"/>
                  </a:lnTo>
                  <a:lnTo>
                    <a:pt x="322017" y="104188"/>
                  </a:lnTo>
                  <a:lnTo>
                    <a:pt x="319951" y="99330"/>
                  </a:lnTo>
                  <a:lnTo>
                    <a:pt x="317734" y="94539"/>
                  </a:lnTo>
                  <a:lnTo>
                    <a:pt x="315366" y="89821"/>
                  </a:lnTo>
                  <a:lnTo>
                    <a:pt x="312850" y="85180"/>
                  </a:lnTo>
                  <a:lnTo>
                    <a:pt x="310189" y="80620"/>
                  </a:lnTo>
                  <a:lnTo>
                    <a:pt x="307385" y="76147"/>
                  </a:lnTo>
                  <a:lnTo>
                    <a:pt x="304442" y="71765"/>
                  </a:lnTo>
                  <a:lnTo>
                    <a:pt x="301362" y="67477"/>
                  </a:lnTo>
                  <a:lnTo>
                    <a:pt x="298147" y="63289"/>
                  </a:lnTo>
                  <a:lnTo>
                    <a:pt x="294803" y="59205"/>
                  </a:lnTo>
                  <a:lnTo>
                    <a:pt x="291330" y="55229"/>
                  </a:lnTo>
                  <a:lnTo>
                    <a:pt x="287734" y="51363"/>
                  </a:lnTo>
                  <a:lnTo>
                    <a:pt x="284018" y="47614"/>
                  </a:lnTo>
                  <a:lnTo>
                    <a:pt x="280185" y="43984"/>
                  </a:lnTo>
                  <a:lnTo>
                    <a:pt x="276240" y="40476"/>
                  </a:lnTo>
                  <a:lnTo>
                    <a:pt x="272186" y="37095"/>
                  </a:lnTo>
                  <a:lnTo>
                    <a:pt x="268027" y="33843"/>
                  </a:lnTo>
                  <a:lnTo>
                    <a:pt x="263767" y="30725"/>
                  </a:lnTo>
                  <a:lnTo>
                    <a:pt x="259411" y="27743"/>
                  </a:lnTo>
                  <a:lnTo>
                    <a:pt x="254963" y="24899"/>
                  </a:lnTo>
                  <a:lnTo>
                    <a:pt x="250428" y="22198"/>
                  </a:lnTo>
                  <a:lnTo>
                    <a:pt x="245809" y="19641"/>
                  </a:lnTo>
                  <a:lnTo>
                    <a:pt x="241112" y="17231"/>
                  </a:lnTo>
                  <a:lnTo>
                    <a:pt x="236341" y="14970"/>
                  </a:lnTo>
                  <a:lnTo>
                    <a:pt x="231501" y="12862"/>
                  </a:lnTo>
                  <a:lnTo>
                    <a:pt x="226597" y="10907"/>
                  </a:lnTo>
                  <a:lnTo>
                    <a:pt x="221634" y="9108"/>
                  </a:lnTo>
                  <a:lnTo>
                    <a:pt x="216617" y="7467"/>
                  </a:lnTo>
                  <a:lnTo>
                    <a:pt x="211550" y="5985"/>
                  </a:lnTo>
                  <a:lnTo>
                    <a:pt x="206439" y="4663"/>
                  </a:lnTo>
                  <a:lnTo>
                    <a:pt x="201288" y="3504"/>
                  </a:lnTo>
                  <a:lnTo>
                    <a:pt x="196104" y="2508"/>
                  </a:lnTo>
                  <a:lnTo>
                    <a:pt x="190891" y="1676"/>
                  </a:lnTo>
                  <a:lnTo>
                    <a:pt x="185654" y="1009"/>
                  </a:lnTo>
                  <a:lnTo>
                    <a:pt x="180399" y="508"/>
                  </a:lnTo>
                  <a:lnTo>
                    <a:pt x="175130" y="173"/>
                  </a:lnTo>
                  <a:lnTo>
                    <a:pt x="169854" y="5"/>
                  </a:lnTo>
                  <a:lnTo>
                    <a:pt x="167160" y="167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3779" y="3170392"/>
              <a:ext cx="2693" cy="167167"/>
            </a:xfrm>
            <a:custGeom>
              <a:avLst/>
              <a:pathLst>
                <a:path w="2693" h="167167">
                  <a:moveTo>
                    <a:pt x="2693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7689" y="2633064"/>
              <a:ext cx="31321" cy="167167"/>
            </a:xfrm>
            <a:custGeom>
              <a:avLst/>
              <a:pathLst>
                <a:path w="31321" h="167167">
                  <a:moveTo>
                    <a:pt x="31321" y="0"/>
                  </a:moveTo>
                  <a:lnTo>
                    <a:pt x="23447" y="185"/>
                  </a:lnTo>
                  <a:lnTo>
                    <a:pt x="15591" y="741"/>
                  </a:lnTo>
                  <a:lnTo>
                    <a:pt x="7769" y="1667"/>
                  </a:lnTo>
                  <a:lnTo>
                    <a:pt x="0" y="2960"/>
                  </a:lnTo>
                  <a:lnTo>
                    <a:pt x="3132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7689" y="2636024"/>
              <a:ext cx="31321" cy="164206"/>
            </a:xfrm>
            <a:custGeom>
              <a:avLst/>
              <a:pathLst>
                <a:path w="31321" h="164206">
                  <a:moveTo>
                    <a:pt x="0" y="0"/>
                  </a:moveTo>
                  <a:lnTo>
                    <a:pt x="31321" y="1642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51862" y="2636024"/>
              <a:ext cx="334298" cy="331374"/>
            </a:xfrm>
            <a:custGeom>
              <a:avLst/>
              <a:pathLst>
                <a:path w="334298" h="331374">
                  <a:moveTo>
                    <a:pt x="135826" y="0"/>
                  </a:moveTo>
                  <a:lnTo>
                    <a:pt x="130628" y="1077"/>
                  </a:lnTo>
                  <a:lnTo>
                    <a:pt x="125467" y="2319"/>
                  </a:lnTo>
                  <a:lnTo>
                    <a:pt x="120348" y="3724"/>
                  </a:lnTo>
                  <a:lnTo>
                    <a:pt x="115276" y="5291"/>
                  </a:lnTo>
                  <a:lnTo>
                    <a:pt x="110256" y="7018"/>
                  </a:lnTo>
                  <a:lnTo>
                    <a:pt x="105293" y="8904"/>
                  </a:lnTo>
                  <a:lnTo>
                    <a:pt x="100393" y="10946"/>
                  </a:lnTo>
                  <a:lnTo>
                    <a:pt x="95561" y="13143"/>
                  </a:lnTo>
                  <a:lnTo>
                    <a:pt x="90800" y="15492"/>
                  </a:lnTo>
                  <a:lnTo>
                    <a:pt x="86117" y="17991"/>
                  </a:lnTo>
                  <a:lnTo>
                    <a:pt x="81515" y="20638"/>
                  </a:lnTo>
                  <a:lnTo>
                    <a:pt x="77000" y="23429"/>
                  </a:lnTo>
                  <a:lnTo>
                    <a:pt x="72575" y="26363"/>
                  </a:lnTo>
                  <a:lnTo>
                    <a:pt x="68246" y="29435"/>
                  </a:lnTo>
                  <a:lnTo>
                    <a:pt x="64017" y="32643"/>
                  </a:lnTo>
                  <a:lnTo>
                    <a:pt x="59891" y="35984"/>
                  </a:lnTo>
                  <a:lnTo>
                    <a:pt x="55874" y="39455"/>
                  </a:lnTo>
                  <a:lnTo>
                    <a:pt x="51969" y="43051"/>
                  </a:lnTo>
                  <a:lnTo>
                    <a:pt x="48180" y="46769"/>
                  </a:lnTo>
                  <a:lnTo>
                    <a:pt x="44511" y="50606"/>
                  </a:lnTo>
                  <a:lnTo>
                    <a:pt x="40966" y="54557"/>
                  </a:lnTo>
                  <a:lnTo>
                    <a:pt x="37548" y="58619"/>
                  </a:lnTo>
                  <a:lnTo>
                    <a:pt x="34261" y="62787"/>
                  </a:lnTo>
                  <a:lnTo>
                    <a:pt x="31107" y="67058"/>
                  </a:lnTo>
                  <a:lnTo>
                    <a:pt x="28091" y="71426"/>
                  </a:lnTo>
                  <a:lnTo>
                    <a:pt x="25216" y="75888"/>
                  </a:lnTo>
                  <a:lnTo>
                    <a:pt x="22483" y="80439"/>
                  </a:lnTo>
                  <a:lnTo>
                    <a:pt x="19896" y="85075"/>
                  </a:lnTo>
                  <a:lnTo>
                    <a:pt x="17458" y="89791"/>
                  </a:lnTo>
                  <a:lnTo>
                    <a:pt x="15170" y="94581"/>
                  </a:lnTo>
                  <a:lnTo>
                    <a:pt x="13036" y="99442"/>
                  </a:lnTo>
                  <a:lnTo>
                    <a:pt x="11057" y="104368"/>
                  </a:lnTo>
                  <a:lnTo>
                    <a:pt x="9236" y="109354"/>
                  </a:lnTo>
                  <a:lnTo>
                    <a:pt x="7574" y="114396"/>
                  </a:lnTo>
                  <a:lnTo>
                    <a:pt x="6073" y="119488"/>
                  </a:lnTo>
                  <a:lnTo>
                    <a:pt x="4734" y="124625"/>
                  </a:lnTo>
                  <a:lnTo>
                    <a:pt x="3559" y="129802"/>
                  </a:lnTo>
                  <a:lnTo>
                    <a:pt x="2549" y="135013"/>
                  </a:lnTo>
                  <a:lnTo>
                    <a:pt x="1705" y="140254"/>
                  </a:lnTo>
                  <a:lnTo>
                    <a:pt x="1028" y="145520"/>
                  </a:lnTo>
                  <a:lnTo>
                    <a:pt x="519" y="150804"/>
                  </a:lnTo>
                  <a:lnTo>
                    <a:pt x="177" y="156101"/>
                  </a:lnTo>
                  <a:lnTo>
                    <a:pt x="4" y="161407"/>
                  </a:lnTo>
                  <a:lnTo>
                    <a:pt x="0" y="166716"/>
                  </a:lnTo>
                  <a:lnTo>
                    <a:pt x="163" y="172022"/>
                  </a:lnTo>
                  <a:lnTo>
                    <a:pt x="496" y="177320"/>
                  </a:lnTo>
                  <a:lnTo>
                    <a:pt x="996" y="182605"/>
                  </a:lnTo>
                  <a:lnTo>
                    <a:pt x="1664" y="187871"/>
                  </a:lnTo>
                  <a:lnTo>
                    <a:pt x="2499" y="193114"/>
                  </a:lnTo>
                  <a:lnTo>
                    <a:pt x="3500" y="198327"/>
                  </a:lnTo>
                  <a:lnTo>
                    <a:pt x="4666" y="203506"/>
                  </a:lnTo>
                  <a:lnTo>
                    <a:pt x="5996" y="208645"/>
                  </a:lnTo>
                  <a:lnTo>
                    <a:pt x="7488" y="213740"/>
                  </a:lnTo>
                  <a:lnTo>
                    <a:pt x="9141" y="218784"/>
                  </a:lnTo>
                  <a:lnTo>
                    <a:pt x="10954" y="223774"/>
                  </a:lnTo>
                  <a:lnTo>
                    <a:pt x="12924" y="228703"/>
                  </a:lnTo>
                  <a:lnTo>
                    <a:pt x="15050" y="233568"/>
                  </a:lnTo>
                  <a:lnTo>
                    <a:pt x="17329" y="238362"/>
                  </a:lnTo>
                  <a:lnTo>
                    <a:pt x="19759" y="243082"/>
                  </a:lnTo>
                  <a:lnTo>
                    <a:pt x="22338" y="247722"/>
                  </a:lnTo>
                  <a:lnTo>
                    <a:pt x="25062" y="252278"/>
                  </a:lnTo>
                  <a:lnTo>
                    <a:pt x="27931" y="256745"/>
                  </a:lnTo>
                  <a:lnTo>
                    <a:pt x="30939" y="261119"/>
                  </a:lnTo>
                  <a:lnTo>
                    <a:pt x="34085" y="265395"/>
                  </a:lnTo>
                  <a:lnTo>
                    <a:pt x="37365" y="269569"/>
                  </a:lnTo>
                  <a:lnTo>
                    <a:pt x="40776" y="273637"/>
                  </a:lnTo>
                  <a:lnTo>
                    <a:pt x="44314" y="277594"/>
                  </a:lnTo>
                  <a:lnTo>
                    <a:pt x="47976" y="281437"/>
                  </a:lnTo>
                  <a:lnTo>
                    <a:pt x="51759" y="285162"/>
                  </a:lnTo>
                  <a:lnTo>
                    <a:pt x="55658" y="288765"/>
                  </a:lnTo>
                  <a:lnTo>
                    <a:pt x="59669" y="292242"/>
                  </a:lnTo>
                  <a:lnTo>
                    <a:pt x="63788" y="295590"/>
                  </a:lnTo>
                  <a:lnTo>
                    <a:pt x="68012" y="298806"/>
                  </a:lnTo>
                  <a:lnTo>
                    <a:pt x="72336" y="301886"/>
                  </a:lnTo>
                  <a:lnTo>
                    <a:pt x="76755" y="304827"/>
                  </a:lnTo>
                  <a:lnTo>
                    <a:pt x="81266" y="307626"/>
                  </a:lnTo>
                  <a:lnTo>
                    <a:pt x="85863" y="310281"/>
                  </a:lnTo>
                  <a:lnTo>
                    <a:pt x="90542" y="312788"/>
                  </a:lnTo>
                  <a:lnTo>
                    <a:pt x="95299" y="315146"/>
                  </a:lnTo>
                  <a:lnTo>
                    <a:pt x="100128" y="317351"/>
                  </a:lnTo>
                  <a:lnTo>
                    <a:pt x="105024" y="319402"/>
                  </a:lnTo>
                  <a:lnTo>
                    <a:pt x="109983" y="321296"/>
                  </a:lnTo>
                  <a:lnTo>
                    <a:pt x="115000" y="323032"/>
                  </a:lnTo>
                  <a:lnTo>
                    <a:pt x="120069" y="324608"/>
                  </a:lnTo>
                  <a:lnTo>
                    <a:pt x="125186" y="326022"/>
                  </a:lnTo>
                  <a:lnTo>
                    <a:pt x="130345" y="327272"/>
                  </a:lnTo>
                  <a:lnTo>
                    <a:pt x="135541" y="328359"/>
                  </a:lnTo>
                  <a:lnTo>
                    <a:pt x="140770" y="329279"/>
                  </a:lnTo>
                  <a:lnTo>
                    <a:pt x="146024" y="330034"/>
                  </a:lnTo>
                  <a:lnTo>
                    <a:pt x="151300" y="330621"/>
                  </a:lnTo>
                  <a:lnTo>
                    <a:pt x="156592" y="331040"/>
                  </a:lnTo>
                  <a:lnTo>
                    <a:pt x="161895" y="331291"/>
                  </a:lnTo>
                  <a:lnTo>
                    <a:pt x="167203" y="331374"/>
                  </a:lnTo>
                  <a:lnTo>
                    <a:pt x="172511" y="331288"/>
                  </a:lnTo>
                  <a:lnTo>
                    <a:pt x="177813" y="331033"/>
                  </a:lnTo>
                  <a:lnTo>
                    <a:pt x="183105" y="330611"/>
                  </a:lnTo>
                  <a:lnTo>
                    <a:pt x="188381" y="330020"/>
                  </a:lnTo>
                  <a:lnTo>
                    <a:pt x="193635" y="329262"/>
                  </a:lnTo>
                  <a:lnTo>
                    <a:pt x="198862" y="328338"/>
                  </a:lnTo>
                  <a:lnTo>
                    <a:pt x="204058" y="327248"/>
                  </a:lnTo>
                  <a:lnTo>
                    <a:pt x="209216" y="325994"/>
                  </a:lnTo>
                  <a:lnTo>
                    <a:pt x="214332" y="324577"/>
                  </a:lnTo>
                  <a:lnTo>
                    <a:pt x="219400" y="322998"/>
                  </a:lnTo>
                  <a:lnTo>
                    <a:pt x="224416" y="321258"/>
                  </a:lnTo>
                  <a:lnTo>
                    <a:pt x="229374" y="319361"/>
                  </a:lnTo>
                  <a:lnTo>
                    <a:pt x="234269" y="317307"/>
                  </a:lnTo>
                  <a:lnTo>
                    <a:pt x="239096" y="315098"/>
                  </a:lnTo>
                  <a:lnTo>
                    <a:pt x="243851" y="312738"/>
                  </a:lnTo>
                  <a:lnTo>
                    <a:pt x="248529" y="310228"/>
                  </a:lnTo>
                  <a:lnTo>
                    <a:pt x="253124" y="307570"/>
                  </a:lnTo>
                  <a:lnTo>
                    <a:pt x="257633" y="304768"/>
                  </a:lnTo>
                  <a:lnTo>
                    <a:pt x="262050" y="301824"/>
                  </a:lnTo>
                  <a:lnTo>
                    <a:pt x="266372" y="298741"/>
                  </a:lnTo>
                  <a:lnTo>
                    <a:pt x="270594" y="295523"/>
                  </a:lnTo>
                  <a:lnTo>
                    <a:pt x="274711" y="292172"/>
                  </a:lnTo>
                  <a:lnTo>
                    <a:pt x="278720" y="288692"/>
                  </a:lnTo>
                  <a:lnTo>
                    <a:pt x="282616" y="285087"/>
                  </a:lnTo>
                  <a:lnTo>
                    <a:pt x="286396" y="281359"/>
                  </a:lnTo>
                  <a:lnTo>
                    <a:pt x="290056" y="277514"/>
                  </a:lnTo>
                  <a:lnTo>
                    <a:pt x="293592" y="273554"/>
                  </a:lnTo>
                  <a:lnTo>
                    <a:pt x="297000" y="269484"/>
                  </a:lnTo>
                  <a:lnTo>
                    <a:pt x="300278" y="265308"/>
                  </a:lnTo>
                  <a:lnTo>
                    <a:pt x="303421" y="261030"/>
                  </a:lnTo>
                  <a:lnTo>
                    <a:pt x="306426" y="256654"/>
                  </a:lnTo>
                  <a:lnTo>
                    <a:pt x="309291" y="252185"/>
                  </a:lnTo>
                  <a:lnTo>
                    <a:pt x="312013" y="247627"/>
                  </a:lnTo>
                  <a:lnTo>
                    <a:pt x="314589" y="242986"/>
                  </a:lnTo>
                  <a:lnTo>
                    <a:pt x="317016" y="238264"/>
                  </a:lnTo>
                  <a:lnTo>
                    <a:pt x="319292" y="233468"/>
                  </a:lnTo>
                  <a:lnTo>
                    <a:pt x="321414" y="228602"/>
                  </a:lnTo>
                  <a:lnTo>
                    <a:pt x="323381" y="223672"/>
                  </a:lnTo>
                  <a:lnTo>
                    <a:pt x="325191" y="218681"/>
                  </a:lnTo>
                  <a:lnTo>
                    <a:pt x="326841" y="213635"/>
                  </a:lnTo>
                  <a:lnTo>
                    <a:pt x="328330" y="208540"/>
                  </a:lnTo>
                  <a:lnTo>
                    <a:pt x="329656" y="203400"/>
                  </a:lnTo>
                  <a:lnTo>
                    <a:pt x="330819" y="198220"/>
                  </a:lnTo>
                  <a:lnTo>
                    <a:pt x="331816" y="193006"/>
                  </a:lnTo>
                  <a:lnTo>
                    <a:pt x="332647" y="187763"/>
                  </a:lnTo>
                  <a:lnTo>
                    <a:pt x="333312" y="182496"/>
                  </a:lnTo>
                  <a:lnTo>
                    <a:pt x="333809" y="177211"/>
                  </a:lnTo>
                  <a:lnTo>
                    <a:pt x="334138" y="171912"/>
                  </a:lnTo>
                  <a:lnTo>
                    <a:pt x="334298" y="166606"/>
                  </a:lnTo>
                  <a:lnTo>
                    <a:pt x="334290" y="161298"/>
                  </a:lnTo>
                  <a:lnTo>
                    <a:pt x="334114" y="155992"/>
                  </a:lnTo>
                  <a:lnTo>
                    <a:pt x="333769" y="150695"/>
                  </a:lnTo>
                  <a:lnTo>
                    <a:pt x="333256" y="145411"/>
                  </a:lnTo>
                  <a:lnTo>
                    <a:pt x="332575" y="140146"/>
                  </a:lnTo>
                  <a:lnTo>
                    <a:pt x="331728" y="134906"/>
                  </a:lnTo>
                  <a:lnTo>
                    <a:pt x="330714" y="129695"/>
                  </a:lnTo>
                  <a:lnTo>
                    <a:pt x="329536" y="124519"/>
                  </a:lnTo>
                  <a:lnTo>
                    <a:pt x="328194" y="119382"/>
                  </a:lnTo>
                  <a:lnTo>
                    <a:pt x="326689" y="114291"/>
                  </a:lnTo>
                  <a:lnTo>
                    <a:pt x="325024" y="109251"/>
                  </a:lnTo>
                  <a:lnTo>
                    <a:pt x="323200" y="104266"/>
                  </a:lnTo>
                  <a:lnTo>
                    <a:pt x="321218" y="99341"/>
                  </a:lnTo>
                  <a:lnTo>
                    <a:pt x="319080" y="94482"/>
                  </a:lnTo>
                  <a:lnTo>
                    <a:pt x="316790" y="89693"/>
                  </a:lnTo>
                  <a:lnTo>
                    <a:pt x="314348" y="84979"/>
                  </a:lnTo>
                  <a:lnTo>
                    <a:pt x="311759" y="80345"/>
                  </a:lnTo>
                  <a:lnTo>
                    <a:pt x="309023" y="75795"/>
                  </a:lnTo>
                  <a:lnTo>
                    <a:pt x="306144" y="71335"/>
                  </a:lnTo>
                  <a:lnTo>
                    <a:pt x="303125" y="66969"/>
                  </a:lnTo>
                  <a:lnTo>
                    <a:pt x="299969" y="62700"/>
                  </a:lnTo>
                  <a:lnTo>
                    <a:pt x="296679" y="58534"/>
                  </a:lnTo>
                  <a:lnTo>
                    <a:pt x="293258" y="54474"/>
                  </a:lnTo>
                  <a:lnTo>
                    <a:pt x="289711" y="50525"/>
                  </a:lnTo>
                  <a:lnTo>
                    <a:pt x="286039" y="46691"/>
                  </a:lnTo>
                  <a:lnTo>
                    <a:pt x="282248" y="42975"/>
                  </a:lnTo>
                  <a:lnTo>
                    <a:pt x="278341" y="39382"/>
                  </a:lnTo>
                  <a:lnTo>
                    <a:pt x="274321" y="35914"/>
                  </a:lnTo>
                  <a:lnTo>
                    <a:pt x="270194" y="32576"/>
                  </a:lnTo>
                  <a:lnTo>
                    <a:pt x="265962" y="29370"/>
                  </a:lnTo>
                  <a:lnTo>
                    <a:pt x="261631" y="26301"/>
                  </a:lnTo>
                  <a:lnTo>
                    <a:pt x="257204" y="23370"/>
                  </a:lnTo>
                  <a:lnTo>
                    <a:pt x="252687" y="20582"/>
                  </a:lnTo>
                  <a:lnTo>
                    <a:pt x="248084" y="17938"/>
                  </a:lnTo>
                  <a:lnTo>
                    <a:pt x="243399" y="15442"/>
                  </a:lnTo>
                  <a:lnTo>
                    <a:pt x="238637" y="13096"/>
                  </a:lnTo>
                  <a:lnTo>
                    <a:pt x="233802" y="10902"/>
                  </a:lnTo>
                  <a:lnTo>
                    <a:pt x="228901" y="8863"/>
                  </a:lnTo>
                  <a:lnTo>
                    <a:pt x="223937" y="6981"/>
                  </a:lnTo>
                  <a:lnTo>
                    <a:pt x="218917" y="5257"/>
                  </a:lnTo>
                  <a:lnTo>
                    <a:pt x="167148" y="1642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9011" y="2633064"/>
              <a:ext cx="51768" cy="167167"/>
            </a:xfrm>
            <a:custGeom>
              <a:avLst/>
              <a:pathLst>
                <a:path w="51768" h="167167">
                  <a:moveTo>
                    <a:pt x="51768" y="8217"/>
                  </a:moveTo>
                  <a:lnTo>
                    <a:pt x="46177" y="6504"/>
                  </a:lnTo>
                  <a:lnTo>
                    <a:pt x="40529" y="4987"/>
                  </a:lnTo>
                  <a:lnTo>
                    <a:pt x="34832" y="3669"/>
                  </a:lnTo>
                  <a:lnTo>
                    <a:pt x="29092" y="2550"/>
                  </a:lnTo>
                  <a:lnTo>
                    <a:pt x="23316" y="1634"/>
                  </a:lnTo>
                  <a:lnTo>
                    <a:pt x="17512" y="919"/>
                  </a:lnTo>
                  <a:lnTo>
                    <a:pt x="11686" y="409"/>
                  </a:lnTo>
                  <a:lnTo>
                    <a:pt x="5847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938" y="2126963"/>
              <a:ext cx="4533" cy="167167"/>
            </a:xfrm>
            <a:custGeom>
              <a:avLst/>
              <a:pathLst>
                <a:path w="4533" h="167167">
                  <a:moveTo>
                    <a:pt x="4533" y="0"/>
                  </a:moveTo>
                  <a:lnTo>
                    <a:pt x="0" y="61"/>
                  </a:lnTo>
                  <a:lnTo>
                    <a:pt x="453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3938" y="21270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61314" y="2127025"/>
              <a:ext cx="334318" cy="334270"/>
            </a:xfrm>
            <a:custGeom>
              <a:avLst/>
              <a:pathLst>
                <a:path w="334318" h="334270">
                  <a:moveTo>
                    <a:pt x="162624" y="0"/>
                  </a:moveTo>
                  <a:lnTo>
                    <a:pt x="157327" y="227"/>
                  </a:lnTo>
                  <a:lnTo>
                    <a:pt x="152040" y="623"/>
                  </a:lnTo>
                  <a:lnTo>
                    <a:pt x="146768" y="1186"/>
                  </a:lnTo>
                  <a:lnTo>
                    <a:pt x="141516" y="1916"/>
                  </a:lnTo>
                  <a:lnTo>
                    <a:pt x="136291" y="2812"/>
                  </a:lnTo>
                  <a:lnTo>
                    <a:pt x="131096" y="3874"/>
                  </a:lnTo>
                  <a:lnTo>
                    <a:pt x="125938" y="5100"/>
                  </a:lnTo>
                  <a:lnTo>
                    <a:pt x="120821" y="6488"/>
                  </a:lnTo>
                  <a:lnTo>
                    <a:pt x="115750" y="8039"/>
                  </a:lnTo>
                  <a:lnTo>
                    <a:pt x="110732" y="9749"/>
                  </a:lnTo>
                  <a:lnTo>
                    <a:pt x="105770" y="11618"/>
                  </a:lnTo>
                  <a:lnTo>
                    <a:pt x="100870" y="13643"/>
                  </a:lnTo>
                  <a:lnTo>
                    <a:pt x="96036" y="15822"/>
                  </a:lnTo>
                  <a:lnTo>
                    <a:pt x="91275" y="18153"/>
                  </a:lnTo>
                  <a:lnTo>
                    <a:pt x="86589" y="20635"/>
                  </a:lnTo>
                  <a:lnTo>
                    <a:pt x="81985" y="23264"/>
                  </a:lnTo>
                  <a:lnTo>
                    <a:pt x="77466" y="26037"/>
                  </a:lnTo>
                  <a:lnTo>
                    <a:pt x="73037" y="28952"/>
                  </a:lnTo>
                  <a:lnTo>
                    <a:pt x="68703" y="32007"/>
                  </a:lnTo>
                  <a:lnTo>
                    <a:pt x="64469" y="35197"/>
                  </a:lnTo>
                  <a:lnTo>
                    <a:pt x="60337" y="38520"/>
                  </a:lnTo>
                  <a:lnTo>
                    <a:pt x="56313" y="41972"/>
                  </a:lnTo>
                  <a:lnTo>
                    <a:pt x="52400" y="45550"/>
                  </a:lnTo>
                  <a:lnTo>
                    <a:pt x="48603" y="49251"/>
                  </a:lnTo>
                  <a:lnTo>
                    <a:pt x="44925" y="53070"/>
                  </a:lnTo>
                  <a:lnTo>
                    <a:pt x="41370" y="57003"/>
                  </a:lnTo>
                  <a:lnTo>
                    <a:pt x="37942" y="61048"/>
                  </a:lnTo>
                  <a:lnTo>
                    <a:pt x="34644" y="65199"/>
                  </a:lnTo>
                  <a:lnTo>
                    <a:pt x="31479" y="69452"/>
                  </a:lnTo>
                  <a:lnTo>
                    <a:pt x="28450" y="73804"/>
                  </a:lnTo>
                  <a:lnTo>
                    <a:pt x="25561" y="78250"/>
                  </a:lnTo>
                  <a:lnTo>
                    <a:pt x="22814" y="82785"/>
                  </a:lnTo>
                  <a:lnTo>
                    <a:pt x="20213" y="87405"/>
                  </a:lnTo>
                  <a:lnTo>
                    <a:pt x="17759" y="92105"/>
                  </a:lnTo>
                  <a:lnTo>
                    <a:pt x="15456" y="96881"/>
                  </a:lnTo>
                  <a:lnTo>
                    <a:pt x="13305" y="101727"/>
                  </a:lnTo>
                  <a:lnTo>
                    <a:pt x="11309" y="106639"/>
                  </a:lnTo>
                  <a:lnTo>
                    <a:pt x="9470" y="111612"/>
                  </a:lnTo>
                  <a:lnTo>
                    <a:pt x="7789" y="116640"/>
                  </a:lnTo>
                  <a:lnTo>
                    <a:pt x="6269" y="121720"/>
                  </a:lnTo>
                  <a:lnTo>
                    <a:pt x="4911" y="126845"/>
                  </a:lnTo>
                  <a:lnTo>
                    <a:pt x="3716" y="132010"/>
                  </a:lnTo>
                  <a:lnTo>
                    <a:pt x="2685" y="137211"/>
                  </a:lnTo>
                  <a:lnTo>
                    <a:pt x="1820" y="142442"/>
                  </a:lnTo>
                  <a:lnTo>
                    <a:pt x="1121" y="147698"/>
                  </a:lnTo>
                  <a:lnTo>
                    <a:pt x="589" y="152973"/>
                  </a:lnTo>
                  <a:lnTo>
                    <a:pt x="224" y="158263"/>
                  </a:lnTo>
                  <a:lnTo>
                    <a:pt x="28" y="163561"/>
                  </a:lnTo>
                  <a:lnTo>
                    <a:pt x="0" y="168863"/>
                  </a:lnTo>
                  <a:lnTo>
                    <a:pt x="139" y="174163"/>
                  </a:lnTo>
                  <a:lnTo>
                    <a:pt x="447" y="179456"/>
                  </a:lnTo>
                  <a:lnTo>
                    <a:pt x="923" y="184737"/>
                  </a:lnTo>
                  <a:lnTo>
                    <a:pt x="1565" y="190000"/>
                  </a:lnTo>
                  <a:lnTo>
                    <a:pt x="2375" y="195240"/>
                  </a:lnTo>
                  <a:lnTo>
                    <a:pt x="3350" y="200451"/>
                  </a:lnTo>
                  <a:lnTo>
                    <a:pt x="4490" y="205629"/>
                  </a:lnTo>
                  <a:lnTo>
                    <a:pt x="5793" y="210769"/>
                  </a:lnTo>
                  <a:lnTo>
                    <a:pt x="7259" y="215864"/>
                  </a:lnTo>
                  <a:lnTo>
                    <a:pt x="8886" y="220910"/>
                  </a:lnTo>
                  <a:lnTo>
                    <a:pt x="10672" y="225902"/>
                  </a:lnTo>
                  <a:lnTo>
                    <a:pt x="12615" y="230835"/>
                  </a:lnTo>
                  <a:lnTo>
                    <a:pt x="14714" y="235704"/>
                  </a:lnTo>
                  <a:lnTo>
                    <a:pt x="16966" y="240504"/>
                  </a:lnTo>
                  <a:lnTo>
                    <a:pt x="19369" y="245230"/>
                  </a:lnTo>
                  <a:lnTo>
                    <a:pt x="21921" y="249878"/>
                  </a:lnTo>
                  <a:lnTo>
                    <a:pt x="24619" y="254442"/>
                  </a:lnTo>
                  <a:lnTo>
                    <a:pt x="27460" y="258918"/>
                  </a:lnTo>
                  <a:lnTo>
                    <a:pt x="30442" y="263302"/>
                  </a:lnTo>
                  <a:lnTo>
                    <a:pt x="33562" y="267590"/>
                  </a:lnTo>
                  <a:lnTo>
                    <a:pt x="36816" y="271776"/>
                  </a:lnTo>
                  <a:lnTo>
                    <a:pt x="40201" y="275857"/>
                  </a:lnTo>
                  <a:lnTo>
                    <a:pt x="43713" y="279828"/>
                  </a:lnTo>
                  <a:lnTo>
                    <a:pt x="47350" y="283686"/>
                  </a:lnTo>
                  <a:lnTo>
                    <a:pt x="51107" y="287427"/>
                  </a:lnTo>
                  <a:lnTo>
                    <a:pt x="54982" y="291047"/>
                  </a:lnTo>
                  <a:lnTo>
                    <a:pt x="58969" y="294542"/>
                  </a:lnTo>
                  <a:lnTo>
                    <a:pt x="63064" y="297909"/>
                  </a:lnTo>
                  <a:lnTo>
                    <a:pt x="67265" y="301144"/>
                  </a:lnTo>
                  <a:lnTo>
                    <a:pt x="71566" y="304245"/>
                  </a:lnTo>
                  <a:lnTo>
                    <a:pt x="75963" y="307207"/>
                  </a:lnTo>
                  <a:lnTo>
                    <a:pt x="80452" y="310029"/>
                  </a:lnTo>
                  <a:lnTo>
                    <a:pt x="85028" y="312706"/>
                  </a:lnTo>
                  <a:lnTo>
                    <a:pt x="89687" y="315238"/>
                  </a:lnTo>
                  <a:lnTo>
                    <a:pt x="94423" y="317620"/>
                  </a:lnTo>
                  <a:lnTo>
                    <a:pt x="99233" y="319851"/>
                  </a:lnTo>
                  <a:lnTo>
                    <a:pt x="104111" y="321928"/>
                  </a:lnTo>
                  <a:lnTo>
                    <a:pt x="109053" y="323850"/>
                  </a:lnTo>
                  <a:lnTo>
                    <a:pt x="114053" y="325614"/>
                  </a:lnTo>
                  <a:lnTo>
                    <a:pt x="119106" y="327218"/>
                  </a:lnTo>
                  <a:lnTo>
                    <a:pt x="124208" y="328661"/>
                  </a:lnTo>
                  <a:lnTo>
                    <a:pt x="129353" y="329942"/>
                  </a:lnTo>
                  <a:lnTo>
                    <a:pt x="134536" y="331059"/>
                  </a:lnTo>
                  <a:lnTo>
                    <a:pt x="139752" y="332011"/>
                  </a:lnTo>
                  <a:lnTo>
                    <a:pt x="144995" y="332797"/>
                  </a:lnTo>
                  <a:lnTo>
                    <a:pt x="150261" y="333417"/>
                  </a:lnTo>
                  <a:lnTo>
                    <a:pt x="155544" y="333869"/>
                  </a:lnTo>
                  <a:lnTo>
                    <a:pt x="160838" y="334153"/>
                  </a:lnTo>
                  <a:lnTo>
                    <a:pt x="166139" y="334270"/>
                  </a:lnTo>
                  <a:lnTo>
                    <a:pt x="171441" y="334218"/>
                  </a:lnTo>
                  <a:lnTo>
                    <a:pt x="176738" y="333998"/>
                  </a:lnTo>
                  <a:lnTo>
                    <a:pt x="182026" y="333610"/>
                  </a:lnTo>
                  <a:lnTo>
                    <a:pt x="187299" y="333055"/>
                  </a:lnTo>
                  <a:lnTo>
                    <a:pt x="192551" y="332333"/>
                  </a:lnTo>
                  <a:lnTo>
                    <a:pt x="197778" y="331445"/>
                  </a:lnTo>
                  <a:lnTo>
                    <a:pt x="202975" y="330391"/>
                  </a:lnTo>
                  <a:lnTo>
                    <a:pt x="208135" y="329173"/>
                  </a:lnTo>
                  <a:lnTo>
                    <a:pt x="213254" y="327792"/>
                  </a:lnTo>
                  <a:lnTo>
                    <a:pt x="218327" y="326249"/>
                  </a:lnTo>
                  <a:lnTo>
                    <a:pt x="223348" y="324546"/>
                  </a:lnTo>
                  <a:lnTo>
                    <a:pt x="228312" y="322685"/>
                  </a:lnTo>
                  <a:lnTo>
                    <a:pt x="233215" y="320668"/>
                  </a:lnTo>
                  <a:lnTo>
                    <a:pt x="238052" y="318495"/>
                  </a:lnTo>
                  <a:lnTo>
                    <a:pt x="242817" y="316171"/>
                  </a:lnTo>
                  <a:lnTo>
                    <a:pt x="247507" y="313697"/>
                  </a:lnTo>
                  <a:lnTo>
                    <a:pt x="252115" y="311075"/>
                  </a:lnTo>
                  <a:lnTo>
                    <a:pt x="256638" y="308308"/>
                  </a:lnTo>
                  <a:lnTo>
                    <a:pt x="261071" y="305400"/>
                  </a:lnTo>
                  <a:lnTo>
                    <a:pt x="265409" y="302352"/>
                  </a:lnTo>
                  <a:lnTo>
                    <a:pt x="269649" y="299168"/>
                  </a:lnTo>
                  <a:lnTo>
                    <a:pt x="273786" y="295851"/>
                  </a:lnTo>
                  <a:lnTo>
                    <a:pt x="277815" y="292405"/>
                  </a:lnTo>
                  <a:lnTo>
                    <a:pt x="281733" y="288833"/>
                  </a:lnTo>
                  <a:lnTo>
                    <a:pt x="285535" y="285138"/>
                  </a:lnTo>
                  <a:lnTo>
                    <a:pt x="289219" y="281325"/>
                  </a:lnTo>
                  <a:lnTo>
                    <a:pt x="292780" y="277396"/>
                  </a:lnTo>
                  <a:lnTo>
                    <a:pt x="296214" y="273357"/>
                  </a:lnTo>
                  <a:lnTo>
                    <a:pt x="299519" y="269211"/>
                  </a:lnTo>
                  <a:lnTo>
                    <a:pt x="302690" y="264962"/>
                  </a:lnTo>
                  <a:lnTo>
                    <a:pt x="305725" y="260614"/>
                  </a:lnTo>
                  <a:lnTo>
                    <a:pt x="308621" y="256173"/>
                  </a:lnTo>
                  <a:lnTo>
                    <a:pt x="311375" y="251642"/>
                  </a:lnTo>
                  <a:lnTo>
                    <a:pt x="313983" y="247026"/>
                  </a:lnTo>
                  <a:lnTo>
                    <a:pt x="316444" y="242330"/>
                  </a:lnTo>
                  <a:lnTo>
                    <a:pt x="318754" y="237557"/>
                  </a:lnTo>
                  <a:lnTo>
                    <a:pt x="320912" y="232714"/>
                  </a:lnTo>
                  <a:lnTo>
                    <a:pt x="322915" y="227805"/>
                  </a:lnTo>
                  <a:lnTo>
                    <a:pt x="324762" y="222835"/>
                  </a:lnTo>
                  <a:lnTo>
                    <a:pt x="326450" y="217809"/>
                  </a:lnTo>
                  <a:lnTo>
                    <a:pt x="327978" y="212732"/>
                  </a:lnTo>
                  <a:lnTo>
                    <a:pt x="329344" y="207609"/>
                  </a:lnTo>
                  <a:lnTo>
                    <a:pt x="330547" y="202445"/>
                  </a:lnTo>
                  <a:lnTo>
                    <a:pt x="331585" y="197246"/>
                  </a:lnTo>
                  <a:lnTo>
                    <a:pt x="332459" y="192017"/>
                  </a:lnTo>
                  <a:lnTo>
                    <a:pt x="333165" y="186762"/>
                  </a:lnTo>
                  <a:lnTo>
                    <a:pt x="333705" y="181487"/>
                  </a:lnTo>
                  <a:lnTo>
                    <a:pt x="334078" y="176198"/>
                  </a:lnTo>
                  <a:lnTo>
                    <a:pt x="334282" y="170900"/>
                  </a:lnTo>
                  <a:lnTo>
                    <a:pt x="334318" y="165599"/>
                  </a:lnTo>
                  <a:lnTo>
                    <a:pt x="334186" y="160298"/>
                  </a:lnTo>
                  <a:lnTo>
                    <a:pt x="167158" y="167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8472" y="2126963"/>
              <a:ext cx="167028" cy="167167"/>
            </a:xfrm>
            <a:custGeom>
              <a:avLst/>
              <a:pathLst>
                <a:path w="167028" h="167167">
                  <a:moveTo>
                    <a:pt x="167028" y="160360"/>
                  </a:moveTo>
                  <a:lnTo>
                    <a:pt x="166718" y="154927"/>
                  </a:lnTo>
                  <a:lnTo>
                    <a:pt x="166231" y="149507"/>
                  </a:lnTo>
                  <a:lnTo>
                    <a:pt x="165569" y="144105"/>
                  </a:lnTo>
                  <a:lnTo>
                    <a:pt x="164730" y="138728"/>
                  </a:lnTo>
                  <a:lnTo>
                    <a:pt x="163717" y="133382"/>
                  </a:lnTo>
                  <a:lnTo>
                    <a:pt x="162531" y="128071"/>
                  </a:lnTo>
                  <a:lnTo>
                    <a:pt x="161172" y="122801"/>
                  </a:lnTo>
                  <a:lnTo>
                    <a:pt x="159643" y="117579"/>
                  </a:lnTo>
                  <a:lnTo>
                    <a:pt x="157944" y="112409"/>
                  </a:lnTo>
                  <a:lnTo>
                    <a:pt x="156078" y="107297"/>
                  </a:lnTo>
                  <a:lnTo>
                    <a:pt x="154047" y="102249"/>
                  </a:lnTo>
                  <a:lnTo>
                    <a:pt x="151852" y="97269"/>
                  </a:lnTo>
                  <a:lnTo>
                    <a:pt x="149497" y="92363"/>
                  </a:lnTo>
                  <a:lnTo>
                    <a:pt x="146983" y="87537"/>
                  </a:lnTo>
                  <a:lnTo>
                    <a:pt x="144313" y="82795"/>
                  </a:lnTo>
                  <a:lnTo>
                    <a:pt x="141490" y="78143"/>
                  </a:lnTo>
                  <a:lnTo>
                    <a:pt x="138518" y="73584"/>
                  </a:lnTo>
                  <a:lnTo>
                    <a:pt x="135398" y="69125"/>
                  </a:lnTo>
                  <a:lnTo>
                    <a:pt x="132135" y="64770"/>
                  </a:lnTo>
                  <a:lnTo>
                    <a:pt x="128732" y="60524"/>
                  </a:lnTo>
                  <a:lnTo>
                    <a:pt x="125193" y="56390"/>
                  </a:lnTo>
                  <a:lnTo>
                    <a:pt x="121521" y="52374"/>
                  </a:lnTo>
                  <a:lnTo>
                    <a:pt x="117720" y="48479"/>
                  </a:lnTo>
                  <a:lnTo>
                    <a:pt x="113795" y="44711"/>
                  </a:lnTo>
                  <a:lnTo>
                    <a:pt x="109749" y="41072"/>
                  </a:lnTo>
                  <a:lnTo>
                    <a:pt x="105586" y="37566"/>
                  </a:lnTo>
                  <a:lnTo>
                    <a:pt x="101312" y="34198"/>
                  </a:lnTo>
                  <a:lnTo>
                    <a:pt x="96930" y="30971"/>
                  </a:lnTo>
                  <a:lnTo>
                    <a:pt x="92446" y="27888"/>
                  </a:lnTo>
                  <a:lnTo>
                    <a:pt x="87864" y="24953"/>
                  </a:lnTo>
                  <a:lnTo>
                    <a:pt x="83188" y="22168"/>
                  </a:lnTo>
                  <a:lnTo>
                    <a:pt x="78425" y="19538"/>
                  </a:lnTo>
                  <a:lnTo>
                    <a:pt x="73578" y="17063"/>
                  </a:lnTo>
                  <a:lnTo>
                    <a:pt x="68653" y="14748"/>
                  </a:lnTo>
                  <a:lnTo>
                    <a:pt x="63656" y="12594"/>
                  </a:lnTo>
                  <a:lnTo>
                    <a:pt x="58591" y="10604"/>
                  </a:lnTo>
                  <a:lnTo>
                    <a:pt x="53464" y="8780"/>
                  </a:lnTo>
                  <a:lnTo>
                    <a:pt x="48280" y="7123"/>
                  </a:lnTo>
                  <a:lnTo>
                    <a:pt x="43045" y="5637"/>
                  </a:lnTo>
                  <a:lnTo>
                    <a:pt x="37765" y="4321"/>
                  </a:lnTo>
                  <a:lnTo>
                    <a:pt x="32445" y="3178"/>
                  </a:lnTo>
                  <a:lnTo>
                    <a:pt x="27090" y="2209"/>
                  </a:lnTo>
                  <a:lnTo>
                    <a:pt x="21706" y="1415"/>
                  </a:lnTo>
                  <a:lnTo>
                    <a:pt x="16300" y="796"/>
                  </a:lnTo>
                  <a:lnTo>
                    <a:pt x="10876" y="354"/>
                  </a:lnTo>
                  <a:lnTo>
                    <a:pt x="544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1449" y="1681503"/>
              <a:ext cx="11785" cy="167167"/>
            </a:xfrm>
            <a:custGeom>
              <a:avLst/>
              <a:pathLst>
                <a:path w="11785" h="167167">
                  <a:moveTo>
                    <a:pt x="11785" y="0"/>
                  </a:moveTo>
                  <a:lnTo>
                    <a:pt x="0" y="415"/>
                  </a:lnTo>
                  <a:lnTo>
                    <a:pt x="1178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1449" y="1681919"/>
              <a:ext cx="11785" cy="166751"/>
            </a:xfrm>
            <a:custGeom>
              <a:avLst/>
              <a:pathLst>
                <a:path w="11785" h="166751">
                  <a:moveTo>
                    <a:pt x="0" y="0"/>
                  </a:moveTo>
                  <a:lnTo>
                    <a:pt x="11785" y="1667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256084" y="1681919"/>
              <a:ext cx="334315" cy="333917"/>
            </a:xfrm>
            <a:custGeom>
              <a:avLst/>
              <a:pathLst>
                <a:path w="334315" h="333917">
                  <a:moveTo>
                    <a:pt x="155364" y="0"/>
                  </a:moveTo>
                  <a:lnTo>
                    <a:pt x="150100" y="455"/>
                  </a:lnTo>
                  <a:lnTo>
                    <a:pt x="144852" y="1077"/>
                  </a:lnTo>
                  <a:lnTo>
                    <a:pt x="139626" y="1865"/>
                  </a:lnTo>
                  <a:lnTo>
                    <a:pt x="134428" y="2817"/>
                  </a:lnTo>
                  <a:lnTo>
                    <a:pt x="129263" y="3933"/>
                  </a:lnTo>
                  <a:lnTo>
                    <a:pt x="124136" y="5212"/>
                  </a:lnTo>
                  <a:lnTo>
                    <a:pt x="119051" y="6653"/>
                  </a:lnTo>
                  <a:lnTo>
                    <a:pt x="114015" y="8253"/>
                  </a:lnTo>
                  <a:lnTo>
                    <a:pt x="109032" y="10012"/>
                  </a:lnTo>
                  <a:lnTo>
                    <a:pt x="104107" y="11927"/>
                  </a:lnTo>
                  <a:lnTo>
                    <a:pt x="99244" y="13997"/>
                  </a:lnTo>
                  <a:lnTo>
                    <a:pt x="94450" y="16220"/>
                  </a:lnTo>
                  <a:lnTo>
                    <a:pt x="89728" y="18593"/>
                  </a:lnTo>
                  <a:lnTo>
                    <a:pt x="85084" y="21114"/>
                  </a:lnTo>
                  <a:lnTo>
                    <a:pt x="80522" y="23780"/>
                  </a:lnTo>
                  <a:lnTo>
                    <a:pt x="76046" y="26590"/>
                  </a:lnTo>
                  <a:lnTo>
                    <a:pt x="71661" y="29540"/>
                  </a:lnTo>
                  <a:lnTo>
                    <a:pt x="67372" y="32626"/>
                  </a:lnTo>
                  <a:lnTo>
                    <a:pt x="63183" y="35847"/>
                  </a:lnTo>
                  <a:lnTo>
                    <a:pt x="59097" y="39199"/>
                  </a:lnTo>
                  <a:lnTo>
                    <a:pt x="55119" y="42678"/>
                  </a:lnTo>
                  <a:lnTo>
                    <a:pt x="51253" y="46281"/>
                  </a:lnTo>
                  <a:lnTo>
                    <a:pt x="47504" y="50004"/>
                  </a:lnTo>
                  <a:lnTo>
                    <a:pt x="43873" y="53844"/>
                  </a:lnTo>
                  <a:lnTo>
                    <a:pt x="40366" y="57797"/>
                  </a:lnTo>
                  <a:lnTo>
                    <a:pt x="36986" y="61859"/>
                  </a:lnTo>
                  <a:lnTo>
                    <a:pt x="33735" y="66026"/>
                  </a:lnTo>
                  <a:lnTo>
                    <a:pt x="30618" y="70293"/>
                  </a:lnTo>
                  <a:lnTo>
                    <a:pt x="27638" y="74657"/>
                  </a:lnTo>
                  <a:lnTo>
                    <a:pt x="24796" y="79112"/>
                  </a:lnTo>
                  <a:lnTo>
                    <a:pt x="22097" y="83656"/>
                  </a:lnTo>
                  <a:lnTo>
                    <a:pt x="19543" y="88282"/>
                  </a:lnTo>
                  <a:lnTo>
                    <a:pt x="17137" y="92987"/>
                  </a:lnTo>
                  <a:lnTo>
                    <a:pt x="14880" y="97765"/>
                  </a:lnTo>
                  <a:lnTo>
                    <a:pt x="12776" y="102613"/>
                  </a:lnTo>
                  <a:lnTo>
                    <a:pt x="10826" y="107524"/>
                  </a:lnTo>
                  <a:lnTo>
                    <a:pt x="9032" y="112495"/>
                  </a:lnTo>
                  <a:lnTo>
                    <a:pt x="7396" y="117520"/>
                  </a:lnTo>
                  <a:lnTo>
                    <a:pt x="5920" y="122594"/>
                  </a:lnTo>
                  <a:lnTo>
                    <a:pt x="4604" y="127712"/>
                  </a:lnTo>
                  <a:lnTo>
                    <a:pt x="3452" y="132869"/>
                  </a:lnTo>
                  <a:lnTo>
                    <a:pt x="2463" y="138060"/>
                  </a:lnTo>
                  <a:lnTo>
                    <a:pt x="1638" y="143280"/>
                  </a:lnTo>
                  <a:lnTo>
                    <a:pt x="979" y="148523"/>
                  </a:lnTo>
                  <a:lnTo>
                    <a:pt x="486" y="153785"/>
                  </a:lnTo>
                  <a:lnTo>
                    <a:pt x="159" y="159059"/>
                  </a:lnTo>
                  <a:lnTo>
                    <a:pt x="0" y="164341"/>
                  </a:lnTo>
                  <a:lnTo>
                    <a:pt x="7" y="169626"/>
                  </a:lnTo>
                  <a:lnTo>
                    <a:pt x="181" y="174907"/>
                  </a:lnTo>
                  <a:lnTo>
                    <a:pt x="522" y="180181"/>
                  </a:lnTo>
                  <a:lnTo>
                    <a:pt x="1030" y="185441"/>
                  </a:lnTo>
                  <a:lnTo>
                    <a:pt x="1704" y="190682"/>
                  </a:lnTo>
                  <a:lnTo>
                    <a:pt x="2543" y="195900"/>
                  </a:lnTo>
                  <a:lnTo>
                    <a:pt x="3547" y="201088"/>
                  </a:lnTo>
                  <a:lnTo>
                    <a:pt x="4714" y="206242"/>
                  </a:lnTo>
                  <a:lnTo>
                    <a:pt x="6043" y="211356"/>
                  </a:lnTo>
                  <a:lnTo>
                    <a:pt x="7533" y="216426"/>
                  </a:lnTo>
                  <a:lnTo>
                    <a:pt x="9183" y="221447"/>
                  </a:lnTo>
                  <a:lnTo>
                    <a:pt x="10991" y="226412"/>
                  </a:lnTo>
                  <a:lnTo>
                    <a:pt x="12955" y="231318"/>
                  </a:lnTo>
                  <a:lnTo>
                    <a:pt x="15073" y="236160"/>
                  </a:lnTo>
                  <a:lnTo>
                    <a:pt x="17343" y="240932"/>
                  </a:lnTo>
                  <a:lnTo>
                    <a:pt x="19762" y="245630"/>
                  </a:lnTo>
                  <a:lnTo>
                    <a:pt x="22329" y="250249"/>
                  </a:lnTo>
                  <a:lnTo>
                    <a:pt x="25041" y="254785"/>
                  </a:lnTo>
                  <a:lnTo>
                    <a:pt x="27894" y="259233"/>
                  </a:lnTo>
                  <a:lnTo>
                    <a:pt x="30887" y="263588"/>
                  </a:lnTo>
                  <a:lnTo>
                    <a:pt x="34016" y="267847"/>
                  </a:lnTo>
                  <a:lnTo>
                    <a:pt x="37278" y="272004"/>
                  </a:lnTo>
                  <a:lnTo>
                    <a:pt x="40670" y="276057"/>
                  </a:lnTo>
                  <a:lnTo>
                    <a:pt x="44188" y="280000"/>
                  </a:lnTo>
                  <a:lnTo>
                    <a:pt x="47829" y="283830"/>
                  </a:lnTo>
                  <a:lnTo>
                    <a:pt x="51589" y="287543"/>
                  </a:lnTo>
                  <a:lnTo>
                    <a:pt x="55465" y="291135"/>
                  </a:lnTo>
                  <a:lnTo>
                    <a:pt x="59452" y="294603"/>
                  </a:lnTo>
                  <a:lnTo>
                    <a:pt x="63547" y="297943"/>
                  </a:lnTo>
                  <a:lnTo>
                    <a:pt x="67746" y="301153"/>
                  </a:lnTo>
                  <a:lnTo>
                    <a:pt x="72043" y="304227"/>
                  </a:lnTo>
                  <a:lnTo>
                    <a:pt x="76436" y="307165"/>
                  </a:lnTo>
                  <a:lnTo>
                    <a:pt x="80920" y="309962"/>
                  </a:lnTo>
                  <a:lnTo>
                    <a:pt x="85489" y="312616"/>
                  </a:lnTo>
                  <a:lnTo>
                    <a:pt x="90141" y="315124"/>
                  </a:lnTo>
                  <a:lnTo>
                    <a:pt x="94869" y="317484"/>
                  </a:lnTo>
                  <a:lnTo>
                    <a:pt x="99669" y="319693"/>
                  </a:lnTo>
                  <a:lnTo>
                    <a:pt x="104537" y="321750"/>
                  </a:lnTo>
                  <a:lnTo>
                    <a:pt x="109468" y="323652"/>
                  </a:lnTo>
                  <a:lnTo>
                    <a:pt x="114456" y="325396"/>
                  </a:lnTo>
                  <a:lnTo>
                    <a:pt x="119497" y="326983"/>
                  </a:lnTo>
                  <a:lnTo>
                    <a:pt x="124585" y="328409"/>
                  </a:lnTo>
                  <a:lnTo>
                    <a:pt x="129716" y="329673"/>
                  </a:lnTo>
                  <a:lnTo>
                    <a:pt x="134884" y="330775"/>
                  </a:lnTo>
                  <a:lnTo>
                    <a:pt x="140085" y="331713"/>
                  </a:lnTo>
                  <a:lnTo>
                    <a:pt x="145313" y="332486"/>
                  </a:lnTo>
                  <a:lnTo>
                    <a:pt x="150562" y="333093"/>
                  </a:lnTo>
                  <a:lnTo>
                    <a:pt x="155828" y="333535"/>
                  </a:lnTo>
                  <a:lnTo>
                    <a:pt x="161106" y="333809"/>
                  </a:lnTo>
                  <a:lnTo>
                    <a:pt x="166389" y="333917"/>
                  </a:lnTo>
                  <a:lnTo>
                    <a:pt x="171673" y="333857"/>
                  </a:lnTo>
                  <a:lnTo>
                    <a:pt x="176953" y="333631"/>
                  </a:lnTo>
                  <a:lnTo>
                    <a:pt x="182223" y="333238"/>
                  </a:lnTo>
                  <a:lnTo>
                    <a:pt x="187477" y="332678"/>
                  </a:lnTo>
                  <a:lnTo>
                    <a:pt x="192712" y="331952"/>
                  </a:lnTo>
                  <a:lnTo>
                    <a:pt x="197921" y="331062"/>
                  </a:lnTo>
                  <a:lnTo>
                    <a:pt x="203099" y="330007"/>
                  </a:lnTo>
                  <a:lnTo>
                    <a:pt x="208241" y="328789"/>
                  </a:lnTo>
                  <a:lnTo>
                    <a:pt x="213342" y="327410"/>
                  </a:lnTo>
                  <a:lnTo>
                    <a:pt x="218397" y="325869"/>
                  </a:lnTo>
                  <a:lnTo>
                    <a:pt x="223401" y="324170"/>
                  </a:lnTo>
                  <a:lnTo>
                    <a:pt x="228349" y="322313"/>
                  </a:lnTo>
                  <a:lnTo>
                    <a:pt x="233235" y="320301"/>
                  </a:lnTo>
                  <a:lnTo>
                    <a:pt x="238055" y="318136"/>
                  </a:lnTo>
                  <a:lnTo>
                    <a:pt x="242805" y="315819"/>
                  </a:lnTo>
                  <a:lnTo>
                    <a:pt x="247479" y="313353"/>
                  </a:lnTo>
                  <a:lnTo>
                    <a:pt x="252073" y="310741"/>
                  </a:lnTo>
                  <a:lnTo>
                    <a:pt x="256581" y="307984"/>
                  </a:lnTo>
                  <a:lnTo>
                    <a:pt x="261001" y="305087"/>
                  </a:lnTo>
                  <a:lnTo>
                    <a:pt x="265326" y="302052"/>
                  </a:lnTo>
                  <a:lnTo>
                    <a:pt x="269554" y="298881"/>
                  </a:lnTo>
                  <a:lnTo>
                    <a:pt x="273679" y="295578"/>
                  </a:lnTo>
                  <a:lnTo>
                    <a:pt x="277698" y="292146"/>
                  </a:lnTo>
                  <a:lnTo>
                    <a:pt x="281606" y="288590"/>
                  </a:lnTo>
                  <a:lnTo>
                    <a:pt x="285400" y="284911"/>
                  </a:lnTo>
                  <a:lnTo>
                    <a:pt x="289076" y="281114"/>
                  </a:lnTo>
                  <a:lnTo>
                    <a:pt x="292630" y="277203"/>
                  </a:lnTo>
                  <a:lnTo>
                    <a:pt x="296058" y="273182"/>
                  </a:lnTo>
                  <a:lnTo>
                    <a:pt x="299358" y="269054"/>
                  </a:lnTo>
                  <a:lnTo>
                    <a:pt x="302525" y="264824"/>
                  </a:lnTo>
                  <a:lnTo>
                    <a:pt x="305558" y="260496"/>
                  </a:lnTo>
                  <a:lnTo>
                    <a:pt x="308452" y="256075"/>
                  </a:lnTo>
                  <a:lnTo>
                    <a:pt x="311204" y="251564"/>
                  </a:lnTo>
                  <a:lnTo>
                    <a:pt x="313813" y="246968"/>
                  </a:lnTo>
                  <a:lnTo>
                    <a:pt x="316275" y="242292"/>
                  </a:lnTo>
                  <a:lnTo>
                    <a:pt x="318588" y="237541"/>
                  </a:lnTo>
                  <a:lnTo>
                    <a:pt x="320750" y="232719"/>
                  </a:lnTo>
                  <a:lnTo>
                    <a:pt x="322759" y="227831"/>
                  </a:lnTo>
                  <a:lnTo>
                    <a:pt x="324612" y="222882"/>
                  </a:lnTo>
                  <a:lnTo>
                    <a:pt x="326307" y="217877"/>
                  </a:lnTo>
                  <a:lnTo>
                    <a:pt x="327844" y="212821"/>
                  </a:lnTo>
                  <a:lnTo>
                    <a:pt x="329219" y="207718"/>
                  </a:lnTo>
                  <a:lnTo>
                    <a:pt x="330433" y="202575"/>
                  </a:lnTo>
                  <a:lnTo>
                    <a:pt x="331484" y="197396"/>
                  </a:lnTo>
                  <a:lnTo>
                    <a:pt x="332371" y="192187"/>
                  </a:lnTo>
                  <a:lnTo>
                    <a:pt x="333092" y="186952"/>
                  </a:lnTo>
                  <a:lnTo>
                    <a:pt x="333648" y="181697"/>
                  </a:lnTo>
                  <a:lnTo>
                    <a:pt x="334037" y="176426"/>
                  </a:lnTo>
                  <a:lnTo>
                    <a:pt x="334259" y="171147"/>
                  </a:lnTo>
                  <a:lnTo>
                    <a:pt x="334315" y="165862"/>
                  </a:lnTo>
                  <a:lnTo>
                    <a:pt x="334203" y="160579"/>
                  </a:lnTo>
                  <a:lnTo>
                    <a:pt x="333924" y="155302"/>
                  </a:lnTo>
                  <a:lnTo>
                    <a:pt x="333479" y="150036"/>
                  </a:lnTo>
                  <a:lnTo>
                    <a:pt x="332868" y="144787"/>
                  </a:lnTo>
                  <a:lnTo>
                    <a:pt x="332091" y="139560"/>
                  </a:lnTo>
                  <a:lnTo>
                    <a:pt x="331149" y="134360"/>
                  </a:lnTo>
                  <a:lnTo>
                    <a:pt x="330043" y="129193"/>
                  </a:lnTo>
                  <a:lnTo>
                    <a:pt x="328775" y="124063"/>
                  </a:lnTo>
                  <a:lnTo>
                    <a:pt x="327345" y="118976"/>
                  </a:lnTo>
                  <a:lnTo>
                    <a:pt x="325755" y="113936"/>
                  </a:lnTo>
                  <a:lnTo>
                    <a:pt x="324006" y="108949"/>
                  </a:lnTo>
                  <a:lnTo>
                    <a:pt x="322101" y="104020"/>
                  </a:lnTo>
                  <a:lnTo>
                    <a:pt x="320040" y="99154"/>
                  </a:lnTo>
                  <a:lnTo>
                    <a:pt x="317827" y="94355"/>
                  </a:lnTo>
                  <a:lnTo>
                    <a:pt x="315464" y="89629"/>
                  </a:lnTo>
                  <a:lnTo>
                    <a:pt x="312952" y="84979"/>
                  </a:lnTo>
                  <a:lnTo>
                    <a:pt x="310294" y="80412"/>
                  </a:lnTo>
                  <a:lnTo>
                    <a:pt x="307494" y="75930"/>
                  </a:lnTo>
                  <a:lnTo>
                    <a:pt x="304553" y="71540"/>
                  </a:lnTo>
                  <a:lnTo>
                    <a:pt x="301475" y="67244"/>
                  </a:lnTo>
                  <a:lnTo>
                    <a:pt x="298263" y="63048"/>
                  </a:lnTo>
                  <a:lnTo>
                    <a:pt x="294919" y="58956"/>
                  </a:lnTo>
                  <a:lnTo>
                    <a:pt x="291448" y="54971"/>
                  </a:lnTo>
                  <a:lnTo>
                    <a:pt x="287853" y="51098"/>
                  </a:lnTo>
                  <a:lnTo>
                    <a:pt x="284137" y="47341"/>
                  </a:lnTo>
                  <a:lnTo>
                    <a:pt x="280304" y="43702"/>
                  </a:lnTo>
                  <a:lnTo>
                    <a:pt x="276359" y="40187"/>
                  </a:lnTo>
                  <a:lnTo>
                    <a:pt x="272304" y="36799"/>
                  </a:lnTo>
                  <a:lnTo>
                    <a:pt x="268143" y="33540"/>
                  </a:lnTo>
                  <a:lnTo>
                    <a:pt x="263882" y="30414"/>
                  </a:lnTo>
                  <a:lnTo>
                    <a:pt x="259525" y="27425"/>
                  </a:lnTo>
                  <a:lnTo>
                    <a:pt x="255075" y="24575"/>
                  </a:lnTo>
                  <a:lnTo>
                    <a:pt x="250537" y="21867"/>
                  </a:lnTo>
                  <a:lnTo>
                    <a:pt x="245916" y="19303"/>
                  </a:lnTo>
                  <a:lnTo>
                    <a:pt x="241216" y="16887"/>
                  </a:lnTo>
                  <a:lnTo>
                    <a:pt x="236442" y="14621"/>
                  </a:lnTo>
                  <a:lnTo>
                    <a:pt x="231599" y="12507"/>
                  </a:lnTo>
                  <a:lnTo>
                    <a:pt x="226691" y="10547"/>
                  </a:lnTo>
                  <a:lnTo>
                    <a:pt x="221724" y="8743"/>
                  </a:lnTo>
                  <a:lnTo>
                    <a:pt x="216703" y="7097"/>
                  </a:lnTo>
                  <a:lnTo>
                    <a:pt x="211632" y="5610"/>
                  </a:lnTo>
                  <a:lnTo>
                    <a:pt x="206516" y="4285"/>
                  </a:lnTo>
                  <a:lnTo>
                    <a:pt x="201361" y="3122"/>
                  </a:lnTo>
                  <a:lnTo>
                    <a:pt x="196172" y="2122"/>
                  </a:lnTo>
                  <a:lnTo>
                    <a:pt x="190954" y="1287"/>
                  </a:lnTo>
                  <a:lnTo>
                    <a:pt x="167150" y="1667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23235" y="1681503"/>
              <a:ext cx="23804" cy="167167"/>
            </a:xfrm>
            <a:custGeom>
              <a:avLst/>
              <a:pathLst>
                <a:path w="23804" h="167167">
                  <a:moveTo>
                    <a:pt x="23804" y="1703"/>
                  </a:moveTo>
                  <a:lnTo>
                    <a:pt x="15899" y="757"/>
                  </a:lnTo>
                  <a:lnTo>
                    <a:pt x="7958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853874" y="1322571"/>
              <a:ext cx="167164" cy="308147"/>
            </a:xfrm>
            <a:custGeom>
              <a:avLst/>
              <a:pathLst>
                <a:path w="167164" h="308147">
                  <a:moveTo>
                    <a:pt x="167164" y="0"/>
                  </a:moveTo>
                  <a:lnTo>
                    <a:pt x="161786" y="86"/>
                  </a:lnTo>
                  <a:lnTo>
                    <a:pt x="156413" y="346"/>
                  </a:lnTo>
                  <a:lnTo>
                    <a:pt x="151051" y="778"/>
                  </a:lnTo>
                  <a:lnTo>
                    <a:pt x="145707" y="1382"/>
                  </a:lnTo>
                  <a:lnTo>
                    <a:pt x="140384" y="2159"/>
                  </a:lnTo>
                  <a:lnTo>
                    <a:pt x="135089" y="3106"/>
                  </a:lnTo>
                  <a:lnTo>
                    <a:pt x="129827" y="4222"/>
                  </a:lnTo>
                  <a:lnTo>
                    <a:pt x="124604" y="5508"/>
                  </a:lnTo>
                  <a:lnTo>
                    <a:pt x="119425" y="6961"/>
                  </a:lnTo>
                  <a:lnTo>
                    <a:pt x="114296" y="8580"/>
                  </a:lnTo>
                  <a:lnTo>
                    <a:pt x="109221" y="10363"/>
                  </a:lnTo>
                  <a:lnTo>
                    <a:pt x="104206" y="12308"/>
                  </a:lnTo>
                  <a:lnTo>
                    <a:pt x="99256" y="14414"/>
                  </a:lnTo>
                  <a:lnTo>
                    <a:pt x="94377" y="16678"/>
                  </a:lnTo>
                  <a:lnTo>
                    <a:pt x="89573" y="19097"/>
                  </a:lnTo>
                  <a:lnTo>
                    <a:pt x="84849" y="21670"/>
                  </a:lnTo>
                  <a:lnTo>
                    <a:pt x="80211" y="24394"/>
                  </a:lnTo>
                  <a:lnTo>
                    <a:pt x="75662" y="27266"/>
                  </a:lnTo>
                  <a:lnTo>
                    <a:pt x="71209" y="30282"/>
                  </a:lnTo>
                  <a:lnTo>
                    <a:pt x="66854" y="33440"/>
                  </a:lnTo>
                  <a:lnTo>
                    <a:pt x="62604" y="36736"/>
                  </a:lnTo>
                  <a:lnTo>
                    <a:pt x="58462" y="40168"/>
                  </a:lnTo>
                  <a:lnTo>
                    <a:pt x="54432" y="43731"/>
                  </a:lnTo>
                  <a:lnTo>
                    <a:pt x="50519" y="47422"/>
                  </a:lnTo>
                  <a:lnTo>
                    <a:pt x="46727" y="51237"/>
                  </a:lnTo>
                  <a:lnTo>
                    <a:pt x="43059" y="55171"/>
                  </a:lnTo>
                  <a:lnTo>
                    <a:pt x="39520" y="59222"/>
                  </a:lnTo>
                  <a:lnTo>
                    <a:pt x="36114" y="63385"/>
                  </a:lnTo>
                  <a:lnTo>
                    <a:pt x="32842" y="67655"/>
                  </a:lnTo>
                  <a:lnTo>
                    <a:pt x="29710" y="72028"/>
                  </a:lnTo>
                  <a:lnTo>
                    <a:pt x="26721" y="76499"/>
                  </a:lnTo>
                  <a:lnTo>
                    <a:pt x="23876" y="81065"/>
                  </a:lnTo>
                  <a:lnTo>
                    <a:pt x="21180" y="85719"/>
                  </a:lnTo>
                  <a:lnTo>
                    <a:pt x="18635" y="90458"/>
                  </a:lnTo>
                  <a:lnTo>
                    <a:pt x="16244" y="95276"/>
                  </a:lnTo>
                  <a:lnTo>
                    <a:pt x="14010" y="100169"/>
                  </a:lnTo>
                  <a:lnTo>
                    <a:pt x="11933" y="105131"/>
                  </a:lnTo>
                  <a:lnTo>
                    <a:pt x="10018" y="110158"/>
                  </a:lnTo>
                  <a:lnTo>
                    <a:pt x="8265" y="115243"/>
                  </a:lnTo>
                  <a:lnTo>
                    <a:pt x="6677" y="120382"/>
                  </a:lnTo>
                  <a:lnTo>
                    <a:pt x="5255" y="125570"/>
                  </a:lnTo>
                  <a:lnTo>
                    <a:pt x="4000" y="130800"/>
                  </a:lnTo>
                  <a:lnTo>
                    <a:pt x="2915" y="136069"/>
                  </a:lnTo>
                  <a:lnTo>
                    <a:pt x="1999" y="141369"/>
                  </a:lnTo>
                  <a:lnTo>
                    <a:pt x="1255" y="146696"/>
                  </a:lnTo>
                  <a:lnTo>
                    <a:pt x="682" y="152045"/>
                  </a:lnTo>
                  <a:lnTo>
                    <a:pt x="282" y="157409"/>
                  </a:lnTo>
                  <a:lnTo>
                    <a:pt x="54" y="162783"/>
                  </a:lnTo>
                  <a:lnTo>
                    <a:pt x="0" y="168162"/>
                  </a:lnTo>
                  <a:lnTo>
                    <a:pt x="118" y="173539"/>
                  </a:lnTo>
                  <a:lnTo>
                    <a:pt x="410" y="178910"/>
                  </a:lnTo>
                  <a:lnTo>
                    <a:pt x="874" y="184269"/>
                  </a:lnTo>
                  <a:lnTo>
                    <a:pt x="1510" y="189610"/>
                  </a:lnTo>
                  <a:lnTo>
                    <a:pt x="2318" y="194928"/>
                  </a:lnTo>
                  <a:lnTo>
                    <a:pt x="3296" y="200218"/>
                  </a:lnTo>
                  <a:lnTo>
                    <a:pt x="4445" y="205473"/>
                  </a:lnTo>
                  <a:lnTo>
                    <a:pt x="5761" y="210688"/>
                  </a:lnTo>
                  <a:lnTo>
                    <a:pt x="7245" y="215858"/>
                  </a:lnTo>
                  <a:lnTo>
                    <a:pt x="8894" y="220978"/>
                  </a:lnTo>
                  <a:lnTo>
                    <a:pt x="10707" y="226042"/>
                  </a:lnTo>
                  <a:lnTo>
                    <a:pt x="12683" y="231045"/>
                  </a:lnTo>
                  <a:lnTo>
                    <a:pt x="14818" y="235982"/>
                  </a:lnTo>
                  <a:lnTo>
                    <a:pt x="17111" y="240848"/>
                  </a:lnTo>
                  <a:lnTo>
                    <a:pt x="19559" y="245638"/>
                  </a:lnTo>
                  <a:lnTo>
                    <a:pt x="22160" y="250346"/>
                  </a:lnTo>
                  <a:lnTo>
                    <a:pt x="24911" y="254968"/>
                  </a:lnTo>
                  <a:lnTo>
                    <a:pt x="27810" y="259499"/>
                  </a:lnTo>
                  <a:lnTo>
                    <a:pt x="30852" y="263935"/>
                  </a:lnTo>
                  <a:lnTo>
                    <a:pt x="34036" y="268271"/>
                  </a:lnTo>
                  <a:lnTo>
                    <a:pt x="37358" y="272501"/>
                  </a:lnTo>
                  <a:lnTo>
                    <a:pt x="40814" y="276623"/>
                  </a:lnTo>
                  <a:lnTo>
                    <a:pt x="44401" y="280631"/>
                  </a:lnTo>
                  <a:lnTo>
                    <a:pt x="48115" y="284522"/>
                  </a:lnTo>
                  <a:lnTo>
                    <a:pt x="51952" y="288292"/>
                  </a:lnTo>
                  <a:lnTo>
                    <a:pt x="55909" y="291936"/>
                  </a:lnTo>
                  <a:lnTo>
                    <a:pt x="59981" y="295451"/>
                  </a:lnTo>
                  <a:lnTo>
                    <a:pt x="64163" y="298833"/>
                  </a:lnTo>
                  <a:lnTo>
                    <a:pt x="68453" y="302078"/>
                  </a:lnTo>
                  <a:lnTo>
                    <a:pt x="72844" y="305184"/>
                  </a:lnTo>
                  <a:lnTo>
                    <a:pt x="77334" y="308147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1208" y="1489739"/>
              <a:ext cx="89830" cy="140980"/>
            </a:xfrm>
            <a:custGeom>
              <a:avLst/>
              <a:pathLst>
                <a:path w="89830" h="140980">
                  <a:moveTo>
                    <a:pt x="0" y="140980"/>
                  </a:moveTo>
                  <a:lnTo>
                    <a:pt x="8983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31208" y="1340707"/>
              <a:ext cx="256988" cy="316197"/>
            </a:xfrm>
            <a:custGeom>
              <a:avLst/>
              <a:pathLst>
                <a:path w="256988" h="316197">
                  <a:moveTo>
                    <a:pt x="0" y="290012"/>
                  </a:moveTo>
                  <a:lnTo>
                    <a:pt x="4521" y="292793"/>
                  </a:lnTo>
                  <a:lnTo>
                    <a:pt x="9128" y="295428"/>
                  </a:lnTo>
                  <a:lnTo>
                    <a:pt x="13816" y="297917"/>
                  </a:lnTo>
                  <a:lnTo>
                    <a:pt x="18581" y="300255"/>
                  </a:lnTo>
                  <a:lnTo>
                    <a:pt x="23418" y="302441"/>
                  </a:lnTo>
                  <a:lnTo>
                    <a:pt x="28322" y="304472"/>
                  </a:lnTo>
                  <a:lnTo>
                    <a:pt x="33288" y="306346"/>
                  </a:lnTo>
                  <a:lnTo>
                    <a:pt x="38310" y="308062"/>
                  </a:lnTo>
                  <a:lnTo>
                    <a:pt x="43385" y="309617"/>
                  </a:lnTo>
                  <a:lnTo>
                    <a:pt x="48507" y="311011"/>
                  </a:lnTo>
                  <a:lnTo>
                    <a:pt x="53670" y="312241"/>
                  </a:lnTo>
                  <a:lnTo>
                    <a:pt x="58870" y="313307"/>
                  </a:lnTo>
                  <a:lnTo>
                    <a:pt x="64101" y="314207"/>
                  </a:lnTo>
                  <a:lnTo>
                    <a:pt x="69358" y="314940"/>
                  </a:lnTo>
                  <a:lnTo>
                    <a:pt x="74635" y="315507"/>
                  </a:lnTo>
                  <a:lnTo>
                    <a:pt x="79928" y="315905"/>
                  </a:lnTo>
                  <a:lnTo>
                    <a:pt x="85231" y="316136"/>
                  </a:lnTo>
                  <a:lnTo>
                    <a:pt x="90538" y="316197"/>
                  </a:lnTo>
                  <a:lnTo>
                    <a:pt x="95845" y="316091"/>
                  </a:lnTo>
                  <a:lnTo>
                    <a:pt x="101146" y="315815"/>
                  </a:lnTo>
                  <a:lnTo>
                    <a:pt x="106435" y="315372"/>
                  </a:lnTo>
                  <a:lnTo>
                    <a:pt x="111707" y="314761"/>
                  </a:lnTo>
                  <a:lnTo>
                    <a:pt x="116958" y="313983"/>
                  </a:lnTo>
                  <a:lnTo>
                    <a:pt x="122181" y="313039"/>
                  </a:lnTo>
                  <a:lnTo>
                    <a:pt x="127371" y="311929"/>
                  </a:lnTo>
                  <a:lnTo>
                    <a:pt x="132524" y="310655"/>
                  </a:lnTo>
                  <a:lnTo>
                    <a:pt x="137634" y="309218"/>
                  </a:lnTo>
                  <a:lnTo>
                    <a:pt x="142695" y="307620"/>
                  </a:lnTo>
                  <a:lnTo>
                    <a:pt x="147703" y="305861"/>
                  </a:lnTo>
                  <a:lnTo>
                    <a:pt x="152653" y="303945"/>
                  </a:lnTo>
                  <a:lnTo>
                    <a:pt x="157539" y="301872"/>
                  </a:lnTo>
                  <a:lnTo>
                    <a:pt x="162358" y="299646"/>
                  </a:lnTo>
                  <a:lnTo>
                    <a:pt x="167103" y="297267"/>
                  </a:lnTo>
                  <a:lnTo>
                    <a:pt x="171770" y="294739"/>
                  </a:lnTo>
                  <a:lnTo>
                    <a:pt x="176354" y="292064"/>
                  </a:lnTo>
                  <a:lnTo>
                    <a:pt x="180852" y="289245"/>
                  </a:lnTo>
                  <a:lnTo>
                    <a:pt x="185257" y="286285"/>
                  </a:lnTo>
                  <a:lnTo>
                    <a:pt x="189567" y="283186"/>
                  </a:lnTo>
                  <a:lnTo>
                    <a:pt x="193775" y="279952"/>
                  </a:lnTo>
                  <a:lnTo>
                    <a:pt x="197879" y="276586"/>
                  </a:lnTo>
                  <a:lnTo>
                    <a:pt x="201874" y="273092"/>
                  </a:lnTo>
                  <a:lnTo>
                    <a:pt x="205757" y="269472"/>
                  </a:lnTo>
                  <a:lnTo>
                    <a:pt x="209522" y="265731"/>
                  </a:lnTo>
                  <a:lnTo>
                    <a:pt x="213166" y="261872"/>
                  </a:lnTo>
                  <a:lnTo>
                    <a:pt x="216687" y="257900"/>
                  </a:lnTo>
                  <a:lnTo>
                    <a:pt x="220079" y="253817"/>
                  </a:lnTo>
                  <a:lnTo>
                    <a:pt x="223340" y="249630"/>
                  </a:lnTo>
                  <a:lnTo>
                    <a:pt x="226466" y="245340"/>
                  </a:lnTo>
                  <a:lnTo>
                    <a:pt x="229455" y="240954"/>
                  </a:lnTo>
                  <a:lnTo>
                    <a:pt x="232303" y="236475"/>
                  </a:lnTo>
                  <a:lnTo>
                    <a:pt x="235007" y="231907"/>
                  </a:lnTo>
                  <a:lnTo>
                    <a:pt x="237565" y="227257"/>
                  </a:lnTo>
                  <a:lnTo>
                    <a:pt x="239974" y="222527"/>
                  </a:lnTo>
                  <a:lnTo>
                    <a:pt x="242232" y="217723"/>
                  </a:lnTo>
                  <a:lnTo>
                    <a:pt x="244336" y="212850"/>
                  </a:lnTo>
                  <a:lnTo>
                    <a:pt x="246284" y="207913"/>
                  </a:lnTo>
                  <a:lnTo>
                    <a:pt x="248075" y="202916"/>
                  </a:lnTo>
                  <a:lnTo>
                    <a:pt x="249705" y="197865"/>
                  </a:lnTo>
                  <a:lnTo>
                    <a:pt x="251175" y="192765"/>
                  </a:lnTo>
                  <a:lnTo>
                    <a:pt x="252482" y="187621"/>
                  </a:lnTo>
                  <a:lnTo>
                    <a:pt x="253625" y="182437"/>
                  </a:lnTo>
                  <a:lnTo>
                    <a:pt x="254603" y="177220"/>
                  </a:lnTo>
                  <a:lnTo>
                    <a:pt x="255415" y="171975"/>
                  </a:lnTo>
                  <a:lnTo>
                    <a:pt x="256060" y="166707"/>
                  </a:lnTo>
                  <a:lnTo>
                    <a:pt x="256538" y="161420"/>
                  </a:lnTo>
                  <a:lnTo>
                    <a:pt x="256847" y="156122"/>
                  </a:lnTo>
                  <a:lnTo>
                    <a:pt x="256988" y="150816"/>
                  </a:lnTo>
                  <a:lnTo>
                    <a:pt x="256960" y="145508"/>
                  </a:lnTo>
                  <a:lnTo>
                    <a:pt x="256764" y="140204"/>
                  </a:lnTo>
                  <a:lnTo>
                    <a:pt x="256400" y="134908"/>
                  </a:lnTo>
                  <a:lnTo>
                    <a:pt x="255867" y="129627"/>
                  </a:lnTo>
                  <a:lnTo>
                    <a:pt x="255168" y="124366"/>
                  </a:lnTo>
                  <a:lnTo>
                    <a:pt x="254301" y="119129"/>
                  </a:lnTo>
                  <a:lnTo>
                    <a:pt x="253269" y="113923"/>
                  </a:lnTo>
                  <a:lnTo>
                    <a:pt x="252072" y="108752"/>
                  </a:lnTo>
                  <a:lnTo>
                    <a:pt x="250711" y="103621"/>
                  </a:lnTo>
                  <a:lnTo>
                    <a:pt x="249189" y="98537"/>
                  </a:lnTo>
                  <a:lnTo>
                    <a:pt x="247505" y="93503"/>
                  </a:lnTo>
                  <a:lnTo>
                    <a:pt x="245663" y="88525"/>
                  </a:lnTo>
                  <a:lnTo>
                    <a:pt x="243663" y="83608"/>
                  </a:lnTo>
                  <a:lnTo>
                    <a:pt x="241509" y="78757"/>
                  </a:lnTo>
                  <a:lnTo>
                    <a:pt x="239201" y="73977"/>
                  </a:lnTo>
                  <a:lnTo>
                    <a:pt x="236743" y="69273"/>
                  </a:lnTo>
                  <a:lnTo>
                    <a:pt x="234137" y="64649"/>
                  </a:lnTo>
                  <a:lnTo>
                    <a:pt x="231385" y="60110"/>
                  </a:lnTo>
                  <a:lnTo>
                    <a:pt x="228491" y="55661"/>
                  </a:lnTo>
                  <a:lnTo>
                    <a:pt x="225457" y="51306"/>
                  </a:lnTo>
                  <a:lnTo>
                    <a:pt x="222286" y="47049"/>
                  </a:lnTo>
                  <a:lnTo>
                    <a:pt x="218982" y="42896"/>
                  </a:lnTo>
                  <a:lnTo>
                    <a:pt x="215547" y="38849"/>
                  </a:lnTo>
                  <a:lnTo>
                    <a:pt x="211986" y="34913"/>
                  </a:lnTo>
                  <a:lnTo>
                    <a:pt x="208301" y="31093"/>
                  </a:lnTo>
                  <a:lnTo>
                    <a:pt x="204497" y="27391"/>
                  </a:lnTo>
                  <a:lnTo>
                    <a:pt x="200578" y="23812"/>
                  </a:lnTo>
                  <a:lnTo>
                    <a:pt x="196546" y="20359"/>
                  </a:lnTo>
                  <a:lnTo>
                    <a:pt x="192408" y="17036"/>
                  </a:lnTo>
                  <a:lnTo>
                    <a:pt x="188165" y="13846"/>
                  </a:lnTo>
                  <a:lnTo>
                    <a:pt x="183824" y="10792"/>
                  </a:lnTo>
                  <a:lnTo>
                    <a:pt x="179388" y="7878"/>
                  </a:lnTo>
                  <a:lnTo>
                    <a:pt x="174861" y="5106"/>
                  </a:lnTo>
                  <a:lnTo>
                    <a:pt x="170249" y="2479"/>
                  </a:lnTo>
                  <a:lnTo>
                    <a:pt x="165556" y="0"/>
                  </a:lnTo>
                  <a:lnTo>
                    <a:pt x="89830" y="1490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21039" y="1322571"/>
              <a:ext cx="75726" cy="167167"/>
            </a:xfrm>
            <a:custGeom>
              <a:avLst/>
              <a:pathLst>
                <a:path w="75726" h="167167">
                  <a:moveTo>
                    <a:pt x="75726" y="18135"/>
                  </a:moveTo>
                  <a:lnTo>
                    <a:pt x="70288" y="15495"/>
                  </a:lnTo>
                  <a:lnTo>
                    <a:pt x="64758" y="13052"/>
                  </a:lnTo>
                  <a:lnTo>
                    <a:pt x="59144" y="10812"/>
                  </a:lnTo>
                  <a:lnTo>
                    <a:pt x="53452" y="8776"/>
                  </a:lnTo>
                  <a:lnTo>
                    <a:pt x="47690" y="6947"/>
                  </a:lnTo>
                  <a:lnTo>
                    <a:pt x="41866" y="5327"/>
                  </a:lnTo>
                  <a:lnTo>
                    <a:pt x="35988" y="3919"/>
                  </a:lnTo>
                  <a:lnTo>
                    <a:pt x="30062" y="2725"/>
                  </a:lnTo>
                  <a:lnTo>
                    <a:pt x="24097" y="1745"/>
                  </a:lnTo>
                  <a:lnTo>
                    <a:pt x="18100" y="982"/>
                  </a:lnTo>
                  <a:lnTo>
                    <a:pt x="12080" y="437"/>
                  </a:lnTo>
                  <a:lnTo>
                    <a:pt x="6044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378092" y="1071028"/>
              <a:ext cx="167165" cy="259182"/>
            </a:xfrm>
            <a:custGeom>
              <a:avLst/>
              <a:pathLst>
                <a:path w="167165" h="259182">
                  <a:moveTo>
                    <a:pt x="167165" y="0"/>
                  </a:moveTo>
                  <a:lnTo>
                    <a:pt x="161793" y="86"/>
                  </a:lnTo>
                  <a:lnTo>
                    <a:pt x="156426" y="345"/>
                  </a:lnTo>
                  <a:lnTo>
                    <a:pt x="151070" y="776"/>
                  </a:lnTo>
                  <a:lnTo>
                    <a:pt x="145730" y="1379"/>
                  </a:lnTo>
                  <a:lnTo>
                    <a:pt x="140413" y="2154"/>
                  </a:lnTo>
                  <a:lnTo>
                    <a:pt x="135124" y="3099"/>
                  </a:lnTo>
                  <a:lnTo>
                    <a:pt x="129867" y="4214"/>
                  </a:lnTo>
                  <a:lnTo>
                    <a:pt x="124649" y="5496"/>
                  </a:lnTo>
                  <a:lnTo>
                    <a:pt x="119475" y="6946"/>
                  </a:lnTo>
                  <a:lnTo>
                    <a:pt x="114351" y="8562"/>
                  </a:lnTo>
                  <a:lnTo>
                    <a:pt x="109281" y="10341"/>
                  </a:lnTo>
                  <a:lnTo>
                    <a:pt x="104270" y="12283"/>
                  </a:lnTo>
                  <a:lnTo>
                    <a:pt x="99325" y="14384"/>
                  </a:lnTo>
                  <a:lnTo>
                    <a:pt x="94450" y="16643"/>
                  </a:lnTo>
                  <a:lnTo>
                    <a:pt x="89650" y="19058"/>
                  </a:lnTo>
                  <a:lnTo>
                    <a:pt x="84930" y="21626"/>
                  </a:lnTo>
                  <a:lnTo>
                    <a:pt x="80295" y="24344"/>
                  </a:lnTo>
                  <a:lnTo>
                    <a:pt x="75749" y="27210"/>
                  </a:lnTo>
                  <a:lnTo>
                    <a:pt x="71298" y="30220"/>
                  </a:lnTo>
                  <a:lnTo>
                    <a:pt x="66947" y="33372"/>
                  </a:lnTo>
                  <a:lnTo>
                    <a:pt x="62698" y="36662"/>
                  </a:lnTo>
                  <a:lnTo>
                    <a:pt x="58558" y="40087"/>
                  </a:lnTo>
                  <a:lnTo>
                    <a:pt x="54530" y="43643"/>
                  </a:lnTo>
                  <a:lnTo>
                    <a:pt x="50618" y="47327"/>
                  </a:lnTo>
                  <a:lnTo>
                    <a:pt x="46827" y="51134"/>
                  </a:lnTo>
                  <a:lnTo>
                    <a:pt x="43160" y="55062"/>
                  </a:lnTo>
                  <a:lnTo>
                    <a:pt x="39621" y="59105"/>
                  </a:lnTo>
                  <a:lnTo>
                    <a:pt x="36214" y="63260"/>
                  </a:lnTo>
                  <a:lnTo>
                    <a:pt x="32942" y="67523"/>
                  </a:lnTo>
                  <a:lnTo>
                    <a:pt x="29809" y="71888"/>
                  </a:lnTo>
                  <a:lnTo>
                    <a:pt x="26818" y="76352"/>
                  </a:lnTo>
                  <a:lnTo>
                    <a:pt x="23971" y="80909"/>
                  </a:lnTo>
                  <a:lnTo>
                    <a:pt x="21273" y="85556"/>
                  </a:lnTo>
                  <a:lnTo>
                    <a:pt x="18726" y="90287"/>
                  </a:lnTo>
                  <a:lnTo>
                    <a:pt x="16331" y="95097"/>
                  </a:lnTo>
                  <a:lnTo>
                    <a:pt x="14093" y="99982"/>
                  </a:lnTo>
                  <a:lnTo>
                    <a:pt x="12013" y="104936"/>
                  </a:lnTo>
                  <a:lnTo>
                    <a:pt x="10093" y="109955"/>
                  </a:lnTo>
                  <a:lnTo>
                    <a:pt x="8335" y="115033"/>
                  </a:lnTo>
                  <a:lnTo>
                    <a:pt x="6742" y="120164"/>
                  </a:lnTo>
                  <a:lnTo>
                    <a:pt x="5314" y="125344"/>
                  </a:lnTo>
                  <a:lnTo>
                    <a:pt x="4054" y="130568"/>
                  </a:lnTo>
                  <a:lnTo>
                    <a:pt x="2962" y="135829"/>
                  </a:lnTo>
                  <a:lnTo>
                    <a:pt x="2039" y="141122"/>
                  </a:lnTo>
                  <a:lnTo>
                    <a:pt x="1288" y="146443"/>
                  </a:lnTo>
                  <a:lnTo>
                    <a:pt x="707" y="151785"/>
                  </a:lnTo>
                  <a:lnTo>
                    <a:pt x="299" y="157142"/>
                  </a:lnTo>
                  <a:lnTo>
                    <a:pt x="63" y="162511"/>
                  </a:lnTo>
                  <a:lnTo>
                    <a:pt x="0" y="167883"/>
                  </a:lnTo>
                  <a:lnTo>
                    <a:pt x="109" y="173256"/>
                  </a:lnTo>
                  <a:lnTo>
                    <a:pt x="391" y="178622"/>
                  </a:lnTo>
                  <a:lnTo>
                    <a:pt x="845" y="183976"/>
                  </a:lnTo>
                  <a:lnTo>
                    <a:pt x="1471" y="189312"/>
                  </a:lnTo>
                  <a:lnTo>
                    <a:pt x="2269" y="194626"/>
                  </a:lnTo>
                  <a:lnTo>
                    <a:pt x="3236" y="199912"/>
                  </a:lnTo>
                  <a:lnTo>
                    <a:pt x="4373" y="205163"/>
                  </a:lnTo>
                  <a:lnTo>
                    <a:pt x="5679" y="210375"/>
                  </a:lnTo>
                  <a:lnTo>
                    <a:pt x="7151" y="215543"/>
                  </a:lnTo>
                  <a:lnTo>
                    <a:pt x="8788" y="220661"/>
                  </a:lnTo>
                  <a:lnTo>
                    <a:pt x="10589" y="225723"/>
                  </a:lnTo>
                  <a:lnTo>
                    <a:pt x="12552" y="230725"/>
                  </a:lnTo>
                  <a:lnTo>
                    <a:pt x="14675" y="235662"/>
                  </a:lnTo>
                  <a:lnTo>
                    <a:pt x="16955" y="240527"/>
                  </a:lnTo>
                  <a:lnTo>
                    <a:pt x="19390" y="245317"/>
                  </a:lnTo>
                  <a:lnTo>
                    <a:pt x="21978" y="250026"/>
                  </a:lnTo>
                  <a:lnTo>
                    <a:pt x="24716" y="254649"/>
                  </a:lnTo>
                  <a:lnTo>
                    <a:pt x="27601" y="25918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05694" y="1238196"/>
              <a:ext cx="139564" cy="92015"/>
            </a:xfrm>
            <a:custGeom>
              <a:avLst/>
              <a:pathLst>
                <a:path w="139564" h="92015">
                  <a:moveTo>
                    <a:pt x="0" y="92015"/>
                  </a:moveTo>
                  <a:lnTo>
                    <a:pt x="13956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05694" y="1172582"/>
              <a:ext cx="306722" cy="232780"/>
            </a:xfrm>
            <a:custGeom>
              <a:avLst/>
              <a:pathLst>
                <a:path w="306722" h="232780">
                  <a:moveTo>
                    <a:pt x="0" y="157628"/>
                  </a:moveTo>
                  <a:lnTo>
                    <a:pt x="3000" y="162026"/>
                  </a:lnTo>
                  <a:lnTo>
                    <a:pt x="6140" y="166326"/>
                  </a:lnTo>
                  <a:lnTo>
                    <a:pt x="9415" y="170523"/>
                  </a:lnTo>
                  <a:lnTo>
                    <a:pt x="12822" y="174615"/>
                  </a:lnTo>
                  <a:lnTo>
                    <a:pt x="16357" y="178596"/>
                  </a:lnTo>
                  <a:lnTo>
                    <a:pt x="20017" y="182462"/>
                  </a:lnTo>
                  <a:lnTo>
                    <a:pt x="23799" y="186209"/>
                  </a:lnTo>
                  <a:lnTo>
                    <a:pt x="27698" y="189835"/>
                  </a:lnTo>
                  <a:lnTo>
                    <a:pt x="31711" y="193334"/>
                  </a:lnTo>
                  <a:lnTo>
                    <a:pt x="35833" y="196704"/>
                  </a:lnTo>
                  <a:lnTo>
                    <a:pt x="40060" y="199941"/>
                  </a:lnTo>
                  <a:lnTo>
                    <a:pt x="44388" y="203041"/>
                  </a:lnTo>
                  <a:lnTo>
                    <a:pt x="48812" y="206002"/>
                  </a:lnTo>
                  <a:lnTo>
                    <a:pt x="53329" y="208821"/>
                  </a:lnTo>
                  <a:lnTo>
                    <a:pt x="57933" y="211494"/>
                  </a:lnTo>
                  <a:lnTo>
                    <a:pt x="62620" y="214020"/>
                  </a:lnTo>
                  <a:lnTo>
                    <a:pt x="67385" y="216395"/>
                  </a:lnTo>
                  <a:lnTo>
                    <a:pt x="72223" y="218617"/>
                  </a:lnTo>
                  <a:lnTo>
                    <a:pt x="77130" y="220684"/>
                  </a:lnTo>
                  <a:lnTo>
                    <a:pt x="82100" y="222593"/>
                  </a:lnTo>
                  <a:lnTo>
                    <a:pt x="87128" y="224344"/>
                  </a:lnTo>
                  <a:lnTo>
                    <a:pt x="92209" y="225933"/>
                  </a:lnTo>
                  <a:lnTo>
                    <a:pt x="97339" y="227360"/>
                  </a:lnTo>
                  <a:lnTo>
                    <a:pt x="102511" y="228622"/>
                  </a:lnTo>
                  <a:lnTo>
                    <a:pt x="107721" y="229719"/>
                  </a:lnTo>
                  <a:lnTo>
                    <a:pt x="112963" y="230650"/>
                  </a:lnTo>
                  <a:lnTo>
                    <a:pt x="118232" y="231414"/>
                  </a:lnTo>
                  <a:lnTo>
                    <a:pt x="123522" y="232009"/>
                  </a:lnTo>
                  <a:lnTo>
                    <a:pt x="128829" y="232435"/>
                  </a:lnTo>
                  <a:lnTo>
                    <a:pt x="134147" y="232693"/>
                  </a:lnTo>
                  <a:lnTo>
                    <a:pt x="139471" y="232780"/>
                  </a:lnTo>
                  <a:lnTo>
                    <a:pt x="144794" y="232698"/>
                  </a:lnTo>
                  <a:lnTo>
                    <a:pt x="150112" y="232447"/>
                  </a:lnTo>
                  <a:lnTo>
                    <a:pt x="155420" y="232027"/>
                  </a:lnTo>
                  <a:lnTo>
                    <a:pt x="160711" y="231437"/>
                  </a:lnTo>
                  <a:lnTo>
                    <a:pt x="165981" y="230680"/>
                  </a:lnTo>
                  <a:lnTo>
                    <a:pt x="171224" y="229755"/>
                  </a:lnTo>
                  <a:lnTo>
                    <a:pt x="176435" y="228663"/>
                  </a:lnTo>
                  <a:lnTo>
                    <a:pt x="181608" y="227407"/>
                  </a:lnTo>
                  <a:lnTo>
                    <a:pt x="186739" y="225986"/>
                  </a:lnTo>
                  <a:lnTo>
                    <a:pt x="191822" y="224402"/>
                  </a:lnTo>
                  <a:lnTo>
                    <a:pt x="196853" y="222657"/>
                  </a:lnTo>
                  <a:lnTo>
                    <a:pt x="201825" y="220753"/>
                  </a:lnTo>
                  <a:lnTo>
                    <a:pt x="206733" y="218692"/>
                  </a:lnTo>
                  <a:lnTo>
                    <a:pt x="211574" y="216475"/>
                  </a:lnTo>
                  <a:lnTo>
                    <a:pt x="216342" y="214106"/>
                  </a:lnTo>
                  <a:lnTo>
                    <a:pt x="221031" y="211585"/>
                  </a:lnTo>
                  <a:lnTo>
                    <a:pt x="225639" y="208917"/>
                  </a:lnTo>
                  <a:lnTo>
                    <a:pt x="230158" y="206103"/>
                  </a:lnTo>
                  <a:lnTo>
                    <a:pt x="234586" y="203147"/>
                  </a:lnTo>
                  <a:lnTo>
                    <a:pt x="238918" y="200051"/>
                  </a:lnTo>
                  <a:lnTo>
                    <a:pt x="243149" y="196819"/>
                  </a:lnTo>
                  <a:lnTo>
                    <a:pt x="247274" y="193454"/>
                  </a:lnTo>
                  <a:lnTo>
                    <a:pt x="251291" y="189959"/>
                  </a:lnTo>
                  <a:lnTo>
                    <a:pt x="255194" y="186338"/>
                  </a:lnTo>
                  <a:lnTo>
                    <a:pt x="258980" y="182595"/>
                  </a:lnTo>
                  <a:lnTo>
                    <a:pt x="262644" y="178733"/>
                  </a:lnTo>
                  <a:lnTo>
                    <a:pt x="266184" y="174756"/>
                  </a:lnTo>
                  <a:lnTo>
                    <a:pt x="269596" y="170668"/>
                  </a:lnTo>
                  <a:lnTo>
                    <a:pt x="272875" y="166474"/>
                  </a:lnTo>
                  <a:lnTo>
                    <a:pt x="276019" y="162178"/>
                  </a:lnTo>
                  <a:lnTo>
                    <a:pt x="279025" y="157783"/>
                  </a:lnTo>
                  <a:lnTo>
                    <a:pt x="281890" y="153296"/>
                  </a:lnTo>
                  <a:lnTo>
                    <a:pt x="284610" y="148719"/>
                  </a:lnTo>
                  <a:lnTo>
                    <a:pt x="287183" y="144058"/>
                  </a:lnTo>
                  <a:lnTo>
                    <a:pt x="289606" y="139317"/>
                  </a:lnTo>
                  <a:lnTo>
                    <a:pt x="291877" y="134502"/>
                  </a:lnTo>
                  <a:lnTo>
                    <a:pt x="293993" y="129616"/>
                  </a:lnTo>
                  <a:lnTo>
                    <a:pt x="295953" y="124666"/>
                  </a:lnTo>
                  <a:lnTo>
                    <a:pt x="297754" y="119656"/>
                  </a:lnTo>
                  <a:lnTo>
                    <a:pt x="299395" y="114591"/>
                  </a:lnTo>
                  <a:lnTo>
                    <a:pt x="300874" y="109477"/>
                  </a:lnTo>
                  <a:lnTo>
                    <a:pt x="302189" y="104317"/>
                  </a:lnTo>
                  <a:lnTo>
                    <a:pt x="303339" y="99119"/>
                  </a:lnTo>
                  <a:lnTo>
                    <a:pt x="304323" y="93887"/>
                  </a:lnTo>
                  <a:lnTo>
                    <a:pt x="305139" y="88626"/>
                  </a:lnTo>
                  <a:lnTo>
                    <a:pt x="305788" y="83341"/>
                  </a:lnTo>
                  <a:lnTo>
                    <a:pt x="306269" y="78039"/>
                  </a:lnTo>
                  <a:lnTo>
                    <a:pt x="306580" y="72724"/>
                  </a:lnTo>
                  <a:lnTo>
                    <a:pt x="306722" y="67402"/>
                  </a:lnTo>
                  <a:lnTo>
                    <a:pt x="306694" y="62078"/>
                  </a:lnTo>
                  <a:lnTo>
                    <a:pt x="306496" y="56757"/>
                  </a:lnTo>
                  <a:lnTo>
                    <a:pt x="306130" y="51446"/>
                  </a:lnTo>
                  <a:lnTo>
                    <a:pt x="305594" y="46149"/>
                  </a:lnTo>
                  <a:lnTo>
                    <a:pt x="304890" y="40872"/>
                  </a:lnTo>
                  <a:lnTo>
                    <a:pt x="304018" y="35619"/>
                  </a:lnTo>
                  <a:lnTo>
                    <a:pt x="302980" y="30398"/>
                  </a:lnTo>
                  <a:lnTo>
                    <a:pt x="301775" y="25211"/>
                  </a:lnTo>
                  <a:lnTo>
                    <a:pt x="300407" y="20066"/>
                  </a:lnTo>
                  <a:lnTo>
                    <a:pt x="298875" y="14968"/>
                  </a:lnTo>
                  <a:lnTo>
                    <a:pt x="297181" y="9920"/>
                  </a:lnTo>
                  <a:lnTo>
                    <a:pt x="295328" y="4929"/>
                  </a:lnTo>
                  <a:lnTo>
                    <a:pt x="293316" y="0"/>
                  </a:lnTo>
                  <a:lnTo>
                    <a:pt x="139564" y="656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5258" y="1071028"/>
              <a:ext cx="153752" cy="167167"/>
            </a:xfrm>
            <a:custGeom>
              <a:avLst/>
              <a:pathLst>
                <a:path w="153752" h="167167">
                  <a:moveTo>
                    <a:pt x="153752" y="101554"/>
                  </a:moveTo>
                  <a:lnTo>
                    <a:pt x="151544" y="96603"/>
                  </a:lnTo>
                  <a:lnTo>
                    <a:pt x="149176" y="91726"/>
                  </a:lnTo>
                  <a:lnTo>
                    <a:pt x="146652" y="86929"/>
                  </a:lnTo>
                  <a:lnTo>
                    <a:pt x="143973" y="82216"/>
                  </a:lnTo>
                  <a:lnTo>
                    <a:pt x="141143" y="77593"/>
                  </a:lnTo>
                  <a:lnTo>
                    <a:pt x="138164" y="73064"/>
                  </a:lnTo>
                  <a:lnTo>
                    <a:pt x="135041" y="68633"/>
                  </a:lnTo>
                  <a:lnTo>
                    <a:pt x="131775" y="64307"/>
                  </a:lnTo>
                  <a:lnTo>
                    <a:pt x="128370" y="60088"/>
                  </a:lnTo>
                  <a:lnTo>
                    <a:pt x="124831" y="55982"/>
                  </a:lnTo>
                  <a:lnTo>
                    <a:pt x="121161" y="51993"/>
                  </a:lnTo>
                  <a:lnTo>
                    <a:pt x="117363" y="48125"/>
                  </a:lnTo>
                  <a:lnTo>
                    <a:pt x="113441" y="44383"/>
                  </a:lnTo>
                  <a:lnTo>
                    <a:pt x="109400" y="40769"/>
                  </a:lnTo>
                  <a:lnTo>
                    <a:pt x="105245" y="37288"/>
                  </a:lnTo>
                  <a:lnTo>
                    <a:pt x="100978" y="33944"/>
                  </a:lnTo>
                  <a:lnTo>
                    <a:pt x="96606" y="30740"/>
                  </a:lnTo>
                  <a:lnTo>
                    <a:pt x="92131" y="27680"/>
                  </a:lnTo>
                  <a:lnTo>
                    <a:pt x="87560" y="24766"/>
                  </a:lnTo>
                  <a:lnTo>
                    <a:pt x="82897" y="22002"/>
                  </a:lnTo>
                  <a:lnTo>
                    <a:pt x="78147" y="19390"/>
                  </a:lnTo>
                  <a:lnTo>
                    <a:pt x="73314" y="16934"/>
                  </a:lnTo>
                  <a:lnTo>
                    <a:pt x="68405" y="14636"/>
                  </a:lnTo>
                  <a:lnTo>
                    <a:pt x="63423" y="12498"/>
                  </a:lnTo>
                  <a:lnTo>
                    <a:pt x="58375" y="10523"/>
                  </a:lnTo>
                  <a:lnTo>
                    <a:pt x="53265" y="8713"/>
                  </a:lnTo>
                  <a:lnTo>
                    <a:pt x="48100" y="7069"/>
                  </a:lnTo>
                  <a:lnTo>
                    <a:pt x="42883" y="5594"/>
                  </a:lnTo>
                  <a:lnTo>
                    <a:pt x="37622" y="4288"/>
                  </a:lnTo>
                  <a:lnTo>
                    <a:pt x="32321" y="3154"/>
                  </a:lnTo>
                  <a:lnTo>
                    <a:pt x="26986" y="2192"/>
                  </a:lnTo>
                  <a:lnTo>
                    <a:pt x="21623" y="1404"/>
                  </a:lnTo>
                  <a:lnTo>
                    <a:pt x="16237" y="790"/>
                  </a:lnTo>
                  <a:lnTo>
                    <a:pt x="10834" y="351"/>
                  </a:lnTo>
                  <a:lnTo>
                    <a:pt x="5420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9337" y="941493"/>
              <a:ext cx="84206" cy="167167"/>
            </a:xfrm>
            <a:custGeom>
              <a:avLst/>
              <a:pathLst>
                <a:path w="84206" h="167167">
                  <a:moveTo>
                    <a:pt x="84206" y="0"/>
                  </a:moveTo>
                  <a:lnTo>
                    <a:pt x="78324" y="103"/>
                  </a:lnTo>
                  <a:lnTo>
                    <a:pt x="72449" y="413"/>
                  </a:lnTo>
                  <a:lnTo>
                    <a:pt x="66589" y="930"/>
                  </a:lnTo>
                  <a:lnTo>
                    <a:pt x="60751" y="1653"/>
                  </a:lnTo>
                  <a:lnTo>
                    <a:pt x="54941" y="2581"/>
                  </a:lnTo>
                  <a:lnTo>
                    <a:pt x="49168" y="3713"/>
                  </a:lnTo>
                  <a:lnTo>
                    <a:pt x="43439" y="5047"/>
                  </a:lnTo>
                  <a:lnTo>
                    <a:pt x="37759" y="6582"/>
                  </a:lnTo>
                  <a:lnTo>
                    <a:pt x="32138" y="8315"/>
                  </a:lnTo>
                  <a:lnTo>
                    <a:pt x="26581" y="10246"/>
                  </a:lnTo>
                  <a:lnTo>
                    <a:pt x="21095" y="12371"/>
                  </a:lnTo>
                  <a:lnTo>
                    <a:pt x="15687" y="14687"/>
                  </a:lnTo>
                  <a:lnTo>
                    <a:pt x="10364" y="17192"/>
                  </a:lnTo>
                  <a:lnTo>
                    <a:pt x="5133" y="19884"/>
                  </a:lnTo>
                  <a:lnTo>
                    <a:pt x="0" y="22757"/>
                  </a:lnTo>
                  <a:lnTo>
                    <a:pt x="8420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9337" y="964250"/>
              <a:ext cx="84206" cy="144409"/>
            </a:xfrm>
            <a:custGeom>
              <a:avLst/>
              <a:pathLst>
                <a:path w="84206" h="144409">
                  <a:moveTo>
                    <a:pt x="0" y="0"/>
                  </a:moveTo>
                  <a:lnTo>
                    <a:pt x="84206" y="1444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856376" y="946625"/>
              <a:ext cx="334330" cy="329188"/>
            </a:xfrm>
            <a:custGeom>
              <a:avLst/>
              <a:pathLst>
                <a:path w="334330" h="329188">
                  <a:moveTo>
                    <a:pt x="82960" y="17625"/>
                  </a:moveTo>
                  <a:lnTo>
                    <a:pt x="78433" y="20362"/>
                  </a:lnTo>
                  <a:lnTo>
                    <a:pt x="73994" y="23241"/>
                  </a:lnTo>
                  <a:lnTo>
                    <a:pt x="69649" y="26259"/>
                  </a:lnTo>
                  <a:lnTo>
                    <a:pt x="65401" y="29412"/>
                  </a:lnTo>
                  <a:lnTo>
                    <a:pt x="61256" y="32699"/>
                  </a:lnTo>
                  <a:lnTo>
                    <a:pt x="57216" y="36115"/>
                  </a:lnTo>
                  <a:lnTo>
                    <a:pt x="53287" y="39657"/>
                  </a:lnTo>
                  <a:lnTo>
                    <a:pt x="49471" y="43322"/>
                  </a:lnTo>
                  <a:lnTo>
                    <a:pt x="45774" y="47106"/>
                  </a:lnTo>
                  <a:lnTo>
                    <a:pt x="42198" y="51005"/>
                  </a:lnTo>
                  <a:lnTo>
                    <a:pt x="38747" y="55015"/>
                  </a:lnTo>
                  <a:lnTo>
                    <a:pt x="35425" y="59132"/>
                  </a:lnTo>
                  <a:lnTo>
                    <a:pt x="32235" y="63352"/>
                  </a:lnTo>
                  <a:lnTo>
                    <a:pt x="29180" y="67671"/>
                  </a:lnTo>
                  <a:lnTo>
                    <a:pt x="26263" y="72085"/>
                  </a:lnTo>
                  <a:lnTo>
                    <a:pt x="23487" y="76589"/>
                  </a:lnTo>
                  <a:lnTo>
                    <a:pt x="20855" y="81178"/>
                  </a:lnTo>
                  <a:lnTo>
                    <a:pt x="18370" y="85848"/>
                  </a:lnTo>
                  <a:lnTo>
                    <a:pt x="16033" y="90595"/>
                  </a:lnTo>
                  <a:lnTo>
                    <a:pt x="13849" y="95413"/>
                  </a:lnTo>
                  <a:lnTo>
                    <a:pt x="11817" y="100298"/>
                  </a:lnTo>
                  <a:lnTo>
                    <a:pt x="9941" y="105245"/>
                  </a:lnTo>
                  <a:lnTo>
                    <a:pt x="8223" y="110248"/>
                  </a:lnTo>
                  <a:lnTo>
                    <a:pt x="6664" y="115304"/>
                  </a:lnTo>
                  <a:lnTo>
                    <a:pt x="5266" y="120406"/>
                  </a:lnTo>
                  <a:lnTo>
                    <a:pt x="4029" y="125550"/>
                  </a:lnTo>
                  <a:lnTo>
                    <a:pt x="2957" y="130730"/>
                  </a:lnTo>
                  <a:lnTo>
                    <a:pt x="2048" y="135942"/>
                  </a:lnTo>
                  <a:lnTo>
                    <a:pt x="1305" y="141180"/>
                  </a:lnTo>
                  <a:lnTo>
                    <a:pt x="728" y="146439"/>
                  </a:lnTo>
                  <a:lnTo>
                    <a:pt x="318" y="151713"/>
                  </a:lnTo>
                  <a:lnTo>
                    <a:pt x="75" y="156998"/>
                  </a:lnTo>
                  <a:lnTo>
                    <a:pt x="0" y="162288"/>
                  </a:lnTo>
                  <a:lnTo>
                    <a:pt x="91" y="167578"/>
                  </a:lnTo>
                  <a:lnTo>
                    <a:pt x="350" y="172862"/>
                  </a:lnTo>
                  <a:lnTo>
                    <a:pt x="776" y="178135"/>
                  </a:lnTo>
                  <a:lnTo>
                    <a:pt x="1369" y="183392"/>
                  </a:lnTo>
                  <a:lnTo>
                    <a:pt x="2128" y="188628"/>
                  </a:lnTo>
                  <a:lnTo>
                    <a:pt x="3052" y="193837"/>
                  </a:lnTo>
                  <a:lnTo>
                    <a:pt x="4141" y="199014"/>
                  </a:lnTo>
                  <a:lnTo>
                    <a:pt x="5392" y="204154"/>
                  </a:lnTo>
                  <a:lnTo>
                    <a:pt x="6806" y="209252"/>
                  </a:lnTo>
                  <a:lnTo>
                    <a:pt x="8381" y="214303"/>
                  </a:lnTo>
                  <a:lnTo>
                    <a:pt x="10114" y="219301"/>
                  </a:lnTo>
                  <a:lnTo>
                    <a:pt x="12005" y="224242"/>
                  </a:lnTo>
                  <a:lnTo>
                    <a:pt x="14051" y="229121"/>
                  </a:lnTo>
                  <a:lnTo>
                    <a:pt x="16250" y="233932"/>
                  </a:lnTo>
                  <a:lnTo>
                    <a:pt x="18601" y="238672"/>
                  </a:lnTo>
                  <a:lnTo>
                    <a:pt x="21100" y="243334"/>
                  </a:lnTo>
                  <a:lnTo>
                    <a:pt x="23746" y="247916"/>
                  </a:lnTo>
                  <a:lnTo>
                    <a:pt x="26536" y="252411"/>
                  </a:lnTo>
                  <a:lnTo>
                    <a:pt x="29466" y="256816"/>
                  </a:lnTo>
                  <a:lnTo>
                    <a:pt x="32534" y="261126"/>
                  </a:lnTo>
                  <a:lnTo>
                    <a:pt x="35737" y="265336"/>
                  </a:lnTo>
                  <a:lnTo>
                    <a:pt x="39071" y="269443"/>
                  </a:lnTo>
                  <a:lnTo>
                    <a:pt x="42534" y="273443"/>
                  </a:lnTo>
                  <a:lnTo>
                    <a:pt x="46122" y="277331"/>
                  </a:lnTo>
                  <a:lnTo>
                    <a:pt x="49831" y="281103"/>
                  </a:lnTo>
                  <a:lnTo>
                    <a:pt x="53658" y="284757"/>
                  </a:lnTo>
                  <a:lnTo>
                    <a:pt x="57598" y="288287"/>
                  </a:lnTo>
                  <a:lnTo>
                    <a:pt x="61648" y="291691"/>
                  </a:lnTo>
                  <a:lnTo>
                    <a:pt x="65803" y="294965"/>
                  </a:lnTo>
                  <a:lnTo>
                    <a:pt x="70060" y="298106"/>
                  </a:lnTo>
                  <a:lnTo>
                    <a:pt x="74415" y="301110"/>
                  </a:lnTo>
                  <a:lnTo>
                    <a:pt x="78862" y="303976"/>
                  </a:lnTo>
                  <a:lnTo>
                    <a:pt x="83398" y="306699"/>
                  </a:lnTo>
                  <a:lnTo>
                    <a:pt x="88017" y="309277"/>
                  </a:lnTo>
                  <a:lnTo>
                    <a:pt x="92716" y="311708"/>
                  </a:lnTo>
                  <a:lnTo>
                    <a:pt x="97489" y="313989"/>
                  </a:lnTo>
                  <a:lnTo>
                    <a:pt x="102333" y="316118"/>
                  </a:lnTo>
                  <a:lnTo>
                    <a:pt x="107241" y="318092"/>
                  </a:lnTo>
                  <a:lnTo>
                    <a:pt x="112209" y="319910"/>
                  </a:lnTo>
                  <a:lnTo>
                    <a:pt x="117232" y="321570"/>
                  </a:lnTo>
                  <a:lnTo>
                    <a:pt x="122305" y="323070"/>
                  </a:lnTo>
                  <a:lnTo>
                    <a:pt x="127424" y="324409"/>
                  </a:lnTo>
                  <a:lnTo>
                    <a:pt x="132582" y="325586"/>
                  </a:lnTo>
                  <a:lnTo>
                    <a:pt x="137774" y="326598"/>
                  </a:lnTo>
                  <a:lnTo>
                    <a:pt x="142996" y="327446"/>
                  </a:lnTo>
                  <a:lnTo>
                    <a:pt x="148242" y="328128"/>
                  </a:lnTo>
                  <a:lnTo>
                    <a:pt x="153508" y="328643"/>
                  </a:lnTo>
                  <a:lnTo>
                    <a:pt x="158787" y="328992"/>
                  </a:lnTo>
                  <a:lnTo>
                    <a:pt x="164074" y="329174"/>
                  </a:lnTo>
                  <a:lnTo>
                    <a:pt x="169364" y="329188"/>
                  </a:lnTo>
                  <a:lnTo>
                    <a:pt x="174652" y="329035"/>
                  </a:lnTo>
                  <a:lnTo>
                    <a:pt x="179933" y="328714"/>
                  </a:lnTo>
                  <a:lnTo>
                    <a:pt x="185201" y="328227"/>
                  </a:lnTo>
                  <a:lnTo>
                    <a:pt x="190451" y="327573"/>
                  </a:lnTo>
                  <a:lnTo>
                    <a:pt x="195677" y="326753"/>
                  </a:lnTo>
                  <a:lnTo>
                    <a:pt x="200875" y="325769"/>
                  </a:lnTo>
                  <a:lnTo>
                    <a:pt x="206039" y="324620"/>
                  </a:lnTo>
                  <a:lnTo>
                    <a:pt x="211165" y="323308"/>
                  </a:lnTo>
                  <a:lnTo>
                    <a:pt x="216246" y="321835"/>
                  </a:lnTo>
                  <a:lnTo>
                    <a:pt x="221278" y="320202"/>
                  </a:lnTo>
                  <a:lnTo>
                    <a:pt x="226256" y="318411"/>
                  </a:lnTo>
                  <a:lnTo>
                    <a:pt x="231174" y="316463"/>
                  </a:lnTo>
                  <a:lnTo>
                    <a:pt x="236029" y="314360"/>
                  </a:lnTo>
                  <a:lnTo>
                    <a:pt x="240815" y="312105"/>
                  </a:lnTo>
                  <a:lnTo>
                    <a:pt x="245526" y="309699"/>
                  </a:lnTo>
                  <a:lnTo>
                    <a:pt x="250160" y="307146"/>
                  </a:lnTo>
                  <a:lnTo>
                    <a:pt x="254710" y="304447"/>
                  </a:lnTo>
                  <a:lnTo>
                    <a:pt x="259172" y="301605"/>
                  </a:lnTo>
                  <a:lnTo>
                    <a:pt x="263543" y="298624"/>
                  </a:lnTo>
                  <a:lnTo>
                    <a:pt x="267817" y="295506"/>
                  </a:lnTo>
                  <a:lnTo>
                    <a:pt x="271990" y="292254"/>
                  </a:lnTo>
                  <a:lnTo>
                    <a:pt x="276058" y="288872"/>
                  </a:lnTo>
                  <a:lnTo>
                    <a:pt x="280017" y="285363"/>
                  </a:lnTo>
                  <a:lnTo>
                    <a:pt x="283863" y="281730"/>
                  </a:lnTo>
                  <a:lnTo>
                    <a:pt x="287592" y="277978"/>
                  </a:lnTo>
                  <a:lnTo>
                    <a:pt x="291200" y="274109"/>
                  </a:lnTo>
                  <a:lnTo>
                    <a:pt x="294685" y="270128"/>
                  </a:lnTo>
                  <a:lnTo>
                    <a:pt x="298041" y="266039"/>
                  </a:lnTo>
                  <a:lnTo>
                    <a:pt x="301267" y="261845"/>
                  </a:lnTo>
                  <a:lnTo>
                    <a:pt x="304358" y="257552"/>
                  </a:lnTo>
                  <a:lnTo>
                    <a:pt x="307312" y="253163"/>
                  </a:lnTo>
                  <a:lnTo>
                    <a:pt x="310125" y="248683"/>
                  </a:lnTo>
                  <a:lnTo>
                    <a:pt x="312795" y="244116"/>
                  </a:lnTo>
                  <a:lnTo>
                    <a:pt x="315320" y="239466"/>
                  </a:lnTo>
                  <a:lnTo>
                    <a:pt x="317696" y="234740"/>
                  </a:lnTo>
                  <a:lnTo>
                    <a:pt x="319921" y="229940"/>
                  </a:lnTo>
                  <a:lnTo>
                    <a:pt x="321993" y="225072"/>
                  </a:lnTo>
                  <a:lnTo>
                    <a:pt x="323910" y="220142"/>
                  </a:lnTo>
                  <a:lnTo>
                    <a:pt x="325671" y="215153"/>
                  </a:lnTo>
                  <a:lnTo>
                    <a:pt x="327272" y="210110"/>
                  </a:lnTo>
                  <a:lnTo>
                    <a:pt x="328713" y="205020"/>
                  </a:lnTo>
                  <a:lnTo>
                    <a:pt x="329992" y="199887"/>
                  </a:lnTo>
                  <a:lnTo>
                    <a:pt x="331109" y="194715"/>
                  </a:lnTo>
                  <a:lnTo>
                    <a:pt x="332061" y="189511"/>
                  </a:lnTo>
                  <a:lnTo>
                    <a:pt x="332848" y="184280"/>
                  </a:lnTo>
                  <a:lnTo>
                    <a:pt x="333468" y="179026"/>
                  </a:lnTo>
                  <a:lnTo>
                    <a:pt x="333923" y="173755"/>
                  </a:lnTo>
                  <a:lnTo>
                    <a:pt x="334210" y="168473"/>
                  </a:lnTo>
                  <a:lnTo>
                    <a:pt x="334330" y="163183"/>
                  </a:lnTo>
                  <a:lnTo>
                    <a:pt x="334283" y="157893"/>
                  </a:lnTo>
                  <a:lnTo>
                    <a:pt x="334068" y="152607"/>
                  </a:lnTo>
                  <a:lnTo>
                    <a:pt x="333686" y="147331"/>
                  </a:lnTo>
                  <a:lnTo>
                    <a:pt x="333138" y="142069"/>
                  </a:lnTo>
                  <a:lnTo>
                    <a:pt x="332423" y="136827"/>
                  </a:lnTo>
                  <a:lnTo>
                    <a:pt x="331542" y="131610"/>
                  </a:lnTo>
                  <a:lnTo>
                    <a:pt x="330497" y="126424"/>
                  </a:lnTo>
                  <a:lnTo>
                    <a:pt x="329289" y="121274"/>
                  </a:lnTo>
                  <a:lnTo>
                    <a:pt x="327918" y="116164"/>
                  </a:lnTo>
                  <a:lnTo>
                    <a:pt x="326386" y="111100"/>
                  </a:lnTo>
                  <a:lnTo>
                    <a:pt x="324694" y="106088"/>
                  </a:lnTo>
                  <a:lnTo>
                    <a:pt x="322845" y="101131"/>
                  </a:lnTo>
                  <a:lnTo>
                    <a:pt x="320840" y="96235"/>
                  </a:lnTo>
                  <a:lnTo>
                    <a:pt x="318681" y="91406"/>
                  </a:lnTo>
                  <a:lnTo>
                    <a:pt x="316370" y="86647"/>
                  </a:lnTo>
                  <a:lnTo>
                    <a:pt x="313909" y="81963"/>
                  </a:lnTo>
                  <a:lnTo>
                    <a:pt x="311302" y="77360"/>
                  </a:lnTo>
                  <a:lnTo>
                    <a:pt x="308551" y="72841"/>
                  </a:lnTo>
                  <a:lnTo>
                    <a:pt x="305657" y="68412"/>
                  </a:lnTo>
                  <a:lnTo>
                    <a:pt x="302626" y="64077"/>
                  </a:lnTo>
                  <a:lnTo>
                    <a:pt x="299458" y="59839"/>
                  </a:lnTo>
                  <a:lnTo>
                    <a:pt x="296158" y="55704"/>
                  </a:lnTo>
                  <a:lnTo>
                    <a:pt x="292729" y="51676"/>
                  </a:lnTo>
                  <a:lnTo>
                    <a:pt x="289174" y="47758"/>
                  </a:lnTo>
                  <a:lnTo>
                    <a:pt x="285497" y="43954"/>
                  </a:lnTo>
                  <a:lnTo>
                    <a:pt x="281701" y="40269"/>
                  </a:lnTo>
                  <a:lnTo>
                    <a:pt x="277790" y="36706"/>
                  </a:lnTo>
                  <a:lnTo>
                    <a:pt x="273769" y="33268"/>
                  </a:lnTo>
                  <a:lnTo>
                    <a:pt x="269641" y="29959"/>
                  </a:lnTo>
                  <a:lnTo>
                    <a:pt x="265411" y="26783"/>
                  </a:lnTo>
                  <a:lnTo>
                    <a:pt x="261082" y="23742"/>
                  </a:lnTo>
                  <a:lnTo>
                    <a:pt x="256658" y="20839"/>
                  </a:lnTo>
                  <a:lnTo>
                    <a:pt x="252146" y="18078"/>
                  </a:lnTo>
                  <a:lnTo>
                    <a:pt x="247548" y="15461"/>
                  </a:lnTo>
                  <a:lnTo>
                    <a:pt x="242870" y="12991"/>
                  </a:lnTo>
                  <a:lnTo>
                    <a:pt x="238115" y="10670"/>
                  </a:lnTo>
                  <a:lnTo>
                    <a:pt x="233290" y="8501"/>
                  </a:lnTo>
                  <a:lnTo>
                    <a:pt x="228399" y="6486"/>
                  </a:lnTo>
                  <a:lnTo>
                    <a:pt x="223446" y="4626"/>
                  </a:lnTo>
                  <a:lnTo>
                    <a:pt x="218437" y="2924"/>
                  </a:lnTo>
                  <a:lnTo>
                    <a:pt x="213376" y="1381"/>
                  </a:lnTo>
                  <a:lnTo>
                    <a:pt x="208270" y="0"/>
                  </a:lnTo>
                  <a:lnTo>
                    <a:pt x="167167" y="1620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23544" y="941493"/>
              <a:ext cx="41102" cy="167167"/>
            </a:xfrm>
            <a:custGeom>
              <a:avLst/>
              <a:pathLst>
                <a:path w="41102" h="167167">
                  <a:moveTo>
                    <a:pt x="41102" y="5131"/>
                  </a:moveTo>
                  <a:lnTo>
                    <a:pt x="34360" y="3569"/>
                  </a:lnTo>
                  <a:lnTo>
                    <a:pt x="27559" y="2287"/>
                  </a:lnTo>
                  <a:lnTo>
                    <a:pt x="20711" y="1287"/>
                  </a:lnTo>
                  <a:lnTo>
                    <a:pt x="13827" y="572"/>
                  </a:lnTo>
                  <a:lnTo>
                    <a:pt x="6919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52123" y="941493"/>
              <a:ext cx="34092" cy="167167"/>
            </a:xfrm>
            <a:custGeom>
              <a:avLst/>
              <a:pathLst>
                <a:path w="34092" h="167167">
                  <a:moveTo>
                    <a:pt x="34092" y="0"/>
                  </a:moveTo>
                  <a:lnTo>
                    <a:pt x="27227" y="141"/>
                  </a:lnTo>
                  <a:lnTo>
                    <a:pt x="20374" y="563"/>
                  </a:lnTo>
                  <a:lnTo>
                    <a:pt x="13544" y="1267"/>
                  </a:lnTo>
                  <a:lnTo>
                    <a:pt x="6749" y="2251"/>
                  </a:lnTo>
                  <a:lnTo>
                    <a:pt x="0" y="3513"/>
                  </a:lnTo>
                  <a:lnTo>
                    <a:pt x="3409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52123" y="945006"/>
              <a:ext cx="34092" cy="163654"/>
            </a:xfrm>
            <a:custGeom>
              <a:avLst/>
              <a:pathLst>
                <a:path w="34092" h="163654">
                  <a:moveTo>
                    <a:pt x="0" y="0"/>
                  </a:moveTo>
                  <a:lnTo>
                    <a:pt x="34092" y="1636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048" y="945006"/>
              <a:ext cx="175558" cy="330806"/>
            </a:xfrm>
            <a:custGeom>
              <a:avLst/>
              <a:pathLst>
                <a:path w="175558" h="330806">
                  <a:moveTo>
                    <a:pt x="133074" y="0"/>
                  </a:moveTo>
                  <a:lnTo>
                    <a:pt x="127893" y="1165"/>
                  </a:lnTo>
                  <a:lnTo>
                    <a:pt x="122751" y="2495"/>
                  </a:lnTo>
                  <a:lnTo>
                    <a:pt x="117654" y="3987"/>
                  </a:lnTo>
                  <a:lnTo>
                    <a:pt x="112608" y="5640"/>
                  </a:lnTo>
                  <a:lnTo>
                    <a:pt x="107616" y="7453"/>
                  </a:lnTo>
                  <a:lnTo>
                    <a:pt x="102684" y="9423"/>
                  </a:lnTo>
                  <a:lnTo>
                    <a:pt x="97818" y="11550"/>
                  </a:lnTo>
                  <a:lnTo>
                    <a:pt x="93021" y="13829"/>
                  </a:lnTo>
                  <a:lnTo>
                    <a:pt x="88299" y="16260"/>
                  </a:lnTo>
                  <a:lnTo>
                    <a:pt x="83657" y="18840"/>
                  </a:lnTo>
                  <a:lnTo>
                    <a:pt x="79099" y="21565"/>
                  </a:lnTo>
                  <a:lnTo>
                    <a:pt x="74630" y="24435"/>
                  </a:lnTo>
                  <a:lnTo>
                    <a:pt x="70254" y="27444"/>
                  </a:lnTo>
                  <a:lnTo>
                    <a:pt x="65977" y="30592"/>
                  </a:lnTo>
                  <a:lnTo>
                    <a:pt x="61801" y="33873"/>
                  </a:lnTo>
                  <a:lnTo>
                    <a:pt x="57732" y="37285"/>
                  </a:lnTo>
                  <a:lnTo>
                    <a:pt x="53773" y="40825"/>
                  </a:lnTo>
                  <a:lnTo>
                    <a:pt x="49928" y="44489"/>
                  </a:lnTo>
                  <a:lnTo>
                    <a:pt x="46202" y="48274"/>
                  </a:lnTo>
                  <a:lnTo>
                    <a:pt x="42598" y="52174"/>
                  </a:lnTo>
                  <a:lnTo>
                    <a:pt x="39120" y="56188"/>
                  </a:lnTo>
                  <a:lnTo>
                    <a:pt x="35771" y="60309"/>
                  </a:lnTo>
                  <a:lnTo>
                    <a:pt x="32555" y="64535"/>
                  </a:lnTo>
                  <a:lnTo>
                    <a:pt x="29474" y="68861"/>
                  </a:lnTo>
                  <a:lnTo>
                    <a:pt x="26532" y="73283"/>
                  </a:lnTo>
                  <a:lnTo>
                    <a:pt x="23733" y="77796"/>
                  </a:lnTo>
                  <a:lnTo>
                    <a:pt x="21078" y="82395"/>
                  </a:lnTo>
                  <a:lnTo>
                    <a:pt x="18570" y="87077"/>
                  </a:lnTo>
                  <a:lnTo>
                    <a:pt x="16213" y="91836"/>
                  </a:lnTo>
                  <a:lnTo>
                    <a:pt x="14008" y="96667"/>
                  </a:lnTo>
                  <a:lnTo>
                    <a:pt x="11957" y="101566"/>
                  </a:lnTo>
                  <a:lnTo>
                    <a:pt x="10063" y="106527"/>
                  </a:lnTo>
                  <a:lnTo>
                    <a:pt x="8328" y="111547"/>
                  </a:lnTo>
                  <a:lnTo>
                    <a:pt x="6753" y="116619"/>
                  </a:lnTo>
                  <a:lnTo>
                    <a:pt x="5340" y="121738"/>
                  </a:lnTo>
                  <a:lnTo>
                    <a:pt x="4090" y="126899"/>
                  </a:lnTo>
                  <a:lnTo>
                    <a:pt x="3005" y="132098"/>
                  </a:lnTo>
                  <a:lnTo>
                    <a:pt x="2085" y="137329"/>
                  </a:lnTo>
                  <a:lnTo>
                    <a:pt x="1332" y="142586"/>
                  </a:lnTo>
                  <a:lnTo>
                    <a:pt x="747" y="147864"/>
                  </a:lnTo>
                  <a:lnTo>
                    <a:pt x="329" y="153159"/>
                  </a:lnTo>
                  <a:lnTo>
                    <a:pt x="80" y="158463"/>
                  </a:lnTo>
                  <a:lnTo>
                    <a:pt x="0" y="163774"/>
                  </a:lnTo>
                  <a:lnTo>
                    <a:pt x="88" y="169084"/>
                  </a:lnTo>
                  <a:lnTo>
                    <a:pt x="344" y="174388"/>
                  </a:lnTo>
                  <a:lnTo>
                    <a:pt x="770" y="179682"/>
                  </a:lnTo>
                  <a:lnTo>
                    <a:pt x="1363" y="184959"/>
                  </a:lnTo>
                  <a:lnTo>
                    <a:pt x="2123" y="190215"/>
                  </a:lnTo>
                  <a:lnTo>
                    <a:pt x="3050" y="195445"/>
                  </a:lnTo>
                  <a:lnTo>
                    <a:pt x="4143" y="200642"/>
                  </a:lnTo>
                  <a:lnTo>
                    <a:pt x="5400" y="205802"/>
                  </a:lnTo>
                  <a:lnTo>
                    <a:pt x="6821" y="210919"/>
                  </a:lnTo>
                  <a:lnTo>
                    <a:pt x="8403" y="215989"/>
                  </a:lnTo>
                  <a:lnTo>
                    <a:pt x="10145" y="221005"/>
                  </a:lnTo>
                  <a:lnTo>
                    <a:pt x="12046" y="225964"/>
                  </a:lnTo>
                  <a:lnTo>
                    <a:pt x="14104" y="230860"/>
                  </a:lnTo>
                  <a:lnTo>
                    <a:pt x="16316" y="235688"/>
                  </a:lnTo>
                  <a:lnTo>
                    <a:pt x="18680" y="240444"/>
                  </a:lnTo>
                  <a:lnTo>
                    <a:pt x="21195" y="245122"/>
                  </a:lnTo>
                  <a:lnTo>
                    <a:pt x="23856" y="249717"/>
                  </a:lnTo>
                  <a:lnTo>
                    <a:pt x="26662" y="254226"/>
                  </a:lnTo>
                  <a:lnTo>
                    <a:pt x="29610" y="258644"/>
                  </a:lnTo>
                  <a:lnTo>
                    <a:pt x="32697" y="262965"/>
                  </a:lnTo>
                  <a:lnTo>
                    <a:pt x="35920" y="267187"/>
                  </a:lnTo>
                  <a:lnTo>
                    <a:pt x="39275" y="271303"/>
                  </a:lnTo>
                  <a:lnTo>
                    <a:pt x="42759" y="275312"/>
                  </a:lnTo>
                  <a:lnTo>
                    <a:pt x="46368" y="279207"/>
                  </a:lnTo>
                  <a:lnTo>
                    <a:pt x="50100" y="282986"/>
                  </a:lnTo>
                  <a:lnTo>
                    <a:pt x="53949" y="286644"/>
                  </a:lnTo>
                  <a:lnTo>
                    <a:pt x="57913" y="290179"/>
                  </a:lnTo>
                  <a:lnTo>
                    <a:pt x="61988" y="293585"/>
                  </a:lnTo>
                  <a:lnTo>
                    <a:pt x="66168" y="296861"/>
                  </a:lnTo>
                  <a:lnTo>
                    <a:pt x="70450" y="300002"/>
                  </a:lnTo>
                  <a:lnTo>
                    <a:pt x="74830" y="303005"/>
                  </a:lnTo>
                  <a:lnTo>
                    <a:pt x="79303" y="305868"/>
                  </a:lnTo>
                  <a:lnTo>
                    <a:pt x="83865" y="308587"/>
                  </a:lnTo>
                  <a:lnTo>
                    <a:pt x="88511" y="311160"/>
                  </a:lnTo>
                  <a:lnTo>
                    <a:pt x="93236" y="313584"/>
                  </a:lnTo>
                  <a:lnTo>
                    <a:pt x="98036" y="315857"/>
                  </a:lnTo>
                  <a:lnTo>
                    <a:pt x="102906" y="317976"/>
                  </a:lnTo>
                  <a:lnTo>
                    <a:pt x="107840" y="319939"/>
                  </a:lnTo>
                  <a:lnTo>
                    <a:pt x="112835" y="321745"/>
                  </a:lnTo>
                  <a:lnTo>
                    <a:pt x="117884" y="323391"/>
                  </a:lnTo>
                  <a:lnTo>
                    <a:pt x="122983" y="324876"/>
                  </a:lnTo>
                  <a:lnTo>
                    <a:pt x="128126" y="326198"/>
                  </a:lnTo>
                  <a:lnTo>
                    <a:pt x="133309" y="327356"/>
                  </a:lnTo>
                  <a:lnTo>
                    <a:pt x="138526" y="328349"/>
                  </a:lnTo>
                  <a:lnTo>
                    <a:pt x="143772" y="329176"/>
                  </a:lnTo>
                  <a:lnTo>
                    <a:pt x="149042" y="329836"/>
                  </a:lnTo>
                  <a:lnTo>
                    <a:pt x="154330" y="330327"/>
                  </a:lnTo>
                  <a:lnTo>
                    <a:pt x="159631" y="330651"/>
                  </a:lnTo>
                  <a:lnTo>
                    <a:pt x="164939" y="330806"/>
                  </a:lnTo>
                  <a:lnTo>
                    <a:pt x="170250" y="330793"/>
                  </a:lnTo>
                  <a:lnTo>
                    <a:pt x="175558" y="330610"/>
                  </a:lnTo>
                  <a:lnTo>
                    <a:pt x="167167" y="1636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86215" y="941493"/>
              <a:ext cx="167160" cy="334124"/>
            </a:xfrm>
            <a:custGeom>
              <a:avLst/>
              <a:pathLst>
                <a:path w="167160" h="334124">
                  <a:moveTo>
                    <a:pt x="8390" y="334124"/>
                  </a:moveTo>
                  <a:lnTo>
                    <a:pt x="13706" y="333772"/>
                  </a:lnTo>
                  <a:lnTo>
                    <a:pt x="19008" y="333250"/>
                  </a:lnTo>
                  <a:lnTo>
                    <a:pt x="24290" y="332560"/>
                  </a:lnTo>
                  <a:lnTo>
                    <a:pt x="29548" y="331702"/>
                  </a:lnTo>
                  <a:lnTo>
                    <a:pt x="34776" y="330677"/>
                  </a:lnTo>
                  <a:lnTo>
                    <a:pt x="39969" y="329486"/>
                  </a:lnTo>
                  <a:lnTo>
                    <a:pt x="45121" y="328130"/>
                  </a:lnTo>
                  <a:lnTo>
                    <a:pt x="50227" y="326610"/>
                  </a:lnTo>
                  <a:lnTo>
                    <a:pt x="55282" y="324929"/>
                  </a:lnTo>
                  <a:lnTo>
                    <a:pt x="60281" y="323087"/>
                  </a:lnTo>
                  <a:lnTo>
                    <a:pt x="65218" y="321087"/>
                  </a:lnTo>
                  <a:lnTo>
                    <a:pt x="70090" y="318931"/>
                  </a:lnTo>
                  <a:lnTo>
                    <a:pt x="74890" y="316620"/>
                  </a:lnTo>
                  <a:lnTo>
                    <a:pt x="79614" y="314158"/>
                  </a:lnTo>
                  <a:lnTo>
                    <a:pt x="84258" y="311547"/>
                  </a:lnTo>
                  <a:lnTo>
                    <a:pt x="88815" y="308789"/>
                  </a:lnTo>
                  <a:lnTo>
                    <a:pt x="93283" y="305887"/>
                  </a:lnTo>
                  <a:lnTo>
                    <a:pt x="97656" y="302844"/>
                  </a:lnTo>
                  <a:lnTo>
                    <a:pt x="101930" y="299663"/>
                  </a:lnTo>
                  <a:lnTo>
                    <a:pt x="106100" y="296348"/>
                  </a:lnTo>
                  <a:lnTo>
                    <a:pt x="110162" y="292901"/>
                  </a:lnTo>
                  <a:lnTo>
                    <a:pt x="114113" y="289327"/>
                  </a:lnTo>
                  <a:lnTo>
                    <a:pt x="117947" y="285629"/>
                  </a:lnTo>
                  <a:lnTo>
                    <a:pt x="121662" y="281811"/>
                  </a:lnTo>
                  <a:lnTo>
                    <a:pt x="125253" y="277876"/>
                  </a:lnTo>
                  <a:lnTo>
                    <a:pt x="128717" y="273828"/>
                  </a:lnTo>
                  <a:lnTo>
                    <a:pt x="132051" y="269673"/>
                  </a:lnTo>
                  <a:lnTo>
                    <a:pt x="135250" y="265413"/>
                  </a:lnTo>
                  <a:lnTo>
                    <a:pt x="138312" y="261053"/>
                  </a:lnTo>
                  <a:lnTo>
                    <a:pt x="141233" y="256598"/>
                  </a:lnTo>
                  <a:lnTo>
                    <a:pt x="144011" y="252052"/>
                  </a:lnTo>
                  <a:lnTo>
                    <a:pt x="146643" y="247421"/>
                  </a:lnTo>
                  <a:lnTo>
                    <a:pt x="149126" y="242707"/>
                  </a:lnTo>
                  <a:lnTo>
                    <a:pt x="151457" y="237917"/>
                  </a:lnTo>
                  <a:lnTo>
                    <a:pt x="153635" y="233055"/>
                  </a:lnTo>
                  <a:lnTo>
                    <a:pt x="155656" y="228126"/>
                  </a:lnTo>
                  <a:lnTo>
                    <a:pt x="157519" y="223135"/>
                  </a:lnTo>
                  <a:lnTo>
                    <a:pt x="159223" y="218087"/>
                  </a:lnTo>
                  <a:lnTo>
                    <a:pt x="160765" y="212988"/>
                  </a:lnTo>
                  <a:lnTo>
                    <a:pt x="162143" y="207842"/>
                  </a:lnTo>
                  <a:lnTo>
                    <a:pt x="163357" y="202655"/>
                  </a:lnTo>
                  <a:lnTo>
                    <a:pt x="164405" y="197431"/>
                  </a:lnTo>
                  <a:lnTo>
                    <a:pt x="165285" y="192177"/>
                  </a:lnTo>
                  <a:lnTo>
                    <a:pt x="165998" y="186898"/>
                  </a:lnTo>
                  <a:lnTo>
                    <a:pt x="166543" y="181598"/>
                  </a:lnTo>
                  <a:lnTo>
                    <a:pt x="166918" y="176284"/>
                  </a:lnTo>
                  <a:lnTo>
                    <a:pt x="167124" y="170961"/>
                  </a:lnTo>
                  <a:lnTo>
                    <a:pt x="167160" y="165634"/>
                  </a:lnTo>
                  <a:lnTo>
                    <a:pt x="167026" y="160308"/>
                  </a:lnTo>
                  <a:lnTo>
                    <a:pt x="166723" y="154989"/>
                  </a:lnTo>
                  <a:lnTo>
                    <a:pt x="166250" y="149683"/>
                  </a:lnTo>
                  <a:lnTo>
                    <a:pt x="165609" y="144394"/>
                  </a:lnTo>
                  <a:lnTo>
                    <a:pt x="164799" y="139129"/>
                  </a:lnTo>
                  <a:lnTo>
                    <a:pt x="163822" y="133892"/>
                  </a:lnTo>
                  <a:lnTo>
                    <a:pt x="162678" y="128688"/>
                  </a:lnTo>
                  <a:lnTo>
                    <a:pt x="161369" y="123524"/>
                  </a:lnTo>
                  <a:lnTo>
                    <a:pt x="159897" y="118404"/>
                  </a:lnTo>
                  <a:lnTo>
                    <a:pt x="158262" y="113334"/>
                  </a:lnTo>
                  <a:lnTo>
                    <a:pt x="156466" y="108319"/>
                  </a:lnTo>
                  <a:lnTo>
                    <a:pt x="154512" y="103363"/>
                  </a:lnTo>
                  <a:lnTo>
                    <a:pt x="152400" y="98472"/>
                  </a:lnTo>
                  <a:lnTo>
                    <a:pt x="150134" y="93650"/>
                  </a:lnTo>
                  <a:lnTo>
                    <a:pt x="147715" y="88904"/>
                  </a:lnTo>
                  <a:lnTo>
                    <a:pt x="145146" y="84237"/>
                  </a:lnTo>
                  <a:lnTo>
                    <a:pt x="142430" y="79654"/>
                  </a:lnTo>
                  <a:lnTo>
                    <a:pt x="139569" y="75160"/>
                  </a:lnTo>
                  <a:lnTo>
                    <a:pt x="136566" y="70759"/>
                  </a:lnTo>
                  <a:lnTo>
                    <a:pt x="133425" y="66456"/>
                  </a:lnTo>
                  <a:lnTo>
                    <a:pt x="130148" y="62256"/>
                  </a:lnTo>
                  <a:lnTo>
                    <a:pt x="126739" y="58162"/>
                  </a:lnTo>
                  <a:lnTo>
                    <a:pt x="123201" y="54179"/>
                  </a:lnTo>
                  <a:lnTo>
                    <a:pt x="119539" y="50311"/>
                  </a:lnTo>
                  <a:lnTo>
                    <a:pt x="115754" y="46561"/>
                  </a:lnTo>
                  <a:lnTo>
                    <a:pt x="111852" y="42934"/>
                  </a:lnTo>
                  <a:lnTo>
                    <a:pt x="107837" y="39433"/>
                  </a:lnTo>
                  <a:lnTo>
                    <a:pt x="103712" y="36061"/>
                  </a:lnTo>
                  <a:lnTo>
                    <a:pt x="99482" y="32823"/>
                  </a:lnTo>
                  <a:lnTo>
                    <a:pt x="95151" y="29722"/>
                  </a:lnTo>
                  <a:lnTo>
                    <a:pt x="90723" y="26759"/>
                  </a:lnTo>
                  <a:lnTo>
                    <a:pt x="86202" y="23940"/>
                  </a:lnTo>
                  <a:lnTo>
                    <a:pt x="81595" y="21266"/>
                  </a:lnTo>
                  <a:lnTo>
                    <a:pt x="76904" y="18740"/>
                  </a:lnTo>
                  <a:lnTo>
                    <a:pt x="72136" y="16365"/>
                  </a:lnTo>
                  <a:lnTo>
                    <a:pt x="67294" y="14143"/>
                  </a:lnTo>
                  <a:lnTo>
                    <a:pt x="62384" y="12076"/>
                  </a:lnTo>
                  <a:lnTo>
                    <a:pt x="57410" y="10167"/>
                  </a:lnTo>
                  <a:lnTo>
                    <a:pt x="52378" y="8417"/>
                  </a:lnTo>
                  <a:lnTo>
                    <a:pt x="47293" y="6829"/>
                  </a:lnTo>
                  <a:lnTo>
                    <a:pt x="42160" y="5403"/>
                  </a:lnTo>
                  <a:lnTo>
                    <a:pt x="36984" y="4142"/>
                  </a:lnTo>
                  <a:lnTo>
                    <a:pt x="31771" y="3046"/>
                  </a:lnTo>
                  <a:lnTo>
                    <a:pt x="26525" y="2117"/>
                  </a:lnTo>
                  <a:lnTo>
                    <a:pt x="21252" y="1356"/>
                  </a:lnTo>
                  <a:lnTo>
                    <a:pt x="15958" y="763"/>
                  </a:lnTo>
                  <a:lnTo>
                    <a:pt x="10647" y="339"/>
                  </a:lnTo>
                  <a:lnTo>
                    <a:pt x="5326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965" y="1071028"/>
              <a:ext cx="166536" cy="167167"/>
            </a:xfrm>
            <a:custGeom>
              <a:avLst/>
              <a:pathLst>
                <a:path w="166536" h="167167">
                  <a:moveTo>
                    <a:pt x="166536" y="0"/>
                  </a:moveTo>
                  <a:lnTo>
                    <a:pt x="161144" y="86"/>
                  </a:lnTo>
                  <a:lnTo>
                    <a:pt x="155758" y="347"/>
                  </a:lnTo>
                  <a:lnTo>
                    <a:pt x="150384" y="782"/>
                  </a:lnTo>
                  <a:lnTo>
                    <a:pt x="145026" y="1389"/>
                  </a:lnTo>
                  <a:lnTo>
                    <a:pt x="139690" y="2169"/>
                  </a:lnTo>
                  <a:lnTo>
                    <a:pt x="134382" y="3121"/>
                  </a:lnTo>
                  <a:lnTo>
                    <a:pt x="129108" y="4243"/>
                  </a:lnTo>
                  <a:lnTo>
                    <a:pt x="123873" y="5535"/>
                  </a:lnTo>
                  <a:lnTo>
                    <a:pt x="118682" y="6995"/>
                  </a:lnTo>
                  <a:lnTo>
                    <a:pt x="113541" y="8622"/>
                  </a:lnTo>
                  <a:lnTo>
                    <a:pt x="108455" y="10414"/>
                  </a:lnTo>
                  <a:lnTo>
                    <a:pt x="103430" y="12368"/>
                  </a:lnTo>
                  <a:lnTo>
                    <a:pt x="98470" y="14484"/>
                  </a:lnTo>
                  <a:lnTo>
                    <a:pt x="93581" y="16759"/>
                  </a:lnTo>
                  <a:lnTo>
                    <a:pt x="88768" y="19190"/>
                  </a:lnTo>
                  <a:lnTo>
                    <a:pt x="84036" y="21776"/>
                  </a:lnTo>
                  <a:lnTo>
                    <a:pt x="79389" y="24512"/>
                  </a:lnTo>
                  <a:lnTo>
                    <a:pt x="74834" y="27397"/>
                  </a:lnTo>
                  <a:lnTo>
                    <a:pt x="70373" y="30427"/>
                  </a:lnTo>
                  <a:lnTo>
                    <a:pt x="66013" y="33600"/>
                  </a:lnTo>
                  <a:lnTo>
                    <a:pt x="61758" y="36912"/>
                  </a:lnTo>
                  <a:lnTo>
                    <a:pt x="57611" y="40359"/>
                  </a:lnTo>
                  <a:lnTo>
                    <a:pt x="53578" y="43938"/>
                  </a:lnTo>
                  <a:lnTo>
                    <a:pt x="49662" y="47645"/>
                  </a:lnTo>
                  <a:lnTo>
                    <a:pt x="45868" y="51477"/>
                  </a:lnTo>
                  <a:lnTo>
                    <a:pt x="42199" y="55429"/>
                  </a:lnTo>
                  <a:lnTo>
                    <a:pt x="38660" y="59497"/>
                  </a:lnTo>
                  <a:lnTo>
                    <a:pt x="35254" y="63677"/>
                  </a:lnTo>
                  <a:lnTo>
                    <a:pt x="31985" y="67965"/>
                  </a:lnTo>
                  <a:lnTo>
                    <a:pt x="28855" y="72357"/>
                  </a:lnTo>
                  <a:lnTo>
                    <a:pt x="25869" y="76847"/>
                  </a:lnTo>
                  <a:lnTo>
                    <a:pt x="23029" y="81430"/>
                  </a:lnTo>
                  <a:lnTo>
                    <a:pt x="20339" y="86103"/>
                  </a:lnTo>
                  <a:lnTo>
                    <a:pt x="17800" y="90861"/>
                  </a:lnTo>
                  <a:lnTo>
                    <a:pt x="15416" y="95698"/>
                  </a:lnTo>
                  <a:lnTo>
                    <a:pt x="13190" y="100609"/>
                  </a:lnTo>
                  <a:lnTo>
                    <a:pt x="11123" y="105589"/>
                  </a:lnTo>
                  <a:lnTo>
                    <a:pt x="9218" y="110634"/>
                  </a:lnTo>
                  <a:lnTo>
                    <a:pt x="7476" y="115737"/>
                  </a:lnTo>
                  <a:lnTo>
                    <a:pt x="5900" y="120894"/>
                  </a:lnTo>
                  <a:lnTo>
                    <a:pt x="4492" y="126099"/>
                  </a:lnTo>
                  <a:lnTo>
                    <a:pt x="3251" y="131347"/>
                  </a:lnTo>
                  <a:lnTo>
                    <a:pt x="2181" y="136632"/>
                  </a:lnTo>
                  <a:lnTo>
                    <a:pt x="1282" y="141948"/>
                  </a:lnTo>
                  <a:lnTo>
                    <a:pt x="554" y="147291"/>
                  </a:lnTo>
                  <a:lnTo>
                    <a:pt x="0" y="152655"/>
                  </a:lnTo>
                  <a:lnTo>
                    <a:pt x="16653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965" y="1223684"/>
              <a:ext cx="166536" cy="14511"/>
            </a:xfrm>
            <a:custGeom>
              <a:avLst/>
              <a:pathLst>
                <a:path w="166536" h="14511">
                  <a:moveTo>
                    <a:pt x="0" y="0"/>
                  </a:moveTo>
                  <a:lnTo>
                    <a:pt x="166536" y="145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39" y="1073505"/>
              <a:ext cx="334327" cy="331849"/>
            </a:xfrm>
            <a:custGeom>
              <a:avLst/>
              <a:pathLst>
                <a:path w="334327" h="331849">
                  <a:moveTo>
                    <a:pt x="625" y="150178"/>
                  </a:moveTo>
                  <a:lnTo>
                    <a:pt x="249" y="155462"/>
                  </a:lnTo>
                  <a:lnTo>
                    <a:pt x="40" y="160756"/>
                  </a:lnTo>
                  <a:lnTo>
                    <a:pt x="0" y="166053"/>
                  </a:lnTo>
                  <a:lnTo>
                    <a:pt x="127" y="171349"/>
                  </a:lnTo>
                  <a:lnTo>
                    <a:pt x="422" y="176638"/>
                  </a:lnTo>
                  <a:lnTo>
                    <a:pt x="884" y="181916"/>
                  </a:lnTo>
                  <a:lnTo>
                    <a:pt x="1513" y="187176"/>
                  </a:lnTo>
                  <a:lnTo>
                    <a:pt x="2309" y="192413"/>
                  </a:lnTo>
                  <a:lnTo>
                    <a:pt x="3270" y="197623"/>
                  </a:lnTo>
                  <a:lnTo>
                    <a:pt x="4396" y="202799"/>
                  </a:lnTo>
                  <a:lnTo>
                    <a:pt x="5685" y="207938"/>
                  </a:lnTo>
                  <a:lnTo>
                    <a:pt x="7137" y="213032"/>
                  </a:lnTo>
                  <a:lnTo>
                    <a:pt x="8749" y="218079"/>
                  </a:lnTo>
                  <a:lnTo>
                    <a:pt x="10520" y="223071"/>
                  </a:lnTo>
                  <a:lnTo>
                    <a:pt x="12448" y="228005"/>
                  </a:lnTo>
                  <a:lnTo>
                    <a:pt x="14532" y="232876"/>
                  </a:lnTo>
                  <a:lnTo>
                    <a:pt x="16770" y="237678"/>
                  </a:lnTo>
                  <a:lnTo>
                    <a:pt x="19158" y="242406"/>
                  </a:lnTo>
                  <a:lnTo>
                    <a:pt x="21695" y="247057"/>
                  </a:lnTo>
                  <a:lnTo>
                    <a:pt x="24378" y="251625"/>
                  </a:lnTo>
                  <a:lnTo>
                    <a:pt x="27204" y="256106"/>
                  </a:lnTo>
                  <a:lnTo>
                    <a:pt x="30171" y="260494"/>
                  </a:lnTo>
                  <a:lnTo>
                    <a:pt x="33275" y="264787"/>
                  </a:lnTo>
                  <a:lnTo>
                    <a:pt x="36514" y="268979"/>
                  </a:lnTo>
                  <a:lnTo>
                    <a:pt x="39884" y="273066"/>
                  </a:lnTo>
                  <a:lnTo>
                    <a:pt x="43382" y="277045"/>
                  </a:lnTo>
                  <a:lnTo>
                    <a:pt x="47004" y="280911"/>
                  </a:lnTo>
                  <a:lnTo>
                    <a:pt x="50747" y="284660"/>
                  </a:lnTo>
                  <a:lnTo>
                    <a:pt x="54607" y="288288"/>
                  </a:lnTo>
                  <a:lnTo>
                    <a:pt x="58580" y="291792"/>
                  </a:lnTo>
                  <a:lnTo>
                    <a:pt x="62662" y="295169"/>
                  </a:lnTo>
                  <a:lnTo>
                    <a:pt x="66849" y="298415"/>
                  </a:lnTo>
                  <a:lnTo>
                    <a:pt x="71136" y="301526"/>
                  </a:lnTo>
                  <a:lnTo>
                    <a:pt x="75520" y="304500"/>
                  </a:lnTo>
                  <a:lnTo>
                    <a:pt x="79996" y="307334"/>
                  </a:lnTo>
                  <a:lnTo>
                    <a:pt x="84560" y="310024"/>
                  </a:lnTo>
                  <a:lnTo>
                    <a:pt x="89207" y="312568"/>
                  </a:lnTo>
                  <a:lnTo>
                    <a:pt x="93931" y="314964"/>
                  </a:lnTo>
                  <a:lnTo>
                    <a:pt x="98730" y="317209"/>
                  </a:lnTo>
                  <a:lnTo>
                    <a:pt x="103597" y="319301"/>
                  </a:lnTo>
                  <a:lnTo>
                    <a:pt x="108528" y="321237"/>
                  </a:lnTo>
                  <a:lnTo>
                    <a:pt x="113518" y="323016"/>
                  </a:lnTo>
                  <a:lnTo>
                    <a:pt x="118561" y="324637"/>
                  </a:lnTo>
                  <a:lnTo>
                    <a:pt x="123654" y="326096"/>
                  </a:lnTo>
                  <a:lnTo>
                    <a:pt x="128790" y="327394"/>
                  </a:lnTo>
                  <a:lnTo>
                    <a:pt x="133965" y="328528"/>
                  </a:lnTo>
                  <a:lnTo>
                    <a:pt x="139173" y="329498"/>
                  </a:lnTo>
                  <a:lnTo>
                    <a:pt x="144409" y="330302"/>
                  </a:lnTo>
                  <a:lnTo>
                    <a:pt x="149668" y="330939"/>
                  </a:lnTo>
                  <a:lnTo>
                    <a:pt x="154945" y="331410"/>
                  </a:lnTo>
                  <a:lnTo>
                    <a:pt x="160233" y="331714"/>
                  </a:lnTo>
                  <a:lnTo>
                    <a:pt x="165529" y="331849"/>
                  </a:lnTo>
                  <a:lnTo>
                    <a:pt x="170827" y="331817"/>
                  </a:lnTo>
                  <a:lnTo>
                    <a:pt x="176120" y="331617"/>
                  </a:lnTo>
                  <a:lnTo>
                    <a:pt x="181405" y="331249"/>
                  </a:lnTo>
                  <a:lnTo>
                    <a:pt x="186676" y="330714"/>
                  </a:lnTo>
                  <a:lnTo>
                    <a:pt x="191927" y="330013"/>
                  </a:lnTo>
                  <a:lnTo>
                    <a:pt x="197153" y="329145"/>
                  </a:lnTo>
                  <a:lnTo>
                    <a:pt x="202348" y="328112"/>
                  </a:lnTo>
                  <a:lnTo>
                    <a:pt x="207509" y="326915"/>
                  </a:lnTo>
                  <a:lnTo>
                    <a:pt x="212629" y="325555"/>
                  </a:lnTo>
                  <a:lnTo>
                    <a:pt x="217703" y="324034"/>
                  </a:lnTo>
                  <a:lnTo>
                    <a:pt x="222727" y="322352"/>
                  </a:lnTo>
                  <a:lnTo>
                    <a:pt x="227695" y="320512"/>
                  </a:lnTo>
                  <a:lnTo>
                    <a:pt x="232602" y="318516"/>
                  </a:lnTo>
                  <a:lnTo>
                    <a:pt x="237443" y="316365"/>
                  </a:lnTo>
                  <a:lnTo>
                    <a:pt x="242214" y="314062"/>
                  </a:lnTo>
                  <a:lnTo>
                    <a:pt x="246909" y="311609"/>
                  </a:lnTo>
                  <a:lnTo>
                    <a:pt x="251524" y="309008"/>
                  </a:lnTo>
                  <a:lnTo>
                    <a:pt x="256055" y="306263"/>
                  </a:lnTo>
                  <a:lnTo>
                    <a:pt x="260496" y="303375"/>
                  </a:lnTo>
                  <a:lnTo>
                    <a:pt x="264844" y="300348"/>
                  </a:lnTo>
                  <a:lnTo>
                    <a:pt x="269093" y="297185"/>
                  </a:lnTo>
                  <a:lnTo>
                    <a:pt x="273240" y="293888"/>
                  </a:lnTo>
                  <a:lnTo>
                    <a:pt x="277281" y="290462"/>
                  </a:lnTo>
                  <a:lnTo>
                    <a:pt x="281211" y="286910"/>
                  </a:lnTo>
                  <a:lnTo>
                    <a:pt x="285026" y="283235"/>
                  </a:lnTo>
                  <a:lnTo>
                    <a:pt x="288723" y="279440"/>
                  </a:lnTo>
                  <a:lnTo>
                    <a:pt x="292298" y="275531"/>
                  </a:lnTo>
                  <a:lnTo>
                    <a:pt x="295747" y="271510"/>
                  </a:lnTo>
                  <a:lnTo>
                    <a:pt x="299067" y="267382"/>
                  </a:lnTo>
                  <a:lnTo>
                    <a:pt x="302255" y="263151"/>
                  </a:lnTo>
                  <a:lnTo>
                    <a:pt x="305307" y="258821"/>
                  </a:lnTo>
                  <a:lnTo>
                    <a:pt x="308220" y="254396"/>
                  </a:lnTo>
                  <a:lnTo>
                    <a:pt x="310992" y="249882"/>
                  </a:lnTo>
                  <a:lnTo>
                    <a:pt x="313619" y="245282"/>
                  </a:lnTo>
                  <a:lnTo>
                    <a:pt x="316099" y="240600"/>
                  </a:lnTo>
                  <a:lnTo>
                    <a:pt x="318430" y="235843"/>
                  </a:lnTo>
                  <a:lnTo>
                    <a:pt x="320609" y="231014"/>
                  </a:lnTo>
                  <a:lnTo>
                    <a:pt x="322633" y="226119"/>
                  </a:lnTo>
                  <a:lnTo>
                    <a:pt x="324501" y="221162"/>
                  </a:lnTo>
                  <a:lnTo>
                    <a:pt x="326212" y="216148"/>
                  </a:lnTo>
                  <a:lnTo>
                    <a:pt x="327762" y="211082"/>
                  </a:lnTo>
                  <a:lnTo>
                    <a:pt x="329152" y="205970"/>
                  </a:lnTo>
                  <a:lnTo>
                    <a:pt x="330378" y="200817"/>
                  </a:lnTo>
                  <a:lnTo>
                    <a:pt x="331441" y="195627"/>
                  </a:lnTo>
                  <a:lnTo>
                    <a:pt x="332339" y="190406"/>
                  </a:lnTo>
                  <a:lnTo>
                    <a:pt x="333071" y="185159"/>
                  </a:lnTo>
                  <a:lnTo>
                    <a:pt x="333636" y="179892"/>
                  </a:lnTo>
                  <a:lnTo>
                    <a:pt x="334034" y="174609"/>
                  </a:lnTo>
                  <a:lnTo>
                    <a:pt x="334265" y="169317"/>
                  </a:lnTo>
                  <a:lnTo>
                    <a:pt x="334327" y="164020"/>
                  </a:lnTo>
                  <a:lnTo>
                    <a:pt x="334222" y="158723"/>
                  </a:lnTo>
                  <a:lnTo>
                    <a:pt x="333949" y="153433"/>
                  </a:lnTo>
                  <a:lnTo>
                    <a:pt x="333509" y="148153"/>
                  </a:lnTo>
                  <a:lnTo>
                    <a:pt x="332901" y="142891"/>
                  </a:lnTo>
                  <a:lnTo>
                    <a:pt x="332127" y="137650"/>
                  </a:lnTo>
                  <a:lnTo>
                    <a:pt x="331188" y="132436"/>
                  </a:lnTo>
                  <a:lnTo>
                    <a:pt x="330083" y="127255"/>
                  </a:lnTo>
                  <a:lnTo>
                    <a:pt x="328816" y="122112"/>
                  </a:lnTo>
                  <a:lnTo>
                    <a:pt x="327385" y="117011"/>
                  </a:lnTo>
                  <a:lnTo>
                    <a:pt x="325794" y="111958"/>
                  </a:lnTo>
                  <a:lnTo>
                    <a:pt x="324043" y="106958"/>
                  </a:lnTo>
                  <a:lnTo>
                    <a:pt x="322135" y="102016"/>
                  </a:lnTo>
                  <a:lnTo>
                    <a:pt x="320072" y="97137"/>
                  </a:lnTo>
                  <a:lnTo>
                    <a:pt x="317854" y="92326"/>
                  </a:lnTo>
                  <a:lnTo>
                    <a:pt x="315486" y="87587"/>
                  </a:lnTo>
                  <a:lnTo>
                    <a:pt x="312968" y="82926"/>
                  </a:lnTo>
                  <a:lnTo>
                    <a:pt x="310304" y="78347"/>
                  </a:lnTo>
                  <a:lnTo>
                    <a:pt x="307497" y="73855"/>
                  </a:lnTo>
                  <a:lnTo>
                    <a:pt x="304548" y="69454"/>
                  </a:lnTo>
                  <a:lnTo>
                    <a:pt x="301461" y="65148"/>
                  </a:lnTo>
                  <a:lnTo>
                    <a:pt x="298240" y="60943"/>
                  </a:lnTo>
                  <a:lnTo>
                    <a:pt x="294887" y="56842"/>
                  </a:lnTo>
                  <a:lnTo>
                    <a:pt x="291405" y="52849"/>
                  </a:lnTo>
                  <a:lnTo>
                    <a:pt x="287799" y="48968"/>
                  </a:lnTo>
                  <a:lnTo>
                    <a:pt x="284072" y="45204"/>
                  </a:lnTo>
                  <a:lnTo>
                    <a:pt x="280227" y="41559"/>
                  </a:lnTo>
                  <a:lnTo>
                    <a:pt x="276269" y="38038"/>
                  </a:lnTo>
                  <a:lnTo>
                    <a:pt x="272201" y="34645"/>
                  </a:lnTo>
                  <a:lnTo>
                    <a:pt x="268027" y="31382"/>
                  </a:lnTo>
                  <a:lnTo>
                    <a:pt x="263753" y="28253"/>
                  </a:lnTo>
                  <a:lnTo>
                    <a:pt x="259381" y="25261"/>
                  </a:lnTo>
                  <a:lnTo>
                    <a:pt x="254917" y="22409"/>
                  </a:lnTo>
                  <a:lnTo>
                    <a:pt x="250364" y="19699"/>
                  </a:lnTo>
                  <a:lnTo>
                    <a:pt x="245728" y="17136"/>
                  </a:lnTo>
                  <a:lnTo>
                    <a:pt x="241014" y="14720"/>
                  </a:lnTo>
                  <a:lnTo>
                    <a:pt x="236225" y="12456"/>
                  </a:lnTo>
                  <a:lnTo>
                    <a:pt x="231366" y="10344"/>
                  </a:lnTo>
                  <a:lnTo>
                    <a:pt x="226443" y="8387"/>
                  </a:lnTo>
                  <a:lnTo>
                    <a:pt x="221461" y="6587"/>
                  </a:lnTo>
                  <a:lnTo>
                    <a:pt x="216424" y="4946"/>
                  </a:lnTo>
                  <a:lnTo>
                    <a:pt x="211338" y="3465"/>
                  </a:lnTo>
                  <a:lnTo>
                    <a:pt x="206207" y="2146"/>
                  </a:lnTo>
                  <a:lnTo>
                    <a:pt x="201037" y="991"/>
                  </a:lnTo>
                  <a:lnTo>
                    <a:pt x="195833" y="0"/>
                  </a:lnTo>
                  <a:lnTo>
                    <a:pt x="167161" y="1646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64501" y="1071028"/>
              <a:ext cx="28671" cy="167167"/>
            </a:xfrm>
            <a:custGeom>
              <a:avLst/>
              <a:pathLst>
                <a:path w="28671" h="167167">
                  <a:moveTo>
                    <a:pt x="28671" y="2477"/>
                  </a:moveTo>
                  <a:lnTo>
                    <a:pt x="21550" y="1394"/>
                  </a:lnTo>
                  <a:lnTo>
                    <a:pt x="14389" y="620"/>
                  </a:lnTo>
                  <a:lnTo>
                    <a:pt x="7201" y="15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9175" y="1322571"/>
              <a:ext cx="49545" cy="167167"/>
            </a:xfrm>
            <a:custGeom>
              <a:avLst/>
              <a:pathLst>
                <a:path w="49545" h="167167">
                  <a:moveTo>
                    <a:pt x="49545" y="0"/>
                  </a:moveTo>
                  <a:lnTo>
                    <a:pt x="43259" y="118"/>
                  </a:lnTo>
                  <a:lnTo>
                    <a:pt x="36982" y="472"/>
                  </a:lnTo>
                  <a:lnTo>
                    <a:pt x="30722" y="1063"/>
                  </a:lnTo>
                  <a:lnTo>
                    <a:pt x="24489" y="1888"/>
                  </a:lnTo>
                  <a:lnTo>
                    <a:pt x="18292" y="2947"/>
                  </a:lnTo>
                  <a:lnTo>
                    <a:pt x="12139" y="4238"/>
                  </a:lnTo>
                  <a:lnTo>
                    <a:pt x="6038" y="5760"/>
                  </a:lnTo>
                  <a:lnTo>
                    <a:pt x="0" y="7510"/>
                  </a:lnTo>
                  <a:lnTo>
                    <a:pt x="4954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9175" y="1330082"/>
              <a:ext cx="49545" cy="159656"/>
            </a:xfrm>
            <a:custGeom>
              <a:avLst/>
              <a:pathLst>
                <a:path w="49545" h="159656">
                  <a:moveTo>
                    <a:pt x="0" y="0"/>
                  </a:moveTo>
                  <a:lnTo>
                    <a:pt x="49545" y="1596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321553" y="1330082"/>
              <a:ext cx="334333" cy="326808"/>
            </a:xfrm>
            <a:custGeom>
              <a:avLst/>
              <a:pathLst>
                <a:path w="334333" h="326808">
                  <a:moveTo>
                    <a:pt x="117621" y="0"/>
                  </a:moveTo>
                  <a:lnTo>
                    <a:pt x="112576" y="1654"/>
                  </a:lnTo>
                  <a:lnTo>
                    <a:pt x="107586" y="3467"/>
                  </a:lnTo>
                  <a:lnTo>
                    <a:pt x="102655" y="5438"/>
                  </a:lnTo>
                  <a:lnTo>
                    <a:pt x="97790" y="7565"/>
                  </a:lnTo>
                  <a:lnTo>
                    <a:pt x="92995" y="9845"/>
                  </a:lnTo>
                  <a:lnTo>
                    <a:pt x="88274" y="12276"/>
                  </a:lnTo>
                  <a:lnTo>
                    <a:pt x="83634" y="14856"/>
                  </a:lnTo>
                  <a:lnTo>
                    <a:pt x="79077" y="17582"/>
                  </a:lnTo>
                  <a:lnTo>
                    <a:pt x="74609" y="20451"/>
                  </a:lnTo>
                  <a:lnTo>
                    <a:pt x="70235" y="23461"/>
                  </a:lnTo>
                  <a:lnTo>
                    <a:pt x="65959" y="26608"/>
                  </a:lnTo>
                  <a:lnTo>
                    <a:pt x="61784" y="29889"/>
                  </a:lnTo>
                  <a:lnTo>
                    <a:pt x="57716" y="33301"/>
                  </a:lnTo>
                  <a:lnTo>
                    <a:pt x="53758" y="36841"/>
                  </a:lnTo>
                  <a:lnTo>
                    <a:pt x="49915" y="40505"/>
                  </a:lnTo>
                  <a:lnTo>
                    <a:pt x="46190" y="44289"/>
                  </a:lnTo>
                  <a:lnTo>
                    <a:pt x="42587" y="48189"/>
                  </a:lnTo>
                  <a:lnTo>
                    <a:pt x="39110" y="52202"/>
                  </a:lnTo>
                  <a:lnTo>
                    <a:pt x="35762" y="56323"/>
                  </a:lnTo>
                  <a:lnTo>
                    <a:pt x="32547" y="60548"/>
                  </a:lnTo>
                  <a:lnTo>
                    <a:pt x="29467" y="64874"/>
                  </a:lnTo>
                  <a:lnTo>
                    <a:pt x="26526" y="69295"/>
                  </a:lnTo>
                  <a:lnTo>
                    <a:pt x="23728" y="73807"/>
                  </a:lnTo>
                  <a:lnTo>
                    <a:pt x="21073" y="78405"/>
                  </a:lnTo>
                  <a:lnTo>
                    <a:pt x="18567" y="83086"/>
                  </a:lnTo>
                  <a:lnTo>
                    <a:pt x="16210" y="87844"/>
                  </a:lnTo>
                  <a:lnTo>
                    <a:pt x="14005" y="92675"/>
                  </a:lnTo>
                  <a:lnTo>
                    <a:pt x="11955" y="97573"/>
                  </a:lnTo>
                  <a:lnTo>
                    <a:pt x="10062" y="102533"/>
                  </a:lnTo>
                  <a:lnTo>
                    <a:pt x="8327" y="107551"/>
                  </a:lnTo>
                  <a:lnTo>
                    <a:pt x="6753" y="112622"/>
                  </a:lnTo>
                  <a:lnTo>
                    <a:pt x="5340" y="117741"/>
                  </a:lnTo>
                  <a:lnTo>
                    <a:pt x="4090" y="122901"/>
                  </a:lnTo>
                  <a:lnTo>
                    <a:pt x="3005" y="128099"/>
                  </a:lnTo>
                  <a:lnTo>
                    <a:pt x="2086" y="133328"/>
                  </a:lnTo>
                  <a:lnTo>
                    <a:pt x="1333" y="138584"/>
                  </a:lnTo>
                  <a:lnTo>
                    <a:pt x="747" y="143862"/>
                  </a:lnTo>
                  <a:lnTo>
                    <a:pt x="330" y="149155"/>
                  </a:lnTo>
                  <a:lnTo>
                    <a:pt x="80" y="154459"/>
                  </a:lnTo>
                  <a:lnTo>
                    <a:pt x="0" y="159768"/>
                  </a:lnTo>
                  <a:lnTo>
                    <a:pt x="87" y="165077"/>
                  </a:lnTo>
                  <a:lnTo>
                    <a:pt x="344" y="170380"/>
                  </a:lnTo>
                  <a:lnTo>
                    <a:pt x="769" y="175673"/>
                  </a:lnTo>
                  <a:lnTo>
                    <a:pt x="1361" y="180949"/>
                  </a:lnTo>
                  <a:lnTo>
                    <a:pt x="2121" y="186204"/>
                  </a:lnTo>
                  <a:lnTo>
                    <a:pt x="3047" y="191433"/>
                  </a:lnTo>
                  <a:lnTo>
                    <a:pt x="4139" y="196629"/>
                  </a:lnTo>
                  <a:lnTo>
                    <a:pt x="5396" y="201788"/>
                  </a:lnTo>
                  <a:lnTo>
                    <a:pt x="6816" y="206904"/>
                  </a:lnTo>
                  <a:lnTo>
                    <a:pt x="8397" y="211973"/>
                  </a:lnTo>
                  <a:lnTo>
                    <a:pt x="10139" y="216989"/>
                  </a:lnTo>
                  <a:lnTo>
                    <a:pt x="12039" y="221947"/>
                  </a:lnTo>
                  <a:lnTo>
                    <a:pt x="14095" y="226842"/>
                  </a:lnTo>
                  <a:lnTo>
                    <a:pt x="16306" y="231670"/>
                  </a:lnTo>
                  <a:lnTo>
                    <a:pt x="18669" y="236424"/>
                  </a:lnTo>
                  <a:lnTo>
                    <a:pt x="21182" y="241102"/>
                  </a:lnTo>
                  <a:lnTo>
                    <a:pt x="23842" y="245697"/>
                  </a:lnTo>
                  <a:lnTo>
                    <a:pt x="26647" y="250205"/>
                  </a:lnTo>
                  <a:lnTo>
                    <a:pt x="29594" y="254622"/>
                  </a:lnTo>
                  <a:lnTo>
                    <a:pt x="32679" y="258944"/>
                  </a:lnTo>
                  <a:lnTo>
                    <a:pt x="35900" y="263165"/>
                  </a:lnTo>
                  <a:lnTo>
                    <a:pt x="39254" y="267281"/>
                  </a:lnTo>
                  <a:lnTo>
                    <a:pt x="42737" y="271289"/>
                  </a:lnTo>
                  <a:lnTo>
                    <a:pt x="46345" y="275185"/>
                  </a:lnTo>
                  <a:lnTo>
                    <a:pt x="50075" y="278964"/>
                  </a:lnTo>
                  <a:lnTo>
                    <a:pt x="53923" y="282622"/>
                  </a:lnTo>
                  <a:lnTo>
                    <a:pt x="57885" y="286157"/>
                  </a:lnTo>
                  <a:lnTo>
                    <a:pt x="61958" y="289564"/>
                  </a:lnTo>
                  <a:lnTo>
                    <a:pt x="66137" y="292839"/>
                  </a:lnTo>
                  <a:lnTo>
                    <a:pt x="70417" y="295981"/>
                  </a:lnTo>
                  <a:lnTo>
                    <a:pt x="74796" y="298985"/>
                  </a:lnTo>
                  <a:lnTo>
                    <a:pt x="79267" y="301848"/>
                  </a:lnTo>
                  <a:lnTo>
                    <a:pt x="83827" y="304568"/>
                  </a:lnTo>
                  <a:lnTo>
                    <a:pt x="88471" y="307142"/>
                  </a:lnTo>
                  <a:lnTo>
                    <a:pt x="93195" y="309566"/>
                  </a:lnTo>
                  <a:lnTo>
                    <a:pt x="97993" y="311840"/>
                  </a:lnTo>
                  <a:lnTo>
                    <a:pt x="102861" y="313960"/>
                  </a:lnTo>
                  <a:lnTo>
                    <a:pt x="107794" y="315925"/>
                  </a:lnTo>
                  <a:lnTo>
                    <a:pt x="112787" y="317731"/>
                  </a:lnTo>
                  <a:lnTo>
                    <a:pt x="117835" y="319379"/>
                  </a:lnTo>
                  <a:lnTo>
                    <a:pt x="122932" y="320865"/>
                  </a:lnTo>
                  <a:lnTo>
                    <a:pt x="128074" y="322188"/>
                  </a:lnTo>
                  <a:lnTo>
                    <a:pt x="133256" y="323348"/>
                  </a:lnTo>
                  <a:lnTo>
                    <a:pt x="138472" y="324342"/>
                  </a:lnTo>
                  <a:lnTo>
                    <a:pt x="143716" y="325170"/>
                  </a:lnTo>
                  <a:lnTo>
                    <a:pt x="148985" y="325832"/>
                  </a:lnTo>
                  <a:lnTo>
                    <a:pt x="154272" y="326325"/>
                  </a:lnTo>
                  <a:lnTo>
                    <a:pt x="159571" y="326651"/>
                  </a:lnTo>
                  <a:lnTo>
                    <a:pt x="164879" y="326808"/>
                  </a:lnTo>
                  <a:lnTo>
                    <a:pt x="170188" y="326796"/>
                  </a:lnTo>
                  <a:lnTo>
                    <a:pt x="175495" y="326616"/>
                  </a:lnTo>
                  <a:lnTo>
                    <a:pt x="180793" y="326267"/>
                  </a:lnTo>
                  <a:lnTo>
                    <a:pt x="186078" y="325750"/>
                  </a:lnTo>
                  <a:lnTo>
                    <a:pt x="191343" y="325066"/>
                  </a:lnTo>
                  <a:lnTo>
                    <a:pt x="196584" y="324215"/>
                  </a:lnTo>
                  <a:lnTo>
                    <a:pt x="201795" y="323198"/>
                  </a:lnTo>
                  <a:lnTo>
                    <a:pt x="206972" y="322015"/>
                  </a:lnTo>
                  <a:lnTo>
                    <a:pt x="212108" y="320669"/>
                  </a:lnTo>
                  <a:lnTo>
                    <a:pt x="217199" y="319161"/>
                  </a:lnTo>
                  <a:lnTo>
                    <a:pt x="222239" y="317491"/>
                  </a:lnTo>
                  <a:lnTo>
                    <a:pt x="227224" y="315663"/>
                  </a:lnTo>
                  <a:lnTo>
                    <a:pt x="232148" y="313677"/>
                  </a:lnTo>
                  <a:lnTo>
                    <a:pt x="237007" y="311535"/>
                  </a:lnTo>
                  <a:lnTo>
                    <a:pt x="241795" y="309241"/>
                  </a:lnTo>
                  <a:lnTo>
                    <a:pt x="246508" y="306795"/>
                  </a:lnTo>
                  <a:lnTo>
                    <a:pt x="251141" y="304201"/>
                  </a:lnTo>
                  <a:lnTo>
                    <a:pt x="255690" y="301461"/>
                  </a:lnTo>
                  <a:lnTo>
                    <a:pt x="260148" y="298578"/>
                  </a:lnTo>
                  <a:lnTo>
                    <a:pt x="264514" y="295555"/>
                  </a:lnTo>
                  <a:lnTo>
                    <a:pt x="268780" y="292395"/>
                  </a:lnTo>
                  <a:lnTo>
                    <a:pt x="272945" y="289101"/>
                  </a:lnTo>
                  <a:lnTo>
                    <a:pt x="277002" y="285676"/>
                  </a:lnTo>
                  <a:lnTo>
                    <a:pt x="280949" y="282124"/>
                  </a:lnTo>
                  <a:lnTo>
                    <a:pt x="284781" y="278449"/>
                  </a:lnTo>
                  <a:lnTo>
                    <a:pt x="288495" y="274654"/>
                  </a:lnTo>
                  <a:lnTo>
                    <a:pt x="292086" y="270743"/>
                  </a:lnTo>
                  <a:lnTo>
                    <a:pt x="295551" y="266719"/>
                  </a:lnTo>
                  <a:lnTo>
                    <a:pt x="298886" y="262588"/>
                  </a:lnTo>
                  <a:lnTo>
                    <a:pt x="302089" y="258353"/>
                  </a:lnTo>
                  <a:lnTo>
                    <a:pt x="305155" y="254018"/>
                  </a:lnTo>
                  <a:lnTo>
                    <a:pt x="308082" y="249588"/>
                  </a:lnTo>
                  <a:lnTo>
                    <a:pt x="310867" y="245068"/>
                  </a:lnTo>
                  <a:lnTo>
                    <a:pt x="313507" y="240461"/>
                  </a:lnTo>
                  <a:lnTo>
                    <a:pt x="316000" y="235772"/>
                  </a:lnTo>
                  <a:lnTo>
                    <a:pt x="318342" y="231007"/>
                  </a:lnTo>
                  <a:lnTo>
                    <a:pt x="320532" y="226170"/>
                  </a:lnTo>
                  <a:lnTo>
                    <a:pt x="322567" y="221266"/>
                  </a:lnTo>
                  <a:lnTo>
                    <a:pt x="324445" y="216300"/>
                  </a:lnTo>
                  <a:lnTo>
                    <a:pt x="326165" y="211276"/>
                  </a:lnTo>
                  <a:lnTo>
                    <a:pt x="327724" y="206200"/>
                  </a:lnTo>
                  <a:lnTo>
                    <a:pt x="329121" y="201078"/>
                  </a:lnTo>
                  <a:lnTo>
                    <a:pt x="330355" y="195914"/>
                  </a:lnTo>
                  <a:lnTo>
                    <a:pt x="331424" y="190713"/>
                  </a:lnTo>
                  <a:lnTo>
                    <a:pt x="332328" y="185480"/>
                  </a:lnTo>
                  <a:lnTo>
                    <a:pt x="333064" y="180222"/>
                  </a:lnTo>
                  <a:lnTo>
                    <a:pt x="333634" y="174943"/>
                  </a:lnTo>
                  <a:lnTo>
                    <a:pt x="334035" y="169648"/>
                  </a:lnTo>
                  <a:lnTo>
                    <a:pt x="334269" y="164344"/>
                  </a:lnTo>
                  <a:lnTo>
                    <a:pt x="334333" y="159035"/>
                  </a:lnTo>
                  <a:lnTo>
                    <a:pt x="334229" y="153726"/>
                  </a:lnTo>
                  <a:lnTo>
                    <a:pt x="333957" y="148423"/>
                  </a:lnTo>
                  <a:lnTo>
                    <a:pt x="333516" y="143132"/>
                  </a:lnTo>
                  <a:lnTo>
                    <a:pt x="332907" y="137857"/>
                  </a:lnTo>
                  <a:lnTo>
                    <a:pt x="332131" y="132605"/>
                  </a:lnTo>
                  <a:lnTo>
                    <a:pt x="331189" y="127379"/>
                  </a:lnTo>
                  <a:lnTo>
                    <a:pt x="330081" y="122186"/>
                  </a:lnTo>
                  <a:lnTo>
                    <a:pt x="328809" y="117031"/>
                  </a:lnTo>
                  <a:lnTo>
                    <a:pt x="327373" y="111919"/>
                  </a:lnTo>
                  <a:lnTo>
                    <a:pt x="325777" y="106855"/>
                  </a:lnTo>
                  <a:lnTo>
                    <a:pt x="324020" y="101845"/>
                  </a:lnTo>
                  <a:lnTo>
                    <a:pt x="322105" y="96892"/>
                  </a:lnTo>
                  <a:lnTo>
                    <a:pt x="320033" y="92003"/>
                  </a:lnTo>
                  <a:lnTo>
                    <a:pt x="317807" y="87183"/>
                  </a:lnTo>
                  <a:lnTo>
                    <a:pt x="315430" y="82435"/>
                  </a:lnTo>
                  <a:lnTo>
                    <a:pt x="312903" y="77765"/>
                  </a:lnTo>
                  <a:lnTo>
                    <a:pt x="310228" y="73178"/>
                  </a:lnTo>
                  <a:lnTo>
                    <a:pt x="307410" y="68679"/>
                  </a:lnTo>
                  <a:lnTo>
                    <a:pt x="304450" y="64271"/>
                  </a:lnTo>
                  <a:lnTo>
                    <a:pt x="301351" y="59959"/>
                  </a:lnTo>
                  <a:lnTo>
                    <a:pt x="298117" y="55748"/>
                  </a:lnTo>
                  <a:lnTo>
                    <a:pt x="294751" y="51641"/>
                  </a:lnTo>
                  <a:lnTo>
                    <a:pt x="291256" y="47644"/>
                  </a:lnTo>
                  <a:lnTo>
                    <a:pt x="287636" y="43759"/>
                  </a:lnTo>
                  <a:lnTo>
                    <a:pt x="283895" y="39992"/>
                  </a:lnTo>
                  <a:lnTo>
                    <a:pt x="280036" y="36345"/>
                  </a:lnTo>
                  <a:lnTo>
                    <a:pt x="276063" y="32823"/>
                  </a:lnTo>
                  <a:lnTo>
                    <a:pt x="271980" y="29428"/>
                  </a:lnTo>
                  <a:lnTo>
                    <a:pt x="267791" y="26165"/>
                  </a:lnTo>
                  <a:lnTo>
                    <a:pt x="263501" y="23037"/>
                  </a:lnTo>
                  <a:lnTo>
                    <a:pt x="259113" y="20046"/>
                  </a:lnTo>
                  <a:lnTo>
                    <a:pt x="254633" y="17197"/>
                  </a:lnTo>
                  <a:lnTo>
                    <a:pt x="250064" y="14491"/>
                  </a:lnTo>
                  <a:lnTo>
                    <a:pt x="167167" y="1596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88720" y="1322571"/>
              <a:ext cx="82897" cy="167167"/>
            </a:xfrm>
            <a:custGeom>
              <a:avLst/>
              <a:pathLst>
                <a:path w="82897" h="167167">
                  <a:moveTo>
                    <a:pt x="82897" y="22002"/>
                  </a:moveTo>
                  <a:lnTo>
                    <a:pt x="77827" y="19222"/>
                  </a:lnTo>
                  <a:lnTo>
                    <a:pt x="72664" y="16618"/>
                  </a:lnTo>
                  <a:lnTo>
                    <a:pt x="67414" y="14196"/>
                  </a:lnTo>
                  <a:lnTo>
                    <a:pt x="62083" y="11956"/>
                  </a:lnTo>
                  <a:lnTo>
                    <a:pt x="56678" y="9901"/>
                  </a:lnTo>
                  <a:lnTo>
                    <a:pt x="51205" y="8035"/>
                  </a:lnTo>
                  <a:lnTo>
                    <a:pt x="45671" y="6359"/>
                  </a:lnTo>
                  <a:lnTo>
                    <a:pt x="40083" y="4876"/>
                  </a:lnTo>
                  <a:lnTo>
                    <a:pt x="34446" y="3587"/>
                  </a:lnTo>
                  <a:lnTo>
                    <a:pt x="28768" y="2494"/>
                  </a:lnTo>
                  <a:lnTo>
                    <a:pt x="23056" y="1597"/>
                  </a:lnTo>
                  <a:lnTo>
                    <a:pt x="17316" y="899"/>
                  </a:lnTo>
                  <a:lnTo>
                    <a:pt x="11555" y="399"/>
                  </a:lnTo>
                  <a:lnTo>
                    <a:pt x="5781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4084" y="1681503"/>
              <a:ext cx="12440" cy="167167"/>
            </a:xfrm>
            <a:custGeom>
              <a:avLst/>
              <a:pathLst>
                <a:path w="12440" h="167167">
                  <a:moveTo>
                    <a:pt x="12440" y="0"/>
                  </a:moveTo>
                  <a:lnTo>
                    <a:pt x="0" y="463"/>
                  </a:lnTo>
                  <a:lnTo>
                    <a:pt x="1244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4084" y="1681966"/>
              <a:ext cx="12440" cy="166703"/>
            </a:xfrm>
            <a:custGeom>
              <a:avLst/>
              <a:pathLst>
                <a:path w="12440" h="166703">
                  <a:moveTo>
                    <a:pt x="0" y="0"/>
                  </a:moveTo>
                  <a:lnTo>
                    <a:pt x="12440" y="1667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90563" y="1681966"/>
              <a:ext cx="95961" cy="166703"/>
            </a:xfrm>
            <a:custGeom>
              <a:avLst/>
              <a:pathLst>
                <a:path w="95961" h="166703">
                  <a:moveTo>
                    <a:pt x="83520" y="0"/>
                  </a:moveTo>
                  <a:lnTo>
                    <a:pt x="77934" y="511"/>
                  </a:lnTo>
                  <a:lnTo>
                    <a:pt x="72368" y="1209"/>
                  </a:lnTo>
                  <a:lnTo>
                    <a:pt x="66828" y="2094"/>
                  </a:lnTo>
                  <a:lnTo>
                    <a:pt x="61322" y="3164"/>
                  </a:lnTo>
                  <a:lnTo>
                    <a:pt x="55854" y="4419"/>
                  </a:lnTo>
                  <a:lnTo>
                    <a:pt x="50431" y="5856"/>
                  </a:lnTo>
                  <a:lnTo>
                    <a:pt x="45060" y="7474"/>
                  </a:lnTo>
                  <a:lnTo>
                    <a:pt x="39746" y="9271"/>
                  </a:lnTo>
                  <a:lnTo>
                    <a:pt x="34495" y="11246"/>
                  </a:lnTo>
                  <a:lnTo>
                    <a:pt x="29314" y="13396"/>
                  </a:lnTo>
                  <a:lnTo>
                    <a:pt x="24208" y="15719"/>
                  </a:lnTo>
                  <a:lnTo>
                    <a:pt x="19182" y="18211"/>
                  </a:lnTo>
                  <a:lnTo>
                    <a:pt x="14243" y="20871"/>
                  </a:lnTo>
                  <a:lnTo>
                    <a:pt x="9396" y="23695"/>
                  </a:lnTo>
                  <a:lnTo>
                    <a:pt x="4646" y="26680"/>
                  </a:lnTo>
                  <a:lnTo>
                    <a:pt x="0" y="29823"/>
                  </a:lnTo>
                  <a:lnTo>
                    <a:pt x="95961" y="1667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919363" y="1681503"/>
              <a:ext cx="334313" cy="334333"/>
            </a:xfrm>
            <a:custGeom>
              <a:avLst/>
              <a:pathLst>
                <a:path w="334313" h="334333">
                  <a:moveTo>
                    <a:pt x="71199" y="30286"/>
                  </a:moveTo>
                  <a:lnTo>
                    <a:pt x="66911" y="33395"/>
                  </a:lnTo>
                  <a:lnTo>
                    <a:pt x="62723" y="36638"/>
                  </a:lnTo>
                  <a:lnTo>
                    <a:pt x="58640" y="40012"/>
                  </a:lnTo>
                  <a:lnTo>
                    <a:pt x="54667" y="43514"/>
                  </a:lnTo>
                  <a:lnTo>
                    <a:pt x="50806" y="47140"/>
                  </a:lnTo>
                  <a:lnTo>
                    <a:pt x="47061" y="50886"/>
                  </a:lnTo>
                  <a:lnTo>
                    <a:pt x="43438" y="54749"/>
                  </a:lnTo>
                  <a:lnTo>
                    <a:pt x="39939" y="58725"/>
                  </a:lnTo>
                  <a:lnTo>
                    <a:pt x="36567" y="62810"/>
                  </a:lnTo>
                  <a:lnTo>
                    <a:pt x="33326" y="67000"/>
                  </a:lnTo>
                  <a:lnTo>
                    <a:pt x="30220" y="71290"/>
                  </a:lnTo>
                  <a:lnTo>
                    <a:pt x="27252" y="75677"/>
                  </a:lnTo>
                  <a:lnTo>
                    <a:pt x="24423" y="80155"/>
                  </a:lnTo>
                  <a:lnTo>
                    <a:pt x="21739" y="84721"/>
                  </a:lnTo>
                  <a:lnTo>
                    <a:pt x="19200" y="89369"/>
                  </a:lnTo>
                  <a:lnTo>
                    <a:pt x="16809" y="94096"/>
                  </a:lnTo>
                  <a:lnTo>
                    <a:pt x="14570" y="98895"/>
                  </a:lnTo>
                  <a:lnTo>
                    <a:pt x="12483" y="103764"/>
                  </a:lnTo>
                  <a:lnTo>
                    <a:pt x="10552" y="108696"/>
                  </a:lnTo>
                  <a:lnTo>
                    <a:pt x="8779" y="113687"/>
                  </a:lnTo>
                  <a:lnTo>
                    <a:pt x="7164" y="118731"/>
                  </a:lnTo>
                  <a:lnTo>
                    <a:pt x="5710" y="123824"/>
                  </a:lnTo>
                  <a:lnTo>
                    <a:pt x="4418" y="128961"/>
                  </a:lnTo>
                  <a:lnTo>
                    <a:pt x="3289" y="134136"/>
                  </a:lnTo>
                  <a:lnTo>
                    <a:pt x="2325" y="139344"/>
                  </a:lnTo>
                  <a:lnTo>
                    <a:pt x="1526" y="144580"/>
                  </a:lnTo>
                  <a:lnTo>
                    <a:pt x="894" y="149839"/>
                  </a:lnTo>
                  <a:lnTo>
                    <a:pt x="428" y="155115"/>
                  </a:lnTo>
                  <a:lnTo>
                    <a:pt x="130" y="160403"/>
                  </a:lnTo>
                  <a:lnTo>
                    <a:pt x="0" y="165698"/>
                  </a:lnTo>
                  <a:lnTo>
                    <a:pt x="37" y="170994"/>
                  </a:lnTo>
                  <a:lnTo>
                    <a:pt x="242" y="176287"/>
                  </a:lnTo>
                  <a:lnTo>
                    <a:pt x="615" y="181570"/>
                  </a:lnTo>
                  <a:lnTo>
                    <a:pt x="1155" y="186839"/>
                  </a:lnTo>
                  <a:lnTo>
                    <a:pt x="1861" y="192089"/>
                  </a:lnTo>
                  <a:lnTo>
                    <a:pt x="2734" y="197313"/>
                  </a:lnTo>
                  <a:lnTo>
                    <a:pt x="3771" y="202507"/>
                  </a:lnTo>
                  <a:lnTo>
                    <a:pt x="4973" y="207665"/>
                  </a:lnTo>
                  <a:lnTo>
                    <a:pt x="6337" y="212783"/>
                  </a:lnTo>
                  <a:lnTo>
                    <a:pt x="7863" y="217855"/>
                  </a:lnTo>
                  <a:lnTo>
                    <a:pt x="9549" y="222877"/>
                  </a:lnTo>
                  <a:lnTo>
                    <a:pt x="11393" y="227842"/>
                  </a:lnTo>
                  <a:lnTo>
                    <a:pt x="13393" y="232746"/>
                  </a:lnTo>
                  <a:lnTo>
                    <a:pt x="15548" y="237585"/>
                  </a:lnTo>
                  <a:lnTo>
                    <a:pt x="17855" y="242352"/>
                  </a:lnTo>
                  <a:lnTo>
                    <a:pt x="20312" y="247045"/>
                  </a:lnTo>
                  <a:lnTo>
                    <a:pt x="22916" y="251657"/>
                  </a:lnTo>
                  <a:lnTo>
                    <a:pt x="25665" y="256184"/>
                  </a:lnTo>
                  <a:lnTo>
                    <a:pt x="28556" y="260622"/>
                  </a:lnTo>
                  <a:lnTo>
                    <a:pt x="31587" y="264966"/>
                  </a:lnTo>
                  <a:lnTo>
                    <a:pt x="34753" y="269212"/>
                  </a:lnTo>
                  <a:lnTo>
                    <a:pt x="38052" y="273356"/>
                  </a:lnTo>
                  <a:lnTo>
                    <a:pt x="41481" y="277393"/>
                  </a:lnTo>
                  <a:lnTo>
                    <a:pt x="45036" y="281319"/>
                  </a:lnTo>
                  <a:lnTo>
                    <a:pt x="48714" y="285131"/>
                  </a:lnTo>
                  <a:lnTo>
                    <a:pt x="52511" y="288824"/>
                  </a:lnTo>
                  <a:lnTo>
                    <a:pt x="56422" y="292395"/>
                  </a:lnTo>
                  <a:lnTo>
                    <a:pt x="60445" y="295840"/>
                  </a:lnTo>
                  <a:lnTo>
                    <a:pt x="64575" y="299156"/>
                  </a:lnTo>
                  <a:lnTo>
                    <a:pt x="68808" y="302340"/>
                  </a:lnTo>
                  <a:lnTo>
                    <a:pt x="73140" y="305388"/>
                  </a:lnTo>
                  <a:lnTo>
                    <a:pt x="77566" y="308297"/>
                  </a:lnTo>
                  <a:lnTo>
                    <a:pt x="82082" y="311065"/>
                  </a:lnTo>
                  <a:lnTo>
                    <a:pt x="86684" y="313688"/>
                  </a:lnTo>
                  <a:lnTo>
                    <a:pt x="91366" y="316164"/>
                  </a:lnTo>
                  <a:lnTo>
                    <a:pt x="96124" y="318490"/>
                  </a:lnTo>
                  <a:lnTo>
                    <a:pt x="100954" y="320665"/>
                  </a:lnTo>
                  <a:lnTo>
                    <a:pt x="105850" y="322685"/>
                  </a:lnTo>
                  <a:lnTo>
                    <a:pt x="110808" y="324550"/>
                  </a:lnTo>
                  <a:lnTo>
                    <a:pt x="115822" y="326256"/>
                  </a:lnTo>
                  <a:lnTo>
                    <a:pt x="120888" y="327802"/>
                  </a:lnTo>
                  <a:lnTo>
                    <a:pt x="126000" y="329188"/>
                  </a:lnTo>
                  <a:lnTo>
                    <a:pt x="131153" y="330410"/>
                  </a:lnTo>
                  <a:lnTo>
                    <a:pt x="136343" y="331469"/>
                  </a:lnTo>
                  <a:lnTo>
                    <a:pt x="141564" y="332363"/>
                  </a:lnTo>
                  <a:lnTo>
                    <a:pt x="146810" y="333091"/>
                  </a:lnTo>
                  <a:lnTo>
                    <a:pt x="152077" y="333652"/>
                  </a:lnTo>
                  <a:lnTo>
                    <a:pt x="157359" y="334047"/>
                  </a:lnTo>
                  <a:lnTo>
                    <a:pt x="162650" y="334274"/>
                  </a:lnTo>
                  <a:lnTo>
                    <a:pt x="167947" y="334333"/>
                  </a:lnTo>
                  <a:lnTo>
                    <a:pt x="173242" y="334224"/>
                  </a:lnTo>
                  <a:lnTo>
                    <a:pt x="178532" y="333947"/>
                  </a:lnTo>
                  <a:lnTo>
                    <a:pt x="183810" y="333503"/>
                  </a:lnTo>
                  <a:lnTo>
                    <a:pt x="189071" y="332892"/>
                  </a:lnTo>
                  <a:lnTo>
                    <a:pt x="194310" y="332115"/>
                  </a:lnTo>
                  <a:lnTo>
                    <a:pt x="199522" y="331172"/>
                  </a:lnTo>
                  <a:lnTo>
                    <a:pt x="204702" y="330065"/>
                  </a:lnTo>
                  <a:lnTo>
                    <a:pt x="209843" y="328793"/>
                  </a:lnTo>
                  <a:lnTo>
                    <a:pt x="214942" y="327360"/>
                  </a:lnTo>
                  <a:lnTo>
                    <a:pt x="219993" y="325766"/>
                  </a:lnTo>
                  <a:lnTo>
                    <a:pt x="224991" y="324013"/>
                  </a:lnTo>
                  <a:lnTo>
                    <a:pt x="229931" y="322102"/>
                  </a:lnTo>
                  <a:lnTo>
                    <a:pt x="234808" y="320035"/>
                  </a:lnTo>
                  <a:lnTo>
                    <a:pt x="239617" y="317816"/>
                  </a:lnTo>
                  <a:lnTo>
                    <a:pt x="244353" y="315444"/>
                  </a:lnTo>
                  <a:lnTo>
                    <a:pt x="249012" y="312924"/>
                  </a:lnTo>
                  <a:lnTo>
                    <a:pt x="253589" y="310258"/>
                  </a:lnTo>
                  <a:lnTo>
                    <a:pt x="258079" y="307448"/>
                  </a:lnTo>
                  <a:lnTo>
                    <a:pt x="262477" y="304498"/>
                  </a:lnTo>
                  <a:lnTo>
                    <a:pt x="266780" y="301409"/>
                  </a:lnTo>
                  <a:lnTo>
                    <a:pt x="270983" y="298186"/>
                  </a:lnTo>
                  <a:lnTo>
                    <a:pt x="275081" y="294831"/>
                  </a:lnTo>
                  <a:lnTo>
                    <a:pt x="279072" y="291348"/>
                  </a:lnTo>
                  <a:lnTo>
                    <a:pt x="282950" y="287740"/>
                  </a:lnTo>
                  <a:lnTo>
                    <a:pt x="286711" y="284011"/>
                  </a:lnTo>
                  <a:lnTo>
                    <a:pt x="290353" y="280165"/>
                  </a:lnTo>
                  <a:lnTo>
                    <a:pt x="293871" y="276206"/>
                  </a:lnTo>
                  <a:lnTo>
                    <a:pt x="297262" y="272137"/>
                  </a:lnTo>
                  <a:lnTo>
                    <a:pt x="300522" y="267962"/>
                  </a:lnTo>
                  <a:lnTo>
                    <a:pt x="303648" y="263687"/>
                  </a:lnTo>
                  <a:lnTo>
                    <a:pt x="306637" y="259314"/>
                  </a:lnTo>
                  <a:lnTo>
                    <a:pt x="309487" y="254849"/>
                  </a:lnTo>
                  <a:lnTo>
                    <a:pt x="312193" y="250296"/>
                  </a:lnTo>
                  <a:lnTo>
                    <a:pt x="314754" y="245660"/>
                  </a:lnTo>
                  <a:lnTo>
                    <a:pt x="317166" y="240945"/>
                  </a:lnTo>
                  <a:lnTo>
                    <a:pt x="319429" y="236155"/>
                  </a:lnTo>
                  <a:lnTo>
                    <a:pt x="321538" y="231297"/>
                  </a:lnTo>
                  <a:lnTo>
                    <a:pt x="323492" y="226374"/>
                  </a:lnTo>
                  <a:lnTo>
                    <a:pt x="325289" y="221392"/>
                  </a:lnTo>
                  <a:lnTo>
                    <a:pt x="326928" y="216355"/>
                  </a:lnTo>
                  <a:lnTo>
                    <a:pt x="328406" y="211269"/>
                  </a:lnTo>
                  <a:lnTo>
                    <a:pt x="329722" y="206138"/>
                  </a:lnTo>
                  <a:lnTo>
                    <a:pt x="330875" y="200969"/>
                  </a:lnTo>
                  <a:lnTo>
                    <a:pt x="331864" y="195765"/>
                  </a:lnTo>
                  <a:lnTo>
                    <a:pt x="332687" y="190533"/>
                  </a:lnTo>
                  <a:lnTo>
                    <a:pt x="333344" y="185277"/>
                  </a:lnTo>
                  <a:lnTo>
                    <a:pt x="333834" y="180003"/>
                  </a:lnTo>
                  <a:lnTo>
                    <a:pt x="334157" y="174716"/>
                  </a:lnTo>
                  <a:lnTo>
                    <a:pt x="334313" y="169422"/>
                  </a:lnTo>
                  <a:lnTo>
                    <a:pt x="334300" y="164126"/>
                  </a:lnTo>
                  <a:lnTo>
                    <a:pt x="334120" y="158832"/>
                  </a:lnTo>
                  <a:lnTo>
                    <a:pt x="333772" y="153547"/>
                  </a:lnTo>
                  <a:lnTo>
                    <a:pt x="333257" y="148275"/>
                  </a:lnTo>
                  <a:lnTo>
                    <a:pt x="332575" y="143023"/>
                  </a:lnTo>
                  <a:lnTo>
                    <a:pt x="331727" y="137795"/>
                  </a:lnTo>
                  <a:lnTo>
                    <a:pt x="330714" y="132596"/>
                  </a:lnTo>
                  <a:lnTo>
                    <a:pt x="329537" y="127432"/>
                  </a:lnTo>
                  <a:lnTo>
                    <a:pt x="328196" y="122307"/>
                  </a:lnTo>
                  <a:lnTo>
                    <a:pt x="326694" y="117228"/>
                  </a:lnTo>
                  <a:lnTo>
                    <a:pt x="325032" y="112199"/>
                  </a:lnTo>
                  <a:lnTo>
                    <a:pt x="323212" y="107225"/>
                  </a:lnTo>
                  <a:lnTo>
                    <a:pt x="321234" y="102312"/>
                  </a:lnTo>
                  <a:lnTo>
                    <a:pt x="319102" y="97463"/>
                  </a:lnTo>
                  <a:lnTo>
                    <a:pt x="316818" y="92685"/>
                  </a:lnTo>
                  <a:lnTo>
                    <a:pt x="314383" y="87981"/>
                  </a:lnTo>
                  <a:lnTo>
                    <a:pt x="311801" y="83356"/>
                  </a:lnTo>
                  <a:lnTo>
                    <a:pt x="309073" y="78816"/>
                  </a:lnTo>
                  <a:lnTo>
                    <a:pt x="306203" y="74365"/>
                  </a:lnTo>
                  <a:lnTo>
                    <a:pt x="303193" y="70006"/>
                  </a:lnTo>
                  <a:lnTo>
                    <a:pt x="300046" y="65746"/>
                  </a:lnTo>
                  <a:lnTo>
                    <a:pt x="296767" y="61587"/>
                  </a:lnTo>
                  <a:lnTo>
                    <a:pt x="293357" y="57534"/>
                  </a:lnTo>
                  <a:lnTo>
                    <a:pt x="289820" y="53591"/>
                  </a:lnTo>
                  <a:lnTo>
                    <a:pt x="286160" y="49762"/>
                  </a:lnTo>
                  <a:lnTo>
                    <a:pt x="282381" y="46051"/>
                  </a:lnTo>
                  <a:lnTo>
                    <a:pt x="278486" y="42461"/>
                  </a:lnTo>
                  <a:lnTo>
                    <a:pt x="274480" y="38997"/>
                  </a:lnTo>
                  <a:lnTo>
                    <a:pt x="270365" y="35661"/>
                  </a:lnTo>
                  <a:lnTo>
                    <a:pt x="266147" y="32458"/>
                  </a:lnTo>
                  <a:lnTo>
                    <a:pt x="261830" y="29390"/>
                  </a:lnTo>
                  <a:lnTo>
                    <a:pt x="257418" y="26460"/>
                  </a:lnTo>
                  <a:lnTo>
                    <a:pt x="252915" y="23671"/>
                  </a:lnTo>
                  <a:lnTo>
                    <a:pt x="248326" y="21026"/>
                  </a:lnTo>
                  <a:lnTo>
                    <a:pt x="243655" y="18528"/>
                  </a:lnTo>
                  <a:lnTo>
                    <a:pt x="238908" y="16179"/>
                  </a:lnTo>
                  <a:lnTo>
                    <a:pt x="234088" y="13982"/>
                  </a:lnTo>
                  <a:lnTo>
                    <a:pt x="229202" y="11939"/>
                  </a:lnTo>
                  <a:lnTo>
                    <a:pt x="224253" y="10051"/>
                  </a:lnTo>
                  <a:lnTo>
                    <a:pt x="219247" y="8321"/>
                  </a:lnTo>
                  <a:lnTo>
                    <a:pt x="214188" y="6751"/>
                  </a:lnTo>
                  <a:lnTo>
                    <a:pt x="209083" y="5341"/>
                  </a:lnTo>
                  <a:lnTo>
                    <a:pt x="203935" y="4095"/>
                  </a:lnTo>
                  <a:lnTo>
                    <a:pt x="198750" y="3011"/>
                  </a:lnTo>
                  <a:lnTo>
                    <a:pt x="193534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1196" y="2126963"/>
              <a:ext cx="20091" cy="167167"/>
            </a:xfrm>
            <a:custGeom>
              <a:avLst/>
              <a:pathLst>
                <a:path w="20091" h="167167">
                  <a:moveTo>
                    <a:pt x="20091" y="0"/>
                  </a:moveTo>
                  <a:lnTo>
                    <a:pt x="10027" y="303"/>
                  </a:lnTo>
                  <a:lnTo>
                    <a:pt x="0" y="1211"/>
                  </a:lnTo>
                  <a:lnTo>
                    <a:pt x="2009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61196" y="2128175"/>
              <a:ext cx="20091" cy="165955"/>
            </a:xfrm>
            <a:custGeom>
              <a:avLst/>
              <a:pathLst>
                <a:path w="20091" h="165955">
                  <a:moveTo>
                    <a:pt x="0" y="0"/>
                  </a:moveTo>
                  <a:lnTo>
                    <a:pt x="20091" y="1659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614123" y="2127554"/>
              <a:ext cx="334331" cy="333728"/>
            </a:xfrm>
            <a:custGeom>
              <a:avLst/>
              <a:pathLst>
                <a:path w="334331" h="333728">
                  <a:moveTo>
                    <a:pt x="147072" y="620"/>
                  </a:moveTo>
                  <a:lnTo>
                    <a:pt x="141829" y="1339"/>
                  </a:lnTo>
                  <a:lnTo>
                    <a:pt x="136612" y="2224"/>
                  </a:lnTo>
                  <a:lnTo>
                    <a:pt x="131425" y="3274"/>
                  </a:lnTo>
                  <a:lnTo>
                    <a:pt x="126273" y="4487"/>
                  </a:lnTo>
                  <a:lnTo>
                    <a:pt x="121163" y="5862"/>
                  </a:lnTo>
                  <a:lnTo>
                    <a:pt x="116099" y="7399"/>
                  </a:lnTo>
                  <a:lnTo>
                    <a:pt x="111086" y="9095"/>
                  </a:lnTo>
                  <a:lnTo>
                    <a:pt x="106129" y="10949"/>
                  </a:lnTo>
                  <a:lnTo>
                    <a:pt x="101233" y="12959"/>
                  </a:lnTo>
                  <a:lnTo>
                    <a:pt x="96404" y="15123"/>
                  </a:lnTo>
                  <a:lnTo>
                    <a:pt x="91645" y="17439"/>
                  </a:lnTo>
                  <a:lnTo>
                    <a:pt x="86962" y="19904"/>
                  </a:lnTo>
                  <a:lnTo>
                    <a:pt x="82360" y="22516"/>
                  </a:lnTo>
                  <a:lnTo>
                    <a:pt x="77842" y="25273"/>
                  </a:lnTo>
                  <a:lnTo>
                    <a:pt x="73414" y="28171"/>
                  </a:lnTo>
                  <a:lnTo>
                    <a:pt x="69080" y="31208"/>
                  </a:lnTo>
                  <a:lnTo>
                    <a:pt x="64844" y="34380"/>
                  </a:lnTo>
                  <a:lnTo>
                    <a:pt x="60711" y="37686"/>
                  </a:lnTo>
                  <a:lnTo>
                    <a:pt x="56684" y="41120"/>
                  </a:lnTo>
                  <a:lnTo>
                    <a:pt x="52769" y="44680"/>
                  </a:lnTo>
                  <a:lnTo>
                    <a:pt x="48967" y="48362"/>
                  </a:lnTo>
                  <a:lnTo>
                    <a:pt x="45285" y="52163"/>
                  </a:lnTo>
                  <a:lnTo>
                    <a:pt x="41724" y="56078"/>
                  </a:lnTo>
                  <a:lnTo>
                    <a:pt x="38289" y="60104"/>
                  </a:lnTo>
                  <a:lnTo>
                    <a:pt x="34984" y="64237"/>
                  </a:lnTo>
                  <a:lnTo>
                    <a:pt x="31810" y="68472"/>
                  </a:lnTo>
                  <a:lnTo>
                    <a:pt x="28773" y="72806"/>
                  </a:lnTo>
                  <a:lnTo>
                    <a:pt x="25874" y="77233"/>
                  </a:lnTo>
                  <a:lnTo>
                    <a:pt x="23117" y="81750"/>
                  </a:lnTo>
                  <a:lnTo>
                    <a:pt x="20504" y="86353"/>
                  </a:lnTo>
                  <a:lnTo>
                    <a:pt x="18038" y="91035"/>
                  </a:lnTo>
                  <a:lnTo>
                    <a:pt x="15722" y="95793"/>
                  </a:lnTo>
                  <a:lnTo>
                    <a:pt x="13557" y="100623"/>
                  </a:lnTo>
                  <a:lnTo>
                    <a:pt x="11546" y="105518"/>
                  </a:lnTo>
                  <a:lnTo>
                    <a:pt x="9691" y="110475"/>
                  </a:lnTo>
                  <a:lnTo>
                    <a:pt x="7994" y="115487"/>
                  </a:lnTo>
                  <a:lnTo>
                    <a:pt x="6457" y="120551"/>
                  </a:lnTo>
                  <a:lnTo>
                    <a:pt x="5081" y="125661"/>
                  </a:lnTo>
                  <a:lnTo>
                    <a:pt x="3867" y="130812"/>
                  </a:lnTo>
                  <a:lnTo>
                    <a:pt x="2817" y="135999"/>
                  </a:lnTo>
                  <a:lnTo>
                    <a:pt x="1931" y="141217"/>
                  </a:lnTo>
                  <a:lnTo>
                    <a:pt x="1211" y="146460"/>
                  </a:lnTo>
                  <a:lnTo>
                    <a:pt x="658" y="151723"/>
                  </a:lnTo>
                  <a:lnTo>
                    <a:pt x="271" y="157001"/>
                  </a:lnTo>
                  <a:lnTo>
                    <a:pt x="51" y="162289"/>
                  </a:lnTo>
                  <a:lnTo>
                    <a:pt x="0" y="167581"/>
                  </a:lnTo>
                  <a:lnTo>
                    <a:pt x="115" y="172872"/>
                  </a:lnTo>
                  <a:lnTo>
                    <a:pt x="398" y="178156"/>
                  </a:lnTo>
                  <a:lnTo>
                    <a:pt x="848" y="183429"/>
                  </a:lnTo>
                  <a:lnTo>
                    <a:pt x="1465" y="188685"/>
                  </a:lnTo>
                  <a:lnTo>
                    <a:pt x="2248" y="193919"/>
                  </a:lnTo>
                  <a:lnTo>
                    <a:pt x="3196" y="199126"/>
                  </a:lnTo>
                  <a:lnTo>
                    <a:pt x="4309" y="204300"/>
                  </a:lnTo>
                  <a:lnTo>
                    <a:pt x="5584" y="209436"/>
                  </a:lnTo>
                  <a:lnTo>
                    <a:pt x="7022" y="214529"/>
                  </a:lnTo>
                  <a:lnTo>
                    <a:pt x="8620" y="219574"/>
                  </a:lnTo>
                  <a:lnTo>
                    <a:pt x="10377" y="224566"/>
                  </a:lnTo>
                  <a:lnTo>
                    <a:pt x="12291" y="229500"/>
                  </a:lnTo>
                  <a:lnTo>
                    <a:pt x="14361" y="234371"/>
                  </a:lnTo>
                  <a:lnTo>
                    <a:pt x="16583" y="239174"/>
                  </a:lnTo>
                  <a:lnTo>
                    <a:pt x="18957" y="243904"/>
                  </a:lnTo>
                  <a:lnTo>
                    <a:pt x="21479" y="248556"/>
                  </a:lnTo>
                  <a:lnTo>
                    <a:pt x="24147" y="253127"/>
                  </a:lnTo>
                  <a:lnTo>
                    <a:pt x="26958" y="257611"/>
                  </a:lnTo>
                  <a:lnTo>
                    <a:pt x="29910" y="262003"/>
                  </a:lnTo>
                  <a:lnTo>
                    <a:pt x="33000" y="266300"/>
                  </a:lnTo>
                  <a:lnTo>
                    <a:pt x="36223" y="270497"/>
                  </a:lnTo>
                  <a:lnTo>
                    <a:pt x="39579" y="274589"/>
                  </a:lnTo>
                  <a:lnTo>
                    <a:pt x="43062" y="278574"/>
                  </a:lnTo>
                  <a:lnTo>
                    <a:pt x="46669" y="282446"/>
                  </a:lnTo>
                  <a:lnTo>
                    <a:pt x="50397" y="286202"/>
                  </a:lnTo>
                  <a:lnTo>
                    <a:pt x="54242" y="289838"/>
                  </a:lnTo>
                  <a:lnTo>
                    <a:pt x="58201" y="293351"/>
                  </a:lnTo>
                  <a:lnTo>
                    <a:pt x="62268" y="296737"/>
                  </a:lnTo>
                  <a:lnTo>
                    <a:pt x="66441" y="299992"/>
                  </a:lnTo>
                  <a:lnTo>
                    <a:pt x="70714" y="303113"/>
                  </a:lnTo>
                  <a:lnTo>
                    <a:pt x="75085" y="306098"/>
                  </a:lnTo>
                  <a:lnTo>
                    <a:pt x="79547" y="308943"/>
                  </a:lnTo>
                  <a:lnTo>
                    <a:pt x="84098" y="311645"/>
                  </a:lnTo>
                  <a:lnTo>
                    <a:pt x="88731" y="314201"/>
                  </a:lnTo>
                  <a:lnTo>
                    <a:pt x="93444" y="316610"/>
                  </a:lnTo>
                  <a:lnTo>
                    <a:pt x="98230" y="318868"/>
                  </a:lnTo>
                  <a:lnTo>
                    <a:pt x="103085" y="320974"/>
                  </a:lnTo>
                  <a:lnTo>
                    <a:pt x="108004" y="322925"/>
                  </a:lnTo>
                  <a:lnTo>
                    <a:pt x="112983" y="324719"/>
                  </a:lnTo>
                  <a:lnTo>
                    <a:pt x="118016" y="326355"/>
                  </a:lnTo>
                  <a:lnTo>
                    <a:pt x="123098" y="327831"/>
                  </a:lnTo>
                  <a:lnTo>
                    <a:pt x="128225" y="329145"/>
                  </a:lnTo>
                  <a:lnTo>
                    <a:pt x="133390" y="330296"/>
                  </a:lnTo>
                  <a:lnTo>
                    <a:pt x="138590" y="331283"/>
                  </a:lnTo>
                  <a:lnTo>
                    <a:pt x="143818" y="332105"/>
                  </a:lnTo>
                  <a:lnTo>
                    <a:pt x="149069" y="332761"/>
                  </a:lnTo>
                  <a:lnTo>
                    <a:pt x="154338" y="333251"/>
                  </a:lnTo>
                  <a:lnTo>
                    <a:pt x="159621" y="333573"/>
                  </a:lnTo>
                  <a:lnTo>
                    <a:pt x="164911" y="333728"/>
                  </a:lnTo>
                  <a:lnTo>
                    <a:pt x="170203" y="333716"/>
                  </a:lnTo>
                  <a:lnTo>
                    <a:pt x="175492" y="333536"/>
                  </a:lnTo>
                  <a:lnTo>
                    <a:pt x="180773" y="333188"/>
                  </a:lnTo>
                  <a:lnTo>
                    <a:pt x="186040" y="332674"/>
                  </a:lnTo>
                  <a:lnTo>
                    <a:pt x="191288" y="331993"/>
                  </a:lnTo>
                  <a:lnTo>
                    <a:pt x="196512" y="331147"/>
                  </a:lnTo>
                  <a:lnTo>
                    <a:pt x="201707" y="330135"/>
                  </a:lnTo>
                  <a:lnTo>
                    <a:pt x="206867" y="328960"/>
                  </a:lnTo>
                  <a:lnTo>
                    <a:pt x="211987" y="327622"/>
                  </a:lnTo>
                  <a:lnTo>
                    <a:pt x="217062" y="326122"/>
                  </a:lnTo>
                  <a:lnTo>
                    <a:pt x="222088" y="324463"/>
                  </a:lnTo>
                  <a:lnTo>
                    <a:pt x="227058" y="322645"/>
                  </a:lnTo>
                  <a:lnTo>
                    <a:pt x="231968" y="320671"/>
                  </a:lnTo>
                  <a:lnTo>
                    <a:pt x="236813" y="318543"/>
                  </a:lnTo>
                  <a:lnTo>
                    <a:pt x="241589" y="316262"/>
                  </a:lnTo>
                  <a:lnTo>
                    <a:pt x="246290" y="313831"/>
                  </a:lnTo>
                  <a:lnTo>
                    <a:pt x="250911" y="311253"/>
                  </a:lnTo>
                  <a:lnTo>
                    <a:pt x="255449" y="308529"/>
                  </a:lnTo>
                  <a:lnTo>
                    <a:pt x="259898" y="305663"/>
                  </a:lnTo>
                  <a:lnTo>
                    <a:pt x="264254" y="302658"/>
                  </a:lnTo>
                  <a:lnTo>
                    <a:pt x="268513" y="299517"/>
                  </a:lnTo>
                  <a:lnTo>
                    <a:pt x="272670" y="296242"/>
                  </a:lnTo>
                  <a:lnTo>
                    <a:pt x="276722" y="292837"/>
                  </a:lnTo>
                  <a:lnTo>
                    <a:pt x="280664" y="289306"/>
                  </a:lnTo>
                  <a:lnTo>
                    <a:pt x="284492" y="285652"/>
                  </a:lnTo>
                  <a:lnTo>
                    <a:pt x="288202" y="281878"/>
                  </a:lnTo>
                  <a:lnTo>
                    <a:pt x="291791" y="277989"/>
                  </a:lnTo>
                  <a:lnTo>
                    <a:pt x="295256" y="273988"/>
                  </a:lnTo>
                  <a:lnTo>
                    <a:pt x="298591" y="269880"/>
                  </a:lnTo>
                  <a:lnTo>
                    <a:pt x="301796" y="265668"/>
                  </a:lnTo>
                  <a:lnTo>
                    <a:pt x="304865" y="261357"/>
                  </a:lnTo>
                  <a:lnTo>
                    <a:pt x="307796" y="256950"/>
                  </a:lnTo>
                  <a:lnTo>
                    <a:pt x="310586" y="252454"/>
                  </a:lnTo>
                  <a:lnTo>
                    <a:pt x="313233" y="247871"/>
                  </a:lnTo>
                  <a:lnTo>
                    <a:pt x="315733" y="243206"/>
                  </a:lnTo>
                  <a:lnTo>
                    <a:pt x="318084" y="238465"/>
                  </a:lnTo>
                  <a:lnTo>
                    <a:pt x="320284" y="233652"/>
                  </a:lnTo>
                  <a:lnTo>
                    <a:pt x="322331" y="228771"/>
                  </a:lnTo>
                  <a:lnTo>
                    <a:pt x="324222" y="223829"/>
                  </a:lnTo>
                  <a:lnTo>
                    <a:pt x="325955" y="218828"/>
                  </a:lnTo>
                  <a:lnTo>
                    <a:pt x="327530" y="213776"/>
                  </a:lnTo>
                  <a:lnTo>
                    <a:pt x="328943" y="208676"/>
                  </a:lnTo>
                  <a:lnTo>
                    <a:pt x="330195" y="203534"/>
                  </a:lnTo>
                  <a:lnTo>
                    <a:pt x="331283" y="198355"/>
                  </a:lnTo>
                  <a:lnTo>
                    <a:pt x="332207" y="193144"/>
                  </a:lnTo>
                  <a:lnTo>
                    <a:pt x="332965" y="187906"/>
                  </a:lnTo>
                  <a:lnTo>
                    <a:pt x="333557" y="182647"/>
                  </a:lnTo>
                  <a:lnTo>
                    <a:pt x="333982" y="177372"/>
                  </a:lnTo>
                  <a:lnTo>
                    <a:pt x="334241" y="172086"/>
                  </a:lnTo>
                  <a:lnTo>
                    <a:pt x="334331" y="166795"/>
                  </a:lnTo>
                  <a:lnTo>
                    <a:pt x="334254" y="161503"/>
                  </a:lnTo>
                  <a:lnTo>
                    <a:pt x="334010" y="156217"/>
                  </a:lnTo>
                  <a:lnTo>
                    <a:pt x="333599" y="150941"/>
                  </a:lnTo>
                  <a:lnTo>
                    <a:pt x="333020" y="145680"/>
                  </a:lnTo>
                  <a:lnTo>
                    <a:pt x="332276" y="140441"/>
                  </a:lnTo>
                  <a:lnTo>
                    <a:pt x="331366" y="135227"/>
                  </a:lnTo>
                  <a:lnTo>
                    <a:pt x="330291" y="130045"/>
                  </a:lnTo>
                  <a:lnTo>
                    <a:pt x="329053" y="124900"/>
                  </a:lnTo>
                  <a:lnTo>
                    <a:pt x="327653" y="119796"/>
                  </a:lnTo>
                  <a:lnTo>
                    <a:pt x="326091" y="114740"/>
                  </a:lnTo>
                  <a:lnTo>
                    <a:pt x="324371" y="109735"/>
                  </a:lnTo>
                  <a:lnTo>
                    <a:pt x="322493" y="104787"/>
                  </a:lnTo>
                  <a:lnTo>
                    <a:pt x="320459" y="99901"/>
                  </a:lnTo>
                  <a:lnTo>
                    <a:pt x="318272" y="95082"/>
                  </a:lnTo>
                  <a:lnTo>
                    <a:pt x="315933" y="90335"/>
                  </a:lnTo>
                  <a:lnTo>
                    <a:pt x="313445" y="85664"/>
                  </a:lnTo>
                  <a:lnTo>
                    <a:pt x="310811" y="81074"/>
                  </a:lnTo>
                  <a:lnTo>
                    <a:pt x="308032" y="76570"/>
                  </a:lnTo>
                  <a:lnTo>
                    <a:pt x="305113" y="72156"/>
                  </a:lnTo>
                  <a:lnTo>
                    <a:pt x="302055" y="67837"/>
                  </a:lnTo>
                  <a:lnTo>
                    <a:pt x="298862" y="63616"/>
                  </a:lnTo>
                  <a:lnTo>
                    <a:pt x="295537" y="59499"/>
                  </a:lnTo>
                  <a:lnTo>
                    <a:pt x="292083" y="55489"/>
                  </a:lnTo>
                  <a:lnTo>
                    <a:pt x="288504" y="51591"/>
                  </a:lnTo>
                  <a:lnTo>
                    <a:pt x="284803" y="47808"/>
                  </a:lnTo>
                  <a:lnTo>
                    <a:pt x="280985" y="44143"/>
                  </a:lnTo>
                  <a:lnTo>
                    <a:pt x="277053" y="40602"/>
                  </a:lnTo>
                  <a:lnTo>
                    <a:pt x="273010" y="37187"/>
                  </a:lnTo>
                  <a:lnTo>
                    <a:pt x="268861" y="33901"/>
                  </a:lnTo>
                  <a:lnTo>
                    <a:pt x="264610" y="30748"/>
                  </a:lnTo>
                  <a:lnTo>
                    <a:pt x="260262" y="27732"/>
                  </a:lnTo>
                  <a:lnTo>
                    <a:pt x="255821" y="24854"/>
                  </a:lnTo>
                  <a:lnTo>
                    <a:pt x="251290" y="22119"/>
                  </a:lnTo>
                  <a:lnTo>
                    <a:pt x="246675" y="19529"/>
                  </a:lnTo>
                  <a:lnTo>
                    <a:pt x="241981" y="17085"/>
                  </a:lnTo>
                  <a:lnTo>
                    <a:pt x="237211" y="14792"/>
                  </a:lnTo>
                  <a:lnTo>
                    <a:pt x="232372" y="12651"/>
                  </a:lnTo>
                  <a:lnTo>
                    <a:pt x="227467" y="10664"/>
                  </a:lnTo>
                  <a:lnTo>
                    <a:pt x="222501" y="8833"/>
                  </a:lnTo>
                  <a:lnTo>
                    <a:pt x="217480" y="7161"/>
                  </a:lnTo>
                  <a:lnTo>
                    <a:pt x="212409" y="5648"/>
                  </a:lnTo>
                  <a:lnTo>
                    <a:pt x="207292" y="4296"/>
                  </a:lnTo>
                  <a:lnTo>
                    <a:pt x="202135" y="3107"/>
                  </a:lnTo>
                  <a:lnTo>
                    <a:pt x="196943" y="2082"/>
                  </a:lnTo>
                  <a:lnTo>
                    <a:pt x="191722" y="1222"/>
                  </a:lnTo>
                  <a:lnTo>
                    <a:pt x="186475" y="528"/>
                  </a:lnTo>
                  <a:lnTo>
                    <a:pt x="181209" y="0"/>
                  </a:lnTo>
                  <a:lnTo>
                    <a:pt x="167164" y="1665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81287" y="2126963"/>
              <a:ext cx="14045" cy="167167"/>
            </a:xfrm>
            <a:custGeom>
              <a:avLst/>
              <a:pathLst>
                <a:path w="14045" h="167167">
                  <a:moveTo>
                    <a:pt x="14045" y="59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5985" y="2633064"/>
              <a:ext cx="4763" cy="167167"/>
            </a:xfrm>
            <a:custGeom>
              <a:avLst/>
              <a:pathLst>
                <a:path w="4763" h="167167">
                  <a:moveTo>
                    <a:pt x="4763" y="0"/>
                  </a:moveTo>
                  <a:lnTo>
                    <a:pt x="0" y="67"/>
                  </a:lnTo>
                  <a:lnTo>
                    <a:pt x="476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5985" y="2633132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423587" y="2633132"/>
              <a:ext cx="334328" cy="334255"/>
            </a:xfrm>
            <a:custGeom>
              <a:avLst/>
              <a:pathLst>
                <a:path w="334328" h="334255">
                  <a:moveTo>
                    <a:pt x="162398" y="0"/>
                  </a:moveTo>
                  <a:lnTo>
                    <a:pt x="157113" y="234"/>
                  </a:lnTo>
                  <a:lnTo>
                    <a:pt x="151838" y="635"/>
                  </a:lnTo>
                  <a:lnTo>
                    <a:pt x="146578" y="1204"/>
                  </a:lnTo>
                  <a:lnTo>
                    <a:pt x="141339" y="1938"/>
                  </a:lnTo>
                  <a:lnTo>
                    <a:pt x="136126" y="2838"/>
                  </a:lnTo>
                  <a:lnTo>
                    <a:pt x="130944" y="3902"/>
                  </a:lnTo>
                  <a:lnTo>
                    <a:pt x="125799" y="5130"/>
                  </a:lnTo>
                  <a:lnTo>
                    <a:pt x="120694" y="6520"/>
                  </a:lnTo>
                  <a:lnTo>
                    <a:pt x="115636" y="8070"/>
                  </a:lnTo>
                  <a:lnTo>
                    <a:pt x="110630" y="9780"/>
                  </a:lnTo>
                  <a:lnTo>
                    <a:pt x="105681" y="11648"/>
                  </a:lnTo>
                  <a:lnTo>
                    <a:pt x="100793" y="13671"/>
                  </a:lnTo>
                  <a:lnTo>
                    <a:pt x="95971" y="15848"/>
                  </a:lnTo>
                  <a:lnTo>
                    <a:pt x="91221" y="18176"/>
                  </a:lnTo>
                  <a:lnTo>
                    <a:pt x="86547" y="20653"/>
                  </a:lnTo>
                  <a:lnTo>
                    <a:pt x="81953" y="23278"/>
                  </a:lnTo>
                  <a:lnTo>
                    <a:pt x="77445" y="26046"/>
                  </a:lnTo>
                  <a:lnTo>
                    <a:pt x="73027" y="28955"/>
                  </a:lnTo>
                  <a:lnTo>
                    <a:pt x="68703" y="32003"/>
                  </a:lnTo>
                  <a:lnTo>
                    <a:pt x="64478" y="35186"/>
                  </a:lnTo>
                  <a:lnTo>
                    <a:pt x="60355" y="38501"/>
                  </a:lnTo>
                  <a:lnTo>
                    <a:pt x="56340" y="41945"/>
                  </a:lnTo>
                  <a:lnTo>
                    <a:pt x="52435" y="45514"/>
                  </a:lnTo>
                  <a:lnTo>
                    <a:pt x="48645" y="49205"/>
                  </a:lnTo>
                  <a:lnTo>
                    <a:pt x="44974" y="53014"/>
                  </a:lnTo>
                  <a:lnTo>
                    <a:pt x="41425" y="56938"/>
                  </a:lnTo>
                  <a:lnTo>
                    <a:pt x="38003" y="60971"/>
                  </a:lnTo>
                  <a:lnTo>
                    <a:pt x="34709" y="65111"/>
                  </a:lnTo>
                  <a:lnTo>
                    <a:pt x="31549" y="69353"/>
                  </a:lnTo>
                  <a:lnTo>
                    <a:pt x="28524" y="73693"/>
                  </a:lnTo>
                  <a:lnTo>
                    <a:pt x="25637" y="78127"/>
                  </a:lnTo>
                  <a:lnTo>
                    <a:pt x="22893" y="82650"/>
                  </a:lnTo>
                  <a:lnTo>
                    <a:pt x="20293" y="87257"/>
                  </a:lnTo>
                  <a:lnTo>
                    <a:pt x="17840" y="91944"/>
                  </a:lnTo>
                  <a:lnTo>
                    <a:pt x="15537" y="96706"/>
                  </a:lnTo>
                  <a:lnTo>
                    <a:pt x="13386" y="101539"/>
                  </a:lnTo>
                  <a:lnTo>
                    <a:pt x="11388" y="106438"/>
                  </a:lnTo>
                  <a:lnTo>
                    <a:pt x="9547" y="111397"/>
                  </a:lnTo>
                  <a:lnTo>
                    <a:pt x="7863" y="116412"/>
                  </a:lnTo>
                  <a:lnTo>
                    <a:pt x="6339" y="121478"/>
                  </a:lnTo>
                  <a:lnTo>
                    <a:pt x="4976" y="126590"/>
                  </a:lnTo>
                  <a:lnTo>
                    <a:pt x="3776" y="131742"/>
                  </a:lnTo>
                  <a:lnTo>
                    <a:pt x="2739" y="136929"/>
                  </a:lnTo>
                  <a:lnTo>
                    <a:pt x="1866" y="142147"/>
                  </a:lnTo>
                  <a:lnTo>
                    <a:pt x="1160" y="147390"/>
                  </a:lnTo>
                  <a:lnTo>
                    <a:pt x="619" y="152652"/>
                  </a:lnTo>
                  <a:lnTo>
                    <a:pt x="245" y="157929"/>
                  </a:lnTo>
                  <a:lnTo>
                    <a:pt x="39" y="163215"/>
                  </a:lnTo>
                  <a:lnTo>
                    <a:pt x="0" y="168505"/>
                  </a:lnTo>
                  <a:lnTo>
                    <a:pt x="128" y="173794"/>
                  </a:lnTo>
                  <a:lnTo>
                    <a:pt x="423" y="179076"/>
                  </a:lnTo>
                  <a:lnTo>
                    <a:pt x="886" y="184346"/>
                  </a:lnTo>
                  <a:lnTo>
                    <a:pt x="1515" y="189598"/>
                  </a:lnTo>
                  <a:lnTo>
                    <a:pt x="2309" y="194828"/>
                  </a:lnTo>
                  <a:lnTo>
                    <a:pt x="3269" y="200031"/>
                  </a:lnTo>
                  <a:lnTo>
                    <a:pt x="4393" y="205200"/>
                  </a:lnTo>
                  <a:lnTo>
                    <a:pt x="5681" y="210331"/>
                  </a:lnTo>
                  <a:lnTo>
                    <a:pt x="7129" y="215419"/>
                  </a:lnTo>
                  <a:lnTo>
                    <a:pt x="8738" y="220459"/>
                  </a:lnTo>
                  <a:lnTo>
                    <a:pt x="10506" y="225445"/>
                  </a:lnTo>
                  <a:lnTo>
                    <a:pt x="12431" y="230372"/>
                  </a:lnTo>
                  <a:lnTo>
                    <a:pt x="14510" y="235237"/>
                  </a:lnTo>
                  <a:lnTo>
                    <a:pt x="16743" y="240033"/>
                  </a:lnTo>
                  <a:lnTo>
                    <a:pt x="19126" y="244756"/>
                  </a:lnTo>
                  <a:lnTo>
                    <a:pt x="21657" y="249401"/>
                  </a:lnTo>
                  <a:lnTo>
                    <a:pt x="24334" y="253964"/>
                  </a:lnTo>
                  <a:lnTo>
                    <a:pt x="27154" y="258439"/>
                  </a:lnTo>
                  <a:lnTo>
                    <a:pt x="30115" y="262824"/>
                  </a:lnTo>
                  <a:lnTo>
                    <a:pt x="33212" y="267112"/>
                  </a:lnTo>
                  <a:lnTo>
                    <a:pt x="36444" y="271301"/>
                  </a:lnTo>
                  <a:lnTo>
                    <a:pt x="39806" y="275384"/>
                  </a:lnTo>
                  <a:lnTo>
                    <a:pt x="43296" y="279360"/>
                  </a:lnTo>
                  <a:lnTo>
                    <a:pt x="46911" y="283223"/>
                  </a:lnTo>
                  <a:lnTo>
                    <a:pt x="50645" y="286970"/>
                  </a:lnTo>
                  <a:lnTo>
                    <a:pt x="54496" y="290597"/>
                  </a:lnTo>
                  <a:lnTo>
                    <a:pt x="58461" y="294100"/>
                  </a:lnTo>
                  <a:lnTo>
                    <a:pt x="62534" y="297476"/>
                  </a:lnTo>
                  <a:lnTo>
                    <a:pt x="66711" y="300721"/>
                  </a:lnTo>
                  <a:lnTo>
                    <a:pt x="70990" y="303832"/>
                  </a:lnTo>
                  <a:lnTo>
                    <a:pt x="75364" y="306807"/>
                  </a:lnTo>
                  <a:lnTo>
                    <a:pt x="79831" y="309642"/>
                  </a:lnTo>
                  <a:lnTo>
                    <a:pt x="84385" y="312334"/>
                  </a:lnTo>
                  <a:lnTo>
                    <a:pt x="89022" y="314880"/>
                  </a:lnTo>
                  <a:lnTo>
                    <a:pt x="93737" y="317279"/>
                  </a:lnTo>
                  <a:lnTo>
                    <a:pt x="98526" y="319527"/>
                  </a:lnTo>
                  <a:lnTo>
                    <a:pt x="103383" y="321622"/>
                  </a:lnTo>
                  <a:lnTo>
                    <a:pt x="108305" y="323563"/>
                  </a:lnTo>
                  <a:lnTo>
                    <a:pt x="113285" y="325347"/>
                  </a:lnTo>
                  <a:lnTo>
                    <a:pt x="118319" y="326972"/>
                  </a:lnTo>
                  <a:lnTo>
                    <a:pt x="123402" y="328438"/>
                  </a:lnTo>
                  <a:lnTo>
                    <a:pt x="128529" y="329741"/>
                  </a:lnTo>
                  <a:lnTo>
                    <a:pt x="133695" y="330882"/>
                  </a:lnTo>
                  <a:lnTo>
                    <a:pt x="138894" y="331859"/>
                  </a:lnTo>
                  <a:lnTo>
                    <a:pt x="144121" y="332671"/>
                  </a:lnTo>
                  <a:lnTo>
                    <a:pt x="149372" y="333317"/>
                  </a:lnTo>
                  <a:lnTo>
                    <a:pt x="154640" y="333797"/>
                  </a:lnTo>
                  <a:lnTo>
                    <a:pt x="159921" y="334110"/>
                  </a:lnTo>
                  <a:lnTo>
                    <a:pt x="165209" y="334255"/>
                  </a:lnTo>
                  <a:lnTo>
                    <a:pt x="170499" y="334233"/>
                  </a:lnTo>
                  <a:lnTo>
                    <a:pt x="175786" y="334044"/>
                  </a:lnTo>
                  <a:lnTo>
                    <a:pt x="181064" y="333687"/>
                  </a:lnTo>
                  <a:lnTo>
                    <a:pt x="186329" y="333164"/>
                  </a:lnTo>
                  <a:lnTo>
                    <a:pt x="191574" y="332474"/>
                  </a:lnTo>
                  <a:lnTo>
                    <a:pt x="196794" y="331619"/>
                  </a:lnTo>
                  <a:lnTo>
                    <a:pt x="201985" y="330599"/>
                  </a:lnTo>
                  <a:lnTo>
                    <a:pt x="207141" y="329415"/>
                  </a:lnTo>
                  <a:lnTo>
                    <a:pt x="212257" y="328069"/>
                  </a:lnTo>
                  <a:lnTo>
                    <a:pt x="217328" y="326561"/>
                  </a:lnTo>
                  <a:lnTo>
                    <a:pt x="222348" y="324894"/>
                  </a:lnTo>
                  <a:lnTo>
                    <a:pt x="227314" y="323069"/>
                  </a:lnTo>
                  <a:lnTo>
                    <a:pt x="232219" y="321088"/>
                  </a:lnTo>
                  <a:lnTo>
                    <a:pt x="237059" y="318952"/>
                  </a:lnTo>
                  <a:lnTo>
                    <a:pt x="241828" y="316664"/>
                  </a:lnTo>
                  <a:lnTo>
                    <a:pt x="246524" y="314227"/>
                  </a:lnTo>
                  <a:lnTo>
                    <a:pt x="251139" y="311642"/>
                  </a:lnTo>
                  <a:lnTo>
                    <a:pt x="255671" y="308912"/>
                  </a:lnTo>
                  <a:lnTo>
                    <a:pt x="260114" y="306041"/>
                  </a:lnTo>
                  <a:lnTo>
                    <a:pt x="264464" y="303030"/>
                  </a:lnTo>
                  <a:lnTo>
                    <a:pt x="268716" y="299883"/>
                  </a:lnTo>
                  <a:lnTo>
                    <a:pt x="272867" y="296603"/>
                  </a:lnTo>
                  <a:lnTo>
                    <a:pt x="276911" y="293193"/>
                  </a:lnTo>
                  <a:lnTo>
                    <a:pt x="280846" y="289658"/>
                  </a:lnTo>
                  <a:lnTo>
                    <a:pt x="284667" y="285999"/>
                  </a:lnTo>
                  <a:lnTo>
                    <a:pt x="288371" y="282221"/>
                  </a:lnTo>
                  <a:lnTo>
                    <a:pt x="291953" y="278328"/>
                  </a:lnTo>
                  <a:lnTo>
                    <a:pt x="295410" y="274324"/>
                  </a:lnTo>
                  <a:lnTo>
                    <a:pt x="298738" y="270212"/>
                  </a:lnTo>
                  <a:lnTo>
                    <a:pt x="301935" y="265997"/>
                  </a:lnTo>
                  <a:lnTo>
                    <a:pt x="304997" y="261683"/>
                  </a:lnTo>
                  <a:lnTo>
                    <a:pt x="307921" y="257275"/>
                  </a:lnTo>
                  <a:lnTo>
                    <a:pt x="310704" y="252776"/>
                  </a:lnTo>
                  <a:lnTo>
                    <a:pt x="313343" y="248191"/>
                  </a:lnTo>
                  <a:lnTo>
                    <a:pt x="315835" y="243525"/>
                  </a:lnTo>
                  <a:lnTo>
                    <a:pt x="318179" y="238782"/>
                  </a:lnTo>
                  <a:lnTo>
                    <a:pt x="320372" y="233968"/>
                  </a:lnTo>
                  <a:lnTo>
                    <a:pt x="322411" y="229086"/>
                  </a:lnTo>
                  <a:lnTo>
                    <a:pt x="324295" y="224143"/>
                  </a:lnTo>
                  <a:lnTo>
                    <a:pt x="326021" y="219142"/>
                  </a:lnTo>
                  <a:lnTo>
                    <a:pt x="327588" y="214090"/>
                  </a:lnTo>
                  <a:lnTo>
                    <a:pt x="328995" y="208990"/>
                  </a:lnTo>
                  <a:lnTo>
                    <a:pt x="330239" y="203848"/>
                  </a:lnTo>
                  <a:lnTo>
                    <a:pt x="331320" y="198670"/>
                  </a:lnTo>
                  <a:lnTo>
                    <a:pt x="332237" y="193460"/>
                  </a:lnTo>
                  <a:lnTo>
                    <a:pt x="332988" y="188223"/>
                  </a:lnTo>
                  <a:lnTo>
                    <a:pt x="333574" y="182965"/>
                  </a:lnTo>
                  <a:lnTo>
                    <a:pt x="333993" y="177692"/>
                  </a:lnTo>
                  <a:lnTo>
                    <a:pt x="334244" y="172408"/>
                  </a:lnTo>
                  <a:lnTo>
                    <a:pt x="334328" y="167118"/>
                  </a:lnTo>
                  <a:lnTo>
                    <a:pt x="334245" y="161829"/>
                  </a:lnTo>
                  <a:lnTo>
                    <a:pt x="333995" y="156545"/>
                  </a:lnTo>
                  <a:lnTo>
                    <a:pt x="333577" y="151271"/>
                  </a:lnTo>
                  <a:lnTo>
                    <a:pt x="332993" y="146013"/>
                  </a:lnTo>
                  <a:lnTo>
                    <a:pt x="332243" y="140776"/>
                  </a:lnTo>
                  <a:lnTo>
                    <a:pt x="331327" y="135566"/>
                  </a:lnTo>
                  <a:lnTo>
                    <a:pt x="330248" y="130387"/>
                  </a:lnTo>
                  <a:lnTo>
                    <a:pt x="329004" y="125245"/>
                  </a:lnTo>
                  <a:lnTo>
                    <a:pt x="327599" y="120145"/>
                  </a:lnTo>
                  <a:lnTo>
                    <a:pt x="326033" y="115092"/>
                  </a:lnTo>
                  <a:lnTo>
                    <a:pt x="324308" y="110091"/>
                  </a:lnTo>
                  <a:lnTo>
                    <a:pt x="322425" y="105147"/>
                  </a:lnTo>
                  <a:lnTo>
                    <a:pt x="320387" y="100266"/>
                  </a:lnTo>
                  <a:lnTo>
                    <a:pt x="318196" y="95451"/>
                  </a:lnTo>
                  <a:lnTo>
                    <a:pt x="315853" y="90708"/>
                  </a:lnTo>
                  <a:lnTo>
                    <a:pt x="313361" y="86041"/>
                  </a:lnTo>
                  <a:lnTo>
                    <a:pt x="310723" y="81455"/>
                  </a:lnTo>
                  <a:lnTo>
                    <a:pt x="307942" y="76956"/>
                  </a:lnTo>
                  <a:lnTo>
                    <a:pt x="305019" y="72546"/>
                  </a:lnTo>
                  <a:lnTo>
                    <a:pt x="301958" y="68232"/>
                  </a:lnTo>
                  <a:lnTo>
                    <a:pt x="298762" y="64016"/>
                  </a:lnTo>
                  <a:lnTo>
                    <a:pt x="295434" y="59903"/>
                  </a:lnTo>
                  <a:lnTo>
                    <a:pt x="291978" y="55898"/>
                  </a:lnTo>
                  <a:lnTo>
                    <a:pt x="288397" y="52005"/>
                  </a:lnTo>
                  <a:lnTo>
                    <a:pt x="284695" y="48226"/>
                  </a:lnTo>
                  <a:lnTo>
                    <a:pt x="280874" y="44567"/>
                  </a:lnTo>
                  <a:lnTo>
                    <a:pt x="276940" y="41030"/>
                  </a:lnTo>
                  <a:lnTo>
                    <a:pt x="272896" y="37619"/>
                  </a:lnTo>
                  <a:lnTo>
                    <a:pt x="268746" y="34339"/>
                  </a:lnTo>
                  <a:lnTo>
                    <a:pt x="264495" y="31191"/>
                  </a:lnTo>
                  <a:lnTo>
                    <a:pt x="260146" y="28179"/>
                  </a:lnTo>
                  <a:lnTo>
                    <a:pt x="255703" y="25306"/>
                  </a:lnTo>
                  <a:lnTo>
                    <a:pt x="251172" y="22576"/>
                  </a:lnTo>
                  <a:lnTo>
                    <a:pt x="246557" y="19990"/>
                  </a:lnTo>
                  <a:lnTo>
                    <a:pt x="241863" y="17551"/>
                  </a:lnTo>
                  <a:lnTo>
                    <a:pt x="237093" y="15262"/>
                  </a:lnTo>
                  <a:lnTo>
                    <a:pt x="232254" y="13126"/>
                  </a:lnTo>
                  <a:lnTo>
                    <a:pt x="227349" y="11143"/>
                  </a:lnTo>
                  <a:lnTo>
                    <a:pt x="222385" y="9317"/>
                  </a:lnTo>
                  <a:lnTo>
                    <a:pt x="167161" y="1670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90748" y="2633064"/>
              <a:ext cx="55223" cy="167167"/>
            </a:xfrm>
            <a:custGeom>
              <a:avLst/>
              <a:pathLst>
                <a:path w="55223" h="167167">
                  <a:moveTo>
                    <a:pt x="55223" y="9384"/>
                  </a:moveTo>
                  <a:lnTo>
                    <a:pt x="49283" y="7430"/>
                  </a:lnTo>
                  <a:lnTo>
                    <a:pt x="43275" y="5698"/>
                  </a:lnTo>
                  <a:lnTo>
                    <a:pt x="37206" y="4193"/>
                  </a:lnTo>
                  <a:lnTo>
                    <a:pt x="31085" y="2915"/>
                  </a:lnTo>
                  <a:lnTo>
                    <a:pt x="24920" y="1867"/>
                  </a:lnTo>
                  <a:lnTo>
                    <a:pt x="18720" y="1051"/>
                  </a:lnTo>
                  <a:lnTo>
                    <a:pt x="12495" y="467"/>
                  </a:lnTo>
                  <a:lnTo>
                    <a:pt x="6251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6704" y="3170392"/>
              <a:ext cx="19275" cy="167167"/>
            </a:xfrm>
            <a:custGeom>
              <a:avLst/>
              <a:pathLst>
                <a:path w="19275" h="167167">
                  <a:moveTo>
                    <a:pt x="19275" y="0"/>
                  </a:moveTo>
                  <a:lnTo>
                    <a:pt x="9621" y="278"/>
                  </a:lnTo>
                  <a:lnTo>
                    <a:pt x="0" y="1115"/>
                  </a:lnTo>
                  <a:lnTo>
                    <a:pt x="1927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6704" y="3171507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6704" y="3171507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6704" y="3171507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6704" y="3171507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6704" y="3171507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6704" y="3171507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6704" y="3171507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6704" y="3171507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6704" y="3171507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6704" y="3171507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6704" y="3171507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6704" y="3171507"/>
              <a:ext cx="19275" cy="166052"/>
            </a:xfrm>
            <a:custGeom>
              <a:avLst/>
              <a:pathLst>
                <a:path w="19275" h="166052">
                  <a:moveTo>
                    <a:pt x="0" y="0"/>
                  </a:moveTo>
                  <a:lnTo>
                    <a:pt x="19275" y="1660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358814" y="3171507"/>
              <a:ext cx="334333" cy="333205"/>
            </a:xfrm>
            <a:custGeom>
              <a:avLst/>
              <a:pathLst>
                <a:path w="334333" h="333205">
                  <a:moveTo>
                    <a:pt x="147890" y="0"/>
                  </a:moveTo>
                  <a:lnTo>
                    <a:pt x="142634" y="694"/>
                  </a:lnTo>
                  <a:lnTo>
                    <a:pt x="137403" y="1555"/>
                  </a:lnTo>
                  <a:lnTo>
                    <a:pt x="132202" y="2582"/>
                  </a:lnTo>
                  <a:lnTo>
                    <a:pt x="127036" y="3773"/>
                  </a:lnTo>
                  <a:lnTo>
                    <a:pt x="121910" y="5127"/>
                  </a:lnTo>
                  <a:lnTo>
                    <a:pt x="116830" y="6643"/>
                  </a:lnTo>
                  <a:lnTo>
                    <a:pt x="111800" y="8319"/>
                  </a:lnTo>
                  <a:lnTo>
                    <a:pt x="106827" y="10154"/>
                  </a:lnTo>
                  <a:lnTo>
                    <a:pt x="101913" y="12146"/>
                  </a:lnTo>
                  <a:lnTo>
                    <a:pt x="97066" y="14292"/>
                  </a:lnTo>
                  <a:lnTo>
                    <a:pt x="92289" y="16592"/>
                  </a:lnTo>
                  <a:lnTo>
                    <a:pt x="87587" y="19041"/>
                  </a:lnTo>
                  <a:lnTo>
                    <a:pt x="82966" y="21638"/>
                  </a:lnTo>
                  <a:lnTo>
                    <a:pt x="78429" y="24381"/>
                  </a:lnTo>
                  <a:lnTo>
                    <a:pt x="73981" y="27266"/>
                  </a:lnTo>
                  <a:lnTo>
                    <a:pt x="69627" y="30291"/>
                  </a:lnTo>
                  <a:lnTo>
                    <a:pt x="65371" y="33452"/>
                  </a:lnTo>
                  <a:lnTo>
                    <a:pt x="61217" y="36747"/>
                  </a:lnTo>
                  <a:lnTo>
                    <a:pt x="57170" y="40171"/>
                  </a:lnTo>
                  <a:lnTo>
                    <a:pt x="53234" y="43722"/>
                  </a:lnTo>
                  <a:lnTo>
                    <a:pt x="49412" y="47397"/>
                  </a:lnTo>
                  <a:lnTo>
                    <a:pt x="45709" y="51190"/>
                  </a:lnTo>
                  <a:lnTo>
                    <a:pt x="42128" y="55099"/>
                  </a:lnTo>
                  <a:lnTo>
                    <a:pt x="38672" y="59120"/>
                  </a:lnTo>
                  <a:lnTo>
                    <a:pt x="35346" y="63248"/>
                  </a:lnTo>
                  <a:lnTo>
                    <a:pt x="32153" y="67480"/>
                  </a:lnTo>
                  <a:lnTo>
                    <a:pt x="29095" y="71811"/>
                  </a:lnTo>
                  <a:lnTo>
                    <a:pt x="26176" y="76237"/>
                  </a:lnTo>
                  <a:lnTo>
                    <a:pt x="23399" y="80752"/>
                  </a:lnTo>
                  <a:lnTo>
                    <a:pt x="20766" y="85354"/>
                  </a:lnTo>
                  <a:lnTo>
                    <a:pt x="18281" y="90037"/>
                  </a:lnTo>
                  <a:lnTo>
                    <a:pt x="15945" y="94796"/>
                  </a:lnTo>
                  <a:lnTo>
                    <a:pt x="13762" y="99627"/>
                  </a:lnTo>
                  <a:lnTo>
                    <a:pt x="11733" y="104525"/>
                  </a:lnTo>
                  <a:lnTo>
                    <a:pt x="9860" y="109485"/>
                  </a:lnTo>
                  <a:lnTo>
                    <a:pt x="8145" y="114502"/>
                  </a:lnTo>
                  <a:lnTo>
                    <a:pt x="6591" y="119570"/>
                  </a:lnTo>
                  <a:lnTo>
                    <a:pt x="5197" y="124685"/>
                  </a:lnTo>
                  <a:lnTo>
                    <a:pt x="3967" y="129842"/>
                  </a:lnTo>
                  <a:lnTo>
                    <a:pt x="2901" y="135035"/>
                  </a:lnTo>
                  <a:lnTo>
                    <a:pt x="2000" y="140260"/>
                  </a:lnTo>
                  <a:lnTo>
                    <a:pt x="1265" y="145510"/>
                  </a:lnTo>
                  <a:lnTo>
                    <a:pt x="697" y="150781"/>
                  </a:lnTo>
                  <a:lnTo>
                    <a:pt x="297" y="156067"/>
                  </a:lnTo>
                  <a:lnTo>
                    <a:pt x="64" y="161364"/>
                  </a:lnTo>
                  <a:lnTo>
                    <a:pt x="0" y="166665"/>
                  </a:lnTo>
                  <a:lnTo>
                    <a:pt x="103" y="171965"/>
                  </a:lnTo>
                  <a:lnTo>
                    <a:pt x="375" y="177260"/>
                  </a:lnTo>
                  <a:lnTo>
                    <a:pt x="814" y="182543"/>
                  </a:lnTo>
                  <a:lnTo>
                    <a:pt x="1420" y="187810"/>
                  </a:lnTo>
                  <a:lnTo>
                    <a:pt x="2194" y="193055"/>
                  </a:lnTo>
                  <a:lnTo>
                    <a:pt x="3133" y="198272"/>
                  </a:lnTo>
                  <a:lnTo>
                    <a:pt x="4237" y="203458"/>
                  </a:lnTo>
                  <a:lnTo>
                    <a:pt x="5505" y="208605"/>
                  </a:lnTo>
                  <a:lnTo>
                    <a:pt x="6936" y="213710"/>
                  </a:lnTo>
                  <a:lnTo>
                    <a:pt x="8528" y="218767"/>
                  </a:lnTo>
                  <a:lnTo>
                    <a:pt x="10279" y="223771"/>
                  </a:lnTo>
                  <a:lnTo>
                    <a:pt x="12188" y="228717"/>
                  </a:lnTo>
                  <a:lnTo>
                    <a:pt x="14253" y="233600"/>
                  </a:lnTo>
                  <a:lnTo>
                    <a:pt x="16472" y="238414"/>
                  </a:lnTo>
                  <a:lnTo>
                    <a:pt x="18842" y="243157"/>
                  </a:lnTo>
                  <a:lnTo>
                    <a:pt x="21362" y="247821"/>
                  </a:lnTo>
                  <a:lnTo>
                    <a:pt x="24028" y="252403"/>
                  </a:lnTo>
                  <a:lnTo>
                    <a:pt x="26838" y="256899"/>
                  </a:lnTo>
                  <a:lnTo>
                    <a:pt x="29790" y="261303"/>
                  </a:lnTo>
                  <a:lnTo>
                    <a:pt x="32879" y="265611"/>
                  </a:lnTo>
                  <a:lnTo>
                    <a:pt x="36104" y="269819"/>
                  </a:lnTo>
                  <a:lnTo>
                    <a:pt x="39460" y="273923"/>
                  </a:lnTo>
                  <a:lnTo>
                    <a:pt x="42945" y="277918"/>
                  </a:lnTo>
                  <a:lnTo>
                    <a:pt x="46555" y="281801"/>
                  </a:lnTo>
                  <a:lnTo>
                    <a:pt x="50286" y="285568"/>
                  </a:lnTo>
                  <a:lnTo>
                    <a:pt x="54134" y="289214"/>
                  </a:lnTo>
                  <a:lnTo>
                    <a:pt x="58097" y="292736"/>
                  </a:lnTo>
                  <a:lnTo>
                    <a:pt x="62169" y="296131"/>
                  </a:lnTo>
                  <a:lnTo>
                    <a:pt x="66346" y="299395"/>
                  </a:lnTo>
                  <a:lnTo>
                    <a:pt x="70625" y="302525"/>
                  </a:lnTo>
                  <a:lnTo>
                    <a:pt x="75001" y="305517"/>
                  </a:lnTo>
                  <a:lnTo>
                    <a:pt x="79470" y="308370"/>
                  </a:lnTo>
                  <a:lnTo>
                    <a:pt x="84027" y="311079"/>
                  </a:lnTo>
                  <a:lnTo>
                    <a:pt x="88668" y="313642"/>
                  </a:lnTo>
                  <a:lnTo>
                    <a:pt x="93387" y="316057"/>
                  </a:lnTo>
                  <a:lnTo>
                    <a:pt x="98181" y="318321"/>
                  </a:lnTo>
                  <a:lnTo>
                    <a:pt x="103044" y="320432"/>
                  </a:lnTo>
                  <a:lnTo>
                    <a:pt x="107972" y="322388"/>
                  </a:lnTo>
                  <a:lnTo>
                    <a:pt x="112959" y="324186"/>
                  </a:lnTo>
                  <a:lnTo>
                    <a:pt x="118000" y="325826"/>
                  </a:lnTo>
                  <a:lnTo>
                    <a:pt x="123092" y="327305"/>
                  </a:lnTo>
                  <a:lnTo>
                    <a:pt x="128227" y="328621"/>
                  </a:lnTo>
                  <a:lnTo>
                    <a:pt x="133402" y="329774"/>
                  </a:lnTo>
                  <a:lnTo>
                    <a:pt x="138610" y="330762"/>
                  </a:lnTo>
                  <a:lnTo>
                    <a:pt x="143848" y="331585"/>
                  </a:lnTo>
                  <a:lnTo>
                    <a:pt x="149108" y="332241"/>
                  </a:lnTo>
                  <a:lnTo>
                    <a:pt x="154387" y="332730"/>
                  </a:lnTo>
                  <a:lnTo>
                    <a:pt x="159679" y="333052"/>
                  </a:lnTo>
                  <a:lnTo>
                    <a:pt x="164978" y="333205"/>
                  </a:lnTo>
                  <a:lnTo>
                    <a:pt x="170280" y="333190"/>
                  </a:lnTo>
                  <a:lnTo>
                    <a:pt x="175578" y="333008"/>
                  </a:lnTo>
                  <a:lnTo>
                    <a:pt x="180868" y="332657"/>
                  </a:lnTo>
                  <a:lnTo>
                    <a:pt x="186144" y="332139"/>
                  </a:lnTo>
                  <a:lnTo>
                    <a:pt x="191401" y="331453"/>
                  </a:lnTo>
                  <a:lnTo>
                    <a:pt x="196634" y="330602"/>
                  </a:lnTo>
                  <a:lnTo>
                    <a:pt x="201837" y="329584"/>
                  </a:lnTo>
                  <a:lnTo>
                    <a:pt x="207005" y="328403"/>
                  </a:lnTo>
                  <a:lnTo>
                    <a:pt x="212133" y="327058"/>
                  </a:lnTo>
                  <a:lnTo>
                    <a:pt x="217216" y="325551"/>
                  </a:lnTo>
                  <a:lnTo>
                    <a:pt x="222249" y="323884"/>
                  </a:lnTo>
                  <a:lnTo>
                    <a:pt x="227226" y="322058"/>
                  </a:lnTo>
                  <a:lnTo>
                    <a:pt x="232142" y="320075"/>
                  </a:lnTo>
                  <a:lnTo>
                    <a:pt x="236994" y="317937"/>
                  </a:lnTo>
                  <a:lnTo>
                    <a:pt x="241775" y="315646"/>
                  </a:lnTo>
                  <a:lnTo>
                    <a:pt x="246481" y="313205"/>
                  </a:lnTo>
                  <a:lnTo>
                    <a:pt x="251107" y="310616"/>
                  </a:lnTo>
                  <a:lnTo>
                    <a:pt x="255649" y="307881"/>
                  </a:lnTo>
                  <a:lnTo>
                    <a:pt x="260102" y="305004"/>
                  </a:lnTo>
                  <a:lnTo>
                    <a:pt x="264462" y="301988"/>
                  </a:lnTo>
                  <a:lnTo>
                    <a:pt x="268723" y="298834"/>
                  </a:lnTo>
                  <a:lnTo>
                    <a:pt x="272883" y="295547"/>
                  </a:lnTo>
                  <a:lnTo>
                    <a:pt x="276936" y="292129"/>
                  </a:lnTo>
                  <a:lnTo>
                    <a:pt x="280878" y="288585"/>
                  </a:lnTo>
                  <a:lnTo>
                    <a:pt x="284707" y="284918"/>
                  </a:lnTo>
                  <a:lnTo>
                    <a:pt x="288417" y="281131"/>
                  </a:lnTo>
                  <a:lnTo>
                    <a:pt x="292005" y="277228"/>
                  </a:lnTo>
                  <a:lnTo>
                    <a:pt x="295468" y="273214"/>
                  </a:lnTo>
                  <a:lnTo>
                    <a:pt x="298801" y="269091"/>
                  </a:lnTo>
                  <a:lnTo>
                    <a:pt x="302002" y="264865"/>
                  </a:lnTo>
                  <a:lnTo>
                    <a:pt x="305068" y="260540"/>
                  </a:lnTo>
                  <a:lnTo>
                    <a:pt x="307995" y="256120"/>
                  </a:lnTo>
                  <a:lnTo>
                    <a:pt x="310780" y="251609"/>
                  </a:lnTo>
                  <a:lnTo>
                    <a:pt x="313421" y="247012"/>
                  </a:lnTo>
                  <a:lnTo>
                    <a:pt x="315914" y="242333"/>
                  </a:lnTo>
                  <a:lnTo>
                    <a:pt x="318258" y="237578"/>
                  </a:lnTo>
                  <a:lnTo>
                    <a:pt x="320451" y="232751"/>
                  </a:lnTo>
                  <a:lnTo>
                    <a:pt x="322488" y="227857"/>
                  </a:lnTo>
                  <a:lnTo>
                    <a:pt x="324370" y="222900"/>
                  </a:lnTo>
                  <a:lnTo>
                    <a:pt x="326094" y="217887"/>
                  </a:lnTo>
                  <a:lnTo>
                    <a:pt x="327658" y="212821"/>
                  </a:lnTo>
                  <a:lnTo>
                    <a:pt x="329060" y="207709"/>
                  </a:lnTo>
                  <a:lnTo>
                    <a:pt x="330299" y="202554"/>
                  </a:lnTo>
                  <a:lnTo>
                    <a:pt x="331375" y="197363"/>
                  </a:lnTo>
                  <a:lnTo>
                    <a:pt x="332285" y="192140"/>
                  </a:lnTo>
                  <a:lnTo>
                    <a:pt x="333029" y="186891"/>
                  </a:lnTo>
                  <a:lnTo>
                    <a:pt x="333607" y="181621"/>
                  </a:lnTo>
                  <a:lnTo>
                    <a:pt x="334017" y="176335"/>
                  </a:lnTo>
                  <a:lnTo>
                    <a:pt x="334259" y="171039"/>
                  </a:lnTo>
                  <a:lnTo>
                    <a:pt x="334333" y="165738"/>
                  </a:lnTo>
                  <a:lnTo>
                    <a:pt x="334239" y="160438"/>
                  </a:lnTo>
                  <a:lnTo>
                    <a:pt x="333977" y="155142"/>
                  </a:lnTo>
                  <a:lnTo>
                    <a:pt x="333547" y="149858"/>
                  </a:lnTo>
                  <a:lnTo>
                    <a:pt x="332950" y="144591"/>
                  </a:lnTo>
                  <a:lnTo>
                    <a:pt x="332186" y="139344"/>
                  </a:lnTo>
                  <a:lnTo>
                    <a:pt x="331256" y="134125"/>
                  </a:lnTo>
                  <a:lnTo>
                    <a:pt x="330161" y="128938"/>
                  </a:lnTo>
                  <a:lnTo>
                    <a:pt x="328902" y="123788"/>
                  </a:lnTo>
                  <a:lnTo>
                    <a:pt x="327481" y="118681"/>
                  </a:lnTo>
                  <a:lnTo>
                    <a:pt x="325898" y="113621"/>
                  </a:lnTo>
                  <a:lnTo>
                    <a:pt x="324156" y="108614"/>
                  </a:lnTo>
                  <a:lnTo>
                    <a:pt x="322255" y="103665"/>
                  </a:lnTo>
                  <a:lnTo>
                    <a:pt x="320199" y="98778"/>
                  </a:lnTo>
                  <a:lnTo>
                    <a:pt x="317989" y="93959"/>
                  </a:lnTo>
                  <a:lnTo>
                    <a:pt x="315627" y="89213"/>
                  </a:lnTo>
                  <a:lnTo>
                    <a:pt x="313116" y="84544"/>
                  </a:lnTo>
                  <a:lnTo>
                    <a:pt x="310458" y="79957"/>
                  </a:lnTo>
                  <a:lnTo>
                    <a:pt x="307656" y="75456"/>
                  </a:lnTo>
                  <a:lnTo>
                    <a:pt x="304712" y="71047"/>
                  </a:lnTo>
                  <a:lnTo>
                    <a:pt x="301631" y="66733"/>
                  </a:lnTo>
                  <a:lnTo>
                    <a:pt x="298414" y="62519"/>
                  </a:lnTo>
                  <a:lnTo>
                    <a:pt x="295064" y="58410"/>
                  </a:lnTo>
                  <a:lnTo>
                    <a:pt x="291587" y="54408"/>
                  </a:lnTo>
                  <a:lnTo>
                    <a:pt x="287984" y="50519"/>
                  </a:lnTo>
                  <a:lnTo>
                    <a:pt x="284260" y="46746"/>
                  </a:lnTo>
                  <a:lnTo>
                    <a:pt x="280418" y="43093"/>
                  </a:lnTo>
                  <a:lnTo>
                    <a:pt x="276462" y="39563"/>
                  </a:lnTo>
                  <a:lnTo>
                    <a:pt x="272396" y="36161"/>
                  </a:lnTo>
                  <a:lnTo>
                    <a:pt x="268224" y="32890"/>
                  </a:lnTo>
                  <a:lnTo>
                    <a:pt x="263951" y="29752"/>
                  </a:lnTo>
                  <a:lnTo>
                    <a:pt x="259580" y="26752"/>
                  </a:lnTo>
                  <a:lnTo>
                    <a:pt x="255116" y="23891"/>
                  </a:lnTo>
                  <a:lnTo>
                    <a:pt x="250564" y="21174"/>
                  </a:lnTo>
                  <a:lnTo>
                    <a:pt x="245928" y="18602"/>
                  </a:lnTo>
                  <a:lnTo>
                    <a:pt x="241213" y="16179"/>
                  </a:lnTo>
                  <a:lnTo>
                    <a:pt x="236423" y="13906"/>
                  </a:lnTo>
                  <a:lnTo>
                    <a:pt x="231564" y="11786"/>
                  </a:lnTo>
                  <a:lnTo>
                    <a:pt x="226640" y="9822"/>
                  </a:lnTo>
                  <a:lnTo>
                    <a:pt x="221656" y="8015"/>
                  </a:lnTo>
                  <a:lnTo>
                    <a:pt x="216617" y="6366"/>
                  </a:lnTo>
                  <a:lnTo>
                    <a:pt x="167166" y="1660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3170392"/>
              <a:ext cx="49451" cy="167167"/>
            </a:xfrm>
            <a:custGeom>
              <a:avLst/>
              <a:pathLst>
                <a:path w="49451" h="167167">
                  <a:moveTo>
                    <a:pt x="49451" y="7481"/>
                  </a:moveTo>
                  <a:lnTo>
                    <a:pt x="43423" y="5738"/>
                  </a:lnTo>
                  <a:lnTo>
                    <a:pt x="37334" y="4222"/>
                  </a:lnTo>
                  <a:lnTo>
                    <a:pt x="31192" y="2935"/>
                  </a:lnTo>
                  <a:lnTo>
                    <a:pt x="25007" y="1881"/>
                  </a:lnTo>
                  <a:lnTo>
                    <a:pt x="18786" y="1058"/>
                  </a:lnTo>
                  <a:lnTo>
                    <a:pt x="12538" y="470"/>
                  </a:lnTo>
                  <a:lnTo>
                    <a:pt x="6273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5886" y="3707720"/>
              <a:ext cx="4861" cy="167167"/>
            </a:xfrm>
            <a:custGeom>
              <a:avLst/>
              <a:pathLst>
                <a:path w="4861" h="167167">
                  <a:moveTo>
                    <a:pt x="4861" y="0"/>
                  </a:moveTo>
                  <a:lnTo>
                    <a:pt x="0" y="70"/>
                  </a:lnTo>
                  <a:lnTo>
                    <a:pt x="48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5886" y="3707791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5886" y="3707791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5886" y="3707791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5886" y="3707791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5886" y="3707791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5886" y="3707791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5886" y="3707791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886" y="3707791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886" y="3707791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886" y="3707791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886" y="3707791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423584" y="3707720"/>
              <a:ext cx="334325" cy="334317"/>
            </a:xfrm>
            <a:custGeom>
              <a:avLst/>
              <a:pathLst>
                <a:path w="334325" h="334317">
                  <a:moveTo>
                    <a:pt x="162302" y="70"/>
                  </a:moveTo>
                  <a:lnTo>
                    <a:pt x="157028" y="307"/>
                  </a:lnTo>
                  <a:lnTo>
                    <a:pt x="151763" y="710"/>
                  </a:lnTo>
                  <a:lnTo>
                    <a:pt x="146514" y="1280"/>
                  </a:lnTo>
                  <a:lnTo>
                    <a:pt x="141286" y="2015"/>
                  </a:lnTo>
                  <a:lnTo>
                    <a:pt x="136083" y="2914"/>
                  </a:lnTo>
                  <a:lnTo>
                    <a:pt x="130911" y="3978"/>
                  </a:lnTo>
                  <a:lnTo>
                    <a:pt x="125776" y="5204"/>
                  </a:lnTo>
                  <a:lnTo>
                    <a:pt x="120682" y="6592"/>
                  </a:lnTo>
                  <a:lnTo>
                    <a:pt x="115634" y="8140"/>
                  </a:lnTo>
                  <a:lnTo>
                    <a:pt x="110638" y="9846"/>
                  </a:lnTo>
                  <a:lnTo>
                    <a:pt x="105698" y="11710"/>
                  </a:lnTo>
                  <a:lnTo>
                    <a:pt x="100819" y="13729"/>
                  </a:lnTo>
                  <a:lnTo>
                    <a:pt x="96006" y="15900"/>
                  </a:lnTo>
                  <a:lnTo>
                    <a:pt x="91265" y="18223"/>
                  </a:lnTo>
                  <a:lnTo>
                    <a:pt x="86599" y="20694"/>
                  </a:lnTo>
                  <a:lnTo>
                    <a:pt x="82014" y="23311"/>
                  </a:lnTo>
                  <a:lnTo>
                    <a:pt x="77513" y="26072"/>
                  </a:lnTo>
                  <a:lnTo>
                    <a:pt x="73102" y="28974"/>
                  </a:lnTo>
                  <a:lnTo>
                    <a:pt x="68785" y="32013"/>
                  </a:lnTo>
                  <a:lnTo>
                    <a:pt x="64566" y="35187"/>
                  </a:lnTo>
                  <a:lnTo>
                    <a:pt x="60449" y="38493"/>
                  </a:lnTo>
                  <a:lnTo>
                    <a:pt x="56439" y="41928"/>
                  </a:lnTo>
                  <a:lnTo>
                    <a:pt x="52539" y="45487"/>
                  </a:lnTo>
                  <a:lnTo>
                    <a:pt x="48753" y="49167"/>
                  </a:lnTo>
                  <a:lnTo>
                    <a:pt x="45086" y="52966"/>
                  </a:lnTo>
                  <a:lnTo>
                    <a:pt x="41540" y="56878"/>
                  </a:lnTo>
                  <a:lnTo>
                    <a:pt x="38120" y="60900"/>
                  </a:lnTo>
                  <a:lnTo>
                    <a:pt x="34829" y="65028"/>
                  </a:lnTo>
                  <a:lnTo>
                    <a:pt x="31669" y="69258"/>
                  </a:lnTo>
                  <a:lnTo>
                    <a:pt x="28645" y="73586"/>
                  </a:lnTo>
                  <a:lnTo>
                    <a:pt x="25758" y="78007"/>
                  </a:lnTo>
                  <a:lnTo>
                    <a:pt x="23013" y="82517"/>
                  </a:lnTo>
                  <a:lnTo>
                    <a:pt x="20412" y="87112"/>
                  </a:lnTo>
                  <a:lnTo>
                    <a:pt x="17957" y="91786"/>
                  </a:lnTo>
                  <a:lnTo>
                    <a:pt x="15651" y="96536"/>
                  </a:lnTo>
                  <a:lnTo>
                    <a:pt x="13496" y="101356"/>
                  </a:lnTo>
                  <a:lnTo>
                    <a:pt x="11494" y="106242"/>
                  </a:lnTo>
                  <a:lnTo>
                    <a:pt x="9648" y="111188"/>
                  </a:lnTo>
                  <a:lnTo>
                    <a:pt x="7959" y="116190"/>
                  </a:lnTo>
                  <a:lnTo>
                    <a:pt x="6428" y="121243"/>
                  </a:lnTo>
                  <a:lnTo>
                    <a:pt x="5058" y="126342"/>
                  </a:lnTo>
                  <a:lnTo>
                    <a:pt x="3850" y="131482"/>
                  </a:lnTo>
                  <a:lnTo>
                    <a:pt x="2804" y="136657"/>
                  </a:lnTo>
                  <a:lnTo>
                    <a:pt x="1923" y="141863"/>
                  </a:lnTo>
                  <a:lnTo>
                    <a:pt x="1206" y="147094"/>
                  </a:lnTo>
                  <a:lnTo>
                    <a:pt x="655" y="152345"/>
                  </a:lnTo>
                  <a:lnTo>
                    <a:pt x="270" y="157611"/>
                  </a:lnTo>
                  <a:lnTo>
                    <a:pt x="51" y="162886"/>
                  </a:lnTo>
                  <a:lnTo>
                    <a:pt x="0" y="168166"/>
                  </a:lnTo>
                  <a:lnTo>
                    <a:pt x="114" y="173444"/>
                  </a:lnTo>
                  <a:lnTo>
                    <a:pt x="396" y="178716"/>
                  </a:lnTo>
                  <a:lnTo>
                    <a:pt x="844" y="183977"/>
                  </a:lnTo>
                  <a:lnTo>
                    <a:pt x="1458" y="189221"/>
                  </a:lnTo>
                  <a:lnTo>
                    <a:pt x="2237" y="194443"/>
                  </a:lnTo>
                  <a:lnTo>
                    <a:pt x="3180" y="199638"/>
                  </a:lnTo>
                  <a:lnTo>
                    <a:pt x="4288" y="204801"/>
                  </a:lnTo>
                  <a:lnTo>
                    <a:pt x="5557" y="209925"/>
                  </a:lnTo>
                  <a:lnTo>
                    <a:pt x="6988" y="215008"/>
                  </a:lnTo>
                  <a:lnTo>
                    <a:pt x="8579" y="220042"/>
                  </a:lnTo>
                  <a:lnTo>
                    <a:pt x="10328" y="225024"/>
                  </a:lnTo>
                  <a:lnTo>
                    <a:pt x="12233" y="229948"/>
                  </a:lnTo>
                  <a:lnTo>
                    <a:pt x="14293" y="234809"/>
                  </a:lnTo>
                  <a:lnTo>
                    <a:pt x="16506" y="239603"/>
                  </a:lnTo>
                  <a:lnTo>
                    <a:pt x="18868" y="244325"/>
                  </a:lnTo>
                  <a:lnTo>
                    <a:pt x="21379" y="248970"/>
                  </a:lnTo>
                  <a:lnTo>
                    <a:pt x="24035" y="253533"/>
                  </a:lnTo>
                  <a:lnTo>
                    <a:pt x="26834" y="258010"/>
                  </a:lnTo>
                  <a:lnTo>
                    <a:pt x="29773" y="262396"/>
                  </a:lnTo>
                  <a:lnTo>
                    <a:pt x="32849" y="266687"/>
                  </a:lnTo>
                  <a:lnTo>
                    <a:pt x="36058" y="270879"/>
                  </a:lnTo>
                  <a:lnTo>
                    <a:pt x="39399" y="274968"/>
                  </a:lnTo>
                  <a:lnTo>
                    <a:pt x="42867" y="278949"/>
                  </a:lnTo>
                  <a:lnTo>
                    <a:pt x="46459" y="282819"/>
                  </a:lnTo>
                  <a:lnTo>
                    <a:pt x="50172" y="286573"/>
                  </a:lnTo>
                  <a:lnTo>
                    <a:pt x="54001" y="290208"/>
                  </a:lnTo>
                  <a:lnTo>
                    <a:pt x="57943" y="293720"/>
                  </a:lnTo>
                  <a:lnTo>
                    <a:pt x="61994" y="297106"/>
                  </a:lnTo>
                  <a:lnTo>
                    <a:pt x="66150" y="300363"/>
                  </a:lnTo>
                  <a:lnTo>
                    <a:pt x="70407" y="303486"/>
                  </a:lnTo>
                  <a:lnTo>
                    <a:pt x="74760" y="306474"/>
                  </a:lnTo>
                  <a:lnTo>
                    <a:pt x="79205" y="309323"/>
                  </a:lnTo>
                  <a:lnTo>
                    <a:pt x="83739" y="312029"/>
                  </a:lnTo>
                  <a:lnTo>
                    <a:pt x="88355" y="314592"/>
                  </a:lnTo>
                  <a:lnTo>
                    <a:pt x="93050" y="317007"/>
                  </a:lnTo>
                  <a:lnTo>
                    <a:pt x="97819" y="319273"/>
                  </a:lnTo>
                  <a:lnTo>
                    <a:pt x="102657" y="321387"/>
                  </a:lnTo>
                  <a:lnTo>
                    <a:pt x="107559" y="323347"/>
                  </a:lnTo>
                  <a:lnTo>
                    <a:pt x="112521" y="325152"/>
                  </a:lnTo>
                  <a:lnTo>
                    <a:pt x="117538" y="326798"/>
                  </a:lnTo>
                  <a:lnTo>
                    <a:pt x="122604" y="328286"/>
                  </a:lnTo>
                  <a:lnTo>
                    <a:pt x="127714" y="329613"/>
                  </a:lnTo>
                  <a:lnTo>
                    <a:pt x="132864" y="330778"/>
                  </a:lnTo>
                  <a:lnTo>
                    <a:pt x="138048" y="331779"/>
                  </a:lnTo>
                  <a:lnTo>
                    <a:pt x="143261" y="332617"/>
                  </a:lnTo>
                  <a:lnTo>
                    <a:pt x="148498" y="333289"/>
                  </a:lnTo>
                  <a:lnTo>
                    <a:pt x="153753" y="333796"/>
                  </a:lnTo>
                  <a:lnTo>
                    <a:pt x="159022" y="334136"/>
                  </a:lnTo>
                  <a:lnTo>
                    <a:pt x="164299" y="334310"/>
                  </a:lnTo>
                  <a:lnTo>
                    <a:pt x="169579" y="334317"/>
                  </a:lnTo>
                  <a:lnTo>
                    <a:pt x="174856" y="334157"/>
                  </a:lnTo>
                  <a:lnTo>
                    <a:pt x="180126" y="333831"/>
                  </a:lnTo>
                  <a:lnTo>
                    <a:pt x="185383" y="333339"/>
                  </a:lnTo>
                  <a:lnTo>
                    <a:pt x="190621" y="332680"/>
                  </a:lnTo>
                  <a:lnTo>
                    <a:pt x="195837" y="331857"/>
                  </a:lnTo>
                  <a:lnTo>
                    <a:pt x="201023" y="330869"/>
                  </a:lnTo>
                  <a:lnTo>
                    <a:pt x="206176" y="329719"/>
                  </a:lnTo>
                  <a:lnTo>
                    <a:pt x="211290" y="328405"/>
                  </a:lnTo>
                  <a:lnTo>
                    <a:pt x="216360" y="326931"/>
                  </a:lnTo>
                  <a:lnTo>
                    <a:pt x="221381" y="325298"/>
                  </a:lnTo>
                  <a:lnTo>
                    <a:pt x="226347" y="323507"/>
                  </a:lnTo>
                  <a:lnTo>
                    <a:pt x="231255" y="321560"/>
                  </a:lnTo>
                  <a:lnTo>
                    <a:pt x="236099" y="319459"/>
                  </a:lnTo>
                  <a:lnTo>
                    <a:pt x="240874" y="317206"/>
                  </a:lnTo>
                  <a:lnTo>
                    <a:pt x="245576" y="314804"/>
                  </a:lnTo>
                  <a:lnTo>
                    <a:pt x="250199" y="312254"/>
                  </a:lnTo>
                  <a:lnTo>
                    <a:pt x="254739" y="309559"/>
                  </a:lnTo>
                  <a:lnTo>
                    <a:pt x="259192" y="306722"/>
                  </a:lnTo>
                  <a:lnTo>
                    <a:pt x="263554" y="303747"/>
                  </a:lnTo>
                  <a:lnTo>
                    <a:pt x="267819" y="300634"/>
                  </a:lnTo>
                  <a:lnTo>
                    <a:pt x="271983" y="297389"/>
                  </a:lnTo>
                  <a:lnTo>
                    <a:pt x="276044" y="294014"/>
                  </a:lnTo>
                  <a:lnTo>
                    <a:pt x="279995" y="290512"/>
                  </a:lnTo>
                  <a:lnTo>
                    <a:pt x="283834" y="286888"/>
                  </a:lnTo>
                  <a:lnTo>
                    <a:pt x="287557" y="283143"/>
                  </a:lnTo>
                  <a:lnTo>
                    <a:pt x="291159" y="279284"/>
                  </a:lnTo>
                  <a:lnTo>
                    <a:pt x="294638" y="275312"/>
                  </a:lnTo>
                  <a:lnTo>
                    <a:pt x="297990" y="271232"/>
                  </a:lnTo>
                  <a:lnTo>
                    <a:pt x="301211" y="267049"/>
                  </a:lnTo>
                  <a:lnTo>
                    <a:pt x="304298" y="262766"/>
                  </a:lnTo>
                  <a:lnTo>
                    <a:pt x="307249" y="258387"/>
                  </a:lnTo>
                  <a:lnTo>
                    <a:pt x="310060" y="253918"/>
                  </a:lnTo>
                  <a:lnTo>
                    <a:pt x="312728" y="249362"/>
                  </a:lnTo>
                  <a:lnTo>
                    <a:pt x="315251" y="244724"/>
                  </a:lnTo>
                  <a:lnTo>
                    <a:pt x="317627" y="240009"/>
                  </a:lnTo>
                  <a:lnTo>
                    <a:pt x="319852" y="235221"/>
                  </a:lnTo>
                  <a:lnTo>
                    <a:pt x="321925" y="230365"/>
                  </a:lnTo>
                  <a:lnTo>
                    <a:pt x="323844" y="225446"/>
                  </a:lnTo>
                  <a:lnTo>
                    <a:pt x="325606" y="220469"/>
                  </a:lnTo>
                  <a:lnTo>
                    <a:pt x="327210" y="215439"/>
                  </a:lnTo>
                  <a:lnTo>
                    <a:pt x="328655" y="210361"/>
                  </a:lnTo>
                  <a:lnTo>
                    <a:pt x="329938" y="205239"/>
                  </a:lnTo>
                  <a:lnTo>
                    <a:pt x="331059" y="200080"/>
                  </a:lnTo>
                  <a:lnTo>
                    <a:pt x="332017" y="194888"/>
                  </a:lnTo>
                  <a:lnTo>
                    <a:pt x="332810" y="189668"/>
                  </a:lnTo>
                  <a:lnTo>
                    <a:pt x="333438" y="184425"/>
                  </a:lnTo>
                  <a:lnTo>
                    <a:pt x="333900" y="179166"/>
                  </a:lnTo>
                  <a:lnTo>
                    <a:pt x="334196" y="173894"/>
                  </a:lnTo>
                  <a:lnTo>
                    <a:pt x="334325" y="168616"/>
                  </a:lnTo>
                  <a:lnTo>
                    <a:pt x="334288" y="163336"/>
                  </a:lnTo>
                  <a:lnTo>
                    <a:pt x="334083" y="158060"/>
                  </a:lnTo>
                  <a:lnTo>
                    <a:pt x="333712" y="152794"/>
                  </a:lnTo>
                  <a:lnTo>
                    <a:pt x="333175" y="147541"/>
                  </a:lnTo>
                  <a:lnTo>
                    <a:pt x="332473" y="142308"/>
                  </a:lnTo>
                  <a:lnTo>
                    <a:pt x="331605" y="137100"/>
                  </a:lnTo>
                  <a:lnTo>
                    <a:pt x="330574" y="131922"/>
                  </a:lnTo>
                  <a:lnTo>
                    <a:pt x="329379" y="126779"/>
                  </a:lnTo>
                  <a:lnTo>
                    <a:pt x="328023" y="121677"/>
                  </a:lnTo>
                  <a:lnTo>
                    <a:pt x="326506" y="116619"/>
                  </a:lnTo>
                  <a:lnTo>
                    <a:pt x="324830" y="111613"/>
                  </a:lnTo>
                  <a:lnTo>
                    <a:pt x="322997" y="106661"/>
                  </a:lnTo>
                  <a:lnTo>
                    <a:pt x="321009" y="101770"/>
                  </a:lnTo>
                  <a:lnTo>
                    <a:pt x="318867" y="96944"/>
                  </a:lnTo>
                  <a:lnTo>
                    <a:pt x="316573" y="92188"/>
                  </a:lnTo>
                  <a:lnTo>
                    <a:pt x="314131" y="87508"/>
                  </a:lnTo>
                  <a:lnTo>
                    <a:pt x="311542" y="82906"/>
                  </a:lnTo>
                  <a:lnTo>
                    <a:pt x="308809" y="78389"/>
                  </a:lnTo>
                  <a:lnTo>
                    <a:pt x="305935" y="73960"/>
                  </a:lnTo>
                  <a:lnTo>
                    <a:pt x="302922" y="69624"/>
                  </a:lnTo>
                  <a:lnTo>
                    <a:pt x="299774" y="65385"/>
                  </a:lnTo>
                  <a:lnTo>
                    <a:pt x="296494" y="61248"/>
                  </a:lnTo>
                  <a:lnTo>
                    <a:pt x="293084" y="57217"/>
                  </a:lnTo>
                  <a:lnTo>
                    <a:pt x="289549" y="53295"/>
                  </a:lnTo>
                  <a:lnTo>
                    <a:pt x="285892" y="49487"/>
                  </a:lnTo>
                  <a:lnTo>
                    <a:pt x="282116" y="45796"/>
                  </a:lnTo>
                  <a:lnTo>
                    <a:pt x="278226" y="42226"/>
                  </a:lnTo>
                  <a:lnTo>
                    <a:pt x="274225" y="38781"/>
                  </a:lnTo>
                  <a:lnTo>
                    <a:pt x="270117" y="35464"/>
                  </a:lnTo>
                  <a:lnTo>
                    <a:pt x="265907" y="32279"/>
                  </a:lnTo>
                  <a:lnTo>
                    <a:pt x="261598" y="29228"/>
                  </a:lnTo>
                  <a:lnTo>
                    <a:pt x="257194" y="26314"/>
                  </a:lnTo>
                  <a:lnTo>
                    <a:pt x="252701" y="23541"/>
                  </a:lnTo>
                  <a:lnTo>
                    <a:pt x="248123" y="20912"/>
                  </a:lnTo>
                  <a:lnTo>
                    <a:pt x="243464" y="18428"/>
                  </a:lnTo>
                  <a:lnTo>
                    <a:pt x="238729" y="16093"/>
                  </a:lnTo>
                  <a:lnTo>
                    <a:pt x="233922" y="13908"/>
                  </a:lnTo>
                  <a:lnTo>
                    <a:pt x="229049" y="11876"/>
                  </a:lnTo>
                  <a:lnTo>
                    <a:pt x="224114" y="9999"/>
                  </a:lnTo>
                  <a:lnTo>
                    <a:pt x="219122" y="8279"/>
                  </a:lnTo>
                  <a:lnTo>
                    <a:pt x="214078" y="6718"/>
                  </a:lnTo>
                  <a:lnTo>
                    <a:pt x="208988" y="5316"/>
                  </a:lnTo>
                  <a:lnTo>
                    <a:pt x="203856" y="4076"/>
                  </a:lnTo>
                  <a:lnTo>
                    <a:pt x="198687" y="2999"/>
                  </a:lnTo>
                  <a:lnTo>
                    <a:pt x="193487" y="2085"/>
                  </a:lnTo>
                  <a:lnTo>
                    <a:pt x="188261" y="1336"/>
                  </a:lnTo>
                  <a:lnTo>
                    <a:pt x="183013" y="753"/>
                  </a:lnTo>
                  <a:lnTo>
                    <a:pt x="177750" y="335"/>
                  </a:lnTo>
                  <a:lnTo>
                    <a:pt x="172476" y="84"/>
                  </a:lnTo>
                  <a:lnTo>
                    <a:pt x="167197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425" y="4213821"/>
              <a:ext cx="4861" cy="167167"/>
            </a:xfrm>
            <a:custGeom>
              <a:avLst/>
              <a:pathLst>
                <a:path w="4861" h="167167">
                  <a:moveTo>
                    <a:pt x="4861" y="0"/>
                  </a:moveTo>
                  <a:lnTo>
                    <a:pt x="0" y="70"/>
                  </a:lnTo>
                  <a:lnTo>
                    <a:pt x="48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425" y="4213892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425" y="4213892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425" y="4213892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425" y="4213892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425" y="4213892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425" y="4213892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425" y="4213892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425" y="4213892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425" y="4213892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425" y="4213892"/>
              <a:ext cx="4861" cy="167096"/>
            </a:xfrm>
            <a:custGeom>
              <a:avLst/>
              <a:pathLst>
                <a:path w="4861" h="167096">
                  <a:moveTo>
                    <a:pt x="0" y="0"/>
                  </a:moveTo>
                  <a:lnTo>
                    <a:pt x="4861" y="1670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14123" y="4213821"/>
              <a:ext cx="334324" cy="334318"/>
            </a:xfrm>
            <a:custGeom>
              <a:avLst/>
              <a:pathLst>
                <a:path w="334324" h="334318">
                  <a:moveTo>
                    <a:pt x="162302" y="70"/>
                  </a:moveTo>
                  <a:lnTo>
                    <a:pt x="157029" y="307"/>
                  </a:lnTo>
                  <a:lnTo>
                    <a:pt x="151765" y="710"/>
                  </a:lnTo>
                  <a:lnTo>
                    <a:pt x="146517" y="1279"/>
                  </a:lnTo>
                  <a:lnTo>
                    <a:pt x="141290" y="2014"/>
                  </a:lnTo>
                  <a:lnTo>
                    <a:pt x="136088" y="2913"/>
                  </a:lnTo>
                  <a:lnTo>
                    <a:pt x="130918" y="3976"/>
                  </a:lnTo>
                  <a:lnTo>
                    <a:pt x="125783" y="5202"/>
                  </a:lnTo>
                  <a:lnTo>
                    <a:pt x="120690" y="6589"/>
                  </a:lnTo>
                  <a:lnTo>
                    <a:pt x="115643" y="8137"/>
                  </a:lnTo>
                  <a:lnTo>
                    <a:pt x="110647" y="9843"/>
                  </a:lnTo>
                  <a:lnTo>
                    <a:pt x="105708" y="11706"/>
                  </a:lnTo>
                  <a:lnTo>
                    <a:pt x="100830" y="13724"/>
                  </a:lnTo>
                  <a:lnTo>
                    <a:pt x="96018" y="15895"/>
                  </a:lnTo>
                  <a:lnTo>
                    <a:pt x="91278" y="18217"/>
                  </a:lnTo>
                  <a:lnTo>
                    <a:pt x="86613" y="20687"/>
                  </a:lnTo>
                  <a:lnTo>
                    <a:pt x="82028" y="23303"/>
                  </a:lnTo>
                  <a:lnTo>
                    <a:pt x="77528" y="26063"/>
                  </a:lnTo>
                  <a:lnTo>
                    <a:pt x="73117" y="28964"/>
                  </a:lnTo>
                  <a:lnTo>
                    <a:pt x="68800" y="32002"/>
                  </a:lnTo>
                  <a:lnTo>
                    <a:pt x="64582" y="35175"/>
                  </a:lnTo>
                  <a:lnTo>
                    <a:pt x="60465" y="38480"/>
                  </a:lnTo>
                  <a:lnTo>
                    <a:pt x="56455" y="41913"/>
                  </a:lnTo>
                  <a:lnTo>
                    <a:pt x="52556" y="45471"/>
                  </a:lnTo>
                  <a:lnTo>
                    <a:pt x="48771" y="49150"/>
                  </a:lnTo>
                  <a:lnTo>
                    <a:pt x="45103" y="52947"/>
                  </a:lnTo>
                  <a:lnTo>
                    <a:pt x="41558" y="56858"/>
                  </a:lnTo>
                  <a:lnTo>
                    <a:pt x="38138" y="60879"/>
                  </a:lnTo>
                  <a:lnTo>
                    <a:pt x="34846" y="65006"/>
                  </a:lnTo>
                  <a:lnTo>
                    <a:pt x="31686" y="69235"/>
                  </a:lnTo>
                  <a:lnTo>
                    <a:pt x="28662" y="73561"/>
                  </a:lnTo>
                  <a:lnTo>
                    <a:pt x="25775" y="77981"/>
                  </a:lnTo>
                  <a:lnTo>
                    <a:pt x="23030" y="82490"/>
                  </a:lnTo>
                  <a:lnTo>
                    <a:pt x="20428" y="87083"/>
                  </a:lnTo>
                  <a:lnTo>
                    <a:pt x="17973" y="91756"/>
                  </a:lnTo>
                  <a:lnTo>
                    <a:pt x="15666" y="96504"/>
                  </a:lnTo>
                  <a:lnTo>
                    <a:pt x="13510" y="101323"/>
                  </a:lnTo>
                  <a:lnTo>
                    <a:pt x="11508" y="106207"/>
                  </a:lnTo>
                  <a:lnTo>
                    <a:pt x="9661" y="111152"/>
                  </a:lnTo>
                  <a:lnTo>
                    <a:pt x="7971" y="116153"/>
                  </a:lnTo>
                  <a:lnTo>
                    <a:pt x="6439" y="121205"/>
                  </a:lnTo>
                  <a:lnTo>
                    <a:pt x="5068" y="126303"/>
                  </a:lnTo>
                  <a:lnTo>
                    <a:pt x="3859" y="131441"/>
                  </a:lnTo>
                  <a:lnTo>
                    <a:pt x="2812" y="136615"/>
                  </a:lnTo>
                  <a:lnTo>
                    <a:pt x="1930" y="141820"/>
                  </a:lnTo>
                  <a:lnTo>
                    <a:pt x="1212" y="147049"/>
                  </a:lnTo>
                  <a:lnTo>
                    <a:pt x="659" y="152299"/>
                  </a:lnTo>
                  <a:lnTo>
                    <a:pt x="273" y="157564"/>
                  </a:lnTo>
                  <a:lnTo>
                    <a:pt x="53" y="162838"/>
                  </a:lnTo>
                  <a:lnTo>
                    <a:pt x="0" y="168117"/>
                  </a:lnTo>
                  <a:lnTo>
                    <a:pt x="113" y="173394"/>
                  </a:lnTo>
                  <a:lnTo>
                    <a:pt x="393" y="178666"/>
                  </a:lnTo>
                  <a:lnTo>
                    <a:pt x="839" y="183926"/>
                  </a:lnTo>
                  <a:lnTo>
                    <a:pt x="1451" y="189169"/>
                  </a:lnTo>
                  <a:lnTo>
                    <a:pt x="2228" y="194390"/>
                  </a:lnTo>
                  <a:lnTo>
                    <a:pt x="3170" y="199584"/>
                  </a:lnTo>
                  <a:lnTo>
                    <a:pt x="4275" y="204746"/>
                  </a:lnTo>
                  <a:lnTo>
                    <a:pt x="5543" y="209870"/>
                  </a:lnTo>
                  <a:lnTo>
                    <a:pt x="6972" y="214952"/>
                  </a:lnTo>
                  <a:lnTo>
                    <a:pt x="8561" y="219986"/>
                  </a:lnTo>
                  <a:lnTo>
                    <a:pt x="10308" y="224968"/>
                  </a:lnTo>
                  <a:lnTo>
                    <a:pt x="12211" y="229892"/>
                  </a:lnTo>
                  <a:lnTo>
                    <a:pt x="14269" y="234753"/>
                  </a:lnTo>
                  <a:lnTo>
                    <a:pt x="16479" y="239547"/>
                  </a:lnTo>
                  <a:lnTo>
                    <a:pt x="18839" y="244268"/>
                  </a:lnTo>
                  <a:lnTo>
                    <a:pt x="21348" y="248913"/>
                  </a:lnTo>
                  <a:lnTo>
                    <a:pt x="24001" y="253476"/>
                  </a:lnTo>
                  <a:lnTo>
                    <a:pt x="26798" y="257954"/>
                  </a:lnTo>
                  <a:lnTo>
                    <a:pt x="29734" y="262340"/>
                  </a:lnTo>
                  <a:lnTo>
                    <a:pt x="32808" y="266632"/>
                  </a:lnTo>
                  <a:lnTo>
                    <a:pt x="36015" y="270825"/>
                  </a:lnTo>
                  <a:lnTo>
                    <a:pt x="39354" y="274914"/>
                  </a:lnTo>
                  <a:lnTo>
                    <a:pt x="42820" y="278896"/>
                  </a:lnTo>
                  <a:lnTo>
                    <a:pt x="46409" y="282766"/>
                  </a:lnTo>
                  <a:lnTo>
                    <a:pt x="50119" y="286521"/>
                  </a:lnTo>
                  <a:lnTo>
                    <a:pt x="53946" y="290157"/>
                  </a:lnTo>
                  <a:lnTo>
                    <a:pt x="57886" y="293671"/>
                  </a:lnTo>
                  <a:lnTo>
                    <a:pt x="61935" y="297058"/>
                  </a:lnTo>
                  <a:lnTo>
                    <a:pt x="66088" y="300316"/>
                  </a:lnTo>
                  <a:lnTo>
                    <a:pt x="70343" y="303441"/>
                  </a:lnTo>
                  <a:lnTo>
                    <a:pt x="74694" y="306430"/>
                  </a:lnTo>
                  <a:lnTo>
                    <a:pt x="79137" y="309280"/>
                  </a:lnTo>
                  <a:lnTo>
                    <a:pt x="83668" y="311989"/>
                  </a:lnTo>
                  <a:lnTo>
                    <a:pt x="88282" y="314553"/>
                  </a:lnTo>
                  <a:lnTo>
                    <a:pt x="92975" y="316970"/>
                  </a:lnTo>
                  <a:lnTo>
                    <a:pt x="97742" y="319238"/>
                  </a:lnTo>
                  <a:lnTo>
                    <a:pt x="102578" y="321354"/>
                  </a:lnTo>
                  <a:lnTo>
                    <a:pt x="107479" y="323316"/>
                  </a:lnTo>
                  <a:lnTo>
                    <a:pt x="112439" y="325123"/>
                  </a:lnTo>
                  <a:lnTo>
                    <a:pt x="117453" y="326772"/>
                  </a:lnTo>
                  <a:lnTo>
                    <a:pt x="122518" y="328262"/>
                  </a:lnTo>
                  <a:lnTo>
                    <a:pt x="127626" y="329591"/>
                  </a:lnTo>
                  <a:lnTo>
                    <a:pt x="132774" y="330759"/>
                  </a:lnTo>
                  <a:lnTo>
                    <a:pt x="137957" y="331763"/>
                  </a:lnTo>
                  <a:lnTo>
                    <a:pt x="143168" y="332603"/>
                  </a:lnTo>
                  <a:lnTo>
                    <a:pt x="148404" y="333278"/>
                  </a:lnTo>
                  <a:lnTo>
                    <a:pt x="153658" y="333788"/>
                  </a:lnTo>
                  <a:lnTo>
                    <a:pt x="158926" y="334131"/>
                  </a:lnTo>
                  <a:lnTo>
                    <a:pt x="164202" y="334308"/>
                  </a:lnTo>
                  <a:lnTo>
                    <a:pt x="169480" y="334318"/>
                  </a:lnTo>
                  <a:lnTo>
                    <a:pt x="174757" y="334162"/>
                  </a:lnTo>
                  <a:lnTo>
                    <a:pt x="180026" y="333839"/>
                  </a:lnTo>
                  <a:lnTo>
                    <a:pt x="185282" y="333350"/>
                  </a:lnTo>
                  <a:lnTo>
                    <a:pt x="190520" y="332695"/>
                  </a:lnTo>
                  <a:lnTo>
                    <a:pt x="195735" y="331875"/>
                  </a:lnTo>
                  <a:lnTo>
                    <a:pt x="200921" y="330890"/>
                  </a:lnTo>
                  <a:lnTo>
                    <a:pt x="206074" y="329743"/>
                  </a:lnTo>
                  <a:lnTo>
                    <a:pt x="211187" y="328433"/>
                  </a:lnTo>
                  <a:lnTo>
                    <a:pt x="216257" y="326963"/>
                  </a:lnTo>
                  <a:lnTo>
                    <a:pt x="221278" y="325333"/>
                  </a:lnTo>
                  <a:lnTo>
                    <a:pt x="226245" y="323546"/>
                  </a:lnTo>
                  <a:lnTo>
                    <a:pt x="231153" y="321602"/>
                  </a:lnTo>
                  <a:lnTo>
                    <a:pt x="235998" y="319505"/>
                  </a:lnTo>
                  <a:lnTo>
                    <a:pt x="240773" y="317256"/>
                  </a:lnTo>
                  <a:lnTo>
                    <a:pt x="245476" y="314857"/>
                  </a:lnTo>
                  <a:lnTo>
                    <a:pt x="250100" y="312310"/>
                  </a:lnTo>
                  <a:lnTo>
                    <a:pt x="254641" y="309619"/>
                  </a:lnTo>
                  <a:lnTo>
                    <a:pt x="259095" y="306786"/>
                  </a:lnTo>
                  <a:lnTo>
                    <a:pt x="263458" y="303814"/>
                  </a:lnTo>
                  <a:lnTo>
                    <a:pt x="267724" y="300706"/>
                  </a:lnTo>
                  <a:lnTo>
                    <a:pt x="271891" y="297464"/>
                  </a:lnTo>
                  <a:lnTo>
                    <a:pt x="275952" y="294092"/>
                  </a:lnTo>
                  <a:lnTo>
                    <a:pt x="279906" y="290594"/>
                  </a:lnTo>
                  <a:lnTo>
                    <a:pt x="283747" y="286973"/>
                  </a:lnTo>
                  <a:lnTo>
                    <a:pt x="287471" y="283232"/>
                  </a:lnTo>
                  <a:lnTo>
                    <a:pt x="291076" y="279376"/>
                  </a:lnTo>
                  <a:lnTo>
                    <a:pt x="294557" y="275407"/>
                  </a:lnTo>
                  <a:lnTo>
                    <a:pt x="297911" y="271331"/>
                  </a:lnTo>
                  <a:lnTo>
                    <a:pt x="301135" y="267151"/>
                  </a:lnTo>
                  <a:lnTo>
                    <a:pt x="304225" y="262871"/>
                  </a:lnTo>
                  <a:lnTo>
                    <a:pt x="307178" y="258496"/>
                  </a:lnTo>
                  <a:lnTo>
                    <a:pt x="309992" y="254029"/>
                  </a:lnTo>
                  <a:lnTo>
                    <a:pt x="312664" y="249476"/>
                  </a:lnTo>
                  <a:lnTo>
                    <a:pt x="315190" y="244841"/>
                  </a:lnTo>
                  <a:lnTo>
                    <a:pt x="317569" y="240129"/>
                  </a:lnTo>
                  <a:lnTo>
                    <a:pt x="319797" y="235344"/>
                  </a:lnTo>
                  <a:lnTo>
                    <a:pt x="321874" y="230490"/>
                  </a:lnTo>
                  <a:lnTo>
                    <a:pt x="323796" y="225574"/>
                  </a:lnTo>
                  <a:lnTo>
                    <a:pt x="325562" y="220599"/>
                  </a:lnTo>
                  <a:lnTo>
                    <a:pt x="327170" y="215571"/>
                  </a:lnTo>
                  <a:lnTo>
                    <a:pt x="328619" y="210495"/>
                  </a:lnTo>
                  <a:lnTo>
                    <a:pt x="329906" y="205376"/>
                  </a:lnTo>
                  <a:lnTo>
                    <a:pt x="331032" y="200218"/>
                  </a:lnTo>
                  <a:lnTo>
                    <a:pt x="331994" y="195028"/>
                  </a:lnTo>
                  <a:lnTo>
                    <a:pt x="332791" y="189810"/>
                  </a:lnTo>
                  <a:lnTo>
                    <a:pt x="333423" y="184569"/>
                  </a:lnTo>
                  <a:lnTo>
                    <a:pt x="333890" y="179311"/>
                  </a:lnTo>
                  <a:lnTo>
                    <a:pt x="334190" y="174040"/>
                  </a:lnTo>
                  <a:lnTo>
                    <a:pt x="334324" y="168763"/>
                  </a:lnTo>
                  <a:lnTo>
                    <a:pt x="334291" y="163484"/>
                  </a:lnTo>
                  <a:lnTo>
                    <a:pt x="334092" y="158209"/>
                  </a:lnTo>
                  <a:lnTo>
                    <a:pt x="333725" y="152943"/>
                  </a:lnTo>
                  <a:lnTo>
                    <a:pt x="333193" y="147691"/>
                  </a:lnTo>
                  <a:lnTo>
                    <a:pt x="332496" y="142459"/>
                  </a:lnTo>
                  <a:lnTo>
                    <a:pt x="331633" y="137251"/>
                  </a:lnTo>
                  <a:lnTo>
                    <a:pt x="330606" y="132073"/>
                  </a:lnTo>
                  <a:lnTo>
                    <a:pt x="329417" y="126930"/>
                  </a:lnTo>
                  <a:lnTo>
                    <a:pt x="328066" y="121827"/>
                  </a:lnTo>
                  <a:lnTo>
                    <a:pt x="326554" y="116769"/>
                  </a:lnTo>
                  <a:lnTo>
                    <a:pt x="324883" y="111762"/>
                  </a:lnTo>
                  <a:lnTo>
                    <a:pt x="323055" y="106809"/>
                  </a:lnTo>
                  <a:lnTo>
                    <a:pt x="321072" y="101917"/>
                  </a:lnTo>
                  <a:lnTo>
                    <a:pt x="318935" y="97090"/>
                  </a:lnTo>
                  <a:lnTo>
                    <a:pt x="316646" y="92333"/>
                  </a:lnTo>
                  <a:lnTo>
                    <a:pt x="314209" y="87651"/>
                  </a:lnTo>
                  <a:lnTo>
                    <a:pt x="311625" y="83048"/>
                  </a:lnTo>
                  <a:lnTo>
                    <a:pt x="308897" y="78528"/>
                  </a:lnTo>
                  <a:lnTo>
                    <a:pt x="306028" y="74098"/>
                  </a:lnTo>
                  <a:lnTo>
                    <a:pt x="303020" y="69759"/>
                  </a:lnTo>
                  <a:lnTo>
                    <a:pt x="299877" y="65519"/>
                  </a:lnTo>
                  <a:lnTo>
                    <a:pt x="296601" y="61379"/>
                  </a:lnTo>
                  <a:lnTo>
                    <a:pt x="293196" y="57345"/>
                  </a:lnTo>
                  <a:lnTo>
                    <a:pt x="289666" y="53420"/>
                  </a:lnTo>
                  <a:lnTo>
                    <a:pt x="286013" y="49609"/>
                  </a:lnTo>
                  <a:lnTo>
                    <a:pt x="282242" y="45915"/>
                  </a:lnTo>
                  <a:lnTo>
                    <a:pt x="278357" y="42342"/>
                  </a:lnTo>
                  <a:lnTo>
                    <a:pt x="274360" y="38893"/>
                  </a:lnTo>
                  <a:lnTo>
                    <a:pt x="270256" y="35573"/>
                  </a:lnTo>
                  <a:lnTo>
                    <a:pt x="266050" y="32383"/>
                  </a:lnTo>
                  <a:lnTo>
                    <a:pt x="261745" y="29328"/>
                  </a:lnTo>
                  <a:lnTo>
                    <a:pt x="257346" y="26411"/>
                  </a:lnTo>
                  <a:lnTo>
                    <a:pt x="252856" y="23634"/>
                  </a:lnTo>
                  <a:lnTo>
                    <a:pt x="248282" y="20999"/>
                  </a:lnTo>
                  <a:lnTo>
                    <a:pt x="243626" y="18511"/>
                  </a:lnTo>
                  <a:lnTo>
                    <a:pt x="238894" y="16171"/>
                  </a:lnTo>
                  <a:lnTo>
                    <a:pt x="234091" y="13981"/>
                  </a:lnTo>
                  <a:lnTo>
                    <a:pt x="229221" y="11945"/>
                  </a:lnTo>
                  <a:lnTo>
                    <a:pt x="224289" y="10063"/>
                  </a:lnTo>
                  <a:lnTo>
                    <a:pt x="219300" y="8337"/>
                  </a:lnTo>
                  <a:lnTo>
                    <a:pt x="214259" y="6770"/>
                  </a:lnTo>
                  <a:lnTo>
                    <a:pt x="209171" y="5363"/>
                  </a:lnTo>
                  <a:lnTo>
                    <a:pt x="204042" y="4118"/>
                  </a:lnTo>
                  <a:lnTo>
                    <a:pt x="198875" y="3035"/>
                  </a:lnTo>
                  <a:lnTo>
                    <a:pt x="193677" y="2115"/>
                  </a:lnTo>
                  <a:lnTo>
                    <a:pt x="188452" y="1360"/>
                  </a:lnTo>
                  <a:lnTo>
                    <a:pt x="183207" y="771"/>
                  </a:lnTo>
                  <a:lnTo>
                    <a:pt x="177945" y="347"/>
                  </a:lnTo>
                  <a:lnTo>
                    <a:pt x="172672" y="90"/>
                  </a:lnTo>
                  <a:lnTo>
                    <a:pt x="16739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4213821"/>
              <a:ext cx="229" cy="167167"/>
            </a:xfrm>
            <a:custGeom>
              <a:avLst/>
              <a:pathLst>
                <a:path w="229" h="167167">
                  <a:moveTo>
                    <a:pt x="229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309" y="4659281"/>
              <a:ext cx="1215" cy="167167"/>
            </a:xfrm>
            <a:custGeom>
              <a:avLst/>
              <a:pathLst>
                <a:path w="1215" h="167167">
                  <a:moveTo>
                    <a:pt x="1215" y="0"/>
                  </a:moveTo>
                  <a:lnTo>
                    <a:pt x="0" y="4"/>
                  </a:lnTo>
                  <a:lnTo>
                    <a:pt x="121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309" y="4659286"/>
              <a:ext cx="1215" cy="167163"/>
            </a:xfrm>
            <a:custGeom>
              <a:avLst/>
              <a:pathLst>
                <a:path w="1215" h="167163">
                  <a:moveTo>
                    <a:pt x="0" y="0"/>
                  </a:moveTo>
                  <a:lnTo>
                    <a:pt x="1215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309" y="4659286"/>
              <a:ext cx="1215" cy="167163"/>
            </a:xfrm>
            <a:custGeom>
              <a:avLst/>
              <a:pathLst>
                <a:path w="1215" h="167163">
                  <a:moveTo>
                    <a:pt x="0" y="0"/>
                  </a:moveTo>
                  <a:lnTo>
                    <a:pt x="1215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309" y="4659286"/>
              <a:ext cx="1215" cy="167163"/>
            </a:xfrm>
            <a:custGeom>
              <a:avLst/>
              <a:pathLst>
                <a:path w="1215" h="167163">
                  <a:moveTo>
                    <a:pt x="0" y="0"/>
                  </a:moveTo>
                  <a:lnTo>
                    <a:pt x="1215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309" y="4659286"/>
              <a:ext cx="1215" cy="167163"/>
            </a:xfrm>
            <a:custGeom>
              <a:avLst/>
              <a:pathLst>
                <a:path w="1215" h="167163">
                  <a:moveTo>
                    <a:pt x="0" y="0"/>
                  </a:moveTo>
                  <a:lnTo>
                    <a:pt x="1215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309" y="4659286"/>
              <a:ext cx="1215" cy="167163"/>
            </a:xfrm>
            <a:custGeom>
              <a:avLst/>
              <a:pathLst>
                <a:path w="1215" h="167163">
                  <a:moveTo>
                    <a:pt x="0" y="0"/>
                  </a:moveTo>
                  <a:lnTo>
                    <a:pt x="1215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309" y="4659286"/>
              <a:ext cx="1215" cy="167163"/>
            </a:xfrm>
            <a:custGeom>
              <a:avLst/>
              <a:pathLst>
                <a:path w="1215" h="167163">
                  <a:moveTo>
                    <a:pt x="0" y="0"/>
                  </a:moveTo>
                  <a:lnTo>
                    <a:pt x="1215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309" y="4659286"/>
              <a:ext cx="1215" cy="167163"/>
            </a:xfrm>
            <a:custGeom>
              <a:avLst/>
              <a:pathLst>
                <a:path w="1215" h="167163">
                  <a:moveTo>
                    <a:pt x="0" y="0"/>
                  </a:moveTo>
                  <a:lnTo>
                    <a:pt x="1215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309" y="4659286"/>
              <a:ext cx="1215" cy="167163"/>
            </a:xfrm>
            <a:custGeom>
              <a:avLst/>
              <a:pathLst>
                <a:path w="1215" h="167163">
                  <a:moveTo>
                    <a:pt x="0" y="0"/>
                  </a:moveTo>
                  <a:lnTo>
                    <a:pt x="1215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309" y="4659286"/>
              <a:ext cx="1215" cy="167163"/>
            </a:xfrm>
            <a:custGeom>
              <a:avLst/>
              <a:pathLst>
                <a:path w="1215" h="167163">
                  <a:moveTo>
                    <a:pt x="0" y="0"/>
                  </a:moveTo>
                  <a:lnTo>
                    <a:pt x="1215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42168" y="4659286"/>
              <a:ext cx="144356" cy="167163"/>
            </a:xfrm>
            <a:custGeom>
              <a:avLst/>
              <a:pathLst>
                <a:path w="144356" h="167163">
                  <a:moveTo>
                    <a:pt x="143140" y="0"/>
                  </a:moveTo>
                  <a:lnTo>
                    <a:pt x="137561" y="133"/>
                  </a:lnTo>
                  <a:lnTo>
                    <a:pt x="131989" y="453"/>
                  </a:lnTo>
                  <a:lnTo>
                    <a:pt x="126431" y="959"/>
                  </a:lnTo>
                  <a:lnTo>
                    <a:pt x="120893" y="1650"/>
                  </a:lnTo>
                  <a:lnTo>
                    <a:pt x="115381" y="2525"/>
                  </a:lnTo>
                  <a:lnTo>
                    <a:pt x="109902" y="3584"/>
                  </a:lnTo>
                  <a:lnTo>
                    <a:pt x="104461" y="4825"/>
                  </a:lnTo>
                  <a:lnTo>
                    <a:pt x="99064" y="6247"/>
                  </a:lnTo>
                  <a:lnTo>
                    <a:pt x="93718" y="7849"/>
                  </a:lnTo>
                  <a:lnTo>
                    <a:pt x="88428" y="9628"/>
                  </a:lnTo>
                  <a:lnTo>
                    <a:pt x="83201" y="11583"/>
                  </a:lnTo>
                  <a:lnTo>
                    <a:pt x="78042" y="13711"/>
                  </a:lnTo>
                  <a:lnTo>
                    <a:pt x="72956" y="16010"/>
                  </a:lnTo>
                  <a:lnTo>
                    <a:pt x="67951" y="18477"/>
                  </a:lnTo>
                  <a:lnTo>
                    <a:pt x="63030" y="21111"/>
                  </a:lnTo>
                  <a:lnTo>
                    <a:pt x="58200" y="23907"/>
                  </a:lnTo>
                  <a:lnTo>
                    <a:pt x="53466" y="26862"/>
                  </a:lnTo>
                  <a:lnTo>
                    <a:pt x="48834" y="29975"/>
                  </a:lnTo>
                  <a:lnTo>
                    <a:pt x="44308" y="33240"/>
                  </a:lnTo>
                  <a:lnTo>
                    <a:pt x="39893" y="36654"/>
                  </a:lnTo>
                  <a:lnTo>
                    <a:pt x="35595" y="40214"/>
                  </a:lnTo>
                  <a:lnTo>
                    <a:pt x="31418" y="43915"/>
                  </a:lnTo>
                  <a:lnTo>
                    <a:pt x="27367" y="47753"/>
                  </a:lnTo>
                  <a:lnTo>
                    <a:pt x="23446" y="51725"/>
                  </a:lnTo>
                  <a:lnTo>
                    <a:pt x="19660" y="55825"/>
                  </a:lnTo>
                  <a:lnTo>
                    <a:pt x="16013" y="60050"/>
                  </a:lnTo>
                  <a:lnTo>
                    <a:pt x="12509" y="64393"/>
                  </a:lnTo>
                  <a:lnTo>
                    <a:pt x="9152" y="68852"/>
                  </a:lnTo>
                  <a:lnTo>
                    <a:pt x="5946" y="73420"/>
                  </a:lnTo>
                  <a:lnTo>
                    <a:pt x="2894" y="78092"/>
                  </a:lnTo>
                  <a:lnTo>
                    <a:pt x="0" y="82864"/>
                  </a:lnTo>
                  <a:lnTo>
                    <a:pt x="144356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919368" y="4659281"/>
              <a:ext cx="334306" cy="334334"/>
            </a:xfrm>
            <a:custGeom>
              <a:avLst/>
              <a:pathLst>
                <a:path w="334306" h="334334">
                  <a:moveTo>
                    <a:pt x="22800" y="82868"/>
                  </a:moveTo>
                  <a:lnTo>
                    <a:pt x="20196" y="87495"/>
                  </a:lnTo>
                  <a:lnTo>
                    <a:pt x="17740" y="92202"/>
                  </a:lnTo>
                  <a:lnTo>
                    <a:pt x="15434" y="96985"/>
                  </a:lnTo>
                  <a:lnTo>
                    <a:pt x="13282" y="101839"/>
                  </a:lnTo>
                  <a:lnTo>
                    <a:pt x="11285" y="106759"/>
                  </a:lnTo>
                  <a:lnTo>
                    <a:pt x="9445" y="111739"/>
                  </a:lnTo>
                  <a:lnTo>
                    <a:pt x="7764" y="116776"/>
                  </a:lnTo>
                  <a:lnTo>
                    <a:pt x="6244" y="121863"/>
                  </a:lnTo>
                  <a:lnTo>
                    <a:pt x="4887" y="126996"/>
                  </a:lnTo>
                  <a:lnTo>
                    <a:pt x="3693" y="132170"/>
                  </a:lnTo>
                  <a:lnTo>
                    <a:pt x="2664" y="137379"/>
                  </a:lnTo>
                  <a:lnTo>
                    <a:pt x="1801" y="142618"/>
                  </a:lnTo>
                  <a:lnTo>
                    <a:pt x="1105" y="147882"/>
                  </a:lnTo>
                  <a:lnTo>
                    <a:pt x="576" y="153165"/>
                  </a:lnTo>
                  <a:lnTo>
                    <a:pt x="215" y="158462"/>
                  </a:lnTo>
                  <a:lnTo>
                    <a:pt x="23" y="163768"/>
                  </a:lnTo>
                  <a:lnTo>
                    <a:pt x="0" y="169078"/>
                  </a:lnTo>
                  <a:lnTo>
                    <a:pt x="144" y="174385"/>
                  </a:lnTo>
                  <a:lnTo>
                    <a:pt x="458" y="179685"/>
                  </a:lnTo>
                  <a:lnTo>
                    <a:pt x="940" y="184973"/>
                  </a:lnTo>
                  <a:lnTo>
                    <a:pt x="1589" y="190243"/>
                  </a:lnTo>
                  <a:lnTo>
                    <a:pt x="2405" y="195489"/>
                  </a:lnTo>
                  <a:lnTo>
                    <a:pt x="3388" y="200707"/>
                  </a:lnTo>
                  <a:lnTo>
                    <a:pt x="4536" y="205891"/>
                  </a:lnTo>
                  <a:lnTo>
                    <a:pt x="5847" y="211036"/>
                  </a:lnTo>
                  <a:lnTo>
                    <a:pt x="7322" y="216137"/>
                  </a:lnTo>
                  <a:lnTo>
                    <a:pt x="8958" y="221188"/>
                  </a:lnTo>
                  <a:lnTo>
                    <a:pt x="10753" y="226185"/>
                  </a:lnTo>
                  <a:lnTo>
                    <a:pt x="12706" y="231122"/>
                  </a:lnTo>
                  <a:lnTo>
                    <a:pt x="14815" y="235995"/>
                  </a:lnTo>
                  <a:lnTo>
                    <a:pt x="17078" y="240798"/>
                  </a:lnTo>
                  <a:lnTo>
                    <a:pt x="19492" y="245527"/>
                  </a:lnTo>
                  <a:lnTo>
                    <a:pt x="22055" y="250177"/>
                  </a:lnTo>
                  <a:lnTo>
                    <a:pt x="24765" y="254743"/>
                  </a:lnTo>
                  <a:lnTo>
                    <a:pt x="27618" y="259221"/>
                  </a:lnTo>
                  <a:lnTo>
                    <a:pt x="30611" y="263606"/>
                  </a:lnTo>
                  <a:lnTo>
                    <a:pt x="33743" y="267894"/>
                  </a:lnTo>
                  <a:lnTo>
                    <a:pt x="37009" y="272080"/>
                  </a:lnTo>
                  <a:lnTo>
                    <a:pt x="40407" y="276160"/>
                  </a:lnTo>
                  <a:lnTo>
                    <a:pt x="43932" y="280131"/>
                  </a:lnTo>
                  <a:lnTo>
                    <a:pt x="47582" y="283987"/>
                  </a:lnTo>
                  <a:lnTo>
                    <a:pt x="51352" y="287726"/>
                  </a:lnTo>
                  <a:lnTo>
                    <a:pt x="55239" y="291342"/>
                  </a:lnTo>
                  <a:lnTo>
                    <a:pt x="59239" y="294834"/>
                  </a:lnTo>
                  <a:lnTo>
                    <a:pt x="63348" y="298197"/>
                  </a:lnTo>
                  <a:lnTo>
                    <a:pt x="67562" y="301427"/>
                  </a:lnTo>
                  <a:lnTo>
                    <a:pt x="71876" y="304523"/>
                  </a:lnTo>
                  <a:lnTo>
                    <a:pt x="76286" y="307479"/>
                  </a:lnTo>
                  <a:lnTo>
                    <a:pt x="80788" y="310294"/>
                  </a:lnTo>
                  <a:lnTo>
                    <a:pt x="85377" y="312965"/>
                  </a:lnTo>
                  <a:lnTo>
                    <a:pt x="90048" y="315489"/>
                  </a:lnTo>
                  <a:lnTo>
                    <a:pt x="94797" y="317863"/>
                  </a:lnTo>
                  <a:lnTo>
                    <a:pt x="99620" y="320085"/>
                  </a:lnTo>
                  <a:lnTo>
                    <a:pt x="104510" y="322152"/>
                  </a:lnTo>
                  <a:lnTo>
                    <a:pt x="109464" y="324064"/>
                  </a:lnTo>
                  <a:lnTo>
                    <a:pt x="114476" y="325817"/>
                  </a:lnTo>
                  <a:lnTo>
                    <a:pt x="119540" y="327410"/>
                  </a:lnTo>
                  <a:lnTo>
                    <a:pt x="124653" y="328841"/>
                  </a:lnTo>
                  <a:lnTo>
                    <a:pt x="129809" y="330109"/>
                  </a:lnTo>
                  <a:lnTo>
                    <a:pt x="135003" y="331213"/>
                  </a:lnTo>
                  <a:lnTo>
                    <a:pt x="140229" y="332151"/>
                  </a:lnTo>
                  <a:lnTo>
                    <a:pt x="145482" y="332923"/>
                  </a:lnTo>
                  <a:lnTo>
                    <a:pt x="150757" y="333528"/>
                  </a:lnTo>
                  <a:lnTo>
                    <a:pt x="156049" y="333965"/>
                  </a:lnTo>
                  <a:lnTo>
                    <a:pt x="161351" y="334234"/>
                  </a:lnTo>
                  <a:lnTo>
                    <a:pt x="166660" y="334334"/>
                  </a:lnTo>
                  <a:lnTo>
                    <a:pt x="171969" y="334265"/>
                  </a:lnTo>
                  <a:lnTo>
                    <a:pt x="177273" y="334028"/>
                  </a:lnTo>
                  <a:lnTo>
                    <a:pt x="182567" y="333622"/>
                  </a:lnTo>
                  <a:lnTo>
                    <a:pt x="187846" y="333049"/>
                  </a:lnTo>
                  <a:lnTo>
                    <a:pt x="193103" y="332308"/>
                  </a:lnTo>
                  <a:lnTo>
                    <a:pt x="198335" y="331401"/>
                  </a:lnTo>
                  <a:lnTo>
                    <a:pt x="203535" y="330328"/>
                  </a:lnTo>
                  <a:lnTo>
                    <a:pt x="208698" y="329090"/>
                  </a:lnTo>
                  <a:lnTo>
                    <a:pt x="213820" y="327689"/>
                  </a:lnTo>
                  <a:lnTo>
                    <a:pt x="218894" y="326127"/>
                  </a:lnTo>
                  <a:lnTo>
                    <a:pt x="223916" y="324403"/>
                  </a:lnTo>
                  <a:lnTo>
                    <a:pt x="228881" y="322521"/>
                  </a:lnTo>
                  <a:lnTo>
                    <a:pt x="233784" y="320483"/>
                  </a:lnTo>
                  <a:lnTo>
                    <a:pt x="238619" y="318289"/>
                  </a:lnTo>
                  <a:lnTo>
                    <a:pt x="243382" y="315944"/>
                  </a:lnTo>
                  <a:lnTo>
                    <a:pt x="248069" y="313448"/>
                  </a:lnTo>
                  <a:lnTo>
                    <a:pt x="252673" y="310804"/>
                  </a:lnTo>
                  <a:lnTo>
                    <a:pt x="257192" y="308016"/>
                  </a:lnTo>
                  <a:lnTo>
                    <a:pt x="261619" y="305086"/>
                  </a:lnTo>
                  <a:lnTo>
                    <a:pt x="265952" y="302016"/>
                  </a:lnTo>
                  <a:lnTo>
                    <a:pt x="270185" y="298811"/>
                  </a:lnTo>
                  <a:lnTo>
                    <a:pt x="274313" y="295472"/>
                  </a:lnTo>
                  <a:lnTo>
                    <a:pt x="278334" y="292005"/>
                  </a:lnTo>
                  <a:lnTo>
                    <a:pt x="282242" y="288411"/>
                  </a:lnTo>
                  <a:lnTo>
                    <a:pt x="286035" y="284695"/>
                  </a:lnTo>
                  <a:lnTo>
                    <a:pt x="289707" y="280860"/>
                  </a:lnTo>
                  <a:lnTo>
                    <a:pt x="293256" y="276911"/>
                  </a:lnTo>
                  <a:lnTo>
                    <a:pt x="296678" y="272851"/>
                  </a:lnTo>
                  <a:lnTo>
                    <a:pt x="299969" y="268684"/>
                  </a:lnTo>
                  <a:lnTo>
                    <a:pt x="303126" y="264415"/>
                  </a:lnTo>
                  <a:lnTo>
                    <a:pt x="306146" y="260048"/>
                  </a:lnTo>
                  <a:lnTo>
                    <a:pt x="309025" y="255587"/>
                  </a:lnTo>
                  <a:lnTo>
                    <a:pt x="311762" y="251037"/>
                  </a:lnTo>
                  <a:lnTo>
                    <a:pt x="314352" y="246402"/>
                  </a:lnTo>
                  <a:lnTo>
                    <a:pt x="316794" y="241688"/>
                  </a:lnTo>
                  <a:lnTo>
                    <a:pt x="319085" y="236898"/>
                  </a:lnTo>
                  <a:lnTo>
                    <a:pt x="321223" y="232038"/>
                  </a:lnTo>
                  <a:lnTo>
                    <a:pt x="323206" y="227112"/>
                  </a:lnTo>
                  <a:lnTo>
                    <a:pt x="325031" y="222126"/>
                  </a:lnTo>
                  <a:lnTo>
                    <a:pt x="326697" y="217085"/>
                  </a:lnTo>
                  <a:lnTo>
                    <a:pt x="328201" y="211993"/>
                  </a:lnTo>
                  <a:lnTo>
                    <a:pt x="329544" y="206856"/>
                  </a:lnTo>
                  <a:lnTo>
                    <a:pt x="330722" y="201679"/>
                  </a:lnTo>
                  <a:lnTo>
                    <a:pt x="331736" y="196467"/>
                  </a:lnTo>
                  <a:lnTo>
                    <a:pt x="332583" y="191225"/>
                  </a:lnTo>
                  <a:lnTo>
                    <a:pt x="333264" y="185959"/>
                  </a:lnTo>
                  <a:lnTo>
                    <a:pt x="333777" y="180675"/>
                  </a:lnTo>
                  <a:lnTo>
                    <a:pt x="334122" y="175376"/>
                  </a:lnTo>
                  <a:lnTo>
                    <a:pt x="334298" y="170070"/>
                  </a:lnTo>
                  <a:lnTo>
                    <a:pt x="334306" y="164760"/>
                  </a:lnTo>
                  <a:lnTo>
                    <a:pt x="334145" y="159453"/>
                  </a:lnTo>
                  <a:lnTo>
                    <a:pt x="333816" y="154154"/>
                  </a:lnTo>
                  <a:lnTo>
                    <a:pt x="333319" y="148868"/>
                  </a:lnTo>
                  <a:lnTo>
                    <a:pt x="332654" y="143600"/>
                  </a:lnTo>
                  <a:lnTo>
                    <a:pt x="331822" y="138356"/>
                  </a:lnTo>
                  <a:lnTo>
                    <a:pt x="330824" y="133141"/>
                  </a:lnTo>
                  <a:lnTo>
                    <a:pt x="329661" y="127960"/>
                  </a:lnTo>
                  <a:lnTo>
                    <a:pt x="328334" y="122819"/>
                  </a:lnTo>
                  <a:lnTo>
                    <a:pt x="326844" y="117723"/>
                  </a:lnTo>
                  <a:lnTo>
                    <a:pt x="325193" y="112677"/>
                  </a:lnTo>
                  <a:lnTo>
                    <a:pt x="323383" y="107685"/>
                  </a:lnTo>
                  <a:lnTo>
                    <a:pt x="321415" y="102754"/>
                  </a:lnTo>
                  <a:lnTo>
                    <a:pt x="319292" y="97887"/>
                  </a:lnTo>
                  <a:lnTo>
                    <a:pt x="317015" y="93091"/>
                  </a:lnTo>
                  <a:lnTo>
                    <a:pt x="314587" y="88369"/>
                  </a:lnTo>
                  <a:lnTo>
                    <a:pt x="312010" y="83726"/>
                  </a:lnTo>
                  <a:lnTo>
                    <a:pt x="309287" y="79168"/>
                  </a:lnTo>
                  <a:lnTo>
                    <a:pt x="306421" y="74699"/>
                  </a:lnTo>
                  <a:lnTo>
                    <a:pt x="303414" y="70323"/>
                  </a:lnTo>
                  <a:lnTo>
                    <a:pt x="300269" y="66044"/>
                  </a:lnTo>
                  <a:lnTo>
                    <a:pt x="296991" y="61868"/>
                  </a:lnTo>
                  <a:lnTo>
                    <a:pt x="293581" y="57798"/>
                  </a:lnTo>
                  <a:lnTo>
                    <a:pt x="290044" y="53838"/>
                  </a:lnTo>
                  <a:lnTo>
                    <a:pt x="286383" y="49992"/>
                  </a:lnTo>
                  <a:lnTo>
                    <a:pt x="282602" y="46265"/>
                  </a:lnTo>
                  <a:lnTo>
                    <a:pt x="278704" y="42660"/>
                  </a:lnTo>
                  <a:lnTo>
                    <a:pt x="274694" y="39180"/>
                  </a:lnTo>
                  <a:lnTo>
                    <a:pt x="270575" y="35830"/>
                  </a:lnTo>
                  <a:lnTo>
                    <a:pt x="266352" y="32611"/>
                  </a:lnTo>
                  <a:lnTo>
                    <a:pt x="262028" y="29529"/>
                  </a:lnTo>
                  <a:lnTo>
                    <a:pt x="257609" y="26586"/>
                  </a:lnTo>
                  <a:lnTo>
                    <a:pt x="253099" y="23784"/>
                  </a:lnTo>
                  <a:lnTo>
                    <a:pt x="248502" y="21127"/>
                  </a:lnTo>
                  <a:lnTo>
                    <a:pt x="243823" y="18617"/>
                  </a:lnTo>
                  <a:lnTo>
                    <a:pt x="239067" y="16257"/>
                  </a:lnTo>
                  <a:lnTo>
                    <a:pt x="234238" y="14050"/>
                  </a:lnTo>
                  <a:lnTo>
                    <a:pt x="229342" y="11996"/>
                  </a:lnTo>
                  <a:lnTo>
                    <a:pt x="224382" y="10100"/>
                  </a:lnTo>
                  <a:lnTo>
                    <a:pt x="219365" y="8362"/>
                  </a:lnTo>
                  <a:lnTo>
                    <a:pt x="214296" y="6784"/>
                  </a:lnTo>
                  <a:lnTo>
                    <a:pt x="209179" y="5368"/>
                  </a:lnTo>
                  <a:lnTo>
                    <a:pt x="204019" y="4115"/>
                  </a:lnTo>
                  <a:lnTo>
                    <a:pt x="198822" y="3026"/>
                  </a:lnTo>
                  <a:lnTo>
                    <a:pt x="193593" y="2103"/>
                  </a:lnTo>
                  <a:lnTo>
                    <a:pt x="188338" y="1347"/>
                  </a:lnTo>
                  <a:lnTo>
                    <a:pt x="183061" y="758"/>
                  </a:lnTo>
                  <a:lnTo>
                    <a:pt x="177768" y="337"/>
                  </a:lnTo>
                  <a:lnTo>
                    <a:pt x="17246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197" y="0"/>
                  </a:moveTo>
                  <a:lnTo>
                    <a:pt x="0" y="0"/>
                  </a:lnTo>
                  <a:lnTo>
                    <a:pt x="1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321569" y="5018213"/>
              <a:ext cx="334313" cy="334332"/>
            </a:xfrm>
            <a:custGeom>
              <a:avLst/>
              <a:pathLst>
                <a:path w="334313" h="334332">
                  <a:moveTo>
                    <a:pt x="166954" y="0"/>
                  </a:moveTo>
                  <a:lnTo>
                    <a:pt x="161660" y="90"/>
                  </a:lnTo>
                  <a:lnTo>
                    <a:pt x="156372" y="347"/>
                  </a:lnTo>
                  <a:lnTo>
                    <a:pt x="151095" y="772"/>
                  </a:lnTo>
                  <a:lnTo>
                    <a:pt x="145835" y="1364"/>
                  </a:lnTo>
                  <a:lnTo>
                    <a:pt x="140595" y="2122"/>
                  </a:lnTo>
                  <a:lnTo>
                    <a:pt x="135382" y="3046"/>
                  </a:lnTo>
                  <a:lnTo>
                    <a:pt x="130201" y="4134"/>
                  </a:lnTo>
                  <a:lnTo>
                    <a:pt x="125057" y="5386"/>
                  </a:lnTo>
                  <a:lnTo>
                    <a:pt x="119955" y="6800"/>
                  </a:lnTo>
                  <a:lnTo>
                    <a:pt x="114901" y="8375"/>
                  </a:lnTo>
                  <a:lnTo>
                    <a:pt x="109899" y="10109"/>
                  </a:lnTo>
                  <a:lnTo>
                    <a:pt x="104954" y="12001"/>
                  </a:lnTo>
                  <a:lnTo>
                    <a:pt x="100072" y="14048"/>
                  </a:lnTo>
                  <a:lnTo>
                    <a:pt x="95257" y="16249"/>
                  </a:lnTo>
                  <a:lnTo>
                    <a:pt x="90514" y="18601"/>
                  </a:lnTo>
                  <a:lnTo>
                    <a:pt x="85848" y="21102"/>
                  </a:lnTo>
                  <a:lnTo>
                    <a:pt x="81264" y="23750"/>
                  </a:lnTo>
                  <a:lnTo>
                    <a:pt x="76766" y="26541"/>
                  </a:lnTo>
                  <a:lnTo>
                    <a:pt x="72358" y="29474"/>
                  </a:lnTo>
                  <a:lnTo>
                    <a:pt x="68045" y="32545"/>
                  </a:lnTo>
                  <a:lnTo>
                    <a:pt x="63832" y="35750"/>
                  </a:lnTo>
                  <a:lnTo>
                    <a:pt x="59723" y="39088"/>
                  </a:lnTo>
                  <a:lnTo>
                    <a:pt x="55721" y="42554"/>
                  </a:lnTo>
                  <a:lnTo>
                    <a:pt x="51831" y="46145"/>
                  </a:lnTo>
                  <a:lnTo>
                    <a:pt x="48057" y="49857"/>
                  </a:lnTo>
                  <a:lnTo>
                    <a:pt x="44402" y="53687"/>
                  </a:lnTo>
                  <a:lnTo>
                    <a:pt x="40870" y="57631"/>
                  </a:lnTo>
                  <a:lnTo>
                    <a:pt x="37465" y="61685"/>
                  </a:lnTo>
                  <a:lnTo>
                    <a:pt x="34190" y="65844"/>
                  </a:lnTo>
                  <a:lnTo>
                    <a:pt x="31048" y="70105"/>
                  </a:lnTo>
                  <a:lnTo>
                    <a:pt x="28043" y="74464"/>
                  </a:lnTo>
                  <a:lnTo>
                    <a:pt x="25177" y="78915"/>
                  </a:lnTo>
                  <a:lnTo>
                    <a:pt x="22453" y="83455"/>
                  </a:lnTo>
                  <a:lnTo>
                    <a:pt x="19875" y="88079"/>
                  </a:lnTo>
                  <a:lnTo>
                    <a:pt x="17445" y="92782"/>
                  </a:lnTo>
                  <a:lnTo>
                    <a:pt x="15164" y="97560"/>
                  </a:lnTo>
                  <a:lnTo>
                    <a:pt x="13037" y="102408"/>
                  </a:lnTo>
                  <a:lnTo>
                    <a:pt x="11063" y="107320"/>
                  </a:lnTo>
                  <a:lnTo>
                    <a:pt x="9246" y="112293"/>
                  </a:lnTo>
                  <a:lnTo>
                    <a:pt x="7588" y="117320"/>
                  </a:lnTo>
                  <a:lnTo>
                    <a:pt x="6090" y="122398"/>
                  </a:lnTo>
                  <a:lnTo>
                    <a:pt x="4753" y="127521"/>
                  </a:lnTo>
                  <a:lnTo>
                    <a:pt x="3579" y="132683"/>
                  </a:lnTo>
                  <a:lnTo>
                    <a:pt x="2569" y="137880"/>
                  </a:lnTo>
                  <a:lnTo>
                    <a:pt x="1724" y="143106"/>
                  </a:lnTo>
                  <a:lnTo>
                    <a:pt x="1045" y="148356"/>
                  </a:lnTo>
                  <a:lnTo>
                    <a:pt x="533" y="153626"/>
                  </a:lnTo>
                  <a:lnTo>
                    <a:pt x="187" y="158908"/>
                  </a:lnTo>
                  <a:lnTo>
                    <a:pt x="10" y="164199"/>
                  </a:lnTo>
                  <a:lnTo>
                    <a:pt x="0" y="169494"/>
                  </a:lnTo>
                  <a:lnTo>
                    <a:pt x="157" y="174785"/>
                  </a:lnTo>
                  <a:lnTo>
                    <a:pt x="482" y="180069"/>
                  </a:lnTo>
                  <a:lnTo>
                    <a:pt x="974" y="185341"/>
                  </a:lnTo>
                  <a:lnTo>
                    <a:pt x="1633" y="190594"/>
                  </a:lnTo>
                  <a:lnTo>
                    <a:pt x="2458" y="195823"/>
                  </a:lnTo>
                  <a:lnTo>
                    <a:pt x="3448" y="201024"/>
                  </a:lnTo>
                  <a:lnTo>
                    <a:pt x="4602" y="206190"/>
                  </a:lnTo>
                  <a:lnTo>
                    <a:pt x="5919" y="211318"/>
                  </a:lnTo>
                  <a:lnTo>
                    <a:pt x="7398" y="216401"/>
                  </a:lnTo>
                  <a:lnTo>
                    <a:pt x="9037" y="221435"/>
                  </a:lnTo>
                  <a:lnTo>
                    <a:pt x="10835" y="226415"/>
                  </a:lnTo>
                  <a:lnTo>
                    <a:pt x="12789" y="231335"/>
                  </a:lnTo>
                  <a:lnTo>
                    <a:pt x="14899" y="236191"/>
                  </a:lnTo>
                  <a:lnTo>
                    <a:pt x="17161" y="240977"/>
                  </a:lnTo>
                  <a:lnTo>
                    <a:pt x="19573" y="245690"/>
                  </a:lnTo>
                  <a:lnTo>
                    <a:pt x="22134" y="250323"/>
                  </a:lnTo>
                  <a:lnTo>
                    <a:pt x="24840" y="254874"/>
                  </a:lnTo>
                  <a:lnTo>
                    <a:pt x="27688" y="259336"/>
                  </a:lnTo>
                  <a:lnTo>
                    <a:pt x="30677" y="263706"/>
                  </a:lnTo>
                  <a:lnTo>
                    <a:pt x="33802" y="267979"/>
                  </a:lnTo>
                  <a:lnTo>
                    <a:pt x="37061" y="272151"/>
                  </a:lnTo>
                  <a:lnTo>
                    <a:pt x="40451" y="276218"/>
                  </a:lnTo>
                  <a:lnTo>
                    <a:pt x="43968" y="280175"/>
                  </a:lnTo>
                  <a:lnTo>
                    <a:pt x="47608" y="284019"/>
                  </a:lnTo>
                  <a:lnTo>
                    <a:pt x="51368" y="287746"/>
                  </a:lnTo>
                  <a:lnTo>
                    <a:pt x="55244" y="291352"/>
                  </a:lnTo>
                  <a:lnTo>
                    <a:pt x="59233" y="294833"/>
                  </a:lnTo>
                  <a:lnTo>
                    <a:pt x="63329" y="298186"/>
                  </a:lnTo>
                  <a:lnTo>
                    <a:pt x="67530" y="301408"/>
                  </a:lnTo>
                  <a:lnTo>
                    <a:pt x="71831" y="304495"/>
                  </a:lnTo>
                  <a:lnTo>
                    <a:pt x="76227" y="307445"/>
                  </a:lnTo>
                  <a:lnTo>
                    <a:pt x="80715" y="310254"/>
                  </a:lnTo>
                  <a:lnTo>
                    <a:pt x="85289" y="312919"/>
                  </a:lnTo>
                  <a:lnTo>
                    <a:pt x="89946" y="315438"/>
                  </a:lnTo>
                  <a:lnTo>
                    <a:pt x="94679" y="317808"/>
                  </a:lnTo>
                  <a:lnTo>
                    <a:pt x="99486" y="320028"/>
                  </a:lnTo>
                  <a:lnTo>
                    <a:pt x="104360" y="322094"/>
                  </a:lnTo>
                  <a:lnTo>
                    <a:pt x="109297" y="324004"/>
                  </a:lnTo>
                  <a:lnTo>
                    <a:pt x="114293" y="325757"/>
                  </a:lnTo>
                  <a:lnTo>
                    <a:pt x="119341" y="327352"/>
                  </a:lnTo>
                  <a:lnTo>
                    <a:pt x="124437" y="328785"/>
                  </a:lnTo>
                  <a:lnTo>
                    <a:pt x="129577" y="330057"/>
                  </a:lnTo>
                  <a:lnTo>
                    <a:pt x="134753" y="331165"/>
                  </a:lnTo>
                  <a:lnTo>
                    <a:pt x="139963" y="332109"/>
                  </a:lnTo>
                  <a:lnTo>
                    <a:pt x="145199" y="332887"/>
                  </a:lnTo>
                  <a:lnTo>
                    <a:pt x="150458" y="333499"/>
                  </a:lnTo>
                  <a:lnTo>
                    <a:pt x="155733" y="333944"/>
                  </a:lnTo>
                  <a:lnTo>
                    <a:pt x="161020" y="334222"/>
                  </a:lnTo>
                  <a:lnTo>
                    <a:pt x="166313" y="334332"/>
                  </a:lnTo>
                  <a:lnTo>
                    <a:pt x="171607" y="334275"/>
                  </a:lnTo>
                  <a:lnTo>
                    <a:pt x="176896" y="334050"/>
                  </a:lnTo>
                  <a:lnTo>
                    <a:pt x="182176" y="333658"/>
                  </a:lnTo>
                  <a:lnTo>
                    <a:pt x="187440" y="333098"/>
                  </a:lnTo>
                  <a:lnTo>
                    <a:pt x="192684" y="332373"/>
                  </a:lnTo>
                  <a:lnTo>
                    <a:pt x="197903" y="331481"/>
                  </a:lnTo>
                  <a:lnTo>
                    <a:pt x="203090" y="330425"/>
                  </a:lnTo>
                  <a:lnTo>
                    <a:pt x="208242" y="329205"/>
                  </a:lnTo>
                  <a:lnTo>
                    <a:pt x="213352" y="327823"/>
                  </a:lnTo>
                  <a:lnTo>
                    <a:pt x="218416" y="326279"/>
                  </a:lnTo>
                  <a:lnTo>
                    <a:pt x="223429" y="324576"/>
                  </a:lnTo>
                  <a:lnTo>
                    <a:pt x="228385" y="322715"/>
                  </a:lnTo>
                  <a:lnTo>
                    <a:pt x="233280" y="320698"/>
                  </a:lnTo>
                  <a:lnTo>
                    <a:pt x="238109" y="318527"/>
                  </a:lnTo>
                  <a:lnTo>
                    <a:pt x="242866" y="316204"/>
                  </a:lnTo>
                  <a:lnTo>
                    <a:pt x="247547" y="313732"/>
                  </a:lnTo>
                  <a:lnTo>
                    <a:pt x="252148" y="311113"/>
                  </a:lnTo>
                  <a:lnTo>
                    <a:pt x="256663" y="308349"/>
                  </a:lnTo>
                  <a:lnTo>
                    <a:pt x="261089" y="305444"/>
                  </a:lnTo>
                  <a:lnTo>
                    <a:pt x="265421" y="302400"/>
                  </a:lnTo>
                  <a:lnTo>
                    <a:pt x="269654" y="299220"/>
                  </a:lnTo>
                  <a:lnTo>
                    <a:pt x="273784" y="295908"/>
                  </a:lnTo>
                  <a:lnTo>
                    <a:pt x="277807" y="292467"/>
                  </a:lnTo>
                  <a:lnTo>
                    <a:pt x="281719" y="288900"/>
                  </a:lnTo>
                  <a:lnTo>
                    <a:pt x="285516" y="285211"/>
                  </a:lnTo>
                  <a:lnTo>
                    <a:pt x="289195" y="281404"/>
                  </a:lnTo>
                  <a:lnTo>
                    <a:pt x="292751" y="277482"/>
                  </a:lnTo>
                  <a:lnTo>
                    <a:pt x="296181" y="273450"/>
                  </a:lnTo>
                  <a:lnTo>
                    <a:pt x="299482" y="269311"/>
                  </a:lnTo>
                  <a:lnTo>
                    <a:pt x="302650" y="265069"/>
                  </a:lnTo>
                  <a:lnTo>
                    <a:pt x="305682" y="260729"/>
                  </a:lnTo>
                  <a:lnTo>
                    <a:pt x="308576" y="256296"/>
                  </a:lnTo>
                  <a:lnTo>
                    <a:pt x="311327" y="251773"/>
                  </a:lnTo>
                  <a:lnTo>
                    <a:pt x="313934" y="247165"/>
                  </a:lnTo>
                  <a:lnTo>
                    <a:pt x="316393" y="242477"/>
                  </a:lnTo>
                  <a:lnTo>
                    <a:pt x="318703" y="237713"/>
                  </a:lnTo>
                  <a:lnTo>
                    <a:pt x="320861" y="232879"/>
                  </a:lnTo>
                  <a:lnTo>
                    <a:pt x="322865" y="227979"/>
                  </a:lnTo>
                  <a:lnTo>
                    <a:pt x="324712" y="223017"/>
                  </a:lnTo>
                  <a:lnTo>
                    <a:pt x="326402" y="218000"/>
                  </a:lnTo>
                  <a:lnTo>
                    <a:pt x="327932" y="212932"/>
                  </a:lnTo>
                  <a:lnTo>
                    <a:pt x="329300" y="207818"/>
                  </a:lnTo>
                  <a:lnTo>
                    <a:pt x="330506" y="202663"/>
                  </a:lnTo>
                  <a:lnTo>
                    <a:pt x="331548" y="197472"/>
                  </a:lnTo>
                  <a:lnTo>
                    <a:pt x="332425" y="192251"/>
                  </a:lnTo>
                  <a:lnTo>
                    <a:pt x="333137" y="187005"/>
                  </a:lnTo>
                  <a:lnTo>
                    <a:pt x="333682" y="181739"/>
                  </a:lnTo>
                  <a:lnTo>
                    <a:pt x="334060" y="176459"/>
                  </a:lnTo>
                  <a:lnTo>
                    <a:pt x="334270" y="171169"/>
                  </a:lnTo>
                  <a:lnTo>
                    <a:pt x="334313" y="165875"/>
                  </a:lnTo>
                  <a:lnTo>
                    <a:pt x="334188" y="160582"/>
                  </a:lnTo>
                  <a:lnTo>
                    <a:pt x="333896" y="155296"/>
                  </a:lnTo>
                  <a:lnTo>
                    <a:pt x="333437" y="150022"/>
                  </a:lnTo>
                  <a:lnTo>
                    <a:pt x="332810" y="144765"/>
                  </a:lnTo>
                  <a:lnTo>
                    <a:pt x="332018" y="139531"/>
                  </a:lnTo>
                  <a:lnTo>
                    <a:pt x="331060" y="134324"/>
                  </a:lnTo>
                  <a:lnTo>
                    <a:pt x="329938" y="129150"/>
                  </a:lnTo>
                  <a:lnTo>
                    <a:pt x="328653" y="124015"/>
                  </a:lnTo>
                  <a:lnTo>
                    <a:pt x="327205" y="118922"/>
                  </a:lnTo>
                  <a:lnTo>
                    <a:pt x="325597" y="113878"/>
                  </a:lnTo>
                  <a:lnTo>
                    <a:pt x="323830" y="108888"/>
                  </a:lnTo>
                  <a:lnTo>
                    <a:pt x="321906" y="103956"/>
                  </a:lnTo>
                  <a:lnTo>
                    <a:pt x="319827" y="99087"/>
                  </a:lnTo>
                  <a:lnTo>
                    <a:pt x="317595" y="94286"/>
                  </a:lnTo>
                  <a:lnTo>
                    <a:pt x="315212" y="89559"/>
                  </a:lnTo>
                  <a:lnTo>
                    <a:pt x="312680" y="84910"/>
                  </a:lnTo>
                  <a:lnTo>
                    <a:pt x="310002" y="80343"/>
                  </a:lnTo>
                  <a:lnTo>
                    <a:pt x="307181" y="75863"/>
                  </a:lnTo>
                  <a:lnTo>
                    <a:pt x="304220" y="71474"/>
                  </a:lnTo>
                  <a:lnTo>
                    <a:pt x="301121" y="67182"/>
                  </a:lnTo>
                  <a:lnTo>
                    <a:pt x="297888" y="62990"/>
                  </a:lnTo>
                  <a:lnTo>
                    <a:pt x="294523" y="58902"/>
                  </a:lnTo>
                  <a:lnTo>
                    <a:pt x="291031" y="54923"/>
                  </a:lnTo>
                  <a:lnTo>
                    <a:pt x="287415" y="51057"/>
                  </a:lnTo>
                  <a:lnTo>
                    <a:pt x="283678" y="47307"/>
                  </a:lnTo>
                  <a:lnTo>
                    <a:pt x="279824" y="43677"/>
                  </a:lnTo>
                  <a:lnTo>
                    <a:pt x="275857" y="40171"/>
                  </a:lnTo>
                  <a:lnTo>
                    <a:pt x="271781" y="36793"/>
                  </a:lnTo>
                  <a:lnTo>
                    <a:pt x="267600" y="33545"/>
                  </a:lnTo>
                  <a:lnTo>
                    <a:pt x="263319" y="30431"/>
                  </a:lnTo>
                  <a:lnTo>
                    <a:pt x="258941" y="27454"/>
                  </a:lnTo>
                  <a:lnTo>
                    <a:pt x="254471" y="24618"/>
                  </a:lnTo>
                  <a:lnTo>
                    <a:pt x="249913" y="21924"/>
                  </a:lnTo>
                  <a:lnTo>
                    <a:pt x="245272" y="19377"/>
                  </a:lnTo>
                  <a:lnTo>
                    <a:pt x="240553" y="16977"/>
                  </a:lnTo>
                  <a:lnTo>
                    <a:pt x="235761" y="14728"/>
                  </a:lnTo>
                  <a:lnTo>
                    <a:pt x="230899" y="12632"/>
                  </a:lnTo>
                  <a:lnTo>
                    <a:pt x="225974" y="10691"/>
                  </a:lnTo>
                  <a:lnTo>
                    <a:pt x="220990" y="8906"/>
                  </a:lnTo>
                  <a:lnTo>
                    <a:pt x="215951" y="7281"/>
                  </a:lnTo>
                  <a:lnTo>
                    <a:pt x="210864" y="5816"/>
                  </a:lnTo>
                  <a:lnTo>
                    <a:pt x="205733" y="4513"/>
                  </a:lnTo>
                  <a:lnTo>
                    <a:pt x="200563" y="3372"/>
                  </a:lnTo>
                  <a:lnTo>
                    <a:pt x="195359" y="2397"/>
                  </a:lnTo>
                  <a:lnTo>
                    <a:pt x="190128" y="1586"/>
                  </a:lnTo>
                  <a:lnTo>
                    <a:pt x="184873" y="941"/>
                  </a:lnTo>
                  <a:lnTo>
                    <a:pt x="179601" y="464"/>
                  </a:lnTo>
                  <a:lnTo>
                    <a:pt x="174316" y="153"/>
                  </a:lnTo>
                  <a:lnTo>
                    <a:pt x="169023" y="1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720" y="5018213"/>
              <a:ext cx="1872" cy="167167"/>
            </a:xfrm>
            <a:custGeom>
              <a:avLst/>
              <a:pathLst>
                <a:path w="1872" h="167167">
                  <a:moveTo>
                    <a:pt x="1872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815667" y="5269756"/>
              <a:ext cx="148834" cy="167167"/>
            </a:xfrm>
            <a:custGeom>
              <a:avLst/>
              <a:pathLst>
                <a:path w="148834" h="167167">
                  <a:moveTo>
                    <a:pt x="148834" y="0"/>
                  </a:moveTo>
                  <a:lnTo>
                    <a:pt x="143272" y="92"/>
                  </a:lnTo>
                  <a:lnTo>
                    <a:pt x="137717" y="370"/>
                  </a:lnTo>
                  <a:lnTo>
                    <a:pt x="132174" y="832"/>
                  </a:lnTo>
                  <a:lnTo>
                    <a:pt x="126649" y="1478"/>
                  </a:lnTo>
                  <a:lnTo>
                    <a:pt x="121149" y="2308"/>
                  </a:lnTo>
                  <a:lnTo>
                    <a:pt x="115680" y="3320"/>
                  </a:lnTo>
                  <a:lnTo>
                    <a:pt x="110248" y="4514"/>
                  </a:lnTo>
                  <a:lnTo>
                    <a:pt x="104858" y="5887"/>
                  </a:lnTo>
                  <a:lnTo>
                    <a:pt x="99516" y="7440"/>
                  </a:lnTo>
                  <a:lnTo>
                    <a:pt x="94230" y="9169"/>
                  </a:lnTo>
                  <a:lnTo>
                    <a:pt x="89004" y="11073"/>
                  </a:lnTo>
                  <a:lnTo>
                    <a:pt x="83844" y="13150"/>
                  </a:lnTo>
                  <a:lnTo>
                    <a:pt x="78756" y="15397"/>
                  </a:lnTo>
                  <a:lnTo>
                    <a:pt x="73745" y="17813"/>
                  </a:lnTo>
                  <a:lnTo>
                    <a:pt x="68818" y="20393"/>
                  </a:lnTo>
                  <a:lnTo>
                    <a:pt x="63979" y="23137"/>
                  </a:lnTo>
                  <a:lnTo>
                    <a:pt x="59235" y="26039"/>
                  </a:lnTo>
                  <a:lnTo>
                    <a:pt x="54589" y="29098"/>
                  </a:lnTo>
                  <a:lnTo>
                    <a:pt x="50048" y="32310"/>
                  </a:lnTo>
                  <a:lnTo>
                    <a:pt x="45616" y="35671"/>
                  </a:lnTo>
                  <a:lnTo>
                    <a:pt x="41299" y="39178"/>
                  </a:lnTo>
                  <a:lnTo>
                    <a:pt x="37100" y="42826"/>
                  </a:lnTo>
                  <a:lnTo>
                    <a:pt x="33025" y="46612"/>
                  </a:lnTo>
                  <a:lnTo>
                    <a:pt x="29079" y="50532"/>
                  </a:lnTo>
                  <a:lnTo>
                    <a:pt x="25265" y="54581"/>
                  </a:lnTo>
                  <a:lnTo>
                    <a:pt x="21588" y="58754"/>
                  </a:lnTo>
                  <a:lnTo>
                    <a:pt x="18051" y="63047"/>
                  </a:lnTo>
                  <a:lnTo>
                    <a:pt x="14660" y="67456"/>
                  </a:lnTo>
                  <a:lnTo>
                    <a:pt x="11417" y="71975"/>
                  </a:lnTo>
                  <a:lnTo>
                    <a:pt x="8326" y="76599"/>
                  </a:lnTo>
                  <a:lnTo>
                    <a:pt x="5391" y="81324"/>
                  </a:lnTo>
                  <a:lnTo>
                    <a:pt x="2614" y="86143"/>
                  </a:lnTo>
                  <a:lnTo>
                    <a:pt x="0" y="91053"/>
                  </a:lnTo>
                  <a:lnTo>
                    <a:pt x="14883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797334" y="5269756"/>
              <a:ext cx="334326" cy="334323"/>
            </a:xfrm>
            <a:custGeom>
              <a:avLst/>
              <a:pathLst>
                <a:path w="334326" h="334323">
                  <a:moveTo>
                    <a:pt x="18333" y="91053"/>
                  </a:moveTo>
                  <a:lnTo>
                    <a:pt x="16001" y="95796"/>
                  </a:lnTo>
                  <a:lnTo>
                    <a:pt x="13820" y="100610"/>
                  </a:lnTo>
                  <a:lnTo>
                    <a:pt x="11793" y="105491"/>
                  </a:lnTo>
                  <a:lnTo>
                    <a:pt x="9921" y="110433"/>
                  </a:lnTo>
                  <a:lnTo>
                    <a:pt x="8206" y="115432"/>
                  </a:lnTo>
                  <a:lnTo>
                    <a:pt x="6650" y="120483"/>
                  </a:lnTo>
                  <a:lnTo>
                    <a:pt x="5255" y="125580"/>
                  </a:lnTo>
                  <a:lnTo>
                    <a:pt x="4021" y="130719"/>
                  </a:lnTo>
                  <a:lnTo>
                    <a:pt x="2950" y="135895"/>
                  </a:lnTo>
                  <a:lnTo>
                    <a:pt x="2044" y="141102"/>
                  </a:lnTo>
                  <a:lnTo>
                    <a:pt x="1302" y="146334"/>
                  </a:lnTo>
                  <a:lnTo>
                    <a:pt x="727" y="151588"/>
                  </a:lnTo>
                  <a:lnTo>
                    <a:pt x="318" y="156857"/>
                  </a:lnTo>
                  <a:lnTo>
                    <a:pt x="75" y="162137"/>
                  </a:lnTo>
                  <a:lnTo>
                    <a:pt x="0" y="167421"/>
                  </a:lnTo>
                  <a:lnTo>
                    <a:pt x="91" y="172705"/>
                  </a:lnTo>
                  <a:lnTo>
                    <a:pt x="350" y="177984"/>
                  </a:lnTo>
                  <a:lnTo>
                    <a:pt x="775" y="183252"/>
                  </a:lnTo>
                  <a:lnTo>
                    <a:pt x="1367" y="188504"/>
                  </a:lnTo>
                  <a:lnTo>
                    <a:pt x="2124" y="193734"/>
                  </a:lnTo>
                  <a:lnTo>
                    <a:pt x="3046" y="198938"/>
                  </a:lnTo>
                  <a:lnTo>
                    <a:pt x="4133" y="204110"/>
                  </a:lnTo>
                  <a:lnTo>
                    <a:pt x="5382" y="209246"/>
                  </a:lnTo>
                  <a:lnTo>
                    <a:pt x="6793" y="214339"/>
                  </a:lnTo>
                  <a:lnTo>
                    <a:pt x="8364" y="219385"/>
                  </a:lnTo>
                  <a:lnTo>
                    <a:pt x="10094" y="224379"/>
                  </a:lnTo>
                  <a:lnTo>
                    <a:pt x="11981" y="229315"/>
                  </a:lnTo>
                  <a:lnTo>
                    <a:pt x="14023" y="234190"/>
                  </a:lnTo>
                  <a:lnTo>
                    <a:pt x="16219" y="238998"/>
                  </a:lnTo>
                  <a:lnTo>
                    <a:pt x="18565" y="243733"/>
                  </a:lnTo>
                  <a:lnTo>
                    <a:pt x="21059" y="248393"/>
                  </a:lnTo>
                  <a:lnTo>
                    <a:pt x="23700" y="252971"/>
                  </a:lnTo>
                  <a:lnTo>
                    <a:pt x="26484" y="257463"/>
                  </a:lnTo>
                  <a:lnTo>
                    <a:pt x="29409" y="261865"/>
                  </a:lnTo>
                  <a:lnTo>
                    <a:pt x="32471" y="266172"/>
                  </a:lnTo>
                  <a:lnTo>
                    <a:pt x="35668" y="270381"/>
                  </a:lnTo>
                  <a:lnTo>
                    <a:pt x="38997" y="274486"/>
                  </a:lnTo>
                  <a:lnTo>
                    <a:pt x="42453" y="278484"/>
                  </a:lnTo>
                  <a:lnTo>
                    <a:pt x="46034" y="282371"/>
                  </a:lnTo>
                  <a:lnTo>
                    <a:pt x="49737" y="286142"/>
                  </a:lnTo>
                  <a:lnTo>
                    <a:pt x="53556" y="289795"/>
                  </a:lnTo>
                  <a:lnTo>
                    <a:pt x="57490" y="293325"/>
                  </a:lnTo>
                  <a:lnTo>
                    <a:pt x="61532" y="296729"/>
                  </a:lnTo>
                  <a:lnTo>
                    <a:pt x="65681" y="300004"/>
                  </a:lnTo>
                  <a:lnTo>
                    <a:pt x="69931" y="303145"/>
                  </a:lnTo>
                  <a:lnTo>
                    <a:pt x="74278" y="306151"/>
                  </a:lnTo>
                  <a:lnTo>
                    <a:pt x="78718" y="309018"/>
                  </a:lnTo>
                  <a:lnTo>
                    <a:pt x="83246" y="311743"/>
                  </a:lnTo>
                  <a:lnTo>
                    <a:pt x="87858" y="314324"/>
                  </a:lnTo>
                  <a:lnTo>
                    <a:pt x="92550" y="316757"/>
                  </a:lnTo>
                  <a:lnTo>
                    <a:pt x="97316" y="319041"/>
                  </a:lnTo>
                  <a:lnTo>
                    <a:pt x="102151" y="321173"/>
                  </a:lnTo>
                  <a:lnTo>
                    <a:pt x="107052" y="323152"/>
                  </a:lnTo>
                  <a:lnTo>
                    <a:pt x="112013" y="324974"/>
                  </a:lnTo>
                  <a:lnTo>
                    <a:pt x="117029" y="326639"/>
                  </a:lnTo>
                  <a:lnTo>
                    <a:pt x="122095" y="328144"/>
                  </a:lnTo>
                  <a:lnTo>
                    <a:pt x="127207" y="329488"/>
                  </a:lnTo>
                  <a:lnTo>
                    <a:pt x="132358" y="330670"/>
                  </a:lnTo>
                  <a:lnTo>
                    <a:pt x="137544" y="331689"/>
                  </a:lnTo>
                  <a:lnTo>
                    <a:pt x="142759" y="332543"/>
                  </a:lnTo>
                  <a:lnTo>
                    <a:pt x="147999" y="333232"/>
                  </a:lnTo>
                  <a:lnTo>
                    <a:pt x="153258" y="333755"/>
                  </a:lnTo>
                  <a:lnTo>
                    <a:pt x="158531" y="334111"/>
                  </a:lnTo>
                  <a:lnTo>
                    <a:pt x="163813" y="334301"/>
                  </a:lnTo>
                  <a:lnTo>
                    <a:pt x="169098" y="334323"/>
                  </a:lnTo>
                  <a:lnTo>
                    <a:pt x="174381" y="334179"/>
                  </a:lnTo>
                  <a:lnTo>
                    <a:pt x="179657" y="333867"/>
                  </a:lnTo>
                  <a:lnTo>
                    <a:pt x="184920" y="333389"/>
                  </a:lnTo>
                  <a:lnTo>
                    <a:pt x="190166" y="332745"/>
                  </a:lnTo>
                  <a:lnTo>
                    <a:pt x="195388" y="331935"/>
                  </a:lnTo>
                  <a:lnTo>
                    <a:pt x="200583" y="330960"/>
                  </a:lnTo>
                  <a:lnTo>
                    <a:pt x="205744" y="329822"/>
                  </a:lnTo>
                  <a:lnTo>
                    <a:pt x="210866" y="328522"/>
                  </a:lnTo>
                  <a:lnTo>
                    <a:pt x="215945" y="327059"/>
                  </a:lnTo>
                  <a:lnTo>
                    <a:pt x="220975" y="325438"/>
                  </a:lnTo>
                  <a:lnTo>
                    <a:pt x="225951" y="323658"/>
                  </a:lnTo>
                  <a:lnTo>
                    <a:pt x="230869" y="321721"/>
                  </a:lnTo>
                  <a:lnTo>
                    <a:pt x="235723" y="319630"/>
                  </a:lnTo>
                  <a:lnTo>
                    <a:pt x="240508" y="317387"/>
                  </a:lnTo>
                  <a:lnTo>
                    <a:pt x="245220" y="314993"/>
                  </a:lnTo>
                  <a:lnTo>
                    <a:pt x="249854" y="312452"/>
                  </a:lnTo>
                  <a:lnTo>
                    <a:pt x="254405" y="309766"/>
                  </a:lnTo>
                  <a:lnTo>
                    <a:pt x="258870" y="306937"/>
                  </a:lnTo>
                  <a:lnTo>
                    <a:pt x="263242" y="303968"/>
                  </a:lnTo>
                  <a:lnTo>
                    <a:pt x="267518" y="300862"/>
                  </a:lnTo>
                  <a:lnTo>
                    <a:pt x="271695" y="297623"/>
                  </a:lnTo>
                  <a:lnTo>
                    <a:pt x="275766" y="294254"/>
                  </a:lnTo>
                  <a:lnTo>
                    <a:pt x="279729" y="290757"/>
                  </a:lnTo>
                  <a:lnTo>
                    <a:pt x="283580" y="287137"/>
                  </a:lnTo>
                  <a:lnTo>
                    <a:pt x="287314" y="283398"/>
                  </a:lnTo>
                  <a:lnTo>
                    <a:pt x="290928" y="279541"/>
                  </a:lnTo>
                  <a:lnTo>
                    <a:pt x="294419" y="275573"/>
                  </a:lnTo>
                  <a:lnTo>
                    <a:pt x="297782" y="271496"/>
                  </a:lnTo>
                  <a:lnTo>
                    <a:pt x="301015" y="267315"/>
                  </a:lnTo>
                  <a:lnTo>
                    <a:pt x="304114" y="263034"/>
                  </a:lnTo>
                  <a:lnTo>
                    <a:pt x="307076" y="258657"/>
                  </a:lnTo>
                  <a:lnTo>
                    <a:pt x="309898" y="254189"/>
                  </a:lnTo>
                  <a:lnTo>
                    <a:pt x="312577" y="249633"/>
                  </a:lnTo>
                  <a:lnTo>
                    <a:pt x="315112" y="244995"/>
                  </a:lnTo>
                  <a:lnTo>
                    <a:pt x="317498" y="240280"/>
                  </a:lnTo>
                  <a:lnTo>
                    <a:pt x="319734" y="235491"/>
                  </a:lnTo>
                  <a:lnTo>
                    <a:pt x="321818" y="230634"/>
                  </a:lnTo>
                  <a:lnTo>
                    <a:pt x="323747" y="225714"/>
                  </a:lnTo>
                  <a:lnTo>
                    <a:pt x="325519" y="220735"/>
                  </a:lnTo>
                  <a:lnTo>
                    <a:pt x="327133" y="215702"/>
                  </a:lnTo>
                  <a:lnTo>
                    <a:pt x="328588" y="210621"/>
                  </a:lnTo>
                  <a:lnTo>
                    <a:pt x="329881" y="205497"/>
                  </a:lnTo>
                  <a:lnTo>
                    <a:pt x="331011" y="200334"/>
                  </a:lnTo>
                  <a:lnTo>
                    <a:pt x="331977" y="195138"/>
                  </a:lnTo>
                  <a:lnTo>
                    <a:pt x="332779" y="189914"/>
                  </a:lnTo>
                  <a:lnTo>
                    <a:pt x="333416" y="184668"/>
                  </a:lnTo>
                  <a:lnTo>
                    <a:pt x="333886" y="179404"/>
                  </a:lnTo>
                  <a:lnTo>
                    <a:pt x="334189" y="174127"/>
                  </a:lnTo>
                  <a:lnTo>
                    <a:pt x="334326" y="168844"/>
                  </a:lnTo>
                  <a:lnTo>
                    <a:pt x="334295" y="163559"/>
                  </a:lnTo>
                  <a:lnTo>
                    <a:pt x="334098" y="158278"/>
                  </a:lnTo>
                  <a:lnTo>
                    <a:pt x="333733" y="153005"/>
                  </a:lnTo>
                  <a:lnTo>
                    <a:pt x="333202" y="147747"/>
                  </a:lnTo>
                  <a:lnTo>
                    <a:pt x="332505" y="142508"/>
                  </a:lnTo>
                  <a:lnTo>
                    <a:pt x="331643" y="137294"/>
                  </a:lnTo>
                  <a:lnTo>
                    <a:pt x="330617" y="132109"/>
                  </a:lnTo>
                  <a:lnTo>
                    <a:pt x="329427" y="126960"/>
                  </a:lnTo>
                  <a:lnTo>
                    <a:pt x="328075" y="121851"/>
                  </a:lnTo>
                  <a:lnTo>
                    <a:pt x="326562" y="116787"/>
                  </a:lnTo>
                  <a:lnTo>
                    <a:pt x="324890" y="111773"/>
                  </a:lnTo>
                  <a:lnTo>
                    <a:pt x="323060" y="106815"/>
                  </a:lnTo>
                  <a:lnTo>
                    <a:pt x="321074" y="101917"/>
                  </a:lnTo>
                  <a:lnTo>
                    <a:pt x="318935" y="97085"/>
                  </a:lnTo>
                  <a:lnTo>
                    <a:pt x="316643" y="92322"/>
                  </a:lnTo>
                  <a:lnTo>
                    <a:pt x="314203" y="87635"/>
                  </a:lnTo>
                  <a:lnTo>
                    <a:pt x="311615" y="83026"/>
                  </a:lnTo>
                  <a:lnTo>
                    <a:pt x="308883" y="78502"/>
                  </a:lnTo>
                  <a:lnTo>
                    <a:pt x="306009" y="74067"/>
                  </a:lnTo>
                  <a:lnTo>
                    <a:pt x="302997" y="69724"/>
                  </a:lnTo>
                  <a:lnTo>
                    <a:pt x="299849" y="65479"/>
                  </a:lnTo>
                  <a:lnTo>
                    <a:pt x="296568" y="61336"/>
                  </a:lnTo>
                  <a:lnTo>
                    <a:pt x="293158" y="57298"/>
                  </a:lnTo>
                  <a:lnTo>
                    <a:pt x="289622" y="53370"/>
                  </a:lnTo>
                  <a:lnTo>
                    <a:pt x="285963" y="49556"/>
                  </a:lnTo>
                  <a:lnTo>
                    <a:pt x="282186" y="45860"/>
                  </a:lnTo>
                  <a:lnTo>
                    <a:pt x="278294" y="42284"/>
                  </a:lnTo>
                  <a:lnTo>
                    <a:pt x="274291" y="38834"/>
                  </a:lnTo>
                  <a:lnTo>
                    <a:pt x="270180" y="35512"/>
                  </a:lnTo>
                  <a:lnTo>
                    <a:pt x="265967" y="32321"/>
                  </a:lnTo>
                  <a:lnTo>
                    <a:pt x="261655" y="29265"/>
                  </a:lnTo>
                  <a:lnTo>
                    <a:pt x="257249" y="26347"/>
                  </a:lnTo>
                  <a:lnTo>
                    <a:pt x="252752" y="23570"/>
                  </a:lnTo>
                  <a:lnTo>
                    <a:pt x="248170" y="20936"/>
                  </a:lnTo>
                  <a:lnTo>
                    <a:pt x="243507" y="18449"/>
                  </a:lnTo>
                  <a:lnTo>
                    <a:pt x="238768" y="16110"/>
                  </a:lnTo>
                  <a:lnTo>
                    <a:pt x="233957" y="13922"/>
                  </a:lnTo>
                  <a:lnTo>
                    <a:pt x="229079" y="11887"/>
                  </a:lnTo>
                  <a:lnTo>
                    <a:pt x="224140" y="10008"/>
                  </a:lnTo>
                  <a:lnTo>
                    <a:pt x="219143" y="8285"/>
                  </a:lnTo>
                  <a:lnTo>
                    <a:pt x="214095" y="6722"/>
                  </a:lnTo>
                  <a:lnTo>
                    <a:pt x="208999" y="5318"/>
                  </a:lnTo>
                  <a:lnTo>
                    <a:pt x="203862" y="4077"/>
                  </a:lnTo>
                  <a:lnTo>
                    <a:pt x="198688" y="2998"/>
                  </a:lnTo>
                  <a:lnTo>
                    <a:pt x="193483" y="2084"/>
                  </a:lnTo>
                  <a:lnTo>
                    <a:pt x="188251" y="1335"/>
                  </a:lnTo>
                  <a:lnTo>
                    <a:pt x="182999" y="751"/>
                  </a:lnTo>
                  <a:lnTo>
                    <a:pt x="177730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930" y="5399291"/>
              <a:ext cx="3285" cy="167167"/>
            </a:xfrm>
            <a:custGeom>
              <a:avLst/>
              <a:pathLst>
                <a:path w="3285" h="167167">
                  <a:moveTo>
                    <a:pt x="3285" y="0"/>
                  </a:moveTo>
                  <a:lnTo>
                    <a:pt x="0" y="32"/>
                  </a:lnTo>
                  <a:lnTo>
                    <a:pt x="328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930" y="5399324"/>
              <a:ext cx="3285" cy="167135"/>
            </a:xfrm>
            <a:custGeom>
              <a:avLst/>
              <a:pathLst>
                <a:path w="3285" h="167135">
                  <a:moveTo>
                    <a:pt x="0" y="0"/>
                  </a:moveTo>
                  <a:lnTo>
                    <a:pt x="3285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930" y="5399324"/>
              <a:ext cx="3285" cy="167135"/>
            </a:xfrm>
            <a:custGeom>
              <a:avLst/>
              <a:pathLst>
                <a:path w="3285" h="167135">
                  <a:moveTo>
                    <a:pt x="0" y="0"/>
                  </a:moveTo>
                  <a:lnTo>
                    <a:pt x="3285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930" y="5399324"/>
              <a:ext cx="3285" cy="167135"/>
            </a:xfrm>
            <a:custGeom>
              <a:avLst/>
              <a:pathLst>
                <a:path w="3285" h="167135">
                  <a:moveTo>
                    <a:pt x="0" y="0"/>
                  </a:moveTo>
                  <a:lnTo>
                    <a:pt x="3285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930" y="5399324"/>
              <a:ext cx="3285" cy="167135"/>
            </a:xfrm>
            <a:custGeom>
              <a:avLst/>
              <a:pathLst>
                <a:path w="3285" h="167135">
                  <a:moveTo>
                    <a:pt x="0" y="0"/>
                  </a:moveTo>
                  <a:lnTo>
                    <a:pt x="3285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930" y="5399324"/>
              <a:ext cx="3285" cy="167135"/>
            </a:xfrm>
            <a:custGeom>
              <a:avLst/>
              <a:pathLst>
                <a:path w="3285" h="167135">
                  <a:moveTo>
                    <a:pt x="0" y="0"/>
                  </a:moveTo>
                  <a:lnTo>
                    <a:pt x="3285" y="1671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2930" y="5399324"/>
              <a:ext cx="3285" cy="167135"/>
            </a:xfrm>
            <a:custGeom>
              <a:avLst/>
              <a:pathLst>
                <a:path w="3285" h="167135">
                  <a:moveTo>
                    <a:pt x="0" y="0"/>
                  </a:moveTo>
                  <a:lnTo>
                    <a:pt x="3285" y="1671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319048" y="5399324"/>
              <a:ext cx="334317" cy="334297"/>
            </a:xfrm>
            <a:custGeom>
              <a:avLst/>
              <a:pathLst>
                <a:path w="334317" h="334297">
                  <a:moveTo>
                    <a:pt x="163881" y="0"/>
                  </a:moveTo>
                  <a:lnTo>
                    <a:pt x="158600" y="187"/>
                  </a:lnTo>
                  <a:lnTo>
                    <a:pt x="153328" y="541"/>
                  </a:lnTo>
                  <a:lnTo>
                    <a:pt x="148069" y="1062"/>
                  </a:lnTo>
                  <a:lnTo>
                    <a:pt x="142830" y="1748"/>
                  </a:lnTo>
                  <a:lnTo>
                    <a:pt x="137615" y="2600"/>
                  </a:lnTo>
                  <a:lnTo>
                    <a:pt x="132429" y="3616"/>
                  </a:lnTo>
                  <a:lnTo>
                    <a:pt x="127278" y="4796"/>
                  </a:lnTo>
                  <a:lnTo>
                    <a:pt x="122167" y="6138"/>
                  </a:lnTo>
                  <a:lnTo>
                    <a:pt x="117101" y="7640"/>
                  </a:lnTo>
                  <a:lnTo>
                    <a:pt x="112085" y="9303"/>
                  </a:lnTo>
                  <a:lnTo>
                    <a:pt x="107124" y="11122"/>
                  </a:lnTo>
                  <a:lnTo>
                    <a:pt x="102223" y="13098"/>
                  </a:lnTo>
                  <a:lnTo>
                    <a:pt x="97387" y="15228"/>
                  </a:lnTo>
                  <a:lnTo>
                    <a:pt x="92620" y="17509"/>
                  </a:lnTo>
                  <a:lnTo>
                    <a:pt x="87929" y="19940"/>
                  </a:lnTo>
                  <a:lnTo>
                    <a:pt x="83316" y="22518"/>
                  </a:lnTo>
                  <a:lnTo>
                    <a:pt x="78787" y="25240"/>
                  </a:lnTo>
                  <a:lnTo>
                    <a:pt x="74346" y="28105"/>
                  </a:lnTo>
                  <a:lnTo>
                    <a:pt x="69998" y="31108"/>
                  </a:lnTo>
                  <a:lnTo>
                    <a:pt x="65747" y="34247"/>
                  </a:lnTo>
                  <a:lnTo>
                    <a:pt x="61598" y="37519"/>
                  </a:lnTo>
                  <a:lnTo>
                    <a:pt x="57554" y="40920"/>
                  </a:lnTo>
                  <a:lnTo>
                    <a:pt x="53620" y="44448"/>
                  </a:lnTo>
                  <a:lnTo>
                    <a:pt x="49799" y="48098"/>
                  </a:lnTo>
                  <a:lnTo>
                    <a:pt x="46095" y="51867"/>
                  </a:lnTo>
                  <a:lnTo>
                    <a:pt x="42512" y="55751"/>
                  </a:lnTo>
                  <a:lnTo>
                    <a:pt x="39054" y="59747"/>
                  </a:lnTo>
                  <a:lnTo>
                    <a:pt x="35724" y="63850"/>
                  </a:lnTo>
                  <a:lnTo>
                    <a:pt x="32525" y="68056"/>
                  </a:lnTo>
                  <a:lnTo>
                    <a:pt x="29461" y="72361"/>
                  </a:lnTo>
                  <a:lnTo>
                    <a:pt x="26534" y="76761"/>
                  </a:lnTo>
                  <a:lnTo>
                    <a:pt x="23748" y="81251"/>
                  </a:lnTo>
                  <a:lnTo>
                    <a:pt x="21105" y="85827"/>
                  </a:lnTo>
                  <a:lnTo>
                    <a:pt x="18608" y="90484"/>
                  </a:lnTo>
                  <a:lnTo>
                    <a:pt x="16260" y="95217"/>
                  </a:lnTo>
                  <a:lnTo>
                    <a:pt x="14062" y="100023"/>
                  </a:lnTo>
                  <a:lnTo>
                    <a:pt x="12017" y="104896"/>
                  </a:lnTo>
                  <a:lnTo>
                    <a:pt x="10128" y="109831"/>
                  </a:lnTo>
                  <a:lnTo>
                    <a:pt x="8395" y="114823"/>
                  </a:lnTo>
                  <a:lnTo>
                    <a:pt x="6821" y="119867"/>
                  </a:lnTo>
                  <a:lnTo>
                    <a:pt x="5407" y="124959"/>
                  </a:lnTo>
                  <a:lnTo>
                    <a:pt x="4155" y="130092"/>
                  </a:lnTo>
                  <a:lnTo>
                    <a:pt x="3065" y="135263"/>
                  </a:lnTo>
                  <a:lnTo>
                    <a:pt x="2140" y="140466"/>
                  </a:lnTo>
                  <a:lnTo>
                    <a:pt x="1380" y="145695"/>
                  </a:lnTo>
                  <a:lnTo>
                    <a:pt x="785" y="150946"/>
                  </a:lnTo>
                  <a:lnTo>
                    <a:pt x="356" y="156213"/>
                  </a:lnTo>
                  <a:lnTo>
                    <a:pt x="94" y="161490"/>
                  </a:lnTo>
                  <a:lnTo>
                    <a:pt x="0" y="166774"/>
                  </a:lnTo>
                  <a:lnTo>
                    <a:pt x="72" y="172057"/>
                  </a:lnTo>
                  <a:lnTo>
                    <a:pt x="311" y="177336"/>
                  </a:lnTo>
                  <a:lnTo>
                    <a:pt x="716" y="182605"/>
                  </a:lnTo>
                  <a:lnTo>
                    <a:pt x="1289" y="187858"/>
                  </a:lnTo>
                  <a:lnTo>
                    <a:pt x="2026" y="193091"/>
                  </a:lnTo>
                  <a:lnTo>
                    <a:pt x="2929" y="198297"/>
                  </a:lnTo>
                  <a:lnTo>
                    <a:pt x="3996" y="203473"/>
                  </a:lnTo>
                  <a:lnTo>
                    <a:pt x="5226" y="208612"/>
                  </a:lnTo>
                  <a:lnTo>
                    <a:pt x="6618" y="213709"/>
                  </a:lnTo>
                  <a:lnTo>
                    <a:pt x="8171" y="218760"/>
                  </a:lnTo>
                  <a:lnTo>
                    <a:pt x="9882" y="223760"/>
                  </a:lnTo>
                  <a:lnTo>
                    <a:pt x="11750" y="228703"/>
                  </a:lnTo>
                  <a:lnTo>
                    <a:pt x="13774" y="233584"/>
                  </a:lnTo>
                  <a:lnTo>
                    <a:pt x="15951" y="238399"/>
                  </a:lnTo>
                  <a:lnTo>
                    <a:pt x="18279" y="243143"/>
                  </a:lnTo>
                  <a:lnTo>
                    <a:pt x="20755" y="247811"/>
                  </a:lnTo>
                  <a:lnTo>
                    <a:pt x="23378" y="252398"/>
                  </a:lnTo>
                  <a:lnTo>
                    <a:pt x="26145" y="256900"/>
                  </a:lnTo>
                  <a:lnTo>
                    <a:pt x="29053" y="261313"/>
                  </a:lnTo>
                  <a:lnTo>
                    <a:pt x="32098" y="265631"/>
                  </a:lnTo>
                  <a:lnTo>
                    <a:pt x="35279" y="269851"/>
                  </a:lnTo>
                  <a:lnTo>
                    <a:pt x="38591" y="273968"/>
                  </a:lnTo>
                  <a:lnTo>
                    <a:pt x="42032" y="277979"/>
                  </a:lnTo>
                  <a:lnTo>
                    <a:pt x="45598" y="281878"/>
                  </a:lnTo>
                  <a:lnTo>
                    <a:pt x="49286" y="285663"/>
                  </a:lnTo>
                  <a:lnTo>
                    <a:pt x="53091" y="289330"/>
                  </a:lnTo>
                  <a:lnTo>
                    <a:pt x="57010" y="292874"/>
                  </a:lnTo>
                  <a:lnTo>
                    <a:pt x="61039" y="296293"/>
                  </a:lnTo>
                  <a:lnTo>
                    <a:pt x="65175" y="299583"/>
                  </a:lnTo>
                  <a:lnTo>
                    <a:pt x="69412" y="302741"/>
                  </a:lnTo>
                  <a:lnTo>
                    <a:pt x="73747" y="305762"/>
                  </a:lnTo>
                  <a:lnTo>
                    <a:pt x="78175" y="308646"/>
                  </a:lnTo>
                  <a:lnTo>
                    <a:pt x="82692" y="311388"/>
                  </a:lnTo>
                  <a:lnTo>
                    <a:pt x="87294" y="313986"/>
                  </a:lnTo>
                  <a:lnTo>
                    <a:pt x="91975" y="316437"/>
                  </a:lnTo>
                  <a:lnTo>
                    <a:pt x="96731" y="318739"/>
                  </a:lnTo>
                  <a:lnTo>
                    <a:pt x="101558" y="320889"/>
                  </a:lnTo>
                  <a:lnTo>
                    <a:pt x="106451" y="322886"/>
                  </a:lnTo>
                  <a:lnTo>
                    <a:pt x="111404" y="324727"/>
                  </a:lnTo>
                  <a:lnTo>
                    <a:pt x="116413" y="326411"/>
                  </a:lnTo>
                  <a:lnTo>
                    <a:pt x="121472" y="327936"/>
                  </a:lnTo>
                  <a:lnTo>
                    <a:pt x="126578" y="329300"/>
                  </a:lnTo>
                  <a:lnTo>
                    <a:pt x="131723" y="330502"/>
                  </a:lnTo>
                  <a:lnTo>
                    <a:pt x="136904" y="331540"/>
                  </a:lnTo>
                  <a:lnTo>
                    <a:pt x="142116" y="332414"/>
                  </a:lnTo>
                  <a:lnTo>
                    <a:pt x="147352" y="333124"/>
                  </a:lnTo>
                  <a:lnTo>
                    <a:pt x="152609" y="333667"/>
                  </a:lnTo>
                  <a:lnTo>
                    <a:pt x="157879" y="334044"/>
                  </a:lnTo>
                  <a:lnTo>
                    <a:pt x="163159" y="334254"/>
                  </a:lnTo>
                  <a:lnTo>
                    <a:pt x="168444" y="334297"/>
                  </a:lnTo>
                  <a:lnTo>
                    <a:pt x="173726" y="334173"/>
                  </a:lnTo>
                  <a:lnTo>
                    <a:pt x="179003" y="333883"/>
                  </a:lnTo>
                  <a:lnTo>
                    <a:pt x="184267" y="333425"/>
                  </a:lnTo>
                  <a:lnTo>
                    <a:pt x="189514" y="332802"/>
                  </a:lnTo>
                  <a:lnTo>
                    <a:pt x="194739" y="332012"/>
                  </a:lnTo>
                  <a:lnTo>
                    <a:pt x="199937" y="331059"/>
                  </a:lnTo>
                  <a:lnTo>
                    <a:pt x="205102" y="329941"/>
                  </a:lnTo>
                  <a:lnTo>
                    <a:pt x="210228" y="328661"/>
                  </a:lnTo>
                  <a:lnTo>
                    <a:pt x="215312" y="327219"/>
                  </a:lnTo>
                  <a:lnTo>
                    <a:pt x="220348" y="325617"/>
                  </a:lnTo>
                  <a:lnTo>
                    <a:pt x="225330" y="323857"/>
                  </a:lnTo>
                  <a:lnTo>
                    <a:pt x="230255" y="321940"/>
                  </a:lnTo>
                  <a:lnTo>
                    <a:pt x="235116" y="319869"/>
                  </a:lnTo>
                  <a:lnTo>
                    <a:pt x="239910" y="317645"/>
                  </a:lnTo>
                  <a:lnTo>
                    <a:pt x="244630" y="315271"/>
                  </a:lnTo>
                  <a:lnTo>
                    <a:pt x="249274" y="312748"/>
                  </a:lnTo>
                  <a:lnTo>
                    <a:pt x="253835" y="310081"/>
                  </a:lnTo>
                  <a:lnTo>
                    <a:pt x="258310" y="307270"/>
                  </a:lnTo>
                  <a:lnTo>
                    <a:pt x="262694" y="304319"/>
                  </a:lnTo>
                  <a:lnTo>
                    <a:pt x="266982" y="301231"/>
                  </a:lnTo>
                  <a:lnTo>
                    <a:pt x="271170" y="298009"/>
                  </a:lnTo>
                  <a:lnTo>
                    <a:pt x="275255" y="294657"/>
                  </a:lnTo>
                  <a:lnTo>
                    <a:pt x="279231" y="291177"/>
                  </a:lnTo>
                  <a:lnTo>
                    <a:pt x="283096" y="287573"/>
                  </a:lnTo>
                  <a:lnTo>
                    <a:pt x="286845" y="283849"/>
                  </a:lnTo>
                  <a:lnTo>
                    <a:pt x="290474" y="280008"/>
                  </a:lnTo>
                  <a:lnTo>
                    <a:pt x="293980" y="276054"/>
                  </a:lnTo>
                  <a:lnTo>
                    <a:pt x="297359" y="271991"/>
                  </a:lnTo>
                  <a:lnTo>
                    <a:pt x="300608" y="267824"/>
                  </a:lnTo>
                  <a:lnTo>
                    <a:pt x="303724" y="263556"/>
                  </a:lnTo>
                  <a:lnTo>
                    <a:pt x="306703" y="259192"/>
                  </a:lnTo>
                  <a:lnTo>
                    <a:pt x="309543" y="254735"/>
                  </a:lnTo>
                  <a:lnTo>
                    <a:pt x="312241" y="250192"/>
                  </a:lnTo>
                  <a:lnTo>
                    <a:pt x="314793" y="245565"/>
                  </a:lnTo>
                  <a:lnTo>
                    <a:pt x="317198" y="240860"/>
                  </a:lnTo>
                  <a:lnTo>
                    <a:pt x="319454" y="236081"/>
                  </a:lnTo>
                  <a:lnTo>
                    <a:pt x="321557" y="231233"/>
                  </a:lnTo>
                  <a:lnTo>
                    <a:pt x="323506" y="226321"/>
                  </a:lnTo>
                  <a:lnTo>
                    <a:pt x="325298" y="221350"/>
                  </a:lnTo>
                  <a:lnTo>
                    <a:pt x="326933" y="216325"/>
                  </a:lnTo>
                  <a:lnTo>
                    <a:pt x="328408" y="211251"/>
                  </a:lnTo>
                  <a:lnTo>
                    <a:pt x="329721" y="206133"/>
                  </a:lnTo>
                  <a:lnTo>
                    <a:pt x="330873" y="200975"/>
                  </a:lnTo>
                  <a:lnTo>
                    <a:pt x="331861" y="195784"/>
                  </a:lnTo>
                  <a:lnTo>
                    <a:pt x="332684" y="190565"/>
                  </a:lnTo>
                  <a:lnTo>
                    <a:pt x="333342" y="185321"/>
                  </a:lnTo>
                  <a:lnTo>
                    <a:pt x="333834" y="180060"/>
                  </a:lnTo>
                  <a:lnTo>
                    <a:pt x="334159" y="174786"/>
                  </a:lnTo>
                  <a:lnTo>
                    <a:pt x="334317" y="169504"/>
                  </a:lnTo>
                  <a:lnTo>
                    <a:pt x="334309" y="164220"/>
                  </a:lnTo>
                  <a:lnTo>
                    <a:pt x="334133" y="158938"/>
                  </a:lnTo>
                  <a:lnTo>
                    <a:pt x="333790" y="153665"/>
                  </a:lnTo>
                  <a:lnTo>
                    <a:pt x="333282" y="148406"/>
                  </a:lnTo>
                  <a:lnTo>
                    <a:pt x="332607" y="143165"/>
                  </a:lnTo>
                  <a:lnTo>
                    <a:pt x="331766" y="137948"/>
                  </a:lnTo>
                  <a:lnTo>
                    <a:pt x="330762" y="132760"/>
                  </a:lnTo>
                  <a:lnTo>
                    <a:pt x="329593" y="127606"/>
                  </a:lnTo>
                  <a:lnTo>
                    <a:pt x="328263" y="122492"/>
                  </a:lnTo>
                  <a:lnTo>
                    <a:pt x="326771" y="117423"/>
                  </a:lnTo>
                  <a:lnTo>
                    <a:pt x="325120" y="112403"/>
                  </a:lnTo>
                  <a:lnTo>
                    <a:pt x="323312" y="107438"/>
                  </a:lnTo>
                  <a:lnTo>
                    <a:pt x="321347" y="102533"/>
                  </a:lnTo>
                  <a:lnTo>
                    <a:pt x="319228" y="97692"/>
                  </a:lnTo>
                  <a:lnTo>
                    <a:pt x="316957" y="92920"/>
                  </a:lnTo>
                  <a:lnTo>
                    <a:pt x="314537" y="88223"/>
                  </a:lnTo>
                  <a:lnTo>
                    <a:pt x="311969" y="83605"/>
                  </a:lnTo>
                  <a:lnTo>
                    <a:pt x="309256" y="79070"/>
                  </a:lnTo>
                  <a:lnTo>
                    <a:pt x="306402" y="74623"/>
                  </a:lnTo>
                  <a:lnTo>
                    <a:pt x="303408" y="70268"/>
                  </a:lnTo>
                  <a:lnTo>
                    <a:pt x="300279" y="66010"/>
                  </a:lnTo>
                  <a:lnTo>
                    <a:pt x="297016" y="61854"/>
                  </a:lnTo>
                  <a:lnTo>
                    <a:pt x="293623" y="57802"/>
                  </a:lnTo>
                  <a:lnTo>
                    <a:pt x="290105" y="53860"/>
                  </a:lnTo>
                  <a:lnTo>
                    <a:pt x="286463" y="50031"/>
                  </a:lnTo>
                  <a:lnTo>
                    <a:pt x="282702" y="46319"/>
                  </a:lnTo>
                  <a:lnTo>
                    <a:pt x="278826" y="42727"/>
                  </a:lnTo>
                  <a:lnTo>
                    <a:pt x="274838" y="39260"/>
                  </a:lnTo>
                  <a:lnTo>
                    <a:pt x="270743" y="35921"/>
                  </a:lnTo>
                  <a:lnTo>
                    <a:pt x="266544" y="32713"/>
                  </a:lnTo>
                  <a:lnTo>
                    <a:pt x="262245" y="29639"/>
                  </a:lnTo>
                  <a:lnTo>
                    <a:pt x="257852" y="26703"/>
                  </a:lnTo>
                  <a:lnTo>
                    <a:pt x="253368" y="23907"/>
                  </a:lnTo>
                  <a:lnTo>
                    <a:pt x="248798" y="21254"/>
                  </a:lnTo>
                  <a:lnTo>
                    <a:pt x="244147" y="18747"/>
                  </a:lnTo>
                  <a:lnTo>
                    <a:pt x="239418" y="16388"/>
                  </a:lnTo>
                  <a:lnTo>
                    <a:pt x="234617" y="14179"/>
                  </a:lnTo>
                  <a:lnTo>
                    <a:pt x="229749" y="12124"/>
                  </a:lnTo>
                  <a:lnTo>
                    <a:pt x="224819" y="10223"/>
                  </a:lnTo>
                  <a:lnTo>
                    <a:pt x="219830" y="8479"/>
                  </a:lnTo>
                  <a:lnTo>
                    <a:pt x="214789" y="6894"/>
                  </a:lnTo>
                  <a:lnTo>
                    <a:pt x="209701" y="5469"/>
                  </a:lnTo>
                  <a:lnTo>
                    <a:pt x="167167" y="1671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6215" y="5399291"/>
              <a:ext cx="42534" cy="167167"/>
            </a:xfrm>
            <a:custGeom>
              <a:avLst/>
              <a:pathLst>
                <a:path w="42534" h="167167">
                  <a:moveTo>
                    <a:pt x="42534" y="5501"/>
                  </a:moveTo>
                  <a:lnTo>
                    <a:pt x="36565" y="4048"/>
                  </a:lnTo>
                  <a:lnTo>
                    <a:pt x="30546" y="2814"/>
                  </a:lnTo>
                  <a:lnTo>
                    <a:pt x="24487" y="1803"/>
                  </a:lnTo>
                  <a:lnTo>
                    <a:pt x="18394" y="1015"/>
                  </a:lnTo>
                  <a:lnTo>
                    <a:pt x="12276" y="451"/>
                  </a:lnTo>
                  <a:lnTo>
                    <a:pt x="6142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3120" y="5399291"/>
              <a:ext cx="50423" cy="167167"/>
            </a:xfrm>
            <a:custGeom>
              <a:avLst/>
              <a:pathLst>
                <a:path w="50423" h="167167">
                  <a:moveTo>
                    <a:pt x="50423" y="0"/>
                  </a:moveTo>
                  <a:lnTo>
                    <a:pt x="44022" y="122"/>
                  </a:lnTo>
                  <a:lnTo>
                    <a:pt x="37630" y="490"/>
                  </a:lnTo>
                  <a:lnTo>
                    <a:pt x="31257" y="1102"/>
                  </a:lnTo>
                  <a:lnTo>
                    <a:pt x="24912" y="1957"/>
                  </a:lnTo>
                  <a:lnTo>
                    <a:pt x="18605" y="3055"/>
                  </a:lnTo>
                  <a:lnTo>
                    <a:pt x="12344" y="4394"/>
                  </a:lnTo>
                  <a:lnTo>
                    <a:pt x="6139" y="5972"/>
                  </a:lnTo>
                  <a:lnTo>
                    <a:pt x="0" y="7786"/>
                  </a:lnTo>
                  <a:lnTo>
                    <a:pt x="5042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3120" y="5407077"/>
              <a:ext cx="50423" cy="159381"/>
            </a:xfrm>
            <a:custGeom>
              <a:avLst/>
              <a:pathLst>
                <a:path w="50423" h="159381">
                  <a:moveTo>
                    <a:pt x="0" y="0"/>
                  </a:moveTo>
                  <a:lnTo>
                    <a:pt x="50423" y="1593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3120" y="5407077"/>
              <a:ext cx="50423" cy="159381"/>
            </a:xfrm>
            <a:custGeom>
              <a:avLst/>
              <a:pathLst>
                <a:path w="50423" h="159381">
                  <a:moveTo>
                    <a:pt x="0" y="0"/>
                  </a:moveTo>
                  <a:lnTo>
                    <a:pt x="50423" y="1593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3120" y="5407077"/>
              <a:ext cx="50423" cy="159381"/>
            </a:xfrm>
            <a:custGeom>
              <a:avLst/>
              <a:pathLst>
                <a:path w="50423" h="159381">
                  <a:moveTo>
                    <a:pt x="0" y="0"/>
                  </a:moveTo>
                  <a:lnTo>
                    <a:pt x="50423" y="1593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3120" y="5407077"/>
              <a:ext cx="50423" cy="159381"/>
            </a:xfrm>
            <a:custGeom>
              <a:avLst/>
              <a:pathLst>
                <a:path w="50423" h="159381">
                  <a:moveTo>
                    <a:pt x="0" y="0"/>
                  </a:moveTo>
                  <a:lnTo>
                    <a:pt x="50423" y="1593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73120" y="5407077"/>
              <a:ext cx="50423" cy="159381"/>
            </a:xfrm>
            <a:custGeom>
              <a:avLst/>
              <a:pathLst>
                <a:path w="50423" h="159381">
                  <a:moveTo>
                    <a:pt x="0" y="0"/>
                  </a:moveTo>
                  <a:lnTo>
                    <a:pt x="50423" y="1593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856384" y="5407077"/>
              <a:ext cx="167159" cy="321126"/>
            </a:xfrm>
            <a:custGeom>
              <a:avLst/>
              <a:pathLst>
                <a:path w="167159" h="321126">
                  <a:moveTo>
                    <a:pt x="116736" y="0"/>
                  </a:moveTo>
                  <a:lnTo>
                    <a:pt x="111686" y="1686"/>
                  </a:lnTo>
                  <a:lnTo>
                    <a:pt x="106693" y="3532"/>
                  </a:lnTo>
                  <a:lnTo>
                    <a:pt x="101761" y="5537"/>
                  </a:lnTo>
                  <a:lnTo>
                    <a:pt x="96895" y="7698"/>
                  </a:lnTo>
                  <a:lnTo>
                    <a:pt x="92100" y="10012"/>
                  </a:lnTo>
                  <a:lnTo>
                    <a:pt x="87382" y="12478"/>
                  </a:lnTo>
                  <a:lnTo>
                    <a:pt x="82744" y="15093"/>
                  </a:lnTo>
                  <a:lnTo>
                    <a:pt x="78192" y="17854"/>
                  </a:lnTo>
                  <a:lnTo>
                    <a:pt x="73731" y="20759"/>
                  </a:lnTo>
                  <a:lnTo>
                    <a:pt x="69364" y="23804"/>
                  </a:lnTo>
                  <a:lnTo>
                    <a:pt x="65096" y="26987"/>
                  </a:lnTo>
                  <a:lnTo>
                    <a:pt x="60932" y="30304"/>
                  </a:lnTo>
                  <a:lnTo>
                    <a:pt x="56876" y="33753"/>
                  </a:lnTo>
                  <a:lnTo>
                    <a:pt x="52931" y="37328"/>
                  </a:lnTo>
                  <a:lnTo>
                    <a:pt x="49102" y="41027"/>
                  </a:lnTo>
                  <a:lnTo>
                    <a:pt x="45394" y="44847"/>
                  </a:lnTo>
                  <a:lnTo>
                    <a:pt x="41808" y="48782"/>
                  </a:lnTo>
                  <a:lnTo>
                    <a:pt x="38350" y="52830"/>
                  </a:lnTo>
                  <a:lnTo>
                    <a:pt x="35022" y="56986"/>
                  </a:lnTo>
                  <a:lnTo>
                    <a:pt x="31828" y="61246"/>
                  </a:lnTo>
                  <a:lnTo>
                    <a:pt x="28772" y="65605"/>
                  </a:lnTo>
                  <a:lnTo>
                    <a:pt x="25856" y="70059"/>
                  </a:lnTo>
                  <a:lnTo>
                    <a:pt x="23083" y="74604"/>
                  </a:lnTo>
                  <a:lnTo>
                    <a:pt x="20457" y="79235"/>
                  </a:lnTo>
                  <a:lnTo>
                    <a:pt x="17979" y="83947"/>
                  </a:lnTo>
                  <a:lnTo>
                    <a:pt x="15653" y="88736"/>
                  </a:lnTo>
                  <a:lnTo>
                    <a:pt x="13480" y="93596"/>
                  </a:lnTo>
                  <a:lnTo>
                    <a:pt x="11463" y="98523"/>
                  </a:lnTo>
                  <a:lnTo>
                    <a:pt x="9604" y="103512"/>
                  </a:lnTo>
                  <a:lnTo>
                    <a:pt x="7905" y="108558"/>
                  </a:lnTo>
                  <a:lnTo>
                    <a:pt x="6367" y="113655"/>
                  </a:lnTo>
                  <a:lnTo>
                    <a:pt x="4993" y="118798"/>
                  </a:lnTo>
                  <a:lnTo>
                    <a:pt x="3783" y="123983"/>
                  </a:lnTo>
                  <a:lnTo>
                    <a:pt x="2738" y="129203"/>
                  </a:lnTo>
                  <a:lnTo>
                    <a:pt x="1861" y="134454"/>
                  </a:lnTo>
                  <a:lnTo>
                    <a:pt x="1151" y="139731"/>
                  </a:lnTo>
                  <a:lnTo>
                    <a:pt x="609" y="145027"/>
                  </a:lnTo>
                  <a:lnTo>
                    <a:pt x="237" y="150338"/>
                  </a:lnTo>
                  <a:lnTo>
                    <a:pt x="33" y="155658"/>
                  </a:lnTo>
                  <a:lnTo>
                    <a:pt x="0" y="160982"/>
                  </a:lnTo>
                  <a:lnTo>
                    <a:pt x="135" y="166304"/>
                  </a:lnTo>
                  <a:lnTo>
                    <a:pt x="440" y="171619"/>
                  </a:lnTo>
                  <a:lnTo>
                    <a:pt x="915" y="176922"/>
                  </a:lnTo>
                  <a:lnTo>
                    <a:pt x="1558" y="182207"/>
                  </a:lnTo>
                  <a:lnTo>
                    <a:pt x="2368" y="187469"/>
                  </a:lnTo>
                  <a:lnTo>
                    <a:pt x="3346" y="192702"/>
                  </a:lnTo>
                  <a:lnTo>
                    <a:pt x="4491" y="197902"/>
                  </a:lnTo>
                  <a:lnTo>
                    <a:pt x="5800" y="203062"/>
                  </a:lnTo>
                  <a:lnTo>
                    <a:pt x="7272" y="208178"/>
                  </a:lnTo>
                  <a:lnTo>
                    <a:pt x="8907" y="213245"/>
                  </a:lnTo>
                  <a:lnTo>
                    <a:pt x="10703" y="218257"/>
                  </a:lnTo>
                  <a:lnTo>
                    <a:pt x="12657" y="223209"/>
                  </a:lnTo>
                  <a:lnTo>
                    <a:pt x="14768" y="228097"/>
                  </a:lnTo>
                  <a:lnTo>
                    <a:pt x="17033" y="232915"/>
                  </a:lnTo>
                  <a:lnTo>
                    <a:pt x="19451" y="237658"/>
                  </a:lnTo>
                  <a:lnTo>
                    <a:pt x="22019" y="242322"/>
                  </a:lnTo>
                  <a:lnTo>
                    <a:pt x="24733" y="246901"/>
                  </a:lnTo>
                  <a:lnTo>
                    <a:pt x="27593" y="251392"/>
                  </a:lnTo>
                  <a:lnTo>
                    <a:pt x="30593" y="255790"/>
                  </a:lnTo>
                  <a:lnTo>
                    <a:pt x="33733" y="260090"/>
                  </a:lnTo>
                  <a:lnTo>
                    <a:pt x="37007" y="264288"/>
                  </a:lnTo>
                  <a:lnTo>
                    <a:pt x="40414" y="268379"/>
                  </a:lnTo>
                  <a:lnTo>
                    <a:pt x="43949" y="272360"/>
                  </a:lnTo>
                  <a:lnTo>
                    <a:pt x="47609" y="276226"/>
                  </a:lnTo>
                  <a:lnTo>
                    <a:pt x="51391" y="279974"/>
                  </a:lnTo>
                  <a:lnTo>
                    <a:pt x="55290" y="283599"/>
                  </a:lnTo>
                  <a:lnTo>
                    <a:pt x="59302" y="287098"/>
                  </a:lnTo>
                  <a:lnTo>
                    <a:pt x="63424" y="290468"/>
                  </a:lnTo>
                  <a:lnTo>
                    <a:pt x="67651" y="293705"/>
                  </a:lnTo>
                  <a:lnTo>
                    <a:pt x="71978" y="296806"/>
                  </a:lnTo>
                  <a:lnTo>
                    <a:pt x="76403" y="299767"/>
                  </a:lnTo>
                  <a:lnTo>
                    <a:pt x="80919" y="302586"/>
                  </a:lnTo>
                  <a:lnTo>
                    <a:pt x="85523" y="305259"/>
                  </a:lnTo>
                  <a:lnTo>
                    <a:pt x="90210" y="307785"/>
                  </a:lnTo>
                  <a:lnTo>
                    <a:pt x="94975" y="310160"/>
                  </a:lnTo>
                  <a:lnTo>
                    <a:pt x="99813" y="312382"/>
                  </a:lnTo>
                  <a:lnTo>
                    <a:pt x="104719" y="314449"/>
                  </a:lnTo>
                  <a:lnTo>
                    <a:pt x="109689" y="316359"/>
                  </a:lnTo>
                  <a:lnTo>
                    <a:pt x="114717" y="318109"/>
                  </a:lnTo>
                  <a:lnTo>
                    <a:pt x="119798" y="319699"/>
                  </a:lnTo>
                  <a:lnTo>
                    <a:pt x="124927" y="321126"/>
                  </a:lnTo>
                  <a:lnTo>
                    <a:pt x="167159" y="1593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81311" y="5399291"/>
              <a:ext cx="209380" cy="334334"/>
            </a:xfrm>
            <a:custGeom>
              <a:avLst/>
              <a:pathLst>
                <a:path w="209380" h="334334">
                  <a:moveTo>
                    <a:pt x="0" y="328912"/>
                  </a:moveTo>
                  <a:lnTo>
                    <a:pt x="5155" y="330171"/>
                  </a:lnTo>
                  <a:lnTo>
                    <a:pt x="10348" y="331266"/>
                  </a:lnTo>
                  <a:lnTo>
                    <a:pt x="15573" y="332195"/>
                  </a:lnTo>
                  <a:lnTo>
                    <a:pt x="20824" y="332958"/>
                  </a:lnTo>
                  <a:lnTo>
                    <a:pt x="26098" y="333554"/>
                  </a:lnTo>
                  <a:lnTo>
                    <a:pt x="31387" y="333982"/>
                  </a:lnTo>
                  <a:lnTo>
                    <a:pt x="36688" y="334242"/>
                  </a:lnTo>
                  <a:lnTo>
                    <a:pt x="41994" y="334334"/>
                  </a:lnTo>
                  <a:lnTo>
                    <a:pt x="47301" y="334258"/>
                  </a:lnTo>
                  <a:lnTo>
                    <a:pt x="52602" y="334012"/>
                  </a:lnTo>
                  <a:lnTo>
                    <a:pt x="57893" y="333599"/>
                  </a:lnTo>
                  <a:lnTo>
                    <a:pt x="63168" y="333018"/>
                  </a:lnTo>
                  <a:lnTo>
                    <a:pt x="68422" y="332270"/>
                  </a:lnTo>
                  <a:lnTo>
                    <a:pt x="73649" y="331356"/>
                  </a:lnTo>
                  <a:lnTo>
                    <a:pt x="78845" y="330276"/>
                  </a:lnTo>
                  <a:lnTo>
                    <a:pt x="84004" y="329031"/>
                  </a:lnTo>
                  <a:lnTo>
                    <a:pt x="89121" y="327624"/>
                  </a:lnTo>
                  <a:lnTo>
                    <a:pt x="94191" y="326054"/>
                  </a:lnTo>
                  <a:lnTo>
                    <a:pt x="99208" y="324325"/>
                  </a:lnTo>
                  <a:lnTo>
                    <a:pt x="104168" y="322437"/>
                  </a:lnTo>
                  <a:lnTo>
                    <a:pt x="109065" y="320393"/>
                  </a:lnTo>
                  <a:lnTo>
                    <a:pt x="113895" y="318195"/>
                  </a:lnTo>
                  <a:lnTo>
                    <a:pt x="118653" y="315844"/>
                  </a:lnTo>
                  <a:lnTo>
                    <a:pt x="123334" y="313343"/>
                  </a:lnTo>
                  <a:lnTo>
                    <a:pt x="127933" y="310695"/>
                  </a:lnTo>
                  <a:lnTo>
                    <a:pt x="132446" y="307902"/>
                  </a:lnTo>
                  <a:lnTo>
                    <a:pt x="136868" y="304968"/>
                  </a:lnTo>
                  <a:lnTo>
                    <a:pt x="141194" y="301894"/>
                  </a:lnTo>
                  <a:lnTo>
                    <a:pt x="145421" y="298685"/>
                  </a:lnTo>
                  <a:lnTo>
                    <a:pt x="149543" y="295343"/>
                  </a:lnTo>
                  <a:lnTo>
                    <a:pt x="153558" y="291873"/>
                  </a:lnTo>
                  <a:lnTo>
                    <a:pt x="157460" y="288276"/>
                  </a:lnTo>
                  <a:lnTo>
                    <a:pt x="161247" y="284557"/>
                  </a:lnTo>
                  <a:lnTo>
                    <a:pt x="164913" y="280720"/>
                  </a:lnTo>
                  <a:lnTo>
                    <a:pt x="168455" y="276769"/>
                  </a:lnTo>
                  <a:lnTo>
                    <a:pt x="171871" y="272707"/>
                  </a:lnTo>
                  <a:lnTo>
                    <a:pt x="175156" y="268539"/>
                  </a:lnTo>
                  <a:lnTo>
                    <a:pt x="178306" y="264269"/>
                  </a:lnTo>
                  <a:lnTo>
                    <a:pt x="181320" y="259900"/>
                  </a:lnTo>
                  <a:lnTo>
                    <a:pt x="184194" y="255439"/>
                  </a:lnTo>
                  <a:lnTo>
                    <a:pt x="186924" y="250888"/>
                  </a:lnTo>
                  <a:lnTo>
                    <a:pt x="189509" y="246253"/>
                  </a:lnTo>
                  <a:lnTo>
                    <a:pt x="191945" y="241538"/>
                  </a:lnTo>
                  <a:lnTo>
                    <a:pt x="194230" y="236748"/>
                  </a:lnTo>
                  <a:lnTo>
                    <a:pt x="196362" y="231889"/>
                  </a:lnTo>
                  <a:lnTo>
                    <a:pt x="198339" y="226964"/>
                  </a:lnTo>
                  <a:lnTo>
                    <a:pt x="200158" y="221978"/>
                  </a:lnTo>
                  <a:lnTo>
                    <a:pt x="201818" y="216938"/>
                  </a:lnTo>
                  <a:lnTo>
                    <a:pt x="203318" y="211847"/>
                  </a:lnTo>
                  <a:lnTo>
                    <a:pt x="204655" y="206711"/>
                  </a:lnTo>
                  <a:lnTo>
                    <a:pt x="205828" y="201536"/>
                  </a:lnTo>
                  <a:lnTo>
                    <a:pt x="206837" y="196325"/>
                  </a:lnTo>
                  <a:lnTo>
                    <a:pt x="207679" y="191086"/>
                  </a:lnTo>
                  <a:lnTo>
                    <a:pt x="208355" y="185822"/>
                  </a:lnTo>
                  <a:lnTo>
                    <a:pt x="208864" y="180539"/>
                  </a:lnTo>
                  <a:lnTo>
                    <a:pt x="209204" y="175243"/>
                  </a:lnTo>
                  <a:lnTo>
                    <a:pt x="209376" y="169939"/>
                  </a:lnTo>
                  <a:lnTo>
                    <a:pt x="209380" y="164632"/>
                  </a:lnTo>
                  <a:lnTo>
                    <a:pt x="209216" y="159328"/>
                  </a:lnTo>
                  <a:lnTo>
                    <a:pt x="208883" y="154031"/>
                  </a:lnTo>
                  <a:lnTo>
                    <a:pt x="208382" y="148748"/>
                  </a:lnTo>
                  <a:lnTo>
                    <a:pt x="207713" y="143484"/>
                  </a:lnTo>
                  <a:lnTo>
                    <a:pt x="206878" y="138243"/>
                  </a:lnTo>
                  <a:lnTo>
                    <a:pt x="205877" y="133031"/>
                  </a:lnTo>
                  <a:lnTo>
                    <a:pt x="204711" y="127854"/>
                  </a:lnTo>
                  <a:lnTo>
                    <a:pt x="203381" y="122716"/>
                  </a:lnTo>
                  <a:lnTo>
                    <a:pt x="201889" y="117623"/>
                  </a:lnTo>
                  <a:lnTo>
                    <a:pt x="200236" y="112580"/>
                  </a:lnTo>
                  <a:lnTo>
                    <a:pt x="198424" y="107592"/>
                  </a:lnTo>
                  <a:lnTo>
                    <a:pt x="196454" y="102665"/>
                  </a:lnTo>
                  <a:lnTo>
                    <a:pt x="194329" y="97802"/>
                  </a:lnTo>
                  <a:lnTo>
                    <a:pt x="192050" y="93009"/>
                  </a:lnTo>
                  <a:lnTo>
                    <a:pt x="189621" y="88291"/>
                  </a:lnTo>
                  <a:lnTo>
                    <a:pt x="187043" y="83652"/>
                  </a:lnTo>
                  <a:lnTo>
                    <a:pt x="184319" y="79097"/>
                  </a:lnTo>
                  <a:lnTo>
                    <a:pt x="181452" y="74632"/>
                  </a:lnTo>
                  <a:lnTo>
                    <a:pt x="178444" y="70259"/>
                  </a:lnTo>
                  <a:lnTo>
                    <a:pt x="175300" y="65984"/>
                  </a:lnTo>
                  <a:lnTo>
                    <a:pt x="172021" y="61811"/>
                  </a:lnTo>
                  <a:lnTo>
                    <a:pt x="168611" y="57745"/>
                  </a:lnTo>
                  <a:lnTo>
                    <a:pt x="165074" y="53788"/>
                  </a:lnTo>
                  <a:lnTo>
                    <a:pt x="161413" y="49946"/>
                  </a:lnTo>
                  <a:lnTo>
                    <a:pt x="157632" y="46222"/>
                  </a:lnTo>
                  <a:lnTo>
                    <a:pt x="153735" y="42620"/>
                  </a:lnTo>
                  <a:lnTo>
                    <a:pt x="149726" y="39143"/>
                  </a:lnTo>
                  <a:lnTo>
                    <a:pt x="145608" y="35796"/>
                  </a:lnTo>
                  <a:lnTo>
                    <a:pt x="141386" y="32580"/>
                  </a:lnTo>
                  <a:lnTo>
                    <a:pt x="137064" y="29501"/>
                  </a:lnTo>
                  <a:lnTo>
                    <a:pt x="132646" y="26560"/>
                  </a:lnTo>
                  <a:lnTo>
                    <a:pt x="128137" y="23761"/>
                  </a:lnTo>
                  <a:lnTo>
                    <a:pt x="123542" y="21106"/>
                  </a:lnTo>
                  <a:lnTo>
                    <a:pt x="118865" y="18599"/>
                  </a:lnTo>
                  <a:lnTo>
                    <a:pt x="114110" y="16241"/>
                  </a:lnTo>
                  <a:lnTo>
                    <a:pt x="109283" y="14036"/>
                  </a:lnTo>
                  <a:lnTo>
                    <a:pt x="104389" y="11985"/>
                  </a:lnTo>
                  <a:lnTo>
                    <a:pt x="99431" y="10090"/>
                  </a:lnTo>
                  <a:lnTo>
                    <a:pt x="94417" y="8353"/>
                  </a:lnTo>
                  <a:lnTo>
                    <a:pt x="89349" y="6777"/>
                  </a:lnTo>
                  <a:lnTo>
                    <a:pt x="84234" y="5362"/>
                  </a:lnTo>
                  <a:lnTo>
                    <a:pt x="79077" y="4111"/>
                  </a:lnTo>
                  <a:lnTo>
                    <a:pt x="73883" y="3023"/>
                  </a:lnTo>
                  <a:lnTo>
                    <a:pt x="68657" y="2101"/>
                  </a:lnTo>
                  <a:lnTo>
                    <a:pt x="63404" y="1346"/>
                  </a:lnTo>
                  <a:lnTo>
                    <a:pt x="58129" y="757"/>
                  </a:lnTo>
                  <a:lnTo>
                    <a:pt x="52839" y="336"/>
                  </a:lnTo>
                  <a:lnTo>
                    <a:pt x="47538" y="84"/>
                  </a:lnTo>
                  <a:lnTo>
                    <a:pt x="42232" y="0"/>
                  </a:lnTo>
                  <a:lnTo>
                    <a:pt x="4223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6407" y="5269756"/>
              <a:ext cx="18851" cy="167167"/>
            </a:xfrm>
            <a:custGeom>
              <a:avLst/>
              <a:pathLst>
                <a:path w="18851" h="167167">
                  <a:moveTo>
                    <a:pt x="18851" y="0"/>
                  </a:moveTo>
                  <a:lnTo>
                    <a:pt x="9410" y="266"/>
                  </a:lnTo>
                  <a:lnTo>
                    <a:pt x="0" y="1066"/>
                  </a:lnTo>
                  <a:lnTo>
                    <a:pt x="188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6407" y="5270822"/>
              <a:ext cx="18851" cy="166101"/>
            </a:xfrm>
            <a:custGeom>
              <a:avLst/>
              <a:pathLst>
                <a:path w="18851" h="166101">
                  <a:moveTo>
                    <a:pt x="0" y="0"/>
                  </a:moveTo>
                  <a:lnTo>
                    <a:pt x="18851" y="166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6407" y="5270822"/>
              <a:ext cx="18851" cy="166101"/>
            </a:xfrm>
            <a:custGeom>
              <a:avLst/>
              <a:pathLst>
                <a:path w="18851" h="166101">
                  <a:moveTo>
                    <a:pt x="0" y="0"/>
                  </a:moveTo>
                  <a:lnTo>
                    <a:pt x="18851" y="166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6407" y="5270822"/>
              <a:ext cx="18851" cy="166101"/>
            </a:xfrm>
            <a:custGeom>
              <a:avLst/>
              <a:pathLst>
                <a:path w="18851" h="166101">
                  <a:moveTo>
                    <a:pt x="0" y="0"/>
                  </a:moveTo>
                  <a:lnTo>
                    <a:pt x="18851" y="166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26407" y="5270822"/>
              <a:ext cx="18851" cy="166101"/>
            </a:xfrm>
            <a:custGeom>
              <a:avLst/>
              <a:pathLst>
                <a:path w="18851" h="166101">
                  <a:moveTo>
                    <a:pt x="0" y="0"/>
                  </a:moveTo>
                  <a:lnTo>
                    <a:pt x="18851" y="166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88709" y="5270822"/>
              <a:ext cx="156548" cy="166101"/>
            </a:xfrm>
            <a:custGeom>
              <a:avLst/>
              <a:pathLst>
                <a:path w="156548" h="166101">
                  <a:moveTo>
                    <a:pt x="137697" y="0"/>
                  </a:moveTo>
                  <a:lnTo>
                    <a:pt x="132175" y="720"/>
                  </a:lnTo>
                  <a:lnTo>
                    <a:pt x="126679" y="1623"/>
                  </a:lnTo>
                  <a:lnTo>
                    <a:pt x="121217" y="2710"/>
                  </a:lnTo>
                  <a:lnTo>
                    <a:pt x="115794" y="3977"/>
                  </a:lnTo>
                  <a:lnTo>
                    <a:pt x="110416" y="5425"/>
                  </a:lnTo>
                  <a:lnTo>
                    <a:pt x="105090" y="7050"/>
                  </a:lnTo>
                  <a:lnTo>
                    <a:pt x="99820" y="8853"/>
                  </a:lnTo>
                  <a:lnTo>
                    <a:pt x="94614" y="10830"/>
                  </a:lnTo>
                  <a:lnTo>
                    <a:pt x="89476" y="12979"/>
                  </a:lnTo>
                  <a:lnTo>
                    <a:pt x="84413" y="15298"/>
                  </a:lnTo>
                  <a:lnTo>
                    <a:pt x="79429" y="17785"/>
                  </a:lnTo>
                  <a:lnTo>
                    <a:pt x="74532" y="20436"/>
                  </a:lnTo>
                  <a:lnTo>
                    <a:pt x="69725" y="23249"/>
                  </a:lnTo>
                  <a:lnTo>
                    <a:pt x="65015" y="26220"/>
                  </a:lnTo>
                  <a:lnTo>
                    <a:pt x="60406" y="29347"/>
                  </a:lnTo>
                  <a:lnTo>
                    <a:pt x="55904" y="32625"/>
                  </a:lnTo>
                  <a:lnTo>
                    <a:pt x="51514" y="36052"/>
                  </a:lnTo>
                  <a:lnTo>
                    <a:pt x="47240" y="39623"/>
                  </a:lnTo>
                  <a:lnTo>
                    <a:pt x="43088" y="43334"/>
                  </a:lnTo>
                  <a:lnTo>
                    <a:pt x="39061" y="47181"/>
                  </a:lnTo>
                  <a:lnTo>
                    <a:pt x="35165" y="51161"/>
                  </a:lnTo>
                  <a:lnTo>
                    <a:pt x="31404" y="55268"/>
                  </a:lnTo>
                  <a:lnTo>
                    <a:pt x="27782" y="59498"/>
                  </a:lnTo>
                  <a:lnTo>
                    <a:pt x="24302" y="63847"/>
                  </a:lnTo>
                  <a:lnTo>
                    <a:pt x="20969" y="68309"/>
                  </a:lnTo>
                  <a:lnTo>
                    <a:pt x="17787" y="72879"/>
                  </a:lnTo>
                  <a:lnTo>
                    <a:pt x="14759" y="77553"/>
                  </a:lnTo>
                  <a:lnTo>
                    <a:pt x="11888" y="82325"/>
                  </a:lnTo>
                  <a:lnTo>
                    <a:pt x="9178" y="87190"/>
                  </a:lnTo>
                  <a:lnTo>
                    <a:pt x="6631" y="92143"/>
                  </a:lnTo>
                  <a:lnTo>
                    <a:pt x="4251" y="97178"/>
                  </a:lnTo>
                  <a:lnTo>
                    <a:pt x="2039" y="102289"/>
                  </a:lnTo>
                  <a:lnTo>
                    <a:pt x="0" y="107471"/>
                  </a:lnTo>
                  <a:lnTo>
                    <a:pt x="156548" y="1661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378099" y="5269756"/>
              <a:ext cx="334311" cy="334333"/>
            </a:xfrm>
            <a:custGeom>
              <a:avLst/>
              <a:pathLst>
                <a:path w="334311" h="334333">
                  <a:moveTo>
                    <a:pt x="10610" y="108538"/>
                  </a:moveTo>
                  <a:lnTo>
                    <a:pt x="8831" y="113528"/>
                  </a:lnTo>
                  <a:lnTo>
                    <a:pt x="7211" y="118572"/>
                  </a:lnTo>
                  <a:lnTo>
                    <a:pt x="5751" y="123664"/>
                  </a:lnTo>
                  <a:lnTo>
                    <a:pt x="4454" y="128801"/>
                  </a:lnTo>
                  <a:lnTo>
                    <a:pt x="3320" y="133975"/>
                  </a:lnTo>
                  <a:lnTo>
                    <a:pt x="2350" y="139184"/>
                  </a:lnTo>
                  <a:lnTo>
                    <a:pt x="1546" y="144420"/>
                  </a:lnTo>
                  <a:lnTo>
                    <a:pt x="909" y="149679"/>
                  </a:lnTo>
                  <a:lnTo>
                    <a:pt x="438" y="154956"/>
                  </a:lnTo>
                  <a:lnTo>
                    <a:pt x="135" y="160245"/>
                  </a:lnTo>
                  <a:lnTo>
                    <a:pt x="0" y="165541"/>
                  </a:lnTo>
                  <a:lnTo>
                    <a:pt x="32" y="170838"/>
                  </a:lnTo>
                  <a:lnTo>
                    <a:pt x="232" y="176132"/>
                  </a:lnTo>
                  <a:lnTo>
                    <a:pt x="600" y="181417"/>
                  </a:lnTo>
                  <a:lnTo>
                    <a:pt x="1135" y="186688"/>
                  </a:lnTo>
                  <a:lnTo>
                    <a:pt x="1837" y="191938"/>
                  </a:lnTo>
                  <a:lnTo>
                    <a:pt x="2705" y="197165"/>
                  </a:lnTo>
                  <a:lnTo>
                    <a:pt x="3738" y="202360"/>
                  </a:lnTo>
                  <a:lnTo>
                    <a:pt x="4935" y="207521"/>
                  </a:lnTo>
                  <a:lnTo>
                    <a:pt x="6296" y="212641"/>
                  </a:lnTo>
                  <a:lnTo>
                    <a:pt x="7817" y="217716"/>
                  </a:lnTo>
                  <a:lnTo>
                    <a:pt x="9499" y="222739"/>
                  </a:lnTo>
                  <a:lnTo>
                    <a:pt x="11339" y="227707"/>
                  </a:lnTo>
                  <a:lnTo>
                    <a:pt x="13336" y="232614"/>
                  </a:lnTo>
                  <a:lnTo>
                    <a:pt x="15487" y="237455"/>
                  </a:lnTo>
                  <a:lnTo>
                    <a:pt x="17790" y="242226"/>
                  </a:lnTo>
                  <a:lnTo>
                    <a:pt x="20243" y="246921"/>
                  </a:lnTo>
                  <a:lnTo>
                    <a:pt x="22844" y="251537"/>
                  </a:lnTo>
                  <a:lnTo>
                    <a:pt x="25590" y="256067"/>
                  </a:lnTo>
                  <a:lnTo>
                    <a:pt x="28478" y="260508"/>
                  </a:lnTo>
                  <a:lnTo>
                    <a:pt x="31506" y="264856"/>
                  </a:lnTo>
                  <a:lnTo>
                    <a:pt x="34669" y="269105"/>
                  </a:lnTo>
                  <a:lnTo>
                    <a:pt x="37966" y="273252"/>
                  </a:lnTo>
                  <a:lnTo>
                    <a:pt x="41392" y="277293"/>
                  </a:lnTo>
                  <a:lnTo>
                    <a:pt x="44945" y="281222"/>
                  </a:lnTo>
                  <a:lnTo>
                    <a:pt x="48620" y="285038"/>
                  </a:lnTo>
                  <a:lnTo>
                    <a:pt x="52415" y="288735"/>
                  </a:lnTo>
                  <a:lnTo>
                    <a:pt x="56324" y="292309"/>
                  </a:lnTo>
                  <a:lnTo>
                    <a:pt x="60346" y="295759"/>
                  </a:lnTo>
                  <a:lnTo>
                    <a:pt x="64474" y="299079"/>
                  </a:lnTo>
                  <a:lnTo>
                    <a:pt x="68705" y="302266"/>
                  </a:lnTo>
                  <a:lnTo>
                    <a:pt x="73036" y="305318"/>
                  </a:lnTo>
                  <a:lnTo>
                    <a:pt x="77460" y="308231"/>
                  </a:lnTo>
                  <a:lnTo>
                    <a:pt x="81975" y="311003"/>
                  </a:lnTo>
                  <a:lnTo>
                    <a:pt x="86576" y="313629"/>
                  </a:lnTo>
                  <a:lnTo>
                    <a:pt x="91257" y="316109"/>
                  </a:lnTo>
                  <a:lnTo>
                    <a:pt x="96015" y="318440"/>
                  </a:lnTo>
                  <a:lnTo>
                    <a:pt x="100844" y="320618"/>
                  </a:lnTo>
                  <a:lnTo>
                    <a:pt x="105739" y="322642"/>
                  </a:lnTo>
                  <a:lnTo>
                    <a:pt x="110697" y="324510"/>
                  </a:lnTo>
                  <a:lnTo>
                    <a:pt x="115711" y="326221"/>
                  </a:lnTo>
                  <a:lnTo>
                    <a:pt x="120777" y="327771"/>
                  </a:lnTo>
                  <a:lnTo>
                    <a:pt x="125889" y="329160"/>
                  </a:lnTo>
                  <a:lnTo>
                    <a:pt x="131043" y="330386"/>
                  </a:lnTo>
                  <a:lnTo>
                    <a:pt x="136233" y="331449"/>
                  </a:lnTo>
                  <a:lnTo>
                    <a:pt x="141454" y="332346"/>
                  </a:lnTo>
                  <a:lnTo>
                    <a:pt x="146701" y="333078"/>
                  </a:lnTo>
                  <a:lnTo>
                    <a:pt x="151968" y="333643"/>
                  </a:lnTo>
                  <a:lnTo>
                    <a:pt x="157251" y="334040"/>
                  </a:lnTo>
                  <a:lnTo>
                    <a:pt x="162543" y="334271"/>
                  </a:lnTo>
                  <a:lnTo>
                    <a:pt x="167841" y="334333"/>
                  </a:lnTo>
                  <a:lnTo>
                    <a:pt x="173137" y="334227"/>
                  </a:lnTo>
                  <a:lnTo>
                    <a:pt x="178428" y="333954"/>
                  </a:lnTo>
                  <a:lnTo>
                    <a:pt x="183707" y="333513"/>
                  </a:lnTo>
                  <a:lnTo>
                    <a:pt x="188970" y="332905"/>
                  </a:lnTo>
                  <a:lnTo>
                    <a:pt x="194211" y="332131"/>
                  </a:lnTo>
                  <a:lnTo>
                    <a:pt x="199424" y="331191"/>
                  </a:lnTo>
                  <a:lnTo>
                    <a:pt x="204605" y="330086"/>
                  </a:lnTo>
                  <a:lnTo>
                    <a:pt x="209749" y="328818"/>
                  </a:lnTo>
                  <a:lnTo>
                    <a:pt x="214850" y="327387"/>
                  </a:lnTo>
                  <a:lnTo>
                    <a:pt x="219903" y="325796"/>
                  </a:lnTo>
                  <a:lnTo>
                    <a:pt x="224903" y="324045"/>
                  </a:lnTo>
                  <a:lnTo>
                    <a:pt x="229845" y="322136"/>
                  </a:lnTo>
                  <a:lnTo>
                    <a:pt x="234724" y="320072"/>
                  </a:lnTo>
                  <a:lnTo>
                    <a:pt x="239535" y="317854"/>
                  </a:lnTo>
                  <a:lnTo>
                    <a:pt x="244273" y="315485"/>
                  </a:lnTo>
                  <a:lnTo>
                    <a:pt x="248934" y="312967"/>
                  </a:lnTo>
                  <a:lnTo>
                    <a:pt x="253513" y="310303"/>
                  </a:lnTo>
                  <a:lnTo>
                    <a:pt x="258005" y="307495"/>
                  </a:lnTo>
                  <a:lnTo>
                    <a:pt x="262406" y="304546"/>
                  </a:lnTo>
                  <a:lnTo>
                    <a:pt x="266711" y="301459"/>
                  </a:lnTo>
                  <a:lnTo>
                    <a:pt x="270917" y="298237"/>
                  </a:lnTo>
                  <a:lnTo>
                    <a:pt x="275018" y="294883"/>
                  </a:lnTo>
                  <a:lnTo>
                    <a:pt x="279011" y="291401"/>
                  </a:lnTo>
                  <a:lnTo>
                    <a:pt x="282891" y="287795"/>
                  </a:lnTo>
                  <a:lnTo>
                    <a:pt x="286655" y="284067"/>
                  </a:lnTo>
                  <a:lnTo>
                    <a:pt x="290299" y="280222"/>
                  </a:lnTo>
                  <a:lnTo>
                    <a:pt x="293820" y="276263"/>
                  </a:lnTo>
                  <a:lnTo>
                    <a:pt x="297213" y="272195"/>
                  </a:lnTo>
                  <a:lnTo>
                    <a:pt x="300476" y="268021"/>
                  </a:lnTo>
                  <a:lnTo>
                    <a:pt x="303605" y="263746"/>
                  </a:lnTo>
                  <a:lnTo>
                    <a:pt x="306596" y="259374"/>
                  </a:lnTo>
                  <a:lnTo>
                    <a:pt x="309448" y="254909"/>
                  </a:lnTo>
                  <a:lnTo>
                    <a:pt x="312157" y="250357"/>
                  </a:lnTo>
                  <a:lnTo>
                    <a:pt x="314720" y="245720"/>
                  </a:lnTo>
                  <a:lnTo>
                    <a:pt x="317135" y="241005"/>
                  </a:lnTo>
                  <a:lnTo>
                    <a:pt x="319400" y="236216"/>
                  </a:lnTo>
                  <a:lnTo>
                    <a:pt x="321511" y="231357"/>
                  </a:lnTo>
                  <a:lnTo>
                    <a:pt x="323468" y="226434"/>
                  </a:lnTo>
                  <a:lnTo>
                    <a:pt x="325267" y="221451"/>
                  </a:lnTo>
                  <a:lnTo>
                    <a:pt x="326908" y="216414"/>
                  </a:lnTo>
                  <a:lnTo>
                    <a:pt x="328388" y="211328"/>
                  </a:lnTo>
                  <a:lnTo>
                    <a:pt x="329706" y="206197"/>
                  </a:lnTo>
                  <a:lnTo>
                    <a:pt x="330861" y="201026"/>
                  </a:lnTo>
                  <a:lnTo>
                    <a:pt x="331852" y="195822"/>
                  </a:lnTo>
                  <a:lnTo>
                    <a:pt x="332677" y="190589"/>
                  </a:lnTo>
                  <a:lnTo>
                    <a:pt x="333337" y="185333"/>
                  </a:lnTo>
                  <a:lnTo>
                    <a:pt x="333829" y="180058"/>
                  </a:lnTo>
                  <a:lnTo>
                    <a:pt x="334153" y="174770"/>
                  </a:lnTo>
                  <a:lnTo>
                    <a:pt x="334311" y="169475"/>
                  </a:lnTo>
                  <a:lnTo>
                    <a:pt x="334300" y="164177"/>
                  </a:lnTo>
                  <a:lnTo>
                    <a:pt x="334121" y="158883"/>
                  </a:lnTo>
                  <a:lnTo>
                    <a:pt x="333775" y="153596"/>
                  </a:lnTo>
                  <a:lnTo>
                    <a:pt x="333261" y="148324"/>
                  </a:lnTo>
                  <a:lnTo>
                    <a:pt x="332581" y="143070"/>
                  </a:lnTo>
                  <a:lnTo>
                    <a:pt x="331734" y="137840"/>
                  </a:lnTo>
                  <a:lnTo>
                    <a:pt x="330722" y="132640"/>
                  </a:lnTo>
                  <a:lnTo>
                    <a:pt x="329546" y="127475"/>
                  </a:lnTo>
                  <a:lnTo>
                    <a:pt x="328207" y="122349"/>
                  </a:lnTo>
                  <a:lnTo>
                    <a:pt x="326706" y="117269"/>
                  </a:lnTo>
                  <a:lnTo>
                    <a:pt x="325044" y="112238"/>
                  </a:lnTo>
                  <a:lnTo>
                    <a:pt x="323225" y="107263"/>
                  </a:lnTo>
                  <a:lnTo>
                    <a:pt x="321248" y="102348"/>
                  </a:lnTo>
                  <a:lnTo>
                    <a:pt x="319117" y="97498"/>
                  </a:lnTo>
                  <a:lnTo>
                    <a:pt x="316833" y="92718"/>
                  </a:lnTo>
                  <a:lnTo>
                    <a:pt x="314399" y="88012"/>
                  </a:lnTo>
                  <a:lnTo>
                    <a:pt x="311817" y="83386"/>
                  </a:lnTo>
                  <a:lnTo>
                    <a:pt x="309089" y="78845"/>
                  </a:lnTo>
                  <a:lnTo>
                    <a:pt x="306219" y="74392"/>
                  </a:lnTo>
                  <a:lnTo>
                    <a:pt x="303210" y="70032"/>
                  </a:lnTo>
                  <a:lnTo>
                    <a:pt x="300063" y="65770"/>
                  </a:lnTo>
                  <a:lnTo>
                    <a:pt x="296784" y="61609"/>
                  </a:lnTo>
                  <a:lnTo>
                    <a:pt x="293374" y="57555"/>
                  </a:lnTo>
                  <a:lnTo>
                    <a:pt x="289837" y="53611"/>
                  </a:lnTo>
                  <a:lnTo>
                    <a:pt x="286177" y="49781"/>
                  </a:lnTo>
                  <a:lnTo>
                    <a:pt x="282398" y="46068"/>
                  </a:lnTo>
                  <a:lnTo>
                    <a:pt x="278503" y="42477"/>
                  </a:lnTo>
                  <a:lnTo>
                    <a:pt x="274496" y="39012"/>
                  </a:lnTo>
                  <a:lnTo>
                    <a:pt x="270381" y="35675"/>
                  </a:lnTo>
                  <a:lnTo>
                    <a:pt x="266163" y="32470"/>
                  </a:lnTo>
                  <a:lnTo>
                    <a:pt x="261845" y="29401"/>
                  </a:lnTo>
                  <a:lnTo>
                    <a:pt x="257432" y="26470"/>
                  </a:lnTo>
                  <a:lnTo>
                    <a:pt x="252929" y="23680"/>
                  </a:lnTo>
                  <a:lnTo>
                    <a:pt x="248339" y="21034"/>
                  </a:lnTo>
                  <a:lnTo>
                    <a:pt x="243668" y="18535"/>
                  </a:lnTo>
                  <a:lnTo>
                    <a:pt x="238920" y="16186"/>
                  </a:lnTo>
                  <a:lnTo>
                    <a:pt x="234100" y="13988"/>
                  </a:lnTo>
                  <a:lnTo>
                    <a:pt x="229212" y="11943"/>
                  </a:lnTo>
                  <a:lnTo>
                    <a:pt x="224262" y="10055"/>
                  </a:lnTo>
                  <a:lnTo>
                    <a:pt x="219255" y="8325"/>
                  </a:lnTo>
                  <a:lnTo>
                    <a:pt x="214196" y="6754"/>
                  </a:lnTo>
                  <a:lnTo>
                    <a:pt x="209089" y="5344"/>
                  </a:lnTo>
                  <a:lnTo>
                    <a:pt x="203941" y="4096"/>
                  </a:lnTo>
                  <a:lnTo>
                    <a:pt x="198755" y="3013"/>
                  </a:lnTo>
                  <a:lnTo>
                    <a:pt x="193538" y="2094"/>
                  </a:lnTo>
                  <a:lnTo>
                    <a:pt x="188294" y="1341"/>
                  </a:lnTo>
                  <a:lnTo>
                    <a:pt x="183029" y="754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8395" y="5018213"/>
              <a:ext cx="32643" cy="167167"/>
            </a:xfrm>
            <a:custGeom>
              <a:avLst/>
              <a:pathLst>
                <a:path w="32643" h="167167">
                  <a:moveTo>
                    <a:pt x="32643" y="0"/>
                  </a:moveTo>
                  <a:lnTo>
                    <a:pt x="26074" y="129"/>
                  </a:lnTo>
                  <a:lnTo>
                    <a:pt x="19515" y="516"/>
                  </a:lnTo>
                  <a:lnTo>
                    <a:pt x="12976" y="1160"/>
                  </a:lnTo>
                  <a:lnTo>
                    <a:pt x="6468" y="2062"/>
                  </a:lnTo>
                  <a:lnTo>
                    <a:pt x="0" y="3218"/>
                  </a:lnTo>
                  <a:lnTo>
                    <a:pt x="326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8395" y="5021431"/>
              <a:ext cx="32643" cy="163949"/>
            </a:xfrm>
            <a:custGeom>
              <a:avLst/>
              <a:pathLst>
                <a:path w="32643" h="163949">
                  <a:moveTo>
                    <a:pt x="0" y="0"/>
                  </a:moveTo>
                  <a:lnTo>
                    <a:pt x="32643" y="163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8395" y="5021431"/>
              <a:ext cx="32643" cy="163949"/>
            </a:xfrm>
            <a:custGeom>
              <a:avLst/>
              <a:pathLst>
                <a:path w="32643" h="163949">
                  <a:moveTo>
                    <a:pt x="0" y="0"/>
                  </a:moveTo>
                  <a:lnTo>
                    <a:pt x="32643" y="1639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988395" y="5021431"/>
              <a:ext cx="32643" cy="163949"/>
            </a:xfrm>
            <a:custGeom>
              <a:avLst/>
              <a:pathLst>
                <a:path w="32643" h="163949">
                  <a:moveTo>
                    <a:pt x="0" y="0"/>
                  </a:moveTo>
                  <a:lnTo>
                    <a:pt x="32643" y="1639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84" y="5021431"/>
              <a:ext cx="167154" cy="192839"/>
            </a:xfrm>
            <a:custGeom>
              <a:avLst/>
              <a:pathLst>
                <a:path w="167154" h="192839">
                  <a:moveTo>
                    <a:pt x="134510" y="0"/>
                  </a:moveTo>
                  <a:lnTo>
                    <a:pt x="129241" y="1137"/>
                  </a:lnTo>
                  <a:lnTo>
                    <a:pt x="124011" y="2444"/>
                  </a:lnTo>
                  <a:lnTo>
                    <a:pt x="118826" y="3919"/>
                  </a:lnTo>
                  <a:lnTo>
                    <a:pt x="113691" y="5561"/>
                  </a:lnTo>
                  <a:lnTo>
                    <a:pt x="108612" y="7367"/>
                  </a:lnTo>
                  <a:lnTo>
                    <a:pt x="103594" y="9336"/>
                  </a:lnTo>
                  <a:lnTo>
                    <a:pt x="98642" y="11466"/>
                  </a:lnTo>
                  <a:lnTo>
                    <a:pt x="93761" y="13754"/>
                  </a:lnTo>
                  <a:lnTo>
                    <a:pt x="88956" y="16199"/>
                  </a:lnTo>
                  <a:lnTo>
                    <a:pt x="84233" y="18797"/>
                  </a:lnTo>
                  <a:lnTo>
                    <a:pt x="79596" y="21546"/>
                  </a:lnTo>
                  <a:lnTo>
                    <a:pt x="75050" y="24443"/>
                  </a:lnTo>
                  <a:lnTo>
                    <a:pt x="70599" y="27486"/>
                  </a:lnTo>
                  <a:lnTo>
                    <a:pt x="66250" y="30670"/>
                  </a:lnTo>
                  <a:lnTo>
                    <a:pt x="62005" y="33993"/>
                  </a:lnTo>
                  <a:lnTo>
                    <a:pt x="57869" y="37451"/>
                  </a:lnTo>
                  <a:lnTo>
                    <a:pt x="53847" y="41040"/>
                  </a:lnTo>
                  <a:lnTo>
                    <a:pt x="49943" y="44757"/>
                  </a:lnTo>
                  <a:lnTo>
                    <a:pt x="46161" y="48599"/>
                  </a:lnTo>
                  <a:lnTo>
                    <a:pt x="42505" y="52560"/>
                  </a:lnTo>
                  <a:lnTo>
                    <a:pt x="38978" y="56637"/>
                  </a:lnTo>
                  <a:lnTo>
                    <a:pt x="35584" y="60825"/>
                  </a:lnTo>
                  <a:lnTo>
                    <a:pt x="32328" y="65121"/>
                  </a:lnTo>
                  <a:lnTo>
                    <a:pt x="29211" y="69520"/>
                  </a:lnTo>
                  <a:lnTo>
                    <a:pt x="26238" y="74017"/>
                  </a:lnTo>
                  <a:lnTo>
                    <a:pt x="23412" y="78607"/>
                  </a:lnTo>
                  <a:lnTo>
                    <a:pt x="20735" y="83286"/>
                  </a:lnTo>
                  <a:lnTo>
                    <a:pt x="18210" y="88049"/>
                  </a:lnTo>
                  <a:lnTo>
                    <a:pt x="15841" y="92891"/>
                  </a:lnTo>
                  <a:lnTo>
                    <a:pt x="13628" y="97807"/>
                  </a:lnTo>
                  <a:lnTo>
                    <a:pt x="11575" y="102791"/>
                  </a:lnTo>
                  <a:lnTo>
                    <a:pt x="9684" y="107840"/>
                  </a:lnTo>
                  <a:lnTo>
                    <a:pt x="7957" y="112946"/>
                  </a:lnTo>
                  <a:lnTo>
                    <a:pt x="6395" y="118106"/>
                  </a:lnTo>
                  <a:lnTo>
                    <a:pt x="5001" y="123313"/>
                  </a:lnTo>
                  <a:lnTo>
                    <a:pt x="3775" y="128562"/>
                  </a:lnTo>
                  <a:lnTo>
                    <a:pt x="2719" y="133849"/>
                  </a:lnTo>
                  <a:lnTo>
                    <a:pt x="1834" y="139166"/>
                  </a:lnTo>
                  <a:lnTo>
                    <a:pt x="1121" y="144510"/>
                  </a:lnTo>
                  <a:lnTo>
                    <a:pt x="580" y="149873"/>
                  </a:lnTo>
                  <a:lnTo>
                    <a:pt x="213" y="155251"/>
                  </a:lnTo>
                  <a:lnTo>
                    <a:pt x="19" y="160639"/>
                  </a:lnTo>
                  <a:lnTo>
                    <a:pt x="0" y="166029"/>
                  </a:lnTo>
                  <a:lnTo>
                    <a:pt x="154" y="171418"/>
                  </a:lnTo>
                  <a:lnTo>
                    <a:pt x="481" y="176799"/>
                  </a:lnTo>
                  <a:lnTo>
                    <a:pt x="982" y="182166"/>
                  </a:lnTo>
                  <a:lnTo>
                    <a:pt x="1656" y="187515"/>
                  </a:lnTo>
                  <a:lnTo>
                    <a:pt x="2502" y="192839"/>
                  </a:lnTo>
                  <a:lnTo>
                    <a:pt x="167154" y="1639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856386" y="5018213"/>
              <a:ext cx="331799" cy="334334"/>
            </a:xfrm>
            <a:custGeom>
              <a:avLst/>
              <a:pathLst>
                <a:path w="331799" h="334334">
                  <a:moveTo>
                    <a:pt x="0" y="196057"/>
                  </a:moveTo>
                  <a:lnTo>
                    <a:pt x="999" y="201267"/>
                  </a:lnTo>
                  <a:lnTo>
                    <a:pt x="2164" y="206443"/>
                  </a:lnTo>
                  <a:lnTo>
                    <a:pt x="3492" y="211580"/>
                  </a:lnTo>
                  <a:lnTo>
                    <a:pt x="4983" y="216672"/>
                  </a:lnTo>
                  <a:lnTo>
                    <a:pt x="6634" y="221714"/>
                  </a:lnTo>
                  <a:lnTo>
                    <a:pt x="8445" y="226701"/>
                  </a:lnTo>
                  <a:lnTo>
                    <a:pt x="10412" y="231628"/>
                  </a:lnTo>
                  <a:lnTo>
                    <a:pt x="12536" y="236490"/>
                  </a:lnTo>
                  <a:lnTo>
                    <a:pt x="14812" y="241282"/>
                  </a:lnTo>
                  <a:lnTo>
                    <a:pt x="17240" y="246000"/>
                  </a:lnTo>
                  <a:lnTo>
                    <a:pt x="19816" y="250638"/>
                  </a:lnTo>
                  <a:lnTo>
                    <a:pt x="22537" y="255192"/>
                  </a:lnTo>
                  <a:lnTo>
                    <a:pt x="25402" y="259658"/>
                  </a:lnTo>
                  <a:lnTo>
                    <a:pt x="28408" y="264030"/>
                  </a:lnTo>
                  <a:lnTo>
                    <a:pt x="31550" y="268305"/>
                  </a:lnTo>
                  <a:lnTo>
                    <a:pt x="34827" y="272478"/>
                  </a:lnTo>
                  <a:lnTo>
                    <a:pt x="38234" y="276545"/>
                  </a:lnTo>
                  <a:lnTo>
                    <a:pt x="41768" y="280501"/>
                  </a:lnTo>
                  <a:lnTo>
                    <a:pt x="45427" y="284344"/>
                  </a:lnTo>
                  <a:lnTo>
                    <a:pt x="49205" y="288068"/>
                  </a:lnTo>
                  <a:lnTo>
                    <a:pt x="53100" y="291671"/>
                  </a:lnTo>
                  <a:lnTo>
                    <a:pt x="57107" y="295148"/>
                  </a:lnTo>
                  <a:lnTo>
                    <a:pt x="61223" y="298496"/>
                  </a:lnTo>
                  <a:lnTo>
                    <a:pt x="65443" y="301713"/>
                  </a:lnTo>
                  <a:lnTo>
                    <a:pt x="69762" y="304793"/>
                  </a:lnTo>
                  <a:lnTo>
                    <a:pt x="74177" y="307735"/>
                  </a:lnTo>
                  <a:lnTo>
                    <a:pt x="78684" y="310535"/>
                  </a:lnTo>
                  <a:lnTo>
                    <a:pt x="83277" y="313191"/>
                  </a:lnTo>
                  <a:lnTo>
                    <a:pt x="87952" y="315700"/>
                  </a:lnTo>
                  <a:lnTo>
                    <a:pt x="92704" y="318059"/>
                  </a:lnTo>
                  <a:lnTo>
                    <a:pt x="97528" y="320266"/>
                  </a:lnTo>
                  <a:lnTo>
                    <a:pt x="102421" y="322319"/>
                  </a:lnTo>
                  <a:lnTo>
                    <a:pt x="107375" y="324216"/>
                  </a:lnTo>
                  <a:lnTo>
                    <a:pt x="112388" y="325954"/>
                  </a:lnTo>
                  <a:lnTo>
                    <a:pt x="117453" y="327533"/>
                  </a:lnTo>
                  <a:lnTo>
                    <a:pt x="122566" y="328950"/>
                  </a:lnTo>
                  <a:lnTo>
                    <a:pt x="127721" y="330204"/>
                  </a:lnTo>
                  <a:lnTo>
                    <a:pt x="132914" y="331294"/>
                  </a:lnTo>
                  <a:lnTo>
                    <a:pt x="138138" y="332218"/>
                  </a:lnTo>
                  <a:lnTo>
                    <a:pt x="143389" y="332977"/>
                  </a:lnTo>
                  <a:lnTo>
                    <a:pt x="148662" y="333568"/>
                  </a:lnTo>
                  <a:lnTo>
                    <a:pt x="153950" y="333991"/>
                  </a:lnTo>
                  <a:lnTo>
                    <a:pt x="159250" y="334247"/>
                  </a:lnTo>
                  <a:lnTo>
                    <a:pt x="164554" y="334334"/>
                  </a:lnTo>
                  <a:lnTo>
                    <a:pt x="169859" y="334253"/>
                  </a:lnTo>
                  <a:lnTo>
                    <a:pt x="175159" y="334004"/>
                  </a:lnTo>
                  <a:lnTo>
                    <a:pt x="180448" y="333586"/>
                  </a:lnTo>
                  <a:lnTo>
                    <a:pt x="185721" y="333001"/>
                  </a:lnTo>
                  <a:lnTo>
                    <a:pt x="190973" y="332249"/>
                  </a:lnTo>
                  <a:lnTo>
                    <a:pt x="196199" y="331331"/>
                  </a:lnTo>
                  <a:lnTo>
                    <a:pt x="201392" y="330247"/>
                  </a:lnTo>
                  <a:lnTo>
                    <a:pt x="206549" y="328999"/>
                  </a:lnTo>
                  <a:lnTo>
                    <a:pt x="211663" y="327588"/>
                  </a:lnTo>
                  <a:lnTo>
                    <a:pt x="216730" y="326015"/>
                  </a:lnTo>
                  <a:lnTo>
                    <a:pt x="221745" y="324283"/>
                  </a:lnTo>
                  <a:lnTo>
                    <a:pt x="226702" y="322392"/>
                  </a:lnTo>
                  <a:lnTo>
                    <a:pt x="231597" y="320344"/>
                  </a:lnTo>
                  <a:lnTo>
                    <a:pt x="236424" y="318143"/>
                  </a:lnTo>
                  <a:lnTo>
                    <a:pt x="241179" y="315789"/>
                  </a:lnTo>
                  <a:lnTo>
                    <a:pt x="245857" y="313286"/>
                  </a:lnTo>
                  <a:lnTo>
                    <a:pt x="250453" y="310635"/>
                  </a:lnTo>
                  <a:lnTo>
                    <a:pt x="254962" y="307840"/>
                  </a:lnTo>
                  <a:lnTo>
                    <a:pt x="259381" y="304903"/>
                  </a:lnTo>
                  <a:lnTo>
                    <a:pt x="263704" y="301828"/>
                  </a:lnTo>
                  <a:lnTo>
                    <a:pt x="267927" y="298617"/>
                  </a:lnTo>
                  <a:lnTo>
                    <a:pt x="272047" y="295273"/>
                  </a:lnTo>
                  <a:lnTo>
                    <a:pt x="276058" y="291801"/>
                  </a:lnTo>
                  <a:lnTo>
                    <a:pt x="279957" y="288203"/>
                  </a:lnTo>
                  <a:lnTo>
                    <a:pt x="283740" y="284483"/>
                  </a:lnTo>
                  <a:lnTo>
                    <a:pt x="287403" y="280644"/>
                  </a:lnTo>
                  <a:lnTo>
                    <a:pt x="290942" y="276692"/>
                  </a:lnTo>
                  <a:lnTo>
                    <a:pt x="294354" y="272629"/>
                  </a:lnTo>
                  <a:lnTo>
                    <a:pt x="297635" y="268460"/>
                  </a:lnTo>
                  <a:lnTo>
                    <a:pt x="300783" y="264189"/>
                  </a:lnTo>
                  <a:lnTo>
                    <a:pt x="303793" y="259820"/>
                  </a:lnTo>
                  <a:lnTo>
                    <a:pt x="306663" y="255358"/>
                  </a:lnTo>
                  <a:lnTo>
                    <a:pt x="309390" y="250807"/>
                  </a:lnTo>
                  <a:lnTo>
                    <a:pt x="311972" y="246172"/>
                  </a:lnTo>
                  <a:lnTo>
                    <a:pt x="314405" y="241457"/>
                  </a:lnTo>
                  <a:lnTo>
                    <a:pt x="316687" y="236667"/>
                  </a:lnTo>
                  <a:lnTo>
                    <a:pt x="318816" y="231807"/>
                  </a:lnTo>
                  <a:lnTo>
                    <a:pt x="320789" y="226883"/>
                  </a:lnTo>
                  <a:lnTo>
                    <a:pt x="322606" y="221898"/>
                  </a:lnTo>
                  <a:lnTo>
                    <a:pt x="324263" y="216858"/>
                  </a:lnTo>
                  <a:lnTo>
                    <a:pt x="325759" y="211768"/>
                  </a:lnTo>
                  <a:lnTo>
                    <a:pt x="327094" y="206633"/>
                  </a:lnTo>
                  <a:lnTo>
                    <a:pt x="328264" y="201458"/>
                  </a:lnTo>
                  <a:lnTo>
                    <a:pt x="329270" y="196248"/>
                  </a:lnTo>
                  <a:lnTo>
                    <a:pt x="330110" y="191010"/>
                  </a:lnTo>
                  <a:lnTo>
                    <a:pt x="330783" y="185747"/>
                  </a:lnTo>
                  <a:lnTo>
                    <a:pt x="331289" y="180466"/>
                  </a:lnTo>
                  <a:lnTo>
                    <a:pt x="331627" y="175171"/>
                  </a:lnTo>
                  <a:lnTo>
                    <a:pt x="331797" y="169868"/>
                  </a:lnTo>
                  <a:lnTo>
                    <a:pt x="331799" y="164563"/>
                  </a:lnTo>
                  <a:lnTo>
                    <a:pt x="331632" y="159260"/>
                  </a:lnTo>
                  <a:lnTo>
                    <a:pt x="331297" y="153965"/>
                  </a:lnTo>
                  <a:lnTo>
                    <a:pt x="330794" y="148683"/>
                  </a:lnTo>
                  <a:lnTo>
                    <a:pt x="330124" y="143420"/>
                  </a:lnTo>
                  <a:lnTo>
                    <a:pt x="329287" y="138181"/>
                  </a:lnTo>
                  <a:lnTo>
                    <a:pt x="328284" y="132971"/>
                  </a:lnTo>
                  <a:lnTo>
                    <a:pt x="327117" y="127796"/>
                  </a:lnTo>
                  <a:lnTo>
                    <a:pt x="325785" y="122660"/>
                  </a:lnTo>
                  <a:lnTo>
                    <a:pt x="324292" y="117569"/>
                  </a:lnTo>
                  <a:lnTo>
                    <a:pt x="322638" y="112528"/>
                  </a:lnTo>
                  <a:lnTo>
                    <a:pt x="320824" y="107542"/>
                  </a:lnTo>
                  <a:lnTo>
                    <a:pt x="318853" y="102616"/>
                  </a:lnTo>
                  <a:lnTo>
                    <a:pt x="316727" y="97755"/>
                  </a:lnTo>
                  <a:lnTo>
                    <a:pt x="314448" y="92964"/>
                  </a:lnTo>
                  <a:lnTo>
                    <a:pt x="312018" y="88248"/>
                  </a:lnTo>
                  <a:lnTo>
                    <a:pt x="309439" y="83611"/>
                  </a:lnTo>
                  <a:lnTo>
                    <a:pt x="306715" y="79059"/>
                  </a:lnTo>
                  <a:lnTo>
                    <a:pt x="303847" y="74595"/>
                  </a:lnTo>
                  <a:lnTo>
                    <a:pt x="300839" y="70224"/>
                  </a:lnTo>
                  <a:lnTo>
                    <a:pt x="297694" y="65951"/>
                  </a:lnTo>
                  <a:lnTo>
                    <a:pt x="294415" y="61780"/>
                  </a:lnTo>
                  <a:lnTo>
                    <a:pt x="291006" y="57716"/>
                  </a:lnTo>
                  <a:lnTo>
                    <a:pt x="287469" y="53761"/>
                  </a:lnTo>
                  <a:lnTo>
                    <a:pt x="283808" y="49921"/>
                  </a:lnTo>
                  <a:lnTo>
                    <a:pt x="280027" y="46198"/>
                  </a:lnTo>
                  <a:lnTo>
                    <a:pt x="276131" y="42598"/>
                  </a:lnTo>
                  <a:lnTo>
                    <a:pt x="272121" y="39123"/>
                  </a:lnTo>
                  <a:lnTo>
                    <a:pt x="268004" y="35777"/>
                  </a:lnTo>
                  <a:lnTo>
                    <a:pt x="263782" y="32564"/>
                  </a:lnTo>
                  <a:lnTo>
                    <a:pt x="259461" y="29486"/>
                  </a:lnTo>
                  <a:lnTo>
                    <a:pt x="255044" y="26546"/>
                  </a:lnTo>
                  <a:lnTo>
                    <a:pt x="250536" y="23749"/>
                  </a:lnTo>
                  <a:lnTo>
                    <a:pt x="245942" y="21095"/>
                  </a:lnTo>
                  <a:lnTo>
                    <a:pt x="241265" y="18589"/>
                  </a:lnTo>
                  <a:lnTo>
                    <a:pt x="236512" y="16233"/>
                  </a:lnTo>
                  <a:lnTo>
                    <a:pt x="231686" y="14029"/>
                  </a:lnTo>
                  <a:lnTo>
                    <a:pt x="226792" y="11978"/>
                  </a:lnTo>
                  <a:lnTo>
                    <a:pt x="221836" y="10085"/>
                  </a:lnTo>
                  <a:lnTo>
                    <a:pt x="216823" y="8349"/>
                  </a:lnTo>
                  <a:lnTo>
                    <a:pt x="211757" y="6773"/>
                  </a:lnTo>
                  <a:lnTo>
                    <a:pt x="206643" y="5359"/>
                  </a:lnTo>
                  <a:lnTo>
                    <a:pt x="201487" y="4108"/>
                  </a:lnTo>
                  <a:lnTo>
                    <a:pt x="196294" y="3022"/>
                  </a:lnTo>
                  <a:lnTo>
                    <a:pt x="191069" y="2100"/>
                  </a:lnTo>
                  <a:lnTo>
                    <a:pt x="185818" y="1345"/>
                  </a:lnTo>
                  <a:lnTo>
                    <a:pt x="180545" y="757"/>
                  </a:lnTo>
                  <a:lnTo>
                    <a:pt x="175256" y="336"/>
                  </a:lnTo>
                  <a:lnTo>
                    <a:pt x="169957" y="84"/>
                  </a:lnTo>
                  <a:lnTo>
                    <a:pt x="164652" y="0"/>
                  </a:lnTo>
                  <a:lnTo>
                    <a:pt x="1646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09817" y="4659281"/>
              <a:ext cx="113417" cy="167167"/>
            </a:xfrm>
            <a:custGeom>
              <a:avLst/>
              <a:pathLst>
                <a:path w="113417" h="167167">
                  <a:moveTo>
                    <a:pt x="113417" y="0"/>
                  </a:moveTo>
                  <a:lnTo>
                    <a:pt x="107752" y="96"/>
                  </a:lnTo>
                  <a:lnTo>
                    <a:pt x="102094" y="383"/>
                  </a:lnTo>
                  <a:lnTo>
                    <a:pt x="96448" y="863"/>
                  </a:lnTo>
                  <a:lnTo>
                    <a:pt x="90822" y="1534"/>
                  </a:lnTo>
                  <a:lnTo>
                    <a:pt x="85222" y="2394"/>
                  </a:lnTo>
                  <a:lnTo>
                    <a:pt x="79655" y="3444"/>
                  </a:lnTo>
                  <a:lnTo>
                    <a:pt x="74126" y="4683"/>
                  </a:lnTo>
                  <a:lnTo>
                    <a:pt x="68642" y="6107"/>
                  </a:lnTo>
                  <a:lnTo>
                    <a:pt x="63210" y="7717"/>
                  </a:lnTo>
                  <a:lnTo>
                    <a:pt x="57836" y="9510"/>
                  </a:lnTo>
                  <a:lnTo>
                    <a:pt x="52525" y="11484"/>
                  </a:lnTo>
                  <a:lnTo>
                    <a:pt x="47284" y="13637"/>
                  </a:lnTo>
                  <a:lnTo>
                    <a:pt x="42119" y="15966"/>
                  </a:lnTo>
                  <a:lnTo>
                    <a:pt x="37036" y="18469"/>
                  </a:lnTo>
                  <a:lnTo>
                    <a:pt x="32041" y="21143"/>
                  </a:lnTo>
                  <a:lnTo>
                    <a:pt x="27140" y="23985"/>
                  </a:lnTo>
                  <a:lnTo>
                    <a:pt x="22337" y="26991"/>
                  </a:lnTo>
                  <a:lnTo>
                    <a:pt x="17639" y="30158"/>
                  </a:lnTo>
                  <a:lnTo>
                    <a:pt x="13051" y="33482"/>
                  </a:lnTo>
                  <a:lnTo>
                    <a:pt x="8578" y="36960"/>
                  </a:lnTo>
                  <a:lnTo>
                    <a:pt x="4226" y="40588"/>
                  </a:lnTo>
                  <a:lnTo>
                    <a:pt x="0" y="44360"/>
                  </a:lnTo>
                  <a:lnTo>
                    <a:pt x="11341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09817" y="4703642"/>
              <a:ext cx="113417" cy="122806"/>
            </a:xfrm>
            <a:custGeom>
              <a:avLst/>
              <a:pathLst>
                <a:path w="113417" h="122806">
                  <a:moveTo>
                    <a:pt x="0" y="0"/>
                  </a:moveTo>
                  <a:lnTo>
                    <a:pt x="113417" y="1228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309817" y="4703642"/>
              <a:ext cx="113417" cy="122806"/>
            </a:xfrm>
            <a:custGeom>
              <a:avLst/>
              <a:pathLst>
                <a:path w="113417" h="122806">
                  <a:moveTo>
                    <a:pt x="0" y="0"/>
                  </a:moveTo>
                  <a:lnTo>
                    <a:pt x="113417" y="1228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256067" y="4703642"/>
              <a:ext cx="334328" cy="289964"/>
            </a:xfrm>
            <a:custGeom>
              <a:avLst/>
              <a:pathLst>
                <a:path w="334328" h="289964">
                  <a:moveTo>
                    <a:pt x="53749" y="0"/>
                  </a:moveTo>
                  <a:lnTo>
                    <a:pt x="49918" y="3652"/>
                  </a:lnTo>
                  <a:lnTo>
                    <a:pt x="46204" y="7424"/>
                  </a:lnTo>
                  <a:lnTo>
                    <a:pt x="42612" y="11311"/>
                  </a:lnTo>
                  <a:lnTo>
                    <a:pt x="39144" y="15311"/>
                  </a:lnTo>
                  <a:lnTo>
                    <a:pt x="35805" y="19418"/>
                  </a:lnTo>
                  <a:lnTo>
                    <a:pt x="32598" y="23628"/>
                  </a:lnTo>
                  <a:lnTo>
                    <a:pt x="29525" y="27939"/>
                  </a:lnTo>
                  <a:lnTo>
                    <a:pt x="26591" y="32344"/>
                  </a:lnTo>
                  <a:lnTo>
                    <a:pt x="23797" y="36840"/>
                  </a:lnTo>
                  <a:lnTo>
                    <a:pt x="21147" y="41422"/>
                  </a:lnTo>
                  <a:lnTo>
                    <a:pt x="18644" y="46086"/>
                  </a:lnTo>
                  <a:lnTo>
                    <a:pt x="16290" y="50826"/>
                  </a:lnTo>
                  <a:lnTo>
                    <a:pt x="14086" y="55639"/>
                  </a:lnTo>
                  <a:lnTo>
                    <a:pt x="12037" y="60520"/>
                  </a:lnTo>
                  <a:lnTo>
                    <a:pt x="10142" y="65462"/>
                  </a:lnTo>
                  <a:lnTo>
                    <a:pt x="8406" y="70462"/>
                  </a:lnTo>
                  <a:lnTo>
                    <a:pt x="6828" y="75515"/>
                  </a:lnTo>
                  <a:lnTo>
                    <a:pt x="5411" y="80615"/>
                  </a:lnTo>
                  <a:lnTo>
                    <a:pt x="4156" y="85757"/>
                  </a:lnTo>
                  <a:lnTo>
                    <a:pt x="3065" y="90937"/>
                  </a:lnTo>
                  <a:lnTo>
                    <a:pt x="2138" y="96148"/>
                  </a:lnTo>
                  <a:lnTo>
                    <a:pt x="1377" y="101387"/>
                  </a:lnTo>
                  <a:lnTo>
                    <a:pt x="782" y="106646"/>
                  </a:lnTo>
                  <a:lnTo>
                    <a:pt x="354" y="111922"/>
                  </a:lnTo>
                  <a:lnTo>
                    <a:pt x="93" y="117209"/>
                  </a:lnTo>
                  <a:lnTo>
                    <a:pt x="0" y="122501"/>
                  </a:lnTo>
                  <a:lnTo>
                    <a:pt x="74" y="127794"/>
                  </a:lnTo>
                  <a:lnTo>
                    <a:pt x="315" y="133082"/>
                  </a:lnTo>
                  <a:lnTo>
                    <a:pt x="724" y="138359"/>
                  </a:lnTo>
                  <a:lnTo>
                    <a:pt x="1300" y="143621"/>
                  </a:lnTo>
                  <a:lnTo>
                    <a:pt x="2042" y="148862"/>
                  </a:lnTo>
                  <a:lnTo>
                    <a:pt x="2950" y="154076"/>
                  </a:lnTo>
                  <a:lnTo>
                    <a:pt x="4022" y="159260"/>
                  </a:lnTo>
                  <a:lnTo>
                    <a:pt x="5258" y="164407"/>
                  </a:lnTo>
                  <a:lnTo>
                    <a:pt x="6657" y="169512"/>
                  </a:lnTo>
                  <a:lnTo>
                    <a:pt x="8216" y="174570"/>
                  </a:lnTo>
                  <a:lnTo>
                    <a:pt x="9934" y="179577"/>
                  </a:lnTo>
                  <a:lnTo>
                    <a:pt x="11810" y="184526"/>
                  </a:lnTo>
                  <a:lnTo>
                    <a:pt x="13842" y="189414"/>
                  </a:lnTo>
                  <a:lnTo>
                    <a:pt x="16028" y="194235"/>
                  </a:lnTo>
                  <a:lnTo>
                    <a:pt x="18365" y="198984"/>
                  </a:lnTo>
                  <a:lnTo>
                    <a:pt x="20852" y="203657"/>
                  </a:lnTo>
                  <a:lnTo>
                    <a:pt x="23485" y="208249"/>
                  </a:lnTo>
                  <a:lnTo>
                    <a:pt x="26262" y="212755"/>
                  </a:lnTo>
                  <a:lnTo>
                    <a:pt x="29180" y="217171"/>
                  </a:lnTo>
                  <a:lnTo>
                    <a:pt x="32237" y="221492"/>
                  </a:lnTo>
                  <a:lnTo>
                    <a:pt x="35429" y="225715"/>
                  </a:lnTo>
                  <a:lnTo>
                    <a:pt x="38753" y="229834"/>
                  </a:lnTo>
                  <a:lnTo>
                    <a:pt x="42206" y="233846"/>
                  </a:lnTo>
                  <a:lnTo>
                    <a:pt x="45784" y="237746"/>
                  </a:lnTo>
                  <a:lnTo>
                    <a:pt x="49484" y="241532"/>
                  </a:lnTo>
                  <a:lnTo>
                    <a:pt x="53302" y="245198"/>
                  </a:lnTo>
                  <a:lnTo>
                    <a:pt x="57234" y="248742"/>
                  </a:lnTo>
                  <a:lnTo>
                    <a:pt x="61276" y="252159"/>
                  </a:lnTo>
                  <a:lnTo>
                    <a:pt x="65425" y="255447"/>
                  </a:lnTo>
                  <a:lnTo>
                    <a:pt x="69675" y="258601"/>
                  </a:lnTo>
                  <a:lnTo>
                    <a:pt x="74023" y="261620"/>
                  </a:lnTo>
                  <a:lnTo>
                    <a:pt x="78465" y="264499"/>
                  </a:lnTo>
                  <a:lnTo>
                    <a:pt x="82995" y="267236"/>
                  </a:lnTo>
                  <a:lnTo>
                    <a:pt x="87610" y="269829"/>
                  </a:lnTo>
                  <a:lnTo>
                    <a:pt x="92305" y="272274"/>
                  </a:lnTo>
                  <a:lnTo>
                    <a:pt x="97075" y="274569"/>
                  </a:lnTo>
                  <a:lnTo>
                    <a:pt x="101915" y="276712"/>
                  </a:lnTo>
                  <a:lnTo>
                    <a:pt x="106820" y="278701"/>
                  </a:lnTo>
                  <a:lnTo>
                    <a:pt x="111786" y="280533"/>
                  </a:lnTo>
                  <a:lnTo>
                    <a:pt x="116807" y="282208"/>
                  </a:lnTo>
                  <a:lnTo>
                    <a:pt x="121879" y="283722"/>
                  </a:lnTo>
                  <a:lnTo>
                    <a:pt x="126997" y="285075"/>
                  </a:lnTo>
                  <a:lnTo>
                    <a:pt x="132154" y="286266"/>
                  </a:lnTo>
                  <a:lnTo>
                    <a:pt x="137347" y="287292"/>
                  </a:lnTo>
                  <a:lnTo>
                    <a:pt x="142569" y="288154"/>
                  </a:lnTo>
                  <a:lnTo>
                    <a:pt x="147817" y="288850"/>
                  </a:lnTo>
                  <a:lnTo>
                    <a:pt x="153083" y="289379"/>
                  </a:lnTo>
                  <a:lnTo>
                    <a:pt x="158364" y="289742"/>
                  </a:lnTo>
                  <a:lnTo>
                    <a:pt x="163654" y="289937"/>
                  </a:lnTo>
                  <a:lnTo>
                    <a:pt x="168947" y="289964"/>
                  </a:lnTo>
                  <a:lnTo>
                    <a:pt x="174238" y="289824"/>
                  </a:lnTo>
                  <a:lnTo>
                    <a:pt x="179523" y="289516"/>
                  </a:lnTo>
                  <a:lnTo>
                    <a:pt x="184794" y="289041"/>
                  </a:lnTo>
                  <a:lnTo>
                    <a:pt x="190049" y="288400"/>
                  </a:lnTo>
                  <a:lnTo>
                    <a:pt x="195280" y="287593"/>
                  </a:lnTo>
                  <a:lnTo>
                    <a:pt x="200483" y="286620"/>
                  </a:lnTo>
                  <a:lnTo>
                    <a:pt x="205653" y="285483"/>
                  </a:lnTo>
                  <a:lnTo>
                    <a:pt x="210784" y="284183"/>
                  </a:lnTo>
                  <a:lnTo>
                    <a:pt x="215871" y="282721"/>
                  </a:lnTo>
                  <a:lnTo>
                    <a:pt x="220909" y="281099"/>
                  </a:lnTo>
                  <a:lnTo>
                    <a:pt x="225894" y="279318"/>
                  </a:lnTo>
                  <a:lnTo>
                    <a:pt x="230820" y="277380"/>
                  </a:lnTo>
                  <a:lnTo>
                    <a:pt x="235682" y="275288"/>
                  </a:lnTo>
                  <a:lnTo>
                    <a:pt x="240475" y="273042"/>
                  </a:lnTo>
                  <a:lnTo>
                    <a:pt x="245195" y="270646"/>
                  </a:lnTo>
                  <a:lnTo>
                    <a:pt x="249836" y="268101"/>
                  </a:lnTo>
                  <a:lnTo>
                    <a:pt x="254395" y="265411"/>
                  </a:lnTo>
                  <a:lnTo>
                    <a:pt x="258866" y="262578"/>
                  </a:lnTo>
                  <a:lnTo>
                    <a:pt x="263245" y="259605"/>
                  </a:lnTo>
                  <a:lnTo>
                    <a:pt x="267528" y="256494"/>
                  </a:lnTo>
                  <a:lnTo>
                    <a:pt x="271710" y="253250"/>
                  </a:lnTo>
                  <a:lnTo>
                    <a:pt x="275788" y="249874"/>
                  </a:lnTo>
                  <a:lnTo>
                    <a:pt x="279756" y="246372"/>
                  </a:lnTo>
                  <a:lnTo>
                    <a:pt x="283612" y="242745"/>
                  </a:lnTo>
                  <a:lnTo>
                    <a:pt x="287351" y="238998"/>
                  </a:lnTo>
                  <a:lnTo>
                    <a:pt x="290969" y="235135"/>
                  </a:lnTo>
                  <a:lnTo>
                    <a:pt x="294464" y="231159"/>
                  </a:lnTo>
                  <a:lnTo>
                    <a:pt x="297830" y="227075"/>
                  </a:lnTo>
                  <a:lnTo>
                    <a:pt x="301066" y="222886"/>
                  </a:lnTo>
                  <a:lnTo>
                    <a:pt x="304167" y="218596"/>
                  </a:lnTo>
                  <a:lnTo>
                    <a:pt x="307131" y="214211"/>
                  </a:lnTo>
                  <a:lnTo>
                    <a:pt x="309955" y="209734"/>
                  </a:lnTo>
                  <a:lnTo>
                    <a:pt x="312636" y="205169"/>
                  </a:lnTo>
                  <a:lnTo>
                    <a:pt x="315170" y="200522"/>
                  </a:lnTo>
                  <a:lnTo>
                    <a:pt x="317557" y="195798"/>
                  </a:lnTo>
                  <a:lnTo>
                    <a:pt x="319792" y="191000"/>
                  </a:lnTo>
                  <a:lnTo>
                    <a:pt x="321875" y="186133"/>
                  </a:lnTo>
                  <a:lnTo>
                    <a:pt x="323802" y="181204"/>
                  </a:lnTo>
                  <a:lnTo>
                    <a:pt x="325573" y="176215"/>
                  </a:lnTo>
                  <a:lnTo>
                    <a:pt x="327184" y="171173"/>
                  </a:lnTo>
                  <a:lnTo>
                    <a:pt x="328635" y="166083"/>
                  </a:lnTo>
                  <a:lnTo>
                    <a:pt x="329924" y="160949"/>
                  </a:lnTo>
                  <a:lnTo>
                    <a:pt x="331050" y="155777"/>
                  </a:lnTo>
                  <a:lnTo>
                    <a:pt x="332012" y="150572"/>
                  </a:lnTo>
                  <a:lnTo>
                    <a:pt x="332809" y="145339"/>
                  </a:lnTo>
                  <a:lnTo>
                    <a:pt x="333439" y="140083"/>
                  </a:lnTo>
                  <a:lnTo>
                    <a:pt x="333903" y="134811"/>
                  </a:lnTo>
                  <a:lnTo>
                    <a:pt x="334199" y="129526"/>
                  </a:lnTo>
                  <a:lnTo>
                    <a:pt x="334328" y="124234"/>
                  </a:lnTo>
                  <a:lnTo>
                    <a:pt x="334289" y="118941"/>
                  </a:lnTo>
                  <a:lnTo>
                    <a:pt x="334083" y="113652"/>
                  </a:lnTo>
                  <a:lnTo>
                    <a:pt x="333710" y="108372"/>
                  </a:lnTo>
                  <a:lnTo>
                    <a:pt x="333169" y="103106"/>
                  </a:lnTo>
                  <a:lnTo>
                    <a:pt x="332462" y="97860"/>
                  </a:lnTo>
                  <a:lnTo>
                    <a:pt x="331590" y="92640"/>
                  </a:lnTo>
                  <a:lnTo>
                    <a:pt x="330552" y="87449"/>
                  </a:lnTo>
                  <a:lnTo>
                    <a:pt x="329351" y="82294"/>
                  </a:lnTo>
                  <a:lnTo>
                    <a:pt x="327987" y="77180"/>
                  </a:lnTo>
                  <a:lnTo>
                    <a:pt x="326462" y="72111"/>
                  </a:lnTo>
                  <a:lnTo>
                    <a:pt x="324777" y="67093"/>
                  </a:lnTo>
                  <a:lnTo>
                    <a:pt x="322934" y="62131"/>
                  </a:lnTo>
                  <a:lnTo>
                    <a:pt x="320935" y="57230"/>
                  </a:lnTo>
                  <a:lnTo>
                    <a:pt x="318782" y="52394"/>
                  </a:lnTo>
                  <a:lnTo>
                    <a:pt x="316477" y="47629"/>
                  </a:lnTo>
                  <a:lnTo>
                    <a:pt x="167167" y="1228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149309" cy="167167"/>
            </a:xfrm>
            <a:custGeom>
              <a:avLst/>
              <a:pathLst>
                <a:path w="149309" h="167167">
                  <a:moveTo>
                    <a:pt x="149309" y="91990"/>
                  </a:moveTo>
                  <a:lnTo>
                    <a:pt x="146789" y="87181"/>
                  </a:lnTo>
                  <a:lnTo>
                    <a:pt x="144114" y="82456"/>
                  </a:lnTo>
                  <a:lnTo>
                    <a:pt x="141287" y="77821"/>
                  </a:lnTo>
                  <a:lnTo>
                    <a:pt x="138311" y="73280"/>
                  </a:lnTo>
                  <a:lnTo>
                    <a:pt x="135189" y="68837"/>
                  </a:lnTo>
                  <a:lnTo>
                    <a:pt x="131925" y="64499"/>
                  </a:lnTo>
                  <a:lnTo>
                    <a:pt x="128521" y="60269"/>
                  </a:lnTo>
                  <a:lnTo>
                    <a:pt x="124981" y="56151"/>
                  </a:lnTo>
                  <a:lnTo>
                    <a:pt x="121310" y="52151"/>
                  </a:lnTo>
                  <a:lnTo>
                    <a:pt x="117511" y="48272"/>
                  </a:lnTo>
                  <a:lnTo>
                    <a:pt x="113588" y="44519"/>
                  </a:lnTo>
                  <a:lnTo>
                    <a:pt x="109545" y="40894"/>
                  </a:lnTo>
                  <a:lnTo>
                    <a:pt x="105386" y="37403"/>
                  </a:lnTo>
                  <a:lnTo>
                    <a:pt x="101117" y="34049"/>
                  </a:lnTo>
                  <a:lnTo>
                    <a:pt x="96740" y="30836"/>
                  </a:lnTo>
                  <a:lnTo>
                    <a:pt x="92262" y="27766"/>
                  </a:lnTo>
                  <a:lnTo>
                    <a:pt x="87686" y="24843"/>
                  </a:lnTo>
                  <a:lnTo>
                    <a:pt x="83018" y="22071"/>
                  </a:lnTo>
                  <a:lnTo>
                    <a:pt x="78262" y="19451"/>
                  </a:lnTo>
                  <a:lnTo>
                    <a:pt x="73424" y="16988"/>
                  </a:lnTo>
                  <a:lnTo>
                    <a:pt x="68508" y="14682"/>
                  </a:lnTo>
                  <a:lnTo>
                    <a:pt x="63520" y="12538"/>
                  </a:lnTo>
                  <a:lnTo>
                    <a:pt x="58464" y="10557"/>
                  </a:lnTo>
                  <a:lnTo>
                    <a:pt x="53348" y="8741"/>
                  </a:lnTo>
                  <a:lnTo>
                    <a:pt x="48175" y="7092"/>
                  </a:lnTo>
                  <a:lnTo>
                    <a:pt x="42951" y="5612"/>
                  </a:lnTo>
                  <a:lnTo>
                    <a:pt x="37681" y="4302"/>
                  </a:lnTo>
                  <a:lnTo>
                    <a:pt x="32372" y="3164"/>
                  </a:lnTo>
                  <a:lnTo>
                    <a:pt x="27029" y="2199"/>
                  </a:lnTo>
                  <a:lnTo>
                    <a:pt x="21658" y="1408"/>
                  </a:lnTo>
                  <a:lnTo>
                    <a:pt x="16263" y="793"/>
                  </a:lnTo>
                  <a:lnTo>
                    <a:pt x="10851" y="352"/>
                  </a:lnTo>
                  <a:lnTo>
                    <a:pt x="542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10898" y="4213821"/>
              <a:ext cx="117573" cy="167167"/>
            </a:xfrm>
            <a:custGeom>
              <a:avLst/>
              <a:pathLst>
                <a:path w="117573" h="167167">
                  <a:moveTo>
                    <a:pt x="117573" y="0"/>
                  </a:moveTo>
                  <a:lnTo>
                    <a:pt x="111904" y="96"/>
                  </a:lnTo>
                  <a:lnTo>
                    <a:pt x="106242" y="384"/>
                  </a:lnTo>
                  <a:lnTo>
                    <a:pt x="100593" y="864"/>
                  </a:lnTo>
                  <a:lnTo>
                    <a:pt x="94964" y="1535"/>
                  </a:lnTo>
                  <a:lnTo>
                    <a:pt x="89360" y="2397"/>
                  </a:lnTo>
                  <a:lnTo>
                    <a:pt x="83789" y="3449"/>
                  </a:lnTo>
                  <a:lnTo>
                    <a:pt x="78257" y="4689"/>
                  </a:lnTo>
                  <a:lnTo>
                    <a:pt x="72770" y="6115"/>
                  </a:lnTo>
                  <a:lnTo>
                    <a:pt x="67335" y="7727"/>
                  </a:lnTo>
                  <a:lnTo>
                    <a:pt x="61957" y="9522"/>
                  </a:lnTo>
                  <a:lnTo>
                    <a:pt x="56644" y="11499"/>
                  </a:lnTo>
                  <a:lnTo>
                    <a:pt x="51400" y="13654"/>
                  </a:lnTo>
                  <a:lnTo>
                    <a:pt x="46232" y="15987"/>
                  </a:lnTo>
                  <a:lnTo>
                    <a:pt x="41147" y="18493"/>
                  </a:lnTo>
                  <a:lnTo>
                    <a:pt x="36150" y="21170"/>
                  </a:lnTo>
                  <a:lnTo>
                    <a:pt x="31246" y="24015"/>
                  </a:lnTo>
                  <a:lnTo>
                    <a:pt x="26441" y="27024"/>
                  </a:lnTo>
                  <a:lnTo>
                    <a:pt x="21741" y="30195"/>
                  </a:lnTo>
                  <a:lnTo>
                    <a:pt x="17152" y="33524"/>
                  </a:lnTo>
                  <a:lnTo>
                    <a:pt x="12678" y="37006"/>
                  </a:lnTo>
                  <a:lnTo>
                    <a:pt x="8324" y="40637"/>
                  </a:lnTo>
                  <a:lnTo>
                    <a:pt x="4097" y="44415"/>
                  </a:lnTo>
                  <a:lnTo>
                    <a:pt x="0" y="48333"/>
                  </a:lnTo>
                  <a:lnTo>
                    <a:pt x="11757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610898" y="4262155"/>
              <a:ext cx="117573" cy="118833"/>
            </a:xfrm>
            <a:custGeom>
              <a:avLst/>
              <a:pathLst>
                <a:path w="117573" h="118833">
                  <a:moveTo>
                    <a:pt x="0" y="0"/>
                  </a:moveTo>
                  <a:lnTo>
                    <a:pt x="117573" y="1188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561304" y="4251900"/>
              <a:ext cx="334333" cy="296239"/>
            </a:xfrm>
            <a:custGeom>
              <a:avLst/>
              <a:pathLst>
                <a:path w="334333" h="296239">
                  <a:moveTo>
                    <a:pt x="49593" y="10255"/>
                  </a:moveTo>
                  <a:lnTo>
                    <a:pt x="45889" y="14038"/>
                  </a:lnTo>
                  <a:lnTo>
                    <a:pt x="42306" y="17936"/>
                  </a:lnTo>
                  <a:lnTo>
                    <a:pt x="38849" y="21946"/>
                  </a:lnTo>
                  <a:lnTo>
                    <a:pt x="35520" y="26064"/>
                  </a:lnTo>
                  <a:lnTo>
                    <a:pt x="32323" y="30285"/>
                  </a:lnTo>
                  <a:lnTo>
                    <a:pt x="29262" y="34605"/>
                  </a:lnTo>
                  <a:lnTo>
                    <a:pt x="26338" y="39020"/>
                  </a:lnTo>
                  <a:lnTo>
                    <a:pt x="23557" y="43525"/>
                  </a:lnTo>
                  <a:lnTo>
                    <a:pt x="20919" y="48116"/>
                  </a:lnTo>
                  <a:lnTo>
                    <a:pt x="18428" y="52788"/>
                  </a:lnTo>
                  <a:lnTo>
                    <a:pt x="16086" y="57537"/>
                  </a:lnTo>
                  <a:lnTo>
                    <a:pt x="13896" y="62358"/>
                  </a:lnTo>
                  <a:lnTo>
                    <a:pt x="11859" y="67245"/>
                  </a:lnTo>
                  <a:lnTo>
                    <a:pt x="9979" y="72195"/>
                  </a:lnTo>
                  <a:lnTo>
                    <a:pt x="8256" y="77202"/>
                  </a:lnTo>
                  <a:lnTo>
                    <a:pt x="6692" y="82260"/>
                  </a:lnTo>
                  <a:lnTo>
                    <a:pt x="5290" y="87366"/>
                  </a:lnTo>
                  <a:lnTo>
                    <a:pt x="4050" y="92514"/>
                  </a:lnTo>
                  <a:lnTo>
                    <a:pt x="2973" y="97698"/>
                  </a:lnTo>
                  <a:lnTo>
                    <a:pt x="2061" y="102914"/>
                  </a:lnTo>
                  <a:lnTo>
                    <a:pt x="1315" y="108156"/>
                  </a:lnTo>
                  <a:lnTo>
                    <a:pt x="735" y="113419"/>
                  </a:lnTo>
                  <a:lnTo>
                    <a:pt x="323" y="118698"/>
                  </a:lnTo>
                  <a:lnTo>
                    <a:pt x="77" y="123987"/>
                  </a:lnTo>
                  <a:lnTo>
                    <a:pt x="0" y="129281"/>
                  </a:lnTo>
                  <a:lnTo>
                    <a:pt x="89" y="134575"/>
                  </a:lnTo>
                  <a:lnTo>
                    <a:pt x="347" y="139864"/>
                  </a:lnTo>
                  <a:lnTo>
                    <a:pt x="772" y="145141"/>
                  </a:lnTo>
                  <a:lnTo>
                    <a:pt x="1364" y="150403"/>
                  </a:lnTo>
                  <a:lnTo>
                    <a:pt x="2122" y="155643"/>
                  </a:lnTo>
                  <a:lnTo>
                    <a:pt x="3046" y="160857"/>
                  </a:lnTo>
                  <a:lnTo>
                    <a:pt x="4134" y="166039"/>
                  </a:lnTo>
                  <a:lnTo>
                    <a:pt x="5386" y="171183"/>
                  </a:lnTo>
                  <a:lnTo>
                    <a:pt x="6801" y="176286"/>
                  </a:lnTo>
                  <a:lnTo>
                    <a:pt x="8376" y="181341"/>
                  </a:lnTo>
                  <a:lnTo>
                    <a:pt x="10110" y="186344"/>
                  </a:lnTo>
                  <a:lnTo>
                    <a:pt x="12002" y="191289"/>
                  </a:lnTo>
                  <a:lnTo>
                    <a:pt x="14050" y="196172"/>
                  </a:lnTo>
                  <a:lnTo>
                    <a:pt x="16251" y="200987"/>
                  </a:lnTo>
                  <a:lnTo>
                    <a:pt x="18604" y="205731"/>
                  </a:lnTo>
                  <a:lnTo>
                    <a:pt x="21106" y="210397"/>
                  </a:lnTo>
                  <a:lnTo>
                    <a:pt x="23754" y="214982"/>
                  </a:lnTo>
                  <a:lnTo>
                    <a:pt x="26546" y="219481"/>
                  </a:lnTo>
                  <a:lnTo>
                    <a:pt x="29480" y="223889"/>
                  </a:lnTo>
                  <a:lnTo>
                    <a:pt x="32551" y="228202"/>
                  </a:lnTo>
                  <a:lnTo>
                    <a:pt x="35758" y="232416"/>
                  </a:lnTo>
                  <a:lnTo>
                    <a:pt x="39096" y="236526"/>
                  </a:lnTo>
                  <a:lnTo>
                    <a:pt x="42563" y="240528"/>
                  </a:lnTo>
                  <a:lnTo>
                    <a:pt x="46154" y="244418"/>
                  </a:lnTo>
                  <a:lnTo>
                    <a:pt x="49868" y="248193"/>
                  </a:lnTo>
                  <a:lnTo>
                    <a:pt x="53698" y="251848"/>
                  </a:lnTo>
                  <a:lnTo>
                    <a:pt x="57643" y="255380"/>
                  </a:lnTo>
                  <a:lnTo>
                    <a:pt x="61698" y="258785"/>
                  </a:lnTo>
                  <a:lnTo>
                    <a:pt x="65858" y="262060"/>
                  </a:lnTo>
                  <a:lnTo>
                    <a:pt x="70120" y="265202"/>
                  </a:lnTo>
                  <a:lnTo>
                    <a:pt x="74480" y="268207"/>
                  </a:lnTo>
                  <a:lnTo>
                    <a:pt x="78932" y="271073"/>
                  </a:lnTo>
                  <a:lnTo>
                    <a:pt x="83473" y="273796"/>
                  </a:lnTo>
                  <a:lnTo>
                    <a:pt x="88098" y="276374"/>
                  </a:lnTo>
                  <a:lnTo>
                    <a:pt x="92802" y="278804"/>
                  </a:lnTo>
                  <a:lnTo>
                    <a:pt x="97581" y="281084"/>
                  </a:lnTo>
                  <a:lnTo>
                    <a:pt x="102429" y="283212"/>
                  </a:lnTo>
                  <a:lnTo>
                    <a:pt x="107343" y="285185"/>
                  </a:lnTo>
                  <a:lnTo>
                    <a:pt x="112316" y="287001"/>
                  </a:lnTo>
                  <a:lnTo>
                    <a:pt x="117345" y="288659"/>
                  </a:lnTo>
                  <a:lnTo>
                    <a:pt x="122424" y="290157"/>
                  </a:lnTo>
                  <a:lnTo>
                    <a:pt x="127547" y="291493"/>
                  </a:lnTo>
                  <a:lnTo>
                    <a:pt x="132710" y="292666"/>
                  </a:lnTo>
                  <a:lnTo>
                    <a:pt x="137908" y="293675"/>
                  </a:lnTo>
                  <a:lnTo>
                    <a:pt x="143135" y="294519"/>
                  </a:lnTo>
                  <a:lnTo>
                    <a:pt x="148386" y="295198"/>
                  </a:lnTo>
                  <a:lnTo>
                    <a:pt x="153657" y="295709"/>
                  </a:lnTo>
                  <a:lnTo>
                    <a:pt x="158940" y="296053"/>
                  </a:lnTo>
                  <a:lnTo>
                    <a:pt x="164232" y="296230"/>
                  </a:lnTo>
                  <a:lnTo>
                    <a:pt x="169527" y="296239"/>
                  </a:lnTo>
                  <a:lnTo>
                    <a:pt x="174819" y="296081"/>
                  </a:lnTo>
                  <a:lnTo>
                    <a:pt x="180104" y="295754"/>
                  </a:lnTo>
                  <a:lnTo>
                    <a:pt x="185376" y="295261"/>
                  </a:lnTo>
                  <a:lnTo>
                    <a:pt x="190630" y="294601"/>
                  </a:lnTo>
                  <a:lnTo>
                    <a:pt x="195860" y="293775"/>
                  </a:lnTo>
                  <a:lnTo>
                    <a:pt x="201061" y="292784"/>
                  </a:lnTo>
                  <a:lnTo>
                    <a:pt x="206228" y="291628"/>
                  </a:lnTo>
                  <a:lnTo>
                    <a:pt x="211356" y="290310"/>
                  </a:lnTo>
                  <a:lnTo>
                    <a:pt x="216440" y="288829"/>
                  </a:lnTo>
                  <a:lnTo>
                    <a:pt x="221474" y="287189"/>
                  </a:lnTo>
                  <a:lnTo>
                    <a:pt x="226454" y="285389"/>
                  </a:lnTo>
                  <a:lnTo>
                    <a:pt x="231374" y="283433"/>
                  </a:lnTo>
                  <a:lnTo>
                    <a:pt x="236230" y="281323"/>
                  </a:lnTo>
                  <a:lnTo>
                    <a:pt x="241017" y="279059"/>
                  </a:lnTo>
                  <a:lnTo>
                    <a:pt x="245729" y="276645"/>
                  </a:lnTo>
                  <a:lnTo>
                    <a:pt x="250363" y="274083"/>
                  </a:lnTo>
                  <a:lnTo>
                    <a:pt x="254913" y="271375"/>
                  </a:lnTo>
                  <a:lnTo>
                    <a:pt x="259375" y="268525"/>
                  </a:lnTo>
                  <a:lnTo>
                    <a:pt x="263745" y="265535"/>
                  </a:lnTo>
                  <a:lnTo>
                    <a:pt x="268018" y="262408"/>
                  </a:lnTo>
                  <a:lnTo>
                    <a:pt x="272189" y="259147"/>
                  </a:lnTo>
                  <a:lnTo>
                    <a:pt x="276256" y="255756"/>
                  </a:lnTo>
                  <a:lnTo>
                    <a:pt x="280212" y="252237"/>
                  </a:lnTo>
                  <a:lnTo>
                    <a:pt x="284056" y="248595"/>
                  </a:lnTo>
                  <a:lnTo>
                    <a:pt x="287782" y="244833"/>
                  </a:lnTo>
                  <a:lnTo>
                    <a:pt x="291387" y="240956"/>
                  </a:lnTo>
                  <a:lnTo>
                    <a:pt x="294868" y="236965"/>
                  </a:lnTo>
                  <a:lnTo>
                    <a:pt x="298220" y="232867"/>
                  </a:lnTo>
                  <a:lnTo>
                    <a:pt x="301441" y="228664"/>
                  </a:lnTo>
                  <a:lnTo>
                    <a:pt x="304527" y="224362"/>
                  </a:lnTo>
                  <a:lnTo>
                    <a:pt x="307476" y="219964"/>
                  </a:lnTo>
                  <a:lnTo>
                    <a:pt x="310283" y="215475"/>
                  </a:lnTo>
                  <a:lnTo>
                    <a:pt x="312947" y="210899"/>
                  </a:lnTo>
                  <a:lnTo>
                    <a:pt x="315465" y="206241"/>
                  </a:lnTo>
                  <a:lnTo>
                    <a:pt x="317834" y="201506"/>
                  </a:lnTo>
                  <a:lnTo>
                    <a:pt x="320052" y="196698"/>
                  </a:lnTo>
                  <a:lnTo>
                    <a:pt x="322117" y="191822"/>
                  </a:lnTo>
                  <a:lnTo>
                    <a:pt x="324026" y="186883"/>
                  </a:lnTo>
                  <a:lnTo>
                    <a:pt x="325777" y="181887"/>
                  </a:lnTo>
                  <a:lnTo>
                    <a:pt x="327370" y="176837"/>
                  </a:lnTo>
                  <a:lnTo>
                    <a:pt x="328802" y="171739"/>
                  </a:lnTo>
                  <a:lnTo>
                    <a:pt x="330071" y="166599"/>
                  </a:lnTo>
                  <a:lnTo>
                    <a:pt x="331178" y="161421"/>
                  </a:lnTo>
                  <a:lnTo>
                    <a:pt x="332119" y="156211"/>
                  </a:lnTo>
                  <a:lnTo>
                    <a:pt x="332896" y="150973"/>
                  </a:lnTo>
                  <a:lnTo>
                    <a:pt x="333506" y="145713"/>
                  </a:lnTo>
                  <a:lnTo>
                    <a:pt x="333949" y="140437"/>
                  </a:lnTo>
                  <a:lnTo>
                    <a:pt x="334224" y="135149"/>
                  </a:lnTo>
                  <a:lnTo>
                    <a:pt x="334333" y="129856"/>
                  </a:lnTo>
                  <a:lnTo>
                    <a:pt x="334273" y="124561"/>
                  </a:lnTo>
                  <a:lnTo>
                    <a:pt x="334046" y="119271"/>
                  </a:lnTo>
                  <a:lnTo>
                    <a:pt x="333651" y="113991"/>
                  </a:lnTo>
                  <a:lnTo>
                    <a:pt x="333090" y="108726"/>
                  </a:lnTo>
                  <a:lnTo>
                    <a:pt x="332361" y="103482"/>
                  </a:lnTo>
                  <a:lnTo>
                    <a:pt x="331468" y="98263"/>
                  </a:lnTo>
                  <a:lnTo>
                    <a:pt x="330409" y="93075"/>
                  </a:lnTo>
                  <a:lnTo>
                    <a:pt x="329186" y="87923"/>
                  </a:lnTo>
                  <a:lnTo>
                    <a:pt x="327801" y="82812"/>
                  </a:lnTo>
                  <a:lnTo>
                    <a:pt x="326255" y="77748"/>
                  </a:lnTo>
                  <a:lnTo>
                    <a:pt x="324550" y="72736"/>
                  </a:lnTo>
                  <a:lnTo>
                    <a:pt x="322686" y="67780"/>
                  </a:lnTo>
                  <a:lnTo>
                    <a:pt x="320666" y="62885"/>
                  </a:lnTo>
                  <a:lnTo>
                    <a:pt x="318493" y="58057"/>
                  </a:lnTo>
                  <a:lnTo>
                    <a:pt x="316167" y="53300"/>
                  </a:lnTo>
                  <a:lnTo>
                    <a:pt x="313692" y="48619"/>
                  </a:lnTo>
                  <a:lnTo>
                    <a:pt x="311070" y="44019"/>
                  </a:lnTo>
                  <a:lnTo>
                    <a:pt x="308304" y="39505"/>
                  </a:lnTo>
                  <a:lnTo>
                    <a:pt x="305396" y="35080"/>
                  </a:lnTo>
                  <a:lnTo>
                    <a:pt x="302350" y="30749"/>
                  </a:lnTo>
                  <a:lnTo>
                    <a:pt x="299167" y="26517"/>
                  </a:lnTo>
                  <a:lnTo>
                    <a:pt x="295853" y="22388"/>
                  </a:lnTo>
                  <a:lnTo>
                    <a:pt x="292409" y="18366"/>
                  </a:lnTo>
                  <a:lnTo>
                    <a:pt x="288840" y="14455"/>
                  </a:lnTo>
                  <a:lnTo>
                    <a:pt x="285148" y="10660"/>
                  </a:lnTo>
                  <a:lnTo>
                    <a:pt x="281338" y="6983"/>
                  </a:lnTo>
                  <a:lnTo>
                    <a:pt x="277414" y="3428"/>
                  </a:lnTo>
                  <a:lnTo>
                    <a:pt x="273379" y="0"/>
                  </a:lnTo>
                  <a:lnTo>
                    <a:pt x="167167" y="129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106212" cy="167167"/>
            </a:xfrm>
            <a:custGeom>
              <a:avLst/>
              <a:pathLst>
                <a:path w="106212" h="167167">
                  <a:moveTo>
                    <a:pt x="106212" y="38078"/>
                  </a:moveTo>
                  <a:lnTo>
                    <a:pt x="101706" y="34499"/>
                  </a:lnTo>
                  <a:lnTo>
                    <a:pt x="97080" y="31077"/>
                  </a:lnTo>
                  <a:lnTo>
                    <a:pt x="92338" y="27817"/>
                  </a:lnTo>
                  <a:lnTo>
                    <a:pt x="87487" y="24721"/>
                  </a:lnTo>
                  <a:lnTo>
                    <a:pt x="82533" y="21794"/>
                  </a:lnTo>
                  <a:lnTo>
                    <a:pt x="77481" y="19040"/>
                  </a:lnTo>
                  <a:lnTo>
                    <a:pt x="72337" y="16461"/>
                  </a:lnTo>
                  <a:lnTo>
                    <a:pt x="67107" y="14061"/>
                  </a:lnTo>
                  <a:lnTo>
                    <a:pt x="61798" y="11842"/>
                  </a:lnTo>
                  <a:lnTo>
                    <a:pt x="56415" y="9807"/>
                  </a:lnTo>
                  <a:lnTo>
                    <a:pt x="50966" y="7958"/>
                  </a:lnTo>
                  <a:lnTo>
                    <a:pt x="45456" y="6299"/>
                  </a:lnTo>
                  <a:lnTo>
                    <a:pt x="39893" y="4829"/>
                  </a:lnTo>
                  <a:lnTo>
                    <a:pt x="34282" y="3553"/>
                  </a:lnTo>
                  <a:lnTo>
                    <a:pt x="28630" y="2470"/>
                  </a:lnTo>
                  <a:lnTo>
                    <a:pt x="22945" y="1582"/>
                  </a:lnTo>
                  <a:lnTo>
                    <a:pt x="17233" y="890"/>
                  </a:lnTo>
                  <a:lnTo>
                    <a:pt x="11500" y="396"/>
                  </a:lnTo>
                  <a:lnTo>
                    <a:pt x="5753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9029" y="3707720"/>
              <a:ext cx="159981" cy="167167"/>
            </a:xfrm>
            <a:custGeom>
              <a:avLst/>
              <a:pathLst>
                <a:path w="159981" h="167167">
                  <a:moveTo>
                    <a:pt x="159981" y="0"/>
                  </a:moveTo>
                  <a:lnTo>
                    <a:pt x="154510" y="89"/>
                  </a:lnTo>
                  <a:lnTo>
                    <a:pt x="149046" y="358"/>
                  </a:lnTo>
                  <a:lnTo>
                    <a:pt x="143593" y="805"/>
                  </a:lnTo>
                  <a:lnTo>
                    <a:pt x="138157" y="1430"/>
                  </a:lnTo>
                  <a:lnTo>
                    <a:pt x="132745" y="2233"/>
                  </a:lnTo>
                  <a:lnTo>
                    <a:pt x="127362" y="3213"/>
                  </a:lnTo>
                  <a:lnTo>
                    <a:pt x="122014" y="4368"/>
                  </a:lnTo>
                  <a:lnTo>
                    <a:pt x="116707" y="5698"/>
                  </a:lnTo>
                  <a:lnTo>
                    <a:pt x="111446" y="7201"/>
                  </a:lnTo>
                  <a:lnTo>
                    <a:pt x="106237" y="8875"/>
                  </a:lnTo>
                  <a:lnTo>
                    <a:pt x="101085" y="10718"/>
                  </a:lnTo>
                  <a:lnTo>
                    <a:pt x="95997" y="12729"/>
                  </a:lnTo>
                  <a:lnTo>
                    <a:pt x="90977" y="14906"/>
                  </a:lnTo>
                  <a:lnTo>
                    <a:pt x="86031" y="17246"/>
                  </a:lnTo>
                  <a:lnTo>
                    <a:pt x="81164" y="19746"/>
                  </a:lnTo>
                  <a:lnTo>
                    <a:pt x="76382" y="22404"/>
                  </a:lnTo>
                  <a:lnTo>
                    <a:pt x="71690" y="25218"/>
                  </a:lnTo>
                  <a:lnTo>
                    <a:pt x="67092" y="28183"/>
                  </a:lnTo>
                  <a:lnTo>
                    <a:pt x="62593" y="31298"/>
                  </a:lnTo>
                  <a:lnTo>
                    <a:pt x="58199" y="34557"/>
                  </a:lnTo>
                  <a:lnTo>
                    <a:pt x="53913" y="37959"/>
                  </a:lnTo>
                  <a:lnTo>
                    <a:pt x="49742" y="41500"/>
                  </a:lnTo>
                  <a:lnTo>
                    <a:pt x="45688" y="45175"/>
                  </a:lnTo>
                  <a:lnTo>
                    <a:pt x="41757" y="48980"/>
                  </a:lnTo>
                  <a:lnTo>
                    <a:pt x="37953" y="52913"/>
                  </a:lnTo>
                  <a:lnTo>
                    <a:pt x="34279" y="56967"/>
                  </a:lnTo>
                  <a:lnTo>
                    <a:pt x="30740" y="61140"/>
                  </a:lnTo>
                  <a:lnTo>
                    <a:pt x="27340" y="65426"/>
                  </a:lnTo>
                  <a:lnTo>
                    <a:pt x="24081" y="69821"/>
                  </a:lnTo>
                  <a:lnTo>
                    <a:pt x="20968" y="74321"/>
                  </a:lnTo>
                  <a:lnTo>
                    <a:pt x="18004" y="78920"/>
                  </a:lnTo>
                  <a:lnTo>
                    <a:pt x="15192" y="83614"/>
                  </a:lnTo>
                  <a:lnTo>
                    <a:pt x="12536" y="88397"/>
                  </a:lnTo>
                  <a:lnTo>
                    <a:pt x="10037" y="93264"/>
                  </a:lnTo>
                  <a:lnTo>
                    <a:pt x="7699" y="98211"/>
                  </a:lnTo>
                  <a:lnTo>
                    <a:pt x="5524" y="103231"/>
                  </a:lnTo>
                  <a:lnTo>
                    <a:pt x="3514" y="108320"/>
                  </a:lnTo>
                  <a:lnTo>
                    <a:pt x="1672" y="113472"/>
                  </a:lnTo>
                  <a:lnTo>
                    <a:pt x="0" y="118682"/>
                  </a:lnTo>
                  <a:lnTo>
                    <a:pt x="15998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51849" y="3707903"/>
              <a:ext cx="334329" cy="334142"/>
            </a:xfrm>
            <a:custGeom>
              <a:avLst/>
              <a:pathLst>
                <a:path w="334329" h="334142">
                  <a:moveTo>
                    <a:pt x="7180" y="118499"/>
                  </a:moveTo>
                  <a:lnTo>
                    <a:pt x="5719" y="123609"/>
                  </a:lnTo>
                  <a:lnTo>
                    <a:pt x="4422" y="128763"/>
                  </a:lnTo>
                  <a:lnTo>
                    <a:pt x="3289" y="133955"/>
                  </a:lnTo>
                  <a:lnTo>
                    <a:pt x="2322" y="139181"/>
                  </a:lnTo>
                  <a:lnTo>
                    <a:pt x="1522" y="144435"/>
                  </a:lnTo>
                  <a:lnTo>
                    <a:pt x="889" y="149712"/>
                  </a:lnTo>
                  <a:lnTo>
                    <a:pt x="424" y="155007"/>
                  </a:lnTo>
                  <a:lnTo>
                    <a:pt x="127" y="160313"/>
                  </a:lnTo>
                  <a:lnTo>
                    <a:pt x="0" y="165626"/>
                  </a:lnTo>
                  <a:lnTo>
                    <a:pt x="41" y="170941"/>
                  </a:lnTo>
                  <a:lnTo>
                    <a:pt x="251" y="176251"/>
                  </a:lnTo>
                  <a:lnTo>
                    <a:pt x="630" y="181553"/>
                  </a:lnTo>
                  <a:lnTo>
                    <a:pt x="1177" y="186839"/>
                  </a:lnTo>
                  <a:lnTo>
                    <a:pt x="1892" y="192105"/>
                  </a:lnTo>
                  <a:lnTo>
                    <a:pt x="2774" y="197346"/>
                  </a:lnTo>
                  <a:lnTo>
                    <a:pt x="3823" y="202557"/>
                  </a:lnTo>
                  <a:lnTo>
                    <a:pt x="5036" y="207731"/>
                  </a:lnTo>
                  <a:lnTo>
                    <a:pt x="6413" y="212864"/>
                  </a:lnTo>
                  <a:lnTo>
                    <a:pt x="7953" y="217951"/>
                  </a:lnTo>
                  <a:lnTo>
                    <a:pt x="9654" y="222986"/>
                  </a:lnTo>
                  <a:lnTo>
                    <a:pt x="11514" y="227965"/>
                  </a:lnTo>
                  <a:lnTo>
                    <a:pt x="13531" y="232882"/>
                  </a:lnTo>
                  <a:lnTo>
                    <a:pt x="15703" y="237733"/>
                  </a:lnTo>
                  <a:lnTo>
                    <a:pt x="18029" y="242511"/>
                  </a:lnTo>
                  <a:lnTo>
                    <a:pt x="20505" y="247214"/>
                  </a:lnTo>
                  <a:lnTo>
                    <a:pt x="23130" y="251835"/>
                  </a:lnTo>
                  <a:lnTo>
                    <a:pt x="25900" y="256371"/>
                  </a:lnTo>
                  <a:lnTo>
                    <a:pt x="28813" y="260817"/>
                  </a:lnTo>
                  <a:lnTo>
                    <a:pt x="31865" y="265167"/>
                  </a:lnTo>
                  <a:lnTo>
                    <a:pt x="35055" y="269418"/>
                  </a:lnTo>
                  <a:lnTo>
                    <a:pt x="38378" y="273566"/>
                  </a:lnTo>
                  <a:lnTo>
                    <a:pt x="41831" y="277606"/>
                  </a:lnTo>
                  <a:lnTo>
                    <a:pt x="45411" y="281534"/>
                  </a:lnTo>
                  <a:lnTo>
                    <a:pt x="49114" y="285347"/>
                  </a:lnTo>
                  <a:lnTo>
                    <a:pt x="52936" y="289039"/>
                  </a:lnTo>
                  <a:lnTo>
                    <a:pt x="56874" y="292609"/>
                  </a:lnTo>
                  <a:lnTo>
                    <a:pt x="60923" y="296051"/>
                  </a:lnTo>
                  <a:lnTo>
                    <a:pt x="65080" y="299363"/>
                  </a:lnTo>
                  <a:lnTo>
                    <a:pt x="69339" y="302541"/>
                  </a:lnTo>
                  <a:lnTo>
                    <a:pt x="73698" y="305583"/>
                  </a:lnTo>
                  <a:lnTo>
                    <a:pt x="78151" y="308484"/>
                  </a:lnTo>
                  <a:lnTo>
                    <a:pt x="82694" y="311242"/>
                  </a:lnTo>
                  <a:lnTo>
                    <a:pt x="87323" y="313854"/>
                  </a:lnTo>
                  <a:lnTo>
                    <a:pt x="92032" y="316318"/>
                  </a:lnTo>
                  <a:lnTo>
                    <a:pt x="96817" y="318630"/>
                  </a:lnTo>
                  <a:lnTo>
                    <a:pt x="101673" y="320790"/>
                  </a:lnTo>
                  <a:lnTo>
                    <a:pt x="106595" y="322794"/>
                  </a:lnTo>
                  <a:lnTo>
                    <a:pt x="111579" y="324641"/>
                  </a:lnTo>
                  <a:lnTo>
                    <a:pt x="116619" y="326328"/>
                  </a:lnTo>
                  <a:lnTo>
                    <a:pt x="121710" y="327854"/>
                  </a:lnTo>
                  <a:lnTo>
                    <a:pt x="126847" y="329217"/>
                  </a:lnTo>
                  <a:lnTo>
                    <a:pt x="132024" y="330417"/>
                  </a:lnTo>
                  <a:lnTo>
                    <a:pt x="137237" y="331451"/>
                  </a:lnTo>
                  <a:lnTo>
                    <a:pt x="142481" y="332320"/>
                  </a:lnTo>
                  <a:lnTo>
                    <a:pt x="147749" y="333021"/>
                  </a:lnTo>
                  <a:lnTo>
                    <a:pt x="153037" y="333554"/>
                  </a:lnTo>
                  <a:lnTo>
                    <a:pt x="158339" y="333919"/>
                  </a:lnTo>
                  <a:lnTo>
                    <a:pt x="163650" y="334115"/>
                  </a:lnTo>
                  <a:lnTo>
                    <a:pt x="168965" y="334142"/>
                  </a:lnTo>
                  <a:lnTo>
                    <a:pt x="174277" y="334000"/>
                  </a:lnTo>
                  <a:lnTo>
                    <a:pt x="179583" y="333689"/>
                  </a:lnTo>
                  <a:lnTo>
                    <a:pt x="184876" y="333210"/>
                  </a:lnTo>
                  <a:lnTo>
                    <a:pt x="190151" y="332563"/>
                  </a:lnTo>
                  <a:lnTo>
                    <a:pt x="195403" y="331749"/>
                  </a:lnTo>
                  <a:lnTo>
                    <a:pt x="200627" y="330768"/>
                  </a:lnTo>
                  <a:lnTo>
                    <a:pt x="205816" y="329621"/>
                  </a:lnTo>
                  <a:lnTo>
                    <a:pt x="210967" y="328310"/>
                  </a:lnTo>
                  <a:lnTo>
                    <a:pt x="216073" y="326836"/>
                  </a:lnTo>
                  <a:lnTo>
                    <a:pt x="221130" y="325200"/>
                  </a:lnTo>
                  <a:lnTo>
                    <a:pt x="226132" y="323405"/>
                  </a:lnTo>
                  <a:lnTo>
                    <a:pt x="231075" y="321451"/>
                  </a:lnTo>
                  <a:lnTo>
                    <a:pt x="235953" y="319341"/>
                  </a:lnTo>
                  <a:lnTo>
                    <a:pt x="240761" y="317078"/>
                  </a:lnTo>
                  <a:lnTo>
                    <a:pt x="245495" y="314662"/>
                  </a:lnTo>
                  <a:lnTo>
                    <a:pt x="250150" y="312097"/>
                  </a:lnTo>
                  <a:lnTo>
                    <a:pt x="254721" y="309386"/>
                  </a:lnTo>
                  <a:lnTo>
                    <a:pt x="259204" y="306530"/>
                  </a:lnTo>
                  <a:lnTo>
                    <a:pt x="263593" y="303534"/>
                  </a:lnTo>
                  <a:lnTo>
                    <a:pt x="267885" y="300400"/>
                  </a:lnTo>
                  <a:lnTo>
                    <a:pt x="272075" y="297130"/>
                  </a:lnTo>
                  <a:lnTo>
                    <a:pt x="276159" y="293729"/>
                  </a:lnTo>
                  <a:lnTo>
                    <a:pt x="280133" y="290200"/>
                  </a:lnTo>
                  <a:lnTo>
                    <a:pt x="283993" y="286547"/>
                  </a:lnTo>
                  <a:lnTo>
                    <a:pt x="287735" y="282773"/>
                  </a:lnTo>
                  <a:lnTo>
                    <a:pt x="291355" y="278881"/>
                  </a:lnTo>
                  <a:lnTo>
                    <a:pt x="294849" y="274877"/>
                  </a:lnTo>
                  <a:lnTo>
                    <a:pt x="298214" y="270763"/>
                  </a:lnTo>
                  <a:lnTo>
                    <a:pt x="301447" y="266545"/>
                  </a:lnTo>
                  <a:lnTo>
                    <a:pt x="304544" y="262226"/>
                  </a:lnTo>
                  <a:lnTo>
                    <a:pt x="307502" y="257810"/>
                  </a:lnTo>
                  <a:lnTo>
                    <a:pt x="310319" y="253303"/>
                  </a:lnTo>
                  <a:lnTo>
                    <a:pt x="312990" y="248709"/>
                  </a:lnTo>
                  <a:lnTo>
                    <a:pt x="315514" y="244032"/>
                  </a:lnTo>
                  <a:lnTo>
                    <a:pt x="317889" y="239277"/>
                  </a:lnTo>
                  <a:lnTo>
                    <a:pt x="320111" y="234449"/>
                  </a:lnTo>
                  <a:lnTo>
                    <a:pt x="322178" y="229553"/>
                  </a:lnTo>
                  <a:lnTo>
                    <a:pt x="324089" y="224593"/>
                  </a:lnTo>
                  <a:lnTo>
                    <a:pt x="325841" y="219576"/>
                  </a:lnTo>
                  <a:lnTo>
                    <a:pt x="327432" y="214505"/>
                  </a:lnTo>
                  <a:lnTo>
                    <a:pt x="328862" y="209386"/>
                  </a:lnTo>
                  <a:lnTo>
                    <a:pt x="330128" y="204224"/>
                  </a:lnTo>
                  <a:lnTo>
                    <a:pt x="331230" y="199025"/>
                  </a:lnTo>
                  <a:lnTo>
                    <a:pt x="332165" y="193793"/>
                  </a:lnTo>
                  <a:lnTo>
                    <a:pt x="332934" y="188534"/>
                  </a:lnTo>
                  <a:lnTo>
                    <a:pt x="333535" y="183254"/>
                  </a:lnTo>
                  <a:lnTo>
                    <a:pt x="333968" y="177957"/>
                  </a:lnTo>
                  <a:lnTo>
                    <a:pt x="334233" y="172649"/>
                  </a:lnTo>
                  <a:lnTo>
                    <a:pt x="334329" y="167335"/>
                  </a:lnTo>
                  <a:lnTo>
                    <a:pt x="334255" y="162021"/>
                  </a:lnTo>
                  <a:lnTo>
                    <a:pt x="334013" y="156711"/>
                  </a:lnTo>
                  <a:lnTo>
                    <a:pt x="333602" y="151413"/>
                  </a:lnTo>
                  <a:lnTo>
                    <a:pt x="333023" y="146129"/>
                  </a:lnTo>
                  <a:lnTo>
                    <a:pt x="332276" y="140867"/>
                  </a:lnTo>
                  <a:lnTo>
                    <a:pt x="331363" y="135632"/>
                  </a:lnTo>
                  <a:lnTo>
                    <a:pt x="330283" y="130428"/>
                  </a:lnTo>
                  <a:lnTo>
                    <a:pt x="329038" y="125261"/>
                  </a:lnTo>
                  <a:lnTo>
                    <a:pt x="327630" y="120136"/>
                  </a:lnTo>
                  <a:lnTo>
                    <a:pt x="326060" y="115059"/>
                  </a:lnTo>
                  <a:lnTo>
                    <a:pt x="324329" y="110034"/>
                  </a:lnTo>
                  <a:lnTo>
                    <a:pt x="322439" y="105067"/>
                  </a:lnTo>
                  <a:lnTo>
                    <a:pt x="320392" y="100162"/>
                  </a:lnTo>
                  <a:lnTo>
                    <a:pt x="318191" y="95324"/>
                  </a:lnTo>
                  <a:lnTo>
                    <a:pt x="315836" y="90560"/>
                  </a:lnTo>
                  <a:lnTo>
                    <a:pt x="313332" y="85872"/>
                  </a:lnTo>
                  <a:lnTo>
                    <a:pt x="310680" y="81266"/>
                  </a:lnTo>
                  <a:lnTo>
                    <a:pt x="307882" y="76748"/>
                  </a:lnTo>
                  <a:lnTo>
                    <a:pt x="304943" y="72320"/>
                  </a:lnTo>
                  <a:lnTo>
                    <a:pt x="301864" y="67988"/>
                  </a:lnTo>
                  <a:lnTo>
                    <a:pt x="298649" y="63756"/>
                  </a:lnTo>
                  <a:lnTo>
                    <a:pt x="295301" y="59628"/>
                  </a:lnTo>
                  <a:lnTo>
                    <a:pt x="291823" y="55609"/>
                  </a:lnTo>
                  <a:lnTo>
                    <a:pt x="288220" y="51702"/>
                  </a:lnTo>
                  <a:lnTo>
                    <a:pt x="284494" y="47912"/>
                  </a:lnTo>
                  <a:lnTo>
                    <a:pt x="280649" y="44243"/>
                  </a:lnTo>
                  <a:lnTo>
                    <a:pt x="276690" y="40697"/>
                  </a:lnTo>
                  <a:lnTo>
                    <a:pt x="272620" y="37279"/>
                  </a:lnTo>
                  <a:lnTo>
                    <a:pt x="268444" y="33992"/>
                  </a:lnTo>
                  <a:lnTo>
                    <a:pt x="264165" y="30840"/>
                  </a:lnTo>
                  <a:lnTo>
                    <a:pt x="259788" y="27825"/>
                  </a:lnTo>
                  <a:lnTo>
                    <a:pt x="255318" y="24951"/>
                  </a:lnTo>
                  <a:lnTo>
                    <a:pt x="250758" y="22220"/>
                  </a:lnTo>
                  <a:lnTo>
                    <a:pt x="246114" y="19636"/>
                  </a:lnTo>
                  <a:lnTo>
                    <a:pt x="241390" y="17201"/>
                  </a:lnTo>
                  <a:lnTo>
                    <a:pt x="236591" y="14917"/>
                  </a:lnTo>
                  <a:lnTo>
                    <a:pt x="231722" y="12787"/>
                  </a:lnTo>
                  <a:lnTo>
                    <a:pt x="226788" y="10812"/>
                  </a:lnTo>
                  <a:lnTo>
                    <a:pt x="221793" y="8996"/>
                  </a:lnTo>
                  <a:lnTo>
                    <a:pt x="216743" y="7339"/>
                  </a:lnTo>
                  <a:lnTo>
                    <a:pt x="211643" y="5843"/>
                  </a:lnTo>
                  <a:lnTo>
                    <a:pt x="206498" y="4511"/>
                  </a:lnTo>
                  <a:lnTo>
                    <a:pt x="201313" y="3342"/>
                  </a:lnTo>
                  <a:lnTo>
                    <a:pt x="196094" y="2339"/>
                  </a:lnTo>
                  <a:lnTo>
                    <a:pt x="190846" y="1503"/>
                  </a:lnTo>
                  <a:lnTo>
                    <a:pt x="185573" y="834"/>
                  </a:lnTo>
                  <a:lnTo>
                    <a:pt x="180282" y="332"/>
                  </a:lnTo>
                  <a:lnTo>
                    <a:pt x="174978" y="0"/>
                  </a:lnTo>
                  <a:lnTo>
                    <a:pt x="167161" y="1669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7816" cy="167167"/>
            </a:xfrm>
            <a:custGeom>
              <a:avLst/>
              <a:pathLst>
                <a:path w="7816" h="167167">
                  <a:moveTo>
                    <a:pt x="7816" y="18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tx76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2025-06-06T02:05:42Z</dcterms:modified>
  <cp:category/>
</cp:coreProperties>
</file>