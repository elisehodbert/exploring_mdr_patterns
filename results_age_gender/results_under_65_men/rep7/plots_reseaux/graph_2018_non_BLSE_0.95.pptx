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8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1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0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2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64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36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5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4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7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5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10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3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3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7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0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5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9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8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97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55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598" y="3170392"/>
              <a:ext cx="1180" cy="167167"/>
            </a:xfrm>
            <a:custGeom>
              <a:avLst/>
              <a:pathLst>
                <a:path w="1180" h="167167">
                  <a:moveTo>
                    <a:pt x="1180" y="0"/>
                  </a:moveTo>
                  <a:lnTo>
                    <a:pt x="0" y="4"/>
                  </a:lnTo>
                  <a:lnTo>
                    <a:pt x="11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29" y="3170396"/>
              <a:ext cx="334314" cy="334328"/>
            </a:xfrm>
            <a:custGeom>
              <a:avLst/>
              <a:pathLst>
                <a:path w="334314" h="334328">
                  <a:moveTo>
                    <a:pt x="165968" y="0"/>
                  </a:moveTo>
                  <a:lnTo>
                    <a:pt x="160685" y="120"/>
                  </a:lnTo>
                  <a:lnTo>
                    <a:pt x="155409" y="408"/>
                  </a:lnTo>
                  <a:lnTo>
                    <a:pt x="150144" y="862"/>
                  </a:lnTo>
                  <a:lnTo>
                    <a:pt x="144897" y="1483"/>
                  </a:lnTo>
                  <a:lnTo>
                    <a:pt x="139671" y="2269"/>
                  </a:lnTo>
                  <a:lnTo>
                    <a:pt x="134473" y="3220"/>
                  </a:lnTo>
                  <a:lnTo>
                    <a:pt x="129308" y="4335"/>
                  </a:lnTo>
                  <a:lnTo>
                    <a:pt x="124180" y="5612"/>
                  </a:lnTo>
                  <a:lnTo>
                    <a:pt x="119095" y="7051"/>
                  </a:lnTo>
                  <a:lnTo>
                    <a:pt x="114059" y="8650"/>
                  </a:lnTo>
                  <a:lnTo>
                    <a:pt x="109075" y="10407"/>
                  </a:lnTo>
                  <a:lnTo>
                    <a:pt x="104149" y="12321"/>
                  </a:lnTo>
                  <a:lnTo>
                    <a:pt x="99287" y="14389"/>
                  </a:lnTo>
                  <a:lnTo>
                    <a:pt x="94492" y="16611"/>
                  </a:lnTo>
                  <a:lnTo>
                    <a:pt x="89770" y="18982"/>
                  </a:lnTo>
                  <a:lnTo>
                    <a:pt x="85125" y="21502"/>
                  </a:lnTo>
                  <a:lnTo>
                    <a:pt x="80562" y="24167"/>
                  </a:lnTo>
                  <a:lnTo>
                    <a:pt x="76086" y="26976"/>
                  </a:lnTo>
                  <a:lnTo>
                    <a:pt x="71700" y="29924"/>
                  </a:lnTo>
                  <a:lnTo>
                    <a:pt x="67410" y="33009"/>
                  </a:lnTo>
                  <a:lnTo>
                    <a:pt x="63220" y="36229"/>
                  </a:lnTo>
                  <a:lnTo>
                    <a:pt x="59133" y="39579"/>
                  </a:lnTo>
                  <a:lnTo>
                    <a:pt x="55155" y="43057"/>
                  </a:lnTo>
                  <a:lnTo>
                    <a:pt x="51288" y="46659"/>
                  </a:lnTo>
                  <a:lnTo>
                    <a:pt x="47537" y="50381"/>
                  </a:lnTo>
                  <a:lnTo>
                    <a:pt x="43906" y="54220"/>
                  </a:lnTo>
                  <a:lnTo>
                    <a:pt x="40398" y="58171"/>
                  </a:lnTo>
                  <a:lnTo>
                    <a:pt x="37016" y="62232"/>
                  </a:lnTo>
                  <a:lnTo>
                    <a:pt x="33765" y="66398"/>
                  </a:lnTo>
                  <a:lnTo>
                    <a:pt x="30646" y="70664"/>
                  </a:lnTo>
                  <a:lnTo>
                    <a:pt x="27665" y="75026"/>
                  </a:lnTo>
                  <a:lnTo>
                    <a:pt x="24822" y="79481"/>
                  </a:lnTo>
                  <a:lnTo>
                    <a:pt x="22122" y="84023"/>
                  </a:lnTo>
                  <a:lnTo>
                    <a:pt x="19567" y="88649"/>
                  </a:lnTo>
                  <a:lnTo>
                    <a:pt x="17159" y="93353"/>
                  </a:lnTo>
                  <a:lnTo>
                    <a:pt x="14901" y="98130"/>
                  </a:lnTo>
                  <a:lnTo>
                    <a:pt x="12795" y="102977"/>
                  </a:lnTo>
                  <a:lnTo>
                    <a:pt x="10843" y="107888"/>
                  </a:lnTo>
                  <a:lnTo>
                    <a:pt x="9048" y="112858"/>
                  </a:lnTo>
                  <a:lnTo>
                    <a:pt x="7410" y="117882"/>
                  </a:lnTo>
                  <a:lnTo>
                    <a:pt x="5933" y="122955"/>
                  </a:lnTo>
                  <a:lnTo>
                    <a:pt x="4616" y="128073"/>
                  </a:lnTo>
                  <a:lnTo>
                    <a:pt x="3462" y="133230"/>
                  </a:lnTo>
                  <a:lnTo>
                    <a:pt x="2471" y="138420"/>
                  </a:lnTo>
                  <a:lnTo>
                    <a:pt x="1645" y="143640"/>
                  </a:lnTo>
                  <a:lnTo>
                    <a:pt x="984" y="148882"/>
                  </a:lnTo>
                  <a:lnTo>
                    <a:pt x="489" y="154143"/>
                  </a:lnTo>
                  <a:lnTo>
                    <a:pt x="161" y="159418"/>
                  </a:lnTo>
                  <a:lnTo>
                    <a:pt x="0" y="164699"/>
                  </a:lnTo>
                  <a:lnTo>
                    <a:pt x="5" y="169984"/>
                  </a:lnTo>
                  <a:lnTo>
                    <a:pt x="178" y="175265"/>
                  </a:lnTo>
                  <a:lnTo>
                    <a:pt x="517" y="180539"/>
                  </a:lnTo>
                  <a:lnTo>
                    <a:pt x="1023" y="185799"/>
                  </a:lnTo>
                  <a:lnTo>
                    <a:pt x="1695" y="191040"/>
                  </a:lnTo>
                  <a:lnTo>
                    <a:pt x="2533" y="196258"/>
                  </a:lnTo>
                  <a:lnTo>
                    <a:pt x="3535" y="201446"/>
                  </a:lnTo>
                  <a:lnTo>
                    <a:pt x="4700" y="206600"/>
                  </a:lnTo>
                  <a:lnTo>
                    <a:pt x="6028" y="211715"/>
                  </a:lnTo>
                  <a:lnTo>
                    <a:pt x="7516" y="216785"/>
                  </a:lnTo>
                  <a:lnTo>
                    <a:pt x="9164" y="221806"/>
                  </a:lnTo>
                  <a:lnTo>
                    <a:pt x="10970" y="226772"/>
                  </a:lnTo>
                  <a:lnTo>
                    <a:pt x="12933" y="231679"/>
                  </a:lnTo>
                  <a:lnTo>
                    <a:pt x="15049" y="236521"/>
                  </a:lnTo>
                  <a:lnTo>
                    <a:pt x="17317" y="241294"/>
                  </a:lnTo>
                  <a:lnTo>
                    <a:pt x="19735" y="245992"/>
                  </a:lnTo>
                  <a:lnTo>
                    <a:pt x="22300" y="250612"/>
                  </a:lnTo>
                  <a:lnTo>
                    <a:pt x="25010" y="255149"/>
                  </a:lnTo>
                  <a:lnTo>
                    <a:pt x="27862" y="259597"/>
                  </a:lnTo>
                  <a:lnTo>
                    <a:pt x="30853" y="263954"/>
                  </a:lnTo>
                  <a:lnTo>
                    <a:pt x="33981" y="268213"/>
                  </a:lnTo>
                  <a:lnTo>
                    <a:pt x="37241" y="272372"/>
                  </a:lnTo>
                  <a:lnTo>
                    <a:pt x="40631" y="276425"/>
                  </a:lnTo>
                  <a:lnTo>
                    <a:pt x="44148" y="280369"/>
                  </a:lnTo>
                  <a:lnTo>
                    <a:pt x="47787" y="284200"/>
                  </a:lnTo>
                  <a:lnTo>
                    <a:pt x="51546" y="287915"/>
                  </a:lnTo>
                  <a:lnTo>
                    <a:pt x="55421" y="291508"/>
                  </a:lnTo>
                  <a:lnTo>
                    <a:pt x="59407" y="294977"/>
                  </a:lnTo>
                  <a:lnTo>
                    <a:pt x="63500" y="298319"/>
                  </a:lnTo>
                  <a:lnTo>
                    <a:pt x="67698" y="301529"/>
                  </a:lnTo>
                  <a:lnTo>
                    <a:pt x="71994" y="304606"/>
                  </a:lnTo>
                  <a:lnTo>
                    <a:pt x="76386" y="307545"/>
                  </a:lnTo>
                  <a:lnTo>
                    <a:pt x="80868" y="310343"/>
                  </a:lnTo>
                  <a:lnTo>
                    <a:pt x="85437" y="312999"/>
                  </a:lnTo>
                  <a:lnTo>
                    <a:pt x="90087" y="315508"/>
                  </a:lnTo>
                  <a:lnTo>
                    <a:pt x="94814" y="317870"/>
                  </a:lnTo>
                  <a:lnTo>
                    <a:pt x="99614" y="320081"/>
                  </a:lnTo>
                  <a:lnTo>
                    <a:pt x="104481" y="322139"/>
                  </a:lnTo>
                  <a:lnTo>
                    <a:pt x="109411" y="324043"/>
                  </a:lnTo>
                  <a:lnTo>
                    <a:pt x="114398" y="325789"/>
                  </a:lnTo>
                  <a:lnTo>
                    <a:pt x="119438" y="327377"/>
                  </a:lnTo>
                  <a:lnTo>
                    <a:pt x="124526" y="328805"/>
                  </a:lnTo>
                  <a:lnTo>
                    <a:pt x="129656" y="330071"/>
                  </a:lnTo>
                  <a:lnTo>
                    <a:pt x="134824" y="331175"/>
                  </a:lnTo>
                  <a:lnTo>
                    <a:pt x="140024" y="332115"/>
                  </a:lnTo>
                  <a:lnTo>
                    <a:pt x="145251" y="332890"/>
                  </a:lnTo>
                  <a:lnTo>
                    <a:pt x="150500" y="333499"/>
                  </a:lnTo>
                  <a:lnTo>
                    <a:pt x="155766" y="333942"/>
                  </a:lnTo>
                  <a:lnTo>
                    <a:pt x="161043" y="334219"/>
                  </a:lnTo>
                  <a:lnTo>
                    <a:pt x="166326" y="334328"/>
                  </a:lnTo>
                  <a:lnTo>
                    <a:pt x="171610" y="334271"/>
                  </a:lnTo>
                  <a:lnTo>
                    <a:pt x="176890" y="334046"/>
                  </a:lnTo>
                  <a:lnTo>
                    <a:pt x="182159" y="333655"/>
                  </a:lnTo>
                  <a:lnTo>
                    <a:pt x="187414" y="333097"/>
                  </a:lnTo>
                  <a:lnTo>
                    <a:pt x="192649" y="332374"/>
                  </a:lnTo>
                  <a:lnTo>
                    <a:pt x="197858" y="331485"/>
                  </a:lnTo>
                  <a:lnTo>
                    <a:pt x="203036" y="330433"/>
                  </a:lnTo>
                  <a:lnTo>
                    <a:pt x="208179" y="329217"/>
                  </a:lnTo>
                  <a:lnTo>
                    <a:pt x="213280" y="327839"/>
                  </a:lnTo>
                  <a:lnTo>
                    <a:pt x="218336" y="326301"/>
                  </a:lnTo>
                  <a:lnTo>
                    <a:pt x="223340" y="324603"/>
                  </a:lnTo>
                  <a:lnTo>
                    <a:pt x="228288" y="322749"/>
                  </a:lnTo>
                  <a:lnTo>
                    <a:pt x="233175" y="320738"/>
                  </a:lnTo>
                  <a:lnTo>
                    <a:pt x="237996" y="318575"/>
                  </a:lnTo>
                  <a:lnTo>
                    <a:pt x="242747" y="316260"/>
                  </a:lnTo>
                  <a:lnTo>
                    <a:pt x="247421" y="313796"/>
                  </a:lnTo>
                  <a:lnTo>
                    <a:pt x="252016" y="311185"/>
                  </a:lnTo>
                  <a:lnTo>
                    <a:pt x="256526" y="308431"/>
                  </a:lnTo>
                  <a:lnTo>
                    <a:pt x="260946" y="305536"/>
                  </a:lnTo>
                  <a:lnTo>
                    <a:pt x="265273" y="302502"/>
                  </a:lnTo>
                  <a:lnTo>
                    <a:pt x="269501" y="299333"/>
                  </a:lnTo>
                  <a:lnTo>
                    <a:pt x="273628" y="296032"/>
                  </a:lnTo>
                  <a:lnTo>
                    <a:pt x="277648" y="292602"/>
                  </a:lnTo>
                  <a:lnTo>
                    <a:pt x="281557" y="289047"/>
                  </a:lnTo>
                  <a:lnTo>
                    <a:pt x="285352" y="285370"/>
                  </a:lnTo>
                  <a:lnTo>
                    <a:pt x="289029" y="281575"/>
                  </a:lnTo>
                  <a:lnTo>
                    <a:pt x="292585" y="277665"/>
                  </a:lnTo>
                  <a:lnTo>
                    <a:pt x="296015" y="273645"/>
                  </a:lnTo>
                  <a:lnTo>
                    <a:pt x="299316" y="269519"/>
                  </a:lnTo>
                  <a:lnTo>
                    <a:pt x="302485" y="265290"/>
                  </a:lnTo>
                  <a:lnTo>
                    <a:pt x="305519" y="260964"/>
                  </a:lnTo>
                  <a:lnTo>
                    <a:pt x="308415" y="256544"/>
                  </a:lnTo>
                  <a:lnTo>
                    <a:pt x="311169" y="252034"/>
                  </a:lnTo>
                  <a:lnTo>
                    <a:pt x="313780" y="247439"/>
                  </a:lnTo>
                  <a:lnTo>
                    <a:pt x="316244" y="242765"/>
                  </a:lnTo>
                  <a:lnTo>
                    <a:pt x="318559" y="238015"/>
                  </a:lnTo>
                  <a:lnTo>
                    <a:pt x="320723" y="233194"/>
                  </a:lnTo>
                  <a:lnTo>
                    <a:pt x="322733" y="228307"/>
                  </a:lnTo>
                  <a:lnTo>
                    <a:pt x="324588" y="223358"/>
                  </a:lnTo>
                  <a:lnTo>
                    <a:pt x="326285" y="218354"/>
                  </a:lnTo>
                  <a:lnTo>
                    <a:pt x="327824" y="213299"/>
                  </a:lnTo>
                  <a:lnTo>
                    <a:pt x="329202" y="208197"/>
                  </a:lnTo>
                  <a:lnTo>
                    <a:pt x="330418" y="203055"/>
                  </a:lnTo>
                  <a:lnTo>
                    <a:pt x="331470" y="197877"/>
                  </a:lnTo>
                  <a:lnTo>
                    <a:pt x="332359" y="192667"/>
                  </a:lnTo>
                  <a:lnTo>
                    <a:pt x="333083" y="187433"/>
                  </a:lnTo>
                  <a:lnTo>
                    <a:pt x="333641" y="182178"/>
                  </a:lnTo>
                  <a:lnTo>
                    <a:pt x="334032" y="176908"/>
                  </a:lnTo>
                  <a:lnTo>
                    <a:pt x="334257" y="171629"/>
                  </a:lnTo>
                  <a:lnTo>
                    <a:pt x="334314" y="166345"/>
                  </a:lnTo>
                  <a:lnTo>
                    <a:pt x="334205" y="161062"/>
                  </a:lnTo>
                  <a:lnTo>
                    <a:pt x="333929" y="155785"/>
                  </a:lnTo>
                  <a:lnTo>
                    <a:pt x="333486" y="150519"/>
                  </a:lnTo>
                  <a:lnTo>
                    <a:pt x="332876" y="145270"/>
                  </a:lnTo>
                  <a:lnTo>
                    <a:pt x="332102" y="140043"/>
                  </a:lnTo>
                  <a:lnTo>
                    <a:pt x="331162" y="134842"/>
                  </a:lnTo>
                  <a:lnTo>
                    <a:pt x="330059" y="129675"/>
                  </a:lnTo>
                  <a:lnTo>
                    <a:pt x="328792" y="124544"/>
                  </a:lnTo>
                  <a:lnTo>
                    <a:pt x="327364" y="119456"/>
                  </a:lnTo>
                  <a:lnTo>
                    <a:pt x="325777" y="114416"/>
                  </a:lnTo>
                  <a:lnTo>
                    <a:pt x="324030" y="109429"/>
                  </a:lnTo>
                  <a:lnTo>
                    <a:pt x="322127" y="104499"/>
                  </a:lnTo>
                  <a:lnTo>
                    <a:pt x="320069" y="99632"/>
                  </a:lnTo>
                  <a:lnTo>
                    <a:pt x="317858" y="94833"/>
                  </a:lnTo>
                  <a:lnTo>
                    <a:pt x="315497" y="90105"/>
                  </a:lnTo>
                  <a:lnTo>
                    <a:pt x="312987" y="85455"/>
                  </a:lnTo>
                  <a:lnTo>
                    <a:pt x="310332" y="80886"/>
                  </a:lnTo>
                  <a:lnTo>
                    <a:pt x="307533" y="76404"/>
                  </a:lnTo>
                  <a:lnTo>
                    <a:pt x="304594" y="72012"/>
                  </a:lnTo>
                  <a:lnTo>
                    <a:pt x="301518" y="67715"/>
                  </a:lnTo>
                  <a:lnTo>
                    <a:pt x="298308" y="63518"/>
                  </a:lnTo>
                  <a:lnTo>
                    <a:pt x="294966" y="59424"/>
                  </a:lnTo>
                  <a:lnTo>
                    <a:pt x="291497" y="55438"/>
                  </a:lnTo>
                  <a:lnTo>
                    <a:pt x="287904" y="51564"/>
                  </a:lnTo>
                  <a:lnTo>
                    <a:pt x="284190" y="47805"/>
                  </a:lnTo>
                  <a:lnTo>
                    <a:pt x="280359" y="44165"/>
                  </a:lnTo>
                  <a:lnTo>
                    <a:pt x="276415" y="40648"/>
                  </a:lnTo>
                  <a:lnTo>
                    <a:pt x="272361" y="37258"/>
                  </a:lnTo>
                  <a:lnTo>
                    <a:pt x="268203" y="33997"/>
                  </a:lnTo>
                  <a:lnTo>
                    <a:pt x="263943" y="30870"/>
                  </a:lnTo>
                  <a:lnTo>
                    <a:pt x="259587" y="27879"/>
                  </a:lnTo>
                  <a:lnTo>
                    <a:pt x="255139" y="25027"/>
                  </a:lnTo>
                  <a:lnTo>
                    <a:pt x="250602" y="22316"/>
                  </a:lnTo>
                  <a:lnTo>
                    <a:pt x="245982" y="19751"/>
                  </a:lnTo>
                  <a:lnTo>
                    <a:pt x="241284" y="17333"/>
                  </a:lnTo>
                  <a:lnTo>
                    <a:pt x="236511" y="15065"/>
                  </a:lnTo>
                  <a:lnTo>
                    <a:pt x="231669" y="12948"/>
                  </a:lnTo>
                  <a:lnTo>
                    <a:pt x="226763" y="10986"/>
                  </a:lnTo>
                  <a:lnTo>
                    <a:pt x="221797" y="9180"/>
                  </a:lnTo>
                  <a:lnTo>
                    <a:pt x="216776" y="7532"/>
                  </a:lnTo>
                  <a:lnTo>
                    <a:pt x="211706" y="6043"/>
                  </a:lnTo>
                  <a:lnTo>
                    <a:pt x="206591" y="4715"/>
                  </a:lnTo>
                  <a:lnTo>
                    <a:pt x="201437" y="3550"/>
                  </a:lnTo>
                  <a:lnTo>
                    <a:pt x="196248" y="2548"/>
                  </a:lnTo>
                  <a:lnTo>
                    <a:pt x="191031" y="1710"/>
                  </a:lnTo>
                  <a:lnTo>
                    <a:pt x="185789" y="1038"/>
                  </a:lnTo>
                  <a:lnTo>
                    <a:pt x="180529" y="532"/>
                  </a:lnTo>
                  <a:lnTo>
                    <a:pt x="167149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13380" cy="167167"/>
            </a:xfrm>
            <a:custGeom>
              <a:avLst/>
              <a:pathLst>
                <a:path w="13380" h="167167">
                  <a:moveTo>
                    <a:pt x="13380" y="53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3705" y="2633064"/>
              <a:ext cx="25306" cy="167167"/>
            </a:xfrm>
            <a:custGeom>
              <a:avLst/>
              <a:pathLst>
                <a:path w="25306" h="167167">
                  <a:moveTo>
                    <a:pt x="25306" y="0"/>
                  </a:moveTo>
                  <a:lnTo>
                    <a:pt x="16842" y="214"/>
                  </a:lnTo>
                  <a:lnTo>
                    <a:pt x="8399" y="857"/>
                  </a:lnTo>
                  <a:lnTo>
                    <a:pt x="0" y="1926"/>
                  </a:lnTo>
                  <a:lnTo>
                    <a:pt x="253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705" y="2634990"/>
              <a:ext cx="25306" cy="165240"/>
            </a:xfrm>
            <a:custGeom>
              <a:avLst/>
              <a:pathLst>
                <a:path w="25306" h="165240">
                  <a:moveTo>
                    <a:pt x="0" y="0"/>
                  </a:moveTo>
                  <a:lnTo>
                    <a:pt x="25306" y="165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52" y="2634990"/>
              <a:ext cx="334315" cy="332406"/>
            </a:xfrm>
            <a:custGeom>
              <a:avLst/>
              <a:pathLst>
                <a:path w="334315" h="332406">
                  <a:moveTo>
                    <a:pt x="141852" y="0"/>
                  </a:moveTo>
                  <a:lnTo>
                    <a:pt x="136619" y="886"/>
                  </a:lnTo>
                  <a:lnTo>
                    <a:pt x="131417" y="1938"/>
                  </a:lnTo>
                  <a:lnTo>
                    <a:pt x="126251" y="3155"/>
                  </a:lnTo>
                  <a:lnTo>
                    <a:pt x="121126" y="4536"/>
                  </a:lnTo>
                  <a:lnTo>
                    <a:pt x="116048" y="6078"/>
                  </a:lnTo>
                  <a:lnTo>
                    <a:pt x="111021" y="7781"/>
                  </a:lnTo>
                  <a:lnTo>
                    <a:pt x="106051" y="9642"/>
                  </a:lnTo>
                  <a:lnTo>
                    <a:pt x="101142" y="11661"/>
                  </a:lnTo>
                  <a:lnTo>
                    <a:pt x="96300" y="13834"/>
                  </a:lnTo>
                  <a:lnTo>
                    <a:pt x="91529" y="16160"/>
                  </a:lnTo>
                  <a:lnTo>
                    <a:pt x="86834" y="18636"/>
                  </a:lnTo>
                  <a:lnTo>
                    <a:pt x="82221" y="21259"/>
                  </a:lnTo>
                  <a:lnTo>
                    <a:pt x="77693" y="24028"/>
                  </a:lnTo>
                  <a:lnTo>
                    <a:pt x="73255" y="26940"/>
                  </a:lnTo>
                  <a:lnTo>
                    <a:pt x="68912" y="29990"/>
                  </a:lnTo>
                  <a:lnTo>
                    <a:pt x="64668" y="33177"/>
                  </a:lnTo>
                  <a:lnTo>
                    <a:pt x="60527" y="36498"/>
                  </a:lnTo>
                  <a:lnTo>
                    <a:pt x="56494" y="39948"/>
                  </a:lnTo>
                  <a:lnTo>
                    <a:pt x="52572" y="43524"/>
                  </a:lnTo>
                  <a:lnTo>
                    <a:pt x="48766" y="47223"/>
                  </a:lnTo>
                  <a:lnTo>
                    <a:pt x="45079" y="51041"/>
                  </a:lnTo>
                  <a:lnTo>
                    <a:pt x="41515" y="54974"/>
                  </a:lnTo>
                  <a:lnTo>
                    <a:pt x="38078" y="59018"/>
                  </a:lnTo>
                  <a:lnTo>
                    <a:pt x="34771" y="63169"/>
                  </a:lnTo>
                  <a:lnTo>
                    <a:pt x="31598" y="67423"/>
                  </a:lnTo>
                  <a:lnTo>
                    <a:pt x="28561" y="71776"/>
                  </a:lnTo>
                  <a:lnTo>
                    <a:pt x="25664" y="76223"/>
                  </a:lnTo>
                  <a:lnTo>
                    <a:pt x="22909" y="80760"/>
                  </a:lnTo>
                  <a:lnTo>
                    <a:pt x="20300" y="85381"/>
                  </a:lnTo>
                  <a:lnTo>
                    <a:pt x="17839" y="90084"/>
                  </a:lnTo>
                  <a:lnTo>
                    <a:pt x="15528" y="94862"/>
                  </a:lnTo>
                  <a:lnTo>
                    <a:pt x="13370" y="99711"/>
                  </a:lnTo>
                  <a:lnTo>
                    <a:pt x="11368" y="104626"/>
                  </a:lnTo>
                  <a:lnTo>
                    <a:pt x="9522" y="109602"/>
                  </a:lnTo>
                  <a:lnTo>
                    <a:pt x="7835" y="114635"/>
                  </a:lnTo>
                  <a:lnTo>
                    <a:pt x="6309" y="119718"/>
                  </a:lnTo>
                  <a:lnTo>
                    <a:pt x="4945" y="124847"/>
                  </a:lnTo>
                  <a:lnTo>
                    <a:pt x="3744" y="130017"/>
                  </a:lnTo>
                  <a:lnTo>
                    <a:pt x="2708" y="135222"/>
                  </a:lnTo>
                  <a:lnTo>
                    <a:pt x="1838" y="140458"/>
                  </a:lnTo>
                  <a:lnTo>
                    <a:pt x="1135" y="145719"/>
                  </a:lnTo>
                  <a:lnTo>
                    <a:pt x="599" y="150999"/>
                  </a:lnTo>
                  <a:lnTo>
                    <a:pt x="231" y="156294"/>
                  </a:lnTo>
                  <a:lnTo>
                    <a:pt x="31" y="161598"/>
                  </a:lnTo>
                  <a:lnTo>
                    <a:pt x="0" y="166905"/>
                  </a:lnTo>
                  <a:lnTo>
                    <a:pt x="137" y="172211"/>
                  </a:lnTo>
                  <a:lnTo>
                    <a:pt x="442" y="177509"/>
                  </a:lnTo>
                  <a:lnTo>
                    <a:pt x="916" y="182796"/>
                  </a:lnTo>
                  <a:lnTo>
                    <a:pt x="1557" y="188064"/>
                  </a:lnTo>
                  <a:lnTo>
                    <a:pt x="2365" y="193310"/>
                  </a:lnTo>
                  <a:lnTo>
                    <a:pt x="3339" y="198527"/>
                  </a:lnTo>
                  <a:lnTo>
                    <a:pt x="4478" y="203711"/>
                  </a:lnTo>
                  <a:lnTo>
                    <a:pt x="5781" y="208856"/>
                  </a:lnTo>
                  <a:lnTo>
                    <a:pt x="7247" y="213957"/>
                  </a:lnTo>
                  <a:lnTo>
                    <a:pt x="8874" y="219009"/>
                  </a:lnTo>
                  <a:lnTo>
                    <a:pt x="10661" y="224007"/>
                  </a:lnTo>
                  <a:lnTo>
                    <a:pt x="12606" y="228945"/>
                  </a:lnTo>
                  <a:lnTo>
                    <a:pt x="14706" y="233819"/>
                  </a:lnTo>
                  <a:lnTo>
                    <a:pt x="16960" y="238624"/>
                  </a:lnTo>
                  <a:lnTo>
                    <a:pt x="19365" y="243356"/>
                  </a:lnTo>
                  <a:lnTo>
                    <a:pt x="21919" y="248008"/>
                  </a:lnTo>
                  <a:lnTo>
                    <a:pt x="24620" y="252577"/>
                  </a:lnTo>
                  <a:lnTo>
                    <a:pt x="27464" y="257058"/>
                  </a:lnTo>
                  <a:lnTo>
                    <a:pt x="30450" y="261446"/>
                  </a:lnTo>
                  <a:lnTo>
                    <a:pt x="33573" y="265738"/>
                  </a:lnTo>
                  <a:lnTo>
                    <a:pt x="36830" y="269928"/>
                  </a:lnTo>
                  <a:lnTo>
                    <a:pt x="40219" y="274012"/>
                  </a:lnTo>
                  <a:lnTo>
                    <a:pt x="43736" y="277987"/>
                  </a:lnTo>
                  <a:lnTo>
                    <a:pt x="47378" y="281848"/>
                  </a:lnTo>
                  <a:lnTo>
                    <a:pt x="51140" y="285592"/>
                  </a:lnTo>
                  <a:lnTo>
                    <a:pt x="55019" y="289215"/>
                  </a:lnTo>
                  <a:lnTo>
                    <a:pt x="59011" y="292712"/>
                  </a:lnTo>
                  <a:lnTo>
                    <a:pt x="63112" y="296081"/>
                  </a:lnTo>
                  <a:lnTo>
                    <a:pt x="67318" y="299318"/>
                  </a:lnTo>
                  <a:lnTo>
                    <a:pt x="71625" y="302420"/>
                  </a:lnTo>
                  <a:lnTo>
                    <a:pt x="76028" y="305384"/>
                  </a:lnTo>
                  <a:lnTo>
                    <a:pt x="80523" y="308206"/>
                  </a:lnTo>
                  <a:lnTo>
                    <a:pt x="85105" y="310884"/>
                  </a:lnTo>
                  <a:lnTo>
                    <a:pt x="89770" y="313416"/>
                  </a:lnTo>
                  <a:lnTo>
                    <a:pt x="94513" y="315798"/>
                  </a:lnTo>
                  <a:lnTo>
                    <a:pt x="99329" y="318028"/>
                  </a:lnTo>
                  <a:lnTo>
                    <a:pt x="104213" y="320104"/>
                  </a:lnTo>
                  <a:lnTo>
                    <a:pt x="109161" y="322024"/>
                  </a:lnTo>
                  <a:lnTo>
                    <a:pt x="114168" y="323787"/>
                  </a:lnTo>
                  <a:lnTo>
                    <a:pt x="119228" y="325389"/>
                  </a:lnTo>
                  <a:lnTo>
                    <a:pt x="124336" y="326830"/>
                  </a:lnTo>
                  <a:lnTo>
                    <a:pt x="129487" y="328108"/>
                  </a:lnTo>
                  <a:lnTo>
                    <a:pt x="134676" y="329222"/>
                  </a:lnTo>
                  <a:lnTo>
                    <a:pt x="139898" y="330170"/>
                  </a:lnTo>
                  <a:lnTo>
                    <a:pt x="145148" y="330952"/>
                  </a:lnTo>
                  <a:lnTo>
                    <a:pt x="150420" y="331568"/>
                  </a:lnTo>
                  <a:lnTo>
                    <a:pt x="155708" y="332015"/>
                  </a:lnTo>
                  <a:lnTo>
                    <a:pt x="161008" y="332295"/>
                  </a:lnTo>
                  <a:lnTo>
                    <a:pt x="166315" y="332406"/>
                  </a:lnTo>
                  <a:lnTo>
                    <a:pt x="171622" y="332348"/>
                  </a:lnTo>
                  <a:lnTo>
                    <a:pt x="176924" y="332122"/>
                  </a:lnTo>
                  <a:lnTo>
                    <a:pt x="182217" y="331728"/>
                  </a:lnTo>
                  <a:lnTo>
                    <a:pt x="187495" y="331166"/>
                  </a:lnTo>
                  <a:lnTo>
                    <a:pt x="192752" y="330437"/>
                  </a:lnTo>
                  <a:lnTo>
                    <a:pt x="197983" y="329541"/>
                  </a:lnTo>
                  <a:lnTo>
                    <a:pt x="203184" y="328480"/>
                  </a:lnTo>
                  <a:lnTo>
                    <a:pt x="208348" y="327254"/>
                  </a:lnTo>
                  <a:lnTo>
                    <a:pt x="213470" y="325865"/>
                  </a:lnTo>
                  <a:lnTo>
                    <a:pt x="218546" y="324314"/>
                  </a:lnTo>
                  <a:lnTo>
                    <a:pt x="223570" y="322602"/>
                  </a:lnTo>
                  <a:lnTo>
                    <a:pt x="228537" y="320732"/>
                  </a:lnTo>
                  <a:lnTo>
                    <a:pt x="233442" y="318705"/>
                  </a:lnTo>
                  <a:lnTo>
                    <a:pt x="238280" y="316524"/>
                  </a:lnTo>
                  <a:lnTo>
                    <a:pt x="243047" y="314190"/>
                  </a:lnTo>
                  <a:lnTo>
                    <a:pt x="247737" y="311705"/>
                  </a:lnTo>
                  <a:lnTo>
                    <a:pt x="252346" y="309074"/>
                  </a:lnTo>
                  <a:lnTo>
                    <a:pt x="256869" y="306297"/>
                  </a:lnTo>
                  <a:lnTo>
                    <a:pt x="261302" y="303378"/>
                  </a:lnTo>
                  <a:lnTo>
                    <a:pt x="265640" y="300320"/>
                  </a:lnTo>
                  <a:lnTo>
                    <a:pt x="269878" y="297125"/>
                  </a:lnTo>
                  <a:lnTo>
                    <a:pt x="274013" y="293798"/>
                  </a:lnTo>
                  <a:lnTo>
                    <a:pt x="278041" y="290341"/>
                  </a:lnTo>
                  <a:lnTo>
                    <a:pt x="281956" y="286758"/>
                  </a:lnTo>
                  <a:lnTo>
                    <a:pt x="285756" y="283052"/>
                  </a:lnTo>
                  <a:lnTo>
                    <a:pt x="289436" y="279228"/>
                  </a:lnTo>
                  <a:lnTo>
                    <a:pt x="292993" y="275289"/>
                  </a:lnTo>
                  <a:lnTo>
                    <a:pt x="296423" y="271239"/>
                  </a:lnTo>
                  <a:lnTo>
                    <a:pt x="299723" y="267082"/>
                  </a:lnTo>
                  <a:lnTo>
                    <a:pt x="302889" y="262822"/>
                  </a:lnTo>
                  <a:lnTo>
                    <a:pt x="305919" y="258464"/>
                  </a:lnTo>
                  <a:lnTo>
                    <a:pt x="308808" y="254012"/>
                  </a:lnTo>
                  <a:lnTo>
                    <a:pt x="311555" y="249470"/>
                  </a:lnTo>
                  <a:lnTo>
                    <a:pt x="314156" y="244844"/>
                  </a:lnTo>
                  <a:lnTo>
                    <a:pt x="316609" y="240137"/>
                  </a:lnTo>
                  <a:lnTo>
                    <a:pt x="318911" y="235355"/>
                  </a:lnTo>
                  <a:lnTo>
                    <a:pt x="321061" y="230503"/>
                  </a:lnTo>
                  <a:lnTo>
                    <a:pt x="323055" y="225584"/>
                  </a:lnTo>
                  <a:lnTo>
                    <a:pt x="324892" y="220605"/>
                  </a:lnTo>
                  <a:lnTo>
                    <a:pt x="326570" y="215569"/>
                  </a:lnTo>
                  <a:lnTo>
                    <a:pt x="328087" y="210483"/>
                  </a:lnTo>
                  <a:lnTo>
                    <a:pt x="329442" y="205352"/>
                  </a:lnTo>
                  <a:lnTo>
                    <a:pt x="330634" y="200180"/>
                  </a:lnTo>
                  <a:lnTo>
                    <a:pt x="331661" y="194973"/>
                  </a:lnTo>
                  <a:lnTo>
                    <a:pt x="332522" y="189735"/>
                  </a:lnTo>
                  <a:lnTo>
                    <a:pt x="333216" y="184474"/>
                  </a:lnTo>
                  <a:lnTo>
                    <a:pt x="333743" y="179192"/>
                  </a:lnTo>
                  <a:lnTo>
                    <a:pt x="334102" y="173897"/>
                  </a:lnTo>
                  <a:lnTo>
                    <a:pt x="334292" y="168593"/>
                  </a:lnTo>
                  <a:lnTo>
                    <a:pt x="334315" y="163286"/>
                  </a:lnTo>
                  <a:lnTo>
                    <a:pt x="334168" y="157980"/>
                  </a:lnTo>
                  <a:lnTo>
                    <a:pt x="333854" y="152682"/>
                  </a:lnTo>
                  <a:lnTo>
                    <a:pt x="333371" y="147396"/>
                  </a:lnTo>
                  <a:lnTo>
                    <a:pt x="332721" y="142129"/>
                  </a:lnTo>
                  <a:lnTo>
                    <a:pt x="331904" y="136885"/>
                  </a:lnTo>
                  <a:lnTo>
                    <a:pt x="330920" y="131669"/>
                  </a:lnTo>
                  <a:lnTo>
                    <a:pt x="329772" y="126487"/>
                  </a:lnTo>
                  <a:lnTo>
                    <a:pt x="328460" y="121345"/>
                  </a:lnTo>
                  <a:lnTo>
                    <a:pt x="326985" y="116246"/>
                  </a:lnTo>
                  <a:lnTo>
                    <a:pt x="325349" y="111197"/>
                  </a:lnTo>
                  <a:lnTo>
                    <a:pt x="323554" y="106203"/>
                  </a:lnTo>
                  <a:lnTo>
                    <a:pt x="321601" y="101267"/>
                  </a:lnTo>
                  <a:lnTo>
                    <a:pt x="319492" y="96397"/>
                  </a:lnTo>
                  <a:lnTo>
                    <a:pt x="317230" y="91596"/>
                  </a:lnTo>
                  <a:lnTo>
                    <a:pt x="314816" y="86869"/>
                  </a:lnTo>
                  <a:lnTo>
                    <a:pt x="312254" y="82221"/>
                  </a:lnTo>
                  <a:lnTo>
                    <a:pt x="309545" y="77656"/>
                  </a:lnTo>
                  <a:lnTo>
                    <a:pt x="306693" y="73180"/>
                  </a:lnTo>
                  <a:lnTo>
                    <a:pt x="303701" y="68797"/>
                  </a:lnTo>
                  <a:lnTo>
                    <a:pt x="300570" y="64511"/>
                  </a:lnTo>
                  <a:lnTo>
                    <a:pt x="297305" y="60327"/>
                  </a:lnTo>
                  <a:lnTo>
                    <a:pt x="293909" y="56248"/>
                  </a:lnTo>
                  <a:lnTo>
                    <a:pt x="290385" y="52279"/>
                  </a:lnTo>
                  <a:lnTo>
                    <a:pt x="286737" y="48424"/>
                  </a:lnTo>
                  <a:lnTo>
                    <a:pt x="282968" y="44687"/>
                  </a:lnTo>
                  <a:lnTo>
                    <a:pt x="279083" y="41072"/>
                  </a:lnTo>
                  <a:lnTo>
                    <a:pt x="275085" y="37581"/>
                  </a:lnTo>
                  <a:lnTo>
                    <a:pt x="270978" y="34219"/>
                  </a:lnTo>
                  <a:lnTo>
                    <a:pt x="266766" y="30989"/>
                  </a:lnTo>
                  <a:lnTo>
                    <a:pt x="262454" y="27895"/>
                  </a:lnTo>
                  <a:lnTo>
                    <a:pt x="258046" y="24939"/>
                  </a:lnTo>
                  <a:lnTo>
                    <a:pt x="253546" y="22125"/>
                  </a:lnTo>
                  <a:lnTo>
                    <a:pt x="248959" y="19454"/>
                  </a:lnTo>
                  <a:lnTo>
                    <a:pt x="244290" y="16931"/>
                  </a:lnTo>
                  <a:lnTo>
                    <a:pt x="239543" y="14557"/>
                  </a:lnTo>
                  <a:lnTo>
                    <a:pt x="234723" y="12335"/>
                  </a:lnTo>
                  <a:lnTo>
                    <a:pt x="229835" y="10267"/>
                  </a:lnTo>
                  <a:lnTo>
                    <a:pt x="224884" y="8356"/>
                  </a:lnTo>
                  <a:lnTo>
                    <a:pt x="219874" y="6602"/>
                  </a:lnTo>
                  <a:lnTo>
                    <a:pt x="167159" y="165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52715" cy="167167"/>
            </a:xfrm>
            <a:custGeom>
              <a:avLst/>
              <a:pathLst>
                <a:path w="52715" h="167167">
                  <a:moveTo>
                    <a:pt x="52715" y="8529"/>
                  </a:moveTo>
                  <a:lnTo>
                    <a:pt x="47028" y="6751"/>
                  </a:lnTo>
                  <a:lnTo>
                    <a:pt x="41281" y="5177"/>
                  </a:lnTo>
                  <a:lnTo>
                    <a:pt x="35481" y="3808"/>
                  </a:lnTo>
                  <a:lnTo>
                    <a:pt x="29637" y="2648"/>
                  </a:lnTo>
                  <a:lnTo>
                    <a:pt x="23755" y="1696"/>
                  </a:lnTo>
                  <a:lnTo>
                    <a:pt x="17842" y="954"/>
                  </a:lnTo>
                  <a:lnTo>
                    <a:pt x="11907" y="424"/>
                  </a:lnTo>
                  <a:lnTo>
                    <a:pt x="595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802" y="2126963"/>
              <a:ext cx="4669" cy="167167"/>
            </a:xfrm>
            <a:custGeom>
              <a:avLst/>
              <a:pathLst>
                <a:path w="4669" h="167167">
                  <a:moveTo>
                    <a:pt x="4669" y="0"/>
                  </a:moveTo>
                  <a:lnTo>
                    <a:pt x="0" y="65"/>
                  </a:lnTo>
                  <a:lnTo>
                    <a:pt x="46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802" y="2127028"/>
              <a:ext cx="4669" cy="167102"/>
            </a:xfrm>
            <a:custGeom>
              <a:avLst/>
              <a:pathLst>
                <a:path w="4669" h="167102">
                  <a:moveTo>
                    <a:pt x="0" y="0"/>
                  </a:moveTo>
                  <a:lnTo>
                    <a:pt x="4669" y="167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0" y="2127028"/>
              <a:ext cx="334328" cy="334259"/>
            </a:xfrm>
            <a:custGeom>
              <a:avLst/>
              <a:pathLst>
                <a:path w="334328" h="334259">
                  <a:moveTo>
                    <a:pt x="162491" y="0"/>
                  </a:moveTo>
                  <a:lnTo>
                    <a:pt x="157204" y="231"/>
                  </a:lnTo>
                  <a:lnTo>
                    <a:pt x="151927" y="630"/>
                  </a:lnTo>
                  <a:lnTo>
                    <a:pt x="146665" y="1196"/>
                  </a:lnTo>
                  <a:lnTo>
                    <a:pt x="141423" y="1927"/>
                  </a:lnTo>
                  <a:lnTo>
                    <a:pt x="136208" y="2825"/>
                  </a:lnTo>
                  <a:lnTo>
                    <a:pt x="131023" y="3887"/>
                  </a:lnTo>
                  <a:lnTo>
                    <a:pt x="125875" y="5113"/>
                  </a:lnTo>
                  <a:lnTo>
                    <a:pt x="120768" y="6501"/>
                  </a:lnTo>
                  <a:lnTo>
                    <a:pt x="115707" y="8050"/>
                  </a:lnTo>
                  <a:lnTo>
                    <a:pt x="110698" y="9758"/>
                  </a:lnTo>
                  <a:lnTo>
                    <a:pt x="105746" y="11625"/>
                  </a:lnTo>
                  <a:lnTo>
                    <a:pt x="100855" y="13647"/>
                  </a:lnTo>
                  <a:lnTo>
                    <a:pt x="96031" y="15822"/>
                  </a:lnTo>
                  <a:lnTo>
                    <a:pt x="91278" y="18150"/>
                  </a:lnTo>
                  <a:lnTo>
                    <a:pt x="86601" y="20626"/>
                  </a:lnTo>
                  <a:lnTo>
                    <a:pt x="82004" y="23250"/>
                  </a:lnTo>
                  <a:lnTo>
                    <a:pt x="77493" y="26018"/>
                  </a:lnTo>
                  <a:lnTo>
                    <a:pt x="73072" y="28927"/>
                  </a:lnTo>
                  <a:lnTo>
                    <a:pt x="68746" y="31974"/>
                  </a:lnTo>
                  <a:lnTo>
                    <a:pt x="64518" y="35157"/>
                  </a:lnTo>
                  <a:lnTo>
                    <a:pt x="60392" y="38473"/>
                  </a:lnTo>
                  <a:lnTo>
                    <a:pt x="56374" y="41917"/>
                  </a:lnTo>
                  <a:lnTo>
                    <a:pt x="52467" y="45487"/>
                  </a:lnTo>
                  <a:lnTo>
                    <a:pt x="48675" y="49178"/>
                  </a:lnTo>
                  <a:lnTo>
                    <a:pt x="45001" y="52988"/>
                  </a:lnTo>
                  <a:lnTo>
                    <a:pt x="41450" y="56912"/>
                  </a:lnTo>
                  <a:lnTo>
                    <a:pt x="38025" y="60946"/>
                  </a:lnTo>
                  <a:lnTo>
                    <a:pt x="34730" y="65087"/>
                  </a:lnTo>
                  <a:lnTo>
                    <a:pt x="31567" y="69331"/>
                  </a:lnTo>
                  <a:lnTo>
                    <a:pt x="28540" y="73672"/>
                  </a:lnTo>
                  <a:lnTo>
                    <a:pt x="25652" y="78107"/>
                  </a:lnTo>
                  <a:lnTo>
                    <a:pt x="22906" y="82631"/>
                  </a:lnTo>
                  <a:lnTo>
                    <a:pt x="20304" y="87239"/>
                  </a:lnTo>
                  <a:lnTo>
                    <a:pt x="17850" y="91928"/>
                  </a:lnTo>
                  <a:lnTo>
                    <a:pt x="15545" y="96692"/>
                  </a:lnTo>
                  <a:lnTo>
                    <a:pt x="13392" y="101527"/>
                  </a:lnTo>
                  <a:lnTo>
                    <a:pt x="11393" y="106427"/>
                  </a:lnTo>
                  <a:lnTo>
                    <a:pt x="9551" y="111388"/>
                  </a:lnTo>
                  <a:lnTo>
                    <a:pt x="7866" y="116405"/>
                  </a:lnTo>
                  <a:lnTo>
                    <a:pt x="6341" y="121473"/>
                  </a:lnTo>
                  <a:lnTo>
                    <a:pt x="4977" y="126587"/>
                  </a:lnTo>
                  <a:lnTo>
                    <a:pt x="3776" y="131741"/>
                  </a:lnTo>
                  <a:lnTo>
                    <a:pt x="2739" y="136931"/>
                  </a:lnTo>
                  <a:lnTo>
                    <a:pt x="1866" y="142150"/>
                  </a:lnTo>
                  <a:lnTo>
                    <a:pt x="1159" y="147395"/>
                  </a:lnTo>
                  <a:lnTo>
                    <a:pt x="618" y="152660"/>
                  </a:lnTo>
                  <a:lnTo>
                    <a:pt x="245" y="157939"/>
                  </a:lnTo>
                  <a:lnTo>
                    <a:pt x="38" y="163227"/>
                  </a:lnTo>
                  <a:lnTo>
                    <a:pt x="0" y="168519"/>
                  </a:lnTo>
                  <a:lnTo>
                    <a:pt x="128" y="173810"/>
                  </a:lnTo>
                  <a:lnTo>
                    <a:pt x="424" y="179094"/>
                  </a:lnTo>
                  <a:lnTo>
                    <a:pt x="887" y="184366"/>
                  </a:lnTo>
                  <a:lnTo>
                    <a:pt x="1517" y="189621"/>
                  </a:lnTo>
                  <a:lnTo>
                    <a:pt x="2313" y="194853"/>
                  </a:lnTo>
                  <a:lnTo>
                    <a:pt x="3274" y="200057"/>
                  </a:lnTo>
                  <a:lnTo>
                    <a:pt x="4399" y="205229"/>
                  </a:lnTo>
                  <a:lnTo>
                    <a:pt x="5688" y="210362"/>
                  </a:lnTo>
                  <a:lnTo>
                    <a:pt x="7138" y="215451"/>
                  </a:lnTo>
                  <a:lnTo>
                    <a:pt x="8749" y="220493"/>
                  </a:lnTo>
                  <a:lnTo>
                    <a:pt x="10518" y="225480"/>
                  </a:lnTo>
                  <a:lnTo>
                    <a:pt x="12445" y="230410"/>
                  </a:lnTo>
                  <a:lnTo>
                    <a:pt x="14526" y="235275"/>
                  </a:lnTo>
                  <a:lnTo>
                    <a:pt x="16761" y="240073"/>
                  </a:lnTo>
                  <a:lnTo>
                    <a:pt x="19146" y="244797"/>
                  </a:lnTo>
                  <a:lnTo>
                    <a:pt x="21680" y="249443"/>
                  </a:lnTo>
                  <a:lnTo>
                    <a:pt x="24359" y="254007"/>
                  </a:lnTo>
                  <a:lnTo>
                    <a:pt x="27182" y="258484"/>
                  </a:lnTo>
                  <a:lnTo>
                    <a:pt x="30144" y="262869"/>
                  </a:lnTo>
                  <a:lnTo>
                    <a:pt x="33245" y="267159"/>
                  </a:lnTo>
                  <a:lnTo>
                    <a:pt x="36479" y="271348"/>
                  </a:lnTo>
                  <a:lnTo>
                    <a:pt x="39844" y="275432"/>
                  </a:lnTo>
                  <a:lnTo>
                    <a:pt x="43337" y="279408"/>
                  </a:lnTo>
                  <a:lnTo>
                    <a:pt x="46954" y="283271"/>
                  </a:lnTo>
                  <a:lnTo>
                    <a:pt x="50692" y="287018"/>
                  </a:lnTo>
                  <a:lnTo>
                    <a:pt x="54546" y="290645"/>
                  </a:lnTo>
                  <a:lnTo>
                    <a:pt x="58513" y="294148"/>
                  </a:lnTo>
                  <a:lnTo>
                    <a:pt x="62589" y="297523"/>
                  </a:lnTo>
                  <a:lnTo>
                    <a:pt x="66770" y="300768"/>
                  </a:lnTo>
                  <a:lnTo>
                    <a:pt x="71052" y="303879"/>
                  </a:lnTo>
                  <a:lnTo>
                    <a:pt x="75430" y="306853"/>
                  </a:lnTo>
                  <a:lnTo>
                    <a:pt x="79899" y="309686"/>
                  </a:lnTo>
                  <a:lnTo>
                    <a:pt x="84457" y="312377"/>
                  </a:lnTo>
                  <a:lnTo>
                    <a:pt x="89097" y="314922"/>
                  </a:lnTo>
                  <a:lnTo>
                    <a:pt x="93815" y="317319"/>
                  </a:lnTo>
                  <a:lnTo>
                    <a:pt x="98607" y="319566"/>
                  </a:lnTo>
                  <a:lnTo>
                    <a:pt x="103467" y="321659"/>
                  </a:lnTo>
                  <a:lnTo>
                    <a:pt x="108392" y="323598"/>
                  </a:lnTo>
                  <a:lnTo>
                    <a:pt x="113375" y="325380"/>
                  </a:lnTo>
                  <a:lnTo>
                    <a:pt x="118412" y="327003"/>
                  </a:lnTo>
                  <a:lnTo>
                    <a:pt x="123498" y="328466"/>
                  </a:lnTo>
                  <a:lnTo>
                    <a:pt x="128628" y="329768"/>
                  </a:lnTo>
                  <a:lnTo>
                    <a:pt x="133797" y="330906"/>
                  </a:lnTo>
                  <a:lnTo>
                    <a:pt x="138999" y="331880"/>
                  </a:lnTo>
                  <a:lnTo>
                    <a:pt x="144229" y="332689"/>
                  </a:lnTo>
                  <a:lnTo>
                    <a:pt x="149482" y="333332"/>
                  </a:lnTo>
                  <a:lnTo>
                    <a:pt x="154753" y="333808"/>
                  </a:lnTo>
                  <a:lnTo>
                    <a:pt x="160036" y="334117"/>
                  </a:lnTo>
                  <a:lnTo>
                    <a:pt x="165326" y="334259"/>
                  </a:lnTo>
                  <a:lnTo>
                    <a:pt x="170618" y="334233"/>
                  </a:lnTo>
                  <a:lnTo>
                    <a:pt x="175907" y="334040"/>
                  </a:lnTo>
                  <a:lnTo>
                    <a:pt x="181187" y="333680"/>
                  </a:lnTo>
                  <a:lnTo>
                    <a:pt x="186453" y="333152"/>
                  </a:lnTo>
                  <a:lnTo>
                    <a:pt x="191700" y="332458"/>
                  </a:lnTo>
                  <a:lnTo>
                    <a:pt x="196922" y="331599"/>
                  </a:lnTo>
                  <a:lnTo>
                    <a:pt x="202114" y="330574"/>
                  </a:lnTo>
                  <a:lnTo>
                    <a:pt x="207271" y="329386"/>
                  </a:lnTo>
                  <a:lnTo>
                    <a:pt x="212388" y="328035"/>
                  </a:lnTo>
                  <a:lnTo>
                    <a:pt x="217460" y="326522"/>
                  </a:lnTo>
                  <a:lnTo>
                    <a:pt x="222481" y="324850"/>
                  </a:lnTo>
                  <a:lnTo>
                    <a:pt x="227447" y="323020"/>
                  </a:lnTo>
                  <a:lnTo>
                    <a:pt x="232352" y="321034"/>
                  </a:lnTo>
                  <a:lnTo>
                    <a:pt x="237192" y="318893"/>
                  </a:lnTo>
                  <a:lnTo>
                    <a:pt x="241962" y="316600"/>
                  </a:lnTo>
                  <a:lnTo>
                    <a:pt x="246657" y="314157"/>
                  </a:lnTo>
                  <a:lnTo>
                    <a:pt x="251272" y="311567"/>
                  </a:lnTo>
                  <a:lnTo>
                    <a:pt x="255803" y="308832"/>
                  </a:lnTo>
                  <a:lnTo>
                    <a:pt x="260245" y="305955"/>
                  </a:lnTo>
                  <a:lnTo>
                    <a:pt x="264593" y="302939"/>
                  </a:lnTo>
                  <a:lnTo>
                    <a:pt x="268845" y="299787"/>
                  </a:lnTo>
                  <a:lnTo>
                    <a:pt x="272994" y="296502"/>
                  </a:lnTo>
                  <a:lnTo>
                    <a:pt x="277037" y="293087"/>
                  </a:lnTo>
                  <a:lnTo>
                    <a:pt x="280970" y="289546"/>
                  </a:lnTo>
                  <a:lnTo>
                    <a:pt x="284789" y="285882"/>
                  </a:lnTo>
                  <a:lnTo>
                    <a:pt x="288490" y="282099"/>
                  </a:lnTo>
                  <a:lnTo>
                    <a:pt x="292069" y="278200"/>
                  </a:lnTo>
                  <a:lnTo>
                    <a:pt x="295523" y="274191"/>
                  </a:lnTo>
                  <a:lnTo>
                    <a:pt x="298849" y="270074"/>
                  </a:lnTo>
                  <a:lnTo>
                    <a:pt x="302042" y="265854"/>
                  </a:lnTo>
                  <a:lnTo>
                    <a:pt x="305101" y="261535"/>
                  </a:lnTo>
                  <a:lnTo>
                    <a:pt x="308021" y="257121"/>
                  </a:lnTo>
                  <a:lnTo>
                    <a:pt x="310800" y="252617"/>
                  </a:lnTo>
                  <a:lnTo>
                    <a:pt x="313435" y="248027"/>
                  </a:lnTo>
                  <a:lnTo>
                    <a:pt x="315923" y="243356"/>
                  </a:lnTo>
                  <a:lnTo>
                    <a:pt x="318262" y="238609"/>
                  </a:lnTo>
                  <a:lnTo>
                    <a:pt x="320450" y="233790"/>
                  </a:lnTo>
                  <a:lnTo>
                    <a:pt x="322484" y="228904"/>
                  </a:lnTo>
                  <a:lnTo>
                    <a:pt x="324363" y="223957"/>
                  </a:lnTo>
                  <a:lnTo>
                    <a:pt x="326084" y="218952"/>
                  </a:lnTo>
                  <a:lnTo>
                    <a:pt x="327646" y="213895"/>
                  </a:lnTo>
                  <a:lnTo>
                    <a:pt x="329046" y="208792"/>
                  </a:lnTo>
                  <a:lnTo>
                    <a:pt x="330285" y="203647"/>
                  </a:lnTo>
                  <a:lnTo>
                    <a:pt x="331360" y="198465"/>
                  </a:lnTo>
                  <a:lnTo>
                    <a:pt x="332270" y="193251"/>
                  </a:lnTo>
                  <a:lnTo>
                    <a:pt x="333015" y="188012"/>
                  </a:lnTo>
                  <a:lnTo>
                    <a:pt x="333594" y="182751"/>
                  </a:lnTo>
                  <a:lnTo>
                    <a:pt x="334006" y="177475"/>
                  </a:lnTo>
                  <a:lnTo>
                    <a:pt x="334251" y="172188"/>
                  </a:lnTo>
                  <a:lnTo>
                    <a:pt x="334328" y="166896"/>
                  </a:lnTo>
                  <a:lnTo>
                    <a:pt x="334238" y="161605"/>
                  </a:lnTo>
                  <a:lnTo>
                    <a:pt x="333980" y="156319"/>
                  </a:lnTo>
                  <a:lnTo>
                    <a:pt x="333555" y="151044"/>
                  </a:lnTo>
                  <a:lnTo>
                    <a:pt x="332964" y="145785"/>
                  </a:lnTo>
                  <a:lnTo>
                    <a:pt x="167161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165802" cy="167167"/>
            </a:xfrm>
            <a:custGeom>
              <a:avLst/>
              <a:pathLst>
                <a:path w="165802" h="167167">
                  <a:moveTo>
                    <a:pt x="165802" y="145850"/>
                  </a:moveTo>
                  <a:lnTo>
                    <a:pt x="165014" y="140425"/>
                  </a:lnTo>
                  <a:lnTo>
                    <a:pt x="164049" y="135029"/>
                  </a:lnTo>
                  <a:lnTo>
                    <a:pt x="162907" y="129667"/>
                  </a:lnTo>
                  <a:lnTo>
                    <a:pt x="161589" y="124346"/>
                  </a:lnTo>
                  <a:lnTo>
                    <a:pt x="160099" y="119071"/>
                  </a:lnTo>
                  <a:lnTo>
                    <a:pt x="158436" y="113847"/>
                  </a:lnTo>
                  <a:lnTo>
                    <a:pt x="156602" y="108681"/>
                  </a:lnTo>
                  <a:lnTo>
                    <a:pt x="154600" y="103578"/>
                  </a:lnTo>
                  <a:lnTo>
                    <a:pt x="152432" y="98543"/>
                  </a:lnTo>
                  <a:lnTo>
                    <a:pt x="150100" y="93582"/>
                  </a:lnTo>
                  <a:lnTo>
                    <a:pt x="147607" y="88700"/>
                  </a:lnTo>
                  <a:lnTo>
                    <a:pt x="144955" y="83903"/>
                  </a:lnTo>
                  <a:lnTo>
                    <a:pt x="142147" y="79195"/>
                  </a:lnTo>
                  <a:lnTo>
                    <a:pt x="139186" y="74581"/>
                  </a:lnTo>
                  <a:lnTo>
                    <a:pt x="136075" y="70067"/>
                  </a:lnTo>
                  <a:lnTo>
                    <a:pt x="132818" y="65658"/>
                  </a:lnTo>
                  <a:lnTo>
                    <a:pt x="129419" y="61358"/>
                  </a:lnTo>
                  <a:lnTo>
                    <a:pt x="125880" y="57171"/>
                  </a:lnTo>
                  <a:lnTo>
                    <a:pt x="122206" y="53103"/>
                  </a:lnTo>
                  <a:lnTo>
                    <a:pt x="118400" y="49157"/>
                  </a:lnTo>
                  <a:lnTo>
                    <a:pt x="114467" y="45339"/>
                  </a:lnTo>
                  <a:lnTo>
                    <a:pt x="110411" y="41651"/>
                  </a:lnTo>
                  <a:lnTo>
                    <a:pt x="106236" y="38098"/>
                  </a:lnTo>
                  <a:lnTo>
                    <a:pt x="101947" y="34684"/>
                  </a:lnTo>
                  <a:lnTo>
                    <a:pt x="97549" y="31413"/>
                  </a:lnTo>
                  <a:lnTo>
                    <a:pt x="93045" y="28288"/>
                  </a:lnTo>
                  <a:lnTo>
                    <a:pt x="88441" y="25311"/>
                  </a:lnTo>
                  <a:lnTo>
                    <a:pt x="83743" y="22488"/>
                  </a:lnTo>
                  <a:lnTo>
                    <a:pt x="78954" y="19820"/>
                  </a:lnTo>
                  <a:lnTo>
                    <a:pt x="74080" y="17310"/>
                  </a:lnTo>
                  <a:lnTo>
                    <a:pt x="69127" y="14962"/>
                  </a:lnTo>
                  <a:lnTo>
                    <a:pt x="64099" y="12777"/>
                  </a:lnTo>
                  <a:lnTo>
                    <a:pt x="59003" y="10759"/>
                  </a:lnTo>
                  <a:lnTo>
                    <a:pt x="53843" y="8908"/>
                  </a:lnTo>
                  <a:lnTo>
                    <a:pt x="48625" y="7228"/>
                  </a:lnTo>
                  <a:lnTo>
                    <a:pt x="43355" y="5719"/>
                  </a:lnTo>
                  <a:lnTo>
                    <a:pt x="38038" y="4385"/>
                  </a:lnTo>
                  <a:lnTo>
                    <a:pt x="32680" y="3225"/>
                  </a:lnTo>
                  <a:lnTo>
                    <a:pt x="27287" y="2242"/>
                  </a:lnTo>
                  <a:lnTo>
                    <a:pt x="21865" y="1436"/>
                  </a:lnTo>
                  <a:lnTo>
                    <a:pt x="16419" y="808"/>
                  </a:lnTo>
                  <a:lnTo>
                    <a:pt x="10956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8257" y="1681503"/>
              <a:ext cx="4977" cy="167167"/>
            </a:xfrm>
            <a:custGeom>
              <a:avLst/>
              <a:pathLst>
                <a:path w="4977" h="167167">
                  <a:moveTo>
                    <a:pt x="4977" y="0"/>
                  </a:moveTo>
                  <a:lnTo>
                    <a:pt x="0" y="74"/>
                  </a:lnTo>
                  <a:lnTo>
                    <a:pt x="497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8257" y="1681577"/>
              <a:ext cx="4977" cy="167093"/>
            </a:xfrm>
            <a:custGeom>
              <a:avLst/>
              <a:pathLst>
                <a:path w="4977" h="167093">
                  <a:moveTo>
                    <a:pt x="0" y="0"/>
                  </a:moveTo>
                  <a:lnTo>
                    <a:pt x="4977" y="167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85" y="1681577"/>
              <a:ext cx="334297" cy="334260"/>
            </a:xfrm>
            <a:custGeom>
              <a:avLst/>
              <a:pathLst>
                <a:path w="334297" h="334260">
                  <a:moveTo>
                    <a:pt x="162172" y="0"/>
                  </a:moveTo>
                  <a:lnTo>
                    <a:pt x="156871" y="242"/>
                  </a:lnTo>
                  <a:lnTo>
                    <a:pt x="151581" y="652"/>
                  </a:lnTo>
                  <a:lnTo>
                    <a:pt x="146306" y="1230"/>
                  </a:lnTo>
                  <a:lnTo>
                    <a:pt x="141052" y="1975"/>
                  </a:lnTo>
                  <a:lnTo>
                    <a:pt x="135825" y="2887"/>
                  </a:lnTo>
                  <a:lnTo>
                    <a:pt x="130629" y="3963"/>
                  </a:lnTo>
                  <a:lnTo>
                    <a:pt x="125470" y="5205"/>
                  </a:lnTo>
                  <a:lnTo>
                    <a:pt x="120353" y="6609"/>
                  </a:lnTo>
                  <a:lnTo>
                    <a:pt x="115283" y="8175"/>
                  </a:lnTo>
                  <a:lnTo>
                    <a:pt x="110265" y="9902"/>
                  </a:lnTo>
                  <a:lnTo>
                    <a:pt x="105304" y="11786"/>
                  </a:lnTo>
                  <a:lnTo>
                    <a:pt x="100406" y="13827"/>
                  </a:lnTo>
                  <a:lnTo>
                    <a:pt x="95576" y="16023"/>
                  </a:lnTo>
                  <a:lnTo>
                    <a:pt x="90817" y="18371"/>
                  </a:lnTo>
                  <a:lnTo>
                    <a:pt x="86135" y="20868"/>
                  </a:lnTo>
                  <a:lnTo>
                    <a:pt x="81535" y="23513"/>
                  </a:lnTo>
                  <a:lnTo>
                    <a:pt x="77021" y="26303"/>
                  </a:lnTo>
                  <a:lnTo>
                    <a:pt x="72598" y="29234"/>
                  </a:lnTo>
                  <a:lnTo>
                    <a:pt x="68270" y="32305"/>
                  </a:lnTo>
                  <a:lnTo>
                    <a:pt x="64042" y="35511"/>
                  </a:lnTo>
                  <a:lnTo>
                    <a:pt x="59918" y="38850"/>
                  </a:lnTo>
                  <a:lnTo>
                    <a:pt x="55901" y="42318"/>
                  </a:lnTo>
                  <a:lnTo>
                    <a:pt x="51997" y="45912"/>
                  </a:lnTo>
                  <a:lnTo>
                    <a:pt x="48209" y="49627"/>
                  </a:lnTo>
                  <a:lnTo>
                    <a:pt x="44541" y="53462"/>
                  </a:lnTo>
                  <a:lnTo>
                    <a:pt x="40996" y="57410"/>
                  </a:lnTo>
                  <a:lnTo>
                    <a:pt x="37578" y="61470"/>
                  </a:lnTo>
                  <a:lnTo>
                    <a:pt x="34291" y="65635"/>
                  </a:lnTo>
                  <a:lnTo>
                    <a:pt x="31138" y="69903"/>
                  </a:lnTo>
                  <a:lnTo>
                    <a:pt x="28122" y="74269"/>
                  </a:lnTo>
                  <a:lnTo>
                    <a:pt x="25246" y="78728"/>
                  </a:lnTo>
                  <a:lnTo>
                    <a:pt x="22513" y="83277"/>
                  </a:lnTo>
                  <a:lnTo>
                    <a:pt x="19925" y="87909"/>
                  </a:lnTo>
                  <a:lnTo>
                    <a:pt x="17486" y="92622"/>
                  </a:lnTo>
                  <a:lnTo>
                    <a:pt x="15198" y="97410"/>
                  </a:lnTo>
                  <a:lnTo>
                    <a:pt x="13063" y="102267"/>
                  </a:lnTo>
                  <a:lnTo>
                    <a:pt x="11083" y="107191"/>
                  </a:lnTo>
                  <a:lnTo>
                    <a:pt x="9261" y="112174"/>
                  </a:lnTo>
                  <a:lnTo>
                    <a:pt x="7597" y="117213"/>
                  </a:lnTo>
                  <a:lnTo>
                    <a:pt x="6094" y="122302"/>
                  </a:lnTo>
                  <a:lnTo>
                    <a:pt x="4754" y="127436"/>
                  </a:lnTo>
                  <a:lnTo>
                    <a:pt x="3577" y="132611"/>
                  </a:lnTo>
                  <a:lnTo>
                    <a:pt x="2565" y="137820"/>
                  </a:lnTo>
                  <a:lnTo>
                    <a:pt x="1719" y="143058"/>
                  </a:lnTo>
                  <a:lnTo>
                    <a:pt x="1039" y="148321"/>
                  </a:lnTo>
                  <a:lnTo>
                    <a:pt x="527" y="153602"/>
                  </a:lnTo>
                  <a:lnTo>
                    <a:pt x="183" y="158897"/>
                  </a:lnTo>
                  <a:lnTo>
                    <a:pt x="7" y="164201"/>
                  </a:lnTo>
                  <a:lnTo>
                    <a:pt x="0" y="169507"/>
                  </a:lnTo>
                  <a:lnTo>
                    <a:pt x="160" y="174811"/>
                  </a:lnTo>
                  <a:lnTo>
                    <a:pt x="489" y="180107"/>
                  </a:lnTo>
                  <a:lnTo>
                    <a:pt x="986" y="185390"/>
                  </a:lnTo>
                  <a:lnTo>
                    <a:pt x="1651" y="190655"/>
                  </a:lnTo>
                  <a:lnTo>
                    <a:pt x="2482" y="195896"/>
                  </a:lnTo>
                  <a:lnTo>
                    <a:pt x="3479" y="201108"/>
                  </a:lnTo>
                  <a:lnTo>
                    <a:pt x="4641" y="206285"/>
                  </a:lnTo>
                  <a:lnTo>
                    <a:pt x="5967" y="211423"/>
                  </a:lnTo>
                  <a:lnTo>
                    <a:pt x="7455" y="216517"/>
                  </a:lnTo>
                  <a:lnTo>
                    <a:pt x="9104" y="221560"/>
                  </a:lnTo>
                  <a:lnTo>
                    <a:pt x="10913" y="226549"/>
                  </a:lnTo>
                  <a:lnTo>
                    <a:pt x="12879" y="231478"/>
                  </a:lnTo>
                  <a:lnTo>
                    <a:pt x="15000" y="236342"/>
                  </a:lnTo>
                  <a:lnTo>
                    <a:pt x="17274" y="241136"/>
                  </a:lnTo>
                  <a:lnTo>
                    <a:pt x="19700" y="245855"/>
                  </a:lnTo>
                  <a:lnTo>
                    <a:pt x="22274" y="250496"/>
                  </a:lnTo>
                  <a:lnTo>
                    <a:pt x="24994" y="255052"/>
                  </a:lnTo>
                  <a:lnTo>
                    <a:pt x="27857" y="259519"/>
                  </a:lnTo>
                  <a:lnTo>
                    <a:pt x="30861" y="263894"/>
                  </a:lnTo>
                  <a:lnTo>
                    <a:pt x="34002" y="268170"/>
                  </a:lnTo>
                  <a:lnTo>
                    <a:pt x="37277" y="272345"/>
                  </a:lnTo>
                  <a:lnTo>
                    <a:pt x="40683" y="276414"/>
                  </a:lnTo>
                  <a:lnTo>
                    <a:pt x="44217" y="280373"/>
                  </a:lnTo>
                  <a:lnTo>
                    <a:pt x="47874" y="284218"/>
                  </a:lnTo>
                  <a:lnTo>
                    <a:pt x="51651" y="287945"/>
                  </a:lnTo>
                  <a:lnTo>
                    <a:pt x="55545" y="291549"/>
                  </a:lnTo>
                  <a:lnTo>
                    <a:pt x="59552" y="295029"/>
                  </a:lnTo>
                  <a:lnTo>
                    <a:pt x="63666" y="298380"/>
                  </a:lnTo>
                  <a:lnTo>
                    <a:pt x="67885" y="301598"/>
                  </a:lnTo>
                  <a:lnTo>
                    <a:pt x="72204" y="304681"/>
                  </a:lnTo>
                  <a:lnTo>
                    <a:pt x="76619" y="307625"/>
                  </a:lnTo>
                  <a:lnTo>
                    <a:pt x="81125" y="310427"/>
                  </a:lnTo>
                  <a:lnTo>
                    <a:pt x="85718" y="313085"/>
                  </a:lnTo>
                  <a:lnTo>
                    <a:pt x="90392" y="315596"/>
                  </a:lnTo>
                  <a:lnTo>
                    <a:pt x="95144" y="317958"/>
                  </a:lnTo>
                  <a:lnTo>
                    <a:pt x="99969" y="320167"/>
                  </a:lnTo>
                  <a:lnTo>
                    <a:pt x="104861" y="322222"/>
                  </a:lnTo>
                  <a:lnTo>
                    <a:pt x="109816" y="324121"/>
                  </a:lnTo>
                  <a:lnTo>
                    <a:pt x="114829" y="325861"/>
                  </a:lnTo>
                  <a:lnTo>
                    <a:pt x="119894" y="327442"/>
                  </a:lnTo>
                  <a:lnTo>
                    <a:pt x="125007" y="328861"/>
                  </a:lnTo>
                  <a:lnTo>
                    <a:pt x="130163" y="330117"/>
                  </a:lnTo>
                  <a:lnTo>
                    <a:pt x="135356" y="331209"/>
                  </a:lnTo>
                  <a:lnTo>
                    <a:pt x="140581" y="332135"/>
                  </a:lnTo>
                  <a:lnTo>
                    <a:pt x="145832" y="332895"/>
                  </a:lnTo>
                  <a:lnTo>
                    <a:pt x="151105" y="333489"/>
                  </a:lnTo>
                  <a:lnTo>
                    <a:pt x="156395" y="333914"/>
                  </a:lnTo>
                  <a:lnTo>
                    <a:pt x="161695" y="334171"/>
                  </a:lnTo>
                  <a:lnTo>
                    <a:pt x="167000" y="334260"/>
                  </a:lnTo>
                  <a:lnTo>
                    <a:pt x="172306" y="334181"/>
                  </a:lnTo>
                  <a:lnTo>
                    <a:pt x="177607" y="333933"/>
                  </a:lnTo>
                  <a:lnTo>
                    <a:pt x="182897" y="333517"/>
                  </a:lnTo>
                  <a:lnTo>
                    <a:pt x="188171" y="332933"/>
                  </a:lnTo>
                  <a:lnTo>
                    <a:pt x="193424" y="332183"/>
                  </a:lnTo>
                  <a:lnTo>
                    <a:pt x="198650" y="331265"/>
                  </a:lnTo>
                  <a:lnTo>
                    <a:pt x="203845" y="330183"/>
                  </a:lnTo>
                  <a:lnTo>
                    <a:pt x="209003" y="328936"/>
                  </a:lnTo>
                  <a:lnTo>
                    <a:pt x="214118" y="327526"/>
                  </a:lnTo>
                  <a:lnTo>
                    <a:pt x="219187" y="325955"/>
                  </a:lnTo>
                  <a:lnTo>
                    <a:pt x="224203" y="324223"/>
                  </a:lnTo>
                  <a:lnTo>
                    <a:pt x="229161" y="322333"/>
                  </a:lnTo>
                  <a:lnTo>
                    <a:pt x="234057" y="320287"/>
                  </a:lnTo>
                  <a:lnTo>
                    <a:pt x="238885" y="318086"/>
                  </a:lnTo>
                  <a:lnTo>
                    <a:pt x="243642" y="315733"/>
                  </a:lnTo>
                  <a:lnTo>
                    <a:pt x="248321" y="313230"/>
                  </a:lnTo>
                  <a:lnTo>
                    <a:pt x="252918" y="310581"/>
                  </a:lnTo>
                  <a:lnTo>
                    <a:pt x="257429" y="307786"/>
                  </a:lnTo>
                  <a:lnTo>
                    <a:pt x="261849" y="304850"/>
                  </a:lnTo>
                  <a:lnTo>
                    <a:pt x="266173" y="301775"/>
                  </a:lnTo>
                  <a:lnTo>
                    <a:pt x="270398" y="298564"/>
                  </a:lnTo>
                  <a:lnTo>
                    <a:pt x="274519" y="295221"/>
                  </a:lnTo>
                  <a:lnTo>
                    <a:pt x="278531" y="291748"/>
                  </a:lnTo>
                  <a:lnTo>
                    <a:pt x="282432" y="288151"/>
                  </a:lnTo>
                  <a:lnTo>
                    <a:pt x="286216" y="284431"/>
                  </a:lnTo>
                  <a:lnTo>
                    <a:pt x="289880" y="280593"/>
                  </a:lnTo>
                  <a:lnTo>
                    <a:pt x="293421" y="276640"/>
                  </a:lnTo>
                  <a:lnTo>
                    <a:pt x="296834" y="272577"/>
                  </a:lnTo>
                  <a:lnTo>
                    <a:pt x="300116" y="268408"/>
                  </a:lnTo>
                  <a:lnTo>
                    <a:pt x="303265" y="264137"/>
                  </a:lnTo>
                  <a:lnTo>
                    <a:pt x="306276" y="259768"/>
                  </a:lnTo>
                  <a:lnTo>
                    <a:pt x="309148" y="255305"/>
                  </a:lnTo>
                  <a:lnTo>
                    <a:pt x="311876" y="250754"/>
                  </a:lnTo>
                  <a:lnTo>
                    <a:pt x="314458" y="246118"/>
                  </a:lnTo>
                  <a:lnTo>
                    <a:pt x="316892" y="241403"/>
                  </a:lnTo>
                  <a:lnTo>
                    <a:pt x="319175" y="236613"/>
                  </a:lnTo>
                  <a:lnTo>
                    <a:pt x="321305" y="231753"/>
                  </a:lnTo>
                  <a:lnTo>
                    <a:pt x="323280" y="226828"/>
                  </a:lnTo>
                  <a:lnTo>
                    <a:pt x="325097" y="221842"/>
                  </a:lnTo>
                  <a:lnTo>
                    <a:pt x="326755" y="216802"/>
                  </a:lnTo>
                  <a:lnTo>
                    <a:pt x="328253" y="211711"/>
                  </a:lnTo>
                  <a:lnTo>
                    <a:pt x="329587" y="206575"/>
                  </a:lnTo>
                  <a:lnTo>
                    <a:pt x="330759" y="201400"/>
                  </a:lnTo>
                  <a:lnTo>
                    <a:pt x="331765" y="196190"/>
                  </a:lnTo>
                  <a:lnTo>
                    <a:pt x="332606" y="190950"/>
                  </a:lnTo>
                  <a:lnTo>
                    <a:pt x="333280" y="185687"/>
                  </a:lnTo>
                  <a:lnTo>
                    <a:pt x="333786" y="180405"/>
                  </a:lnTo>
                  <a:lnTo>
                    <a:pt x="334125" y="175109"/>
                  </a:lnTo>
                  <a:lnTo>
                    <a:pt x="334295" y="169806"/>
                  </a:lnTo>
                  <a:lnTo>
                    <a:pt x="334297" y="164499"/>
                  </a:lnTo>
                  <a:lnTo>
                    <a:pt x="334130" y="159195"/>
                  </a:lnTo>
                  <a:lnTo>
                    <a:pt x="333796" y="153900"/>
                  </a:lnTo>
                  <a:lnTo>
                    <a:pt x="333293" y="148617"/>
                  </a:lnTo>
                  <a:lnTo>
                    <a:pt x="332623" y="143353"/>
                  </a:lnTo>
                  <a:lnTo>
                    <a:pt x="331786" y="138113"/>
                  </a:lnTo>
                  <a:lnTo>
                    <a:pt x="330783" y="132903"/>
                  </a:lnTo>
                  <a:lnTo>
                    <a:pt x="329616" y="127726"/>
                  </a:lnTo>
                  <a:lnTo>
                    <a:pt x="328284" y="122590"/>
                  </a:lnTo>
                  <a:lnTo>
                    <a:pt x="326791" y="117498"/>
                  </a:lnTo>
                  <a:lnTo>
                    <a:pt x="325136" y="112456"/>
                  </a:lnTo>
                  <a:lnTo>
                    <a:pt x="323322" y="107469"/>
                  </a:lnTo>
                  <a:lnTo>
                    <a:pt x="321351" y="102543"/>
                  </a:lnTo>
                  <a:lnTo>
                    <a:pt x="319225" y="97681"/>
                  </a:lnTo>
                  <a:lnTo>
                    <a:pt x="316945" y="92889"/>
                  </a:lnTo>
                  <a:lnTo>
                    <a:pt x="314515" y="88172"/>
                  </a:lnTo>
                  <a:lnTo>
                    <a:pt x="311936" y="83535"/>
                  </a:lnTo>
                  <a:lnTo>
                    <a:pt x="309211" y="78982"/>
                  </a:lnTo>
                  <a:lnTo>
                    <a:pt x="306343" y="74517"/>
                  </a:lnTo>
                  <a:lnTo>
                    <a:pt x="303334" y="70146"/>
                  </a:lnTo>
                  <a:lnTo>
                    <a:pt x="300189" y="65872"/>
                  </a:lnTo>
                  <a:lnTo>
                    <a:pt x="296909" y="61701"/>
                  </a:lnTo>
                  <a:lnTo>
                    <a:pt x="293499" y="57636"/>
                  </a:lnTo>
                  <a:lnTo>
                    <a:pt x="289961" y="53681"/>
                  </a:lnTo>
                  <a:lnTo>
                    <a:pt x="286299" y="49840"/>
                  </a:lnTo>
                  <a:lnTo>
                    <a:pt x="282518" y="46117"/>
                  </a:lnTo>
                  <a:lnTo>
                    <a:pt x="278620" y="42517"/>
                  </a:lnTo>
                  <a:lnTo>
                    <a:pt x="274610" y="39041"/>
                  </a:lnTo>
                  <a:lnTo>
                    <a:pt x="270492" y="35695"/>
                  </a:lnTo>
                  <a:lnTo>
                    <a:pt x="266269" y="32482"/>
                  </a:lnTo>
                  <a:lnTo>
                    <a:pt x="261947" y="29403"/>
                  </a:lnTo>
                  <a:lnTo>
                    <a:pt x="257529" y="26464"/>
                  </a:lnTo>
                  <a:lnTo>
                    <a:pt x="253020" y="23666"/>
                  </a:lnTo>
                  <a:lnTo>
                    <a:pt x="248425" y="21013"/>
                  </a:lnTo>
                  <a:lnTo>
                    <a:pt x="243748" y="18507"/>
                  </a:lnTo>
                  <a:lnTo>
                    <a:pt x="238993" y="16151"/>
                  </a:lnTo>
                  <a:lnTo>
                    <a:pt x="167150" y="167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71843" cy="167167"/>
            </a:xfrm>
            <a:custGeom>
              <a:avLst/>
              <a:pathLst>
                <a:path w="71843" h="167167">
                  <a:moveTo>
                    <a:pt x="71843" y="16225"/>
                  </a:moveTo>
                  <a:lnTo>
                    <a:pt x="66644" y="13859"/>
                  </a:lnTo>
                  <a:lnTo>
                    <a:pt x="61367" y="11671"/>
                  </a:lnTo>
                  <a:lnTo>
                    <a:pt x="56019" y="9665"/>
                  </a:lnTo>
                  <a:lnTo>
                    <a:pt x="50605" y="7843"/>
                  </a:lnTo>
                  <a:lnTo>
                    <a:pt x="45132" y="6207"/>
                  </a:lnTo>
                  <a:lnTo>
                    <a:pt x="39607" y="4759"/>
                  </a:lnTo>
                  <a:lnTo>
                    <a:pt x="34035" y="3501"/>
                  </a:lnTo>
                  <a:lnTo>
                    <a:pt x="28423" y="2434"/>
                  </a:lnTo>
                  <a:lnTo>
                    <a:pt x="22778" y="1559"/>
                  </a:lnTo>
                  <a:lnTo>
                    <a:pt x="17107" y="877"/>
                  </a:lnTo>
                  <a:lnTo>
                    <a:pt x="11416" y="390"/>
                  </a:lnTo>
                  <a:lnTo>
                    <a:pt x="5711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82" y="1322571"/>
              <a:ext cx="167156" cy="318656"/>
            </a:xfrm>
            <a:custGeom>
              <a:avLst/>
              <a:pathLst>
                <a:path w="167156" h="318656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1" y="761"/>
                  </a:lnTo>
                  <a:lnTo>
                    <a:pt x="145934" y="1352"/>
                  </a:lnTo>
                  <a:lnTo>
                    <a:pt x="140669" y="2111"/>
                  </a:lnTo>
                  <a:lnTo>
                    <a:pt x="135430" y="3038"/>
                  </a:lnTo>
                  <a:lnTo>
                    <a:pt x="130224" y="4130"/>
                  </a:lnTo>
                  <a:lnTo>
                    <a:pt x="125055" y="5388"/>
                  </a:lnTo>
                  <a:lnTo>
                    <a:pt x="119929" y="6809"/>
                  </a:lnTo>
                  <a:lnTo>
                    <a:pt x="114850" y="8393"/>
                  </a:lnTo>
                  <a:lnTo>
                    <a:pt x="109825" y="10138"/>
                  </a:lnTo>
                  <a:lnTo>
                    <a:pt x="104857" y="12042"/>
                  </a:lnTo>
                  <a:lnTo>
                    <a:pt x="99953" y="14103"/>
                  </a:lnTo>
                  <a:lnTo>
                    <a:pt x="95117" y="16318"/>
                  </a:lnTo>
                  <a:lnTo>
                    <a:pt x="90354" y="18687"/>
                  </a:lnTo>
                  <a:lnTo>
                    <a:pt x="85668" y="21206"/>
                  </a:lnTo>
                  <a:lnTo>
                    <a:pt x="81065" y="23873"/>
                  </a:lnTo>
                  <a:lnTo>
                    <a:pt x="76549" y="26684"/>
                  </a:lnTo>
                  <a:lnTo>
                    <a:pt x="72125" y="29638"/>
                  </a:lnTo>
                  <a:lnTo>
                    <a:pt x="67797" y="32732"/>
                  </a:lnTo>
                  <a:lnTo>
                    <a:pt x="63570" y="35961"/>
                  </a:lnTo>
                  <a:lnTo>
                    <a:pt x="59448" y="39324"/>
                  </a:lnTo>
                  <a:lnTo>
                    <a:pt x="55435" y="42816"/>
                  </a:lnTo>
                  <a:lnTo>
                    <a:pt x="51534" y="46433"/>
                  </a:lnTo>
                  <a:lnTo>
                    <a:pt x="47751" y="50173"/>
                  </a:lnTo>
                  <a:lnTo>
                    <a:pt x="44089" y="54032"/>
                  </a:lnTo>
                  <a:lnTo>
                    <a:pt x="40552" y="58005"/>
                  </a:lnTo>
                  <a:lnTo>
                    <a:pt x="37143" y="62089"/>
                  </a:lnTo>
                  <a:lnTo>
                    <a:pt x="33865" y="66279"/>
                  </a:lnTo>
                  <a:lnTo>
                    <a:pt x="30722" y="70571"/>
                  </a:lnTo>
                  <a:lnTo>
                    <a:pt x="27718" y="74961"/>
                  </a:lnTo>
                  <a:lnTo>
                    <a:pt x="24855" y="79444"/>
                  </a:lnTo>
                  <a:lnTo>
                    <a:pt x="22135" y="84017"/>
                  </a:lnTo>
                  <a:lnTo>
                    <a:pt x="19563" y="88673"/>
                  </a:lnTo>
                  <a:lnTo>
                    <a:pt x="17140" y="93409"/>
                  </a:lnTo>
                  <a:lnTo>
                    <a:pt x="14869" y="98220"/>
                  </a:lnTo>
                  <a:lnTo>
                    <a:pt x="12753" y="103100"/>
                  </a:lnTo>
                  <a:lnTo>
                    <a:pt x="10792" y="108045"/>
                  </a:lnTo>
                  <a:lnTo>
                    <a:pt x="8990" y="113050"/>
                  </a:lnTo>
                  <a:lnTo>
                    <a:pt x="7349" y="118110"/>
                  </a:lnTo>
                  <a:lnTo>
                    <a:pt x="5869" y="123220"/>
                  </a:lnTo>
                  <a:lnTo>
                    <a:pt x="4552" y="128374"/>
                  </a:lnTo>
                  <a:lnTo>
                    <a:pt x="3400" y="133568"/>
                  </a:lnTo>
                  <a:lnTo>
                    <a:pt x="2414" y="138795"/>
                  </a:lnTo>
                  <a:lnTo>
                    <a:pt x="1594" y="144052"/>
                  </a:lnTo>
                  <a:lnTo>
                    <a:pt x="943" y="149331"/>
                  </a:lnTo>
                  <a:lnTo>
                    <a:pt x="459" y="154629"/>
                  </a:lnTo>
                  <a:lnTo>
                    <a:pt x="145" y="159939"/>
                  </a:lnTo>
                  <a:lnTo>
                    <a:pt x="0" y="165257"/>
                  </a:lnTo>
                  <a:lnTo>
                    <a:pt x="23" y="170577"/>
                  </a:lnTo>
                  <a:lnTo>
                    <a:pt x="216" y="175893"/>
                  </a:lnTo>
                  <a:lnTo>
                    <a:pt x="579" y="181200"/>
                  </a:lnTo>
                  <a:lnTo>
                    <a:pt x="1110" y="186493"/>
                  </a:lnTo>
                  <a:lnTo>
                    <a:pt x="1809" y="191767"/>
                  </a:lnTo>
                  <a:lnTo>
                    <a:pt x="2675" y="197015"/>
                  </a:lnTo>
                  <a:lnTo>
                    <a:pt x="3708" y="202234"/>
                  </a:lnTo>
                  <a:lnTo>
                    <a:pt x="4907" y="207417"/>
                  </a:lnTo>
                  <a:lnTo>
                    <a:pt x="6269" y="212559"/>
                  </a:lnTo>
                  <a:lnTo>
                    <a:pt x="7795" y="217655"/>
                  </a:lnTo>
                  <a:lnTo>
                    <a:pt x="9482" y="222700"/>
                  </a:lnTo>
                  <a:lnTo>
                    <a:pt x="11329" y="227689"/>
                  </a:lnTo>
                  <a:lnTo>
                    <a:pt x="13334" y="232617"/>
                  </a:lnTo>
                  <a:lnTo>
                    <a:pt x="15494" y="237478"/>
                  </a:lnTo>
                  <a:lnTo>
                    <a:pt x="17808" y="242268"/>
                  </a:lnTo>
                  <a:lnTo>
                    <a:pt x="20273" y="246982"/>
                  </a:lnTo>
                  <a:lnTo>
                    <a:pt x="22887" y="251615"/>
                  </a:lnTo>
                  <a:lnTo>
                    <a:pt x="25647" y="256163"/>
                  </a:lnTo>
                  <a:lnTo>
                    <a:pt x="28551" y="260620"/>
                  </a:lnTo>
                  <a:lnTo>
                    <a:pt x="31594" y="264983"/>
                  </a:lnTo>
                  <a:lnTo>
                    <a:pt x="34775" y="269247"/>
                  </a:lnTo>
                  <a:lnTo>
                    <a:pt x="38091" y="273407"/>
                  </a:lnTo>
                  <a:lnTo>
                    <a:pt x="41536" y="277460"/>
                  </a:lnTo>
                  <a:lnTo>
                    <a:pt x="45109" y="281402"/>
                  </a:lnTo>
                  <a:lnTo>
                    <a:pt x="48806" y="285227"/>
                  </a:lnTo>
                  <a:lnTo>
                    <a:pt x="52622" y="288933"/>
                  </a:lnTo>
                  <a:lnTo>
                    <a:pt x="56555" y="292516"/>
                  </a:lnTo>
                  <a:lnTo>
                    <a:pt x="60599" y="295971"/>
                  </a:lnTo>
                  <a:lnTo>
                    <a:pt x="64751" y="299297"/>
                  </a:lnTo>
                  <a:lnTo>
                    <a:pt x="69007" y="302488"/>
                  </a:lnTo>
                  <a:lnTo>
                    <a:pt x="73363" y="305542"/>
                  </a:lnTo>
                  <a:lnTo>
                    <a:pt x="77813" y="308457"/>
                  </a:lnTo>
                  <a:lnTo>
                    <a:pt x="82354" y="311228"/>
                  </a:lnTo>
                  <a:lnTo>
                    <a:pt x="86981" y="313853"/>
                  </a:lnTo>
                  <a:lnTo>
                    <a:pt x="91689" y="316330"/>
                  </a:lnTo>
                  <a:lnTo>
                    <a:pt x="96473" y="31865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0356" y="1489739"/>
              <a:ext cx="70682" cy="151488"/>
            </a:xfrm>
            <a:custGeom>
              <a:avLst/>
              <a:pathLst>
                <a:path w="70682" h="151488">
                  <a:moveTo>
                    <a:pt x="0" y="151488"/>
                  </a:moveTo>
                  <a:lnTo>
                    <a:pt x="706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0356" y="1322606"/>
              <a:ext cx="237847" cy="334294"/>
            </a:xfrm>
            <a:custGeom>
              <a:avLst/>
              <a:pathLst>
                <a:path w="237847" h="334294">
                  <a:moveTo>
                    <a:pt x="0" y="318622"/>
                  </a:moveTo>
                  <a:lnTo>
                    <a:pt x="4847" y="320790"/>
                  </a:lnTo>
                  <a:lnTo>
                    <a:pt x="9760" y="322804"/>
                  </a:lnTo>
                  <a:lnTo>
                    <a:pt x="14735" y="324660"/>
                  </a:lnTo>
                  <a:lnTo>
                    <a:pt x="19767" y="326358"/>
                  </a:lnTo>
                  <a:lnTo>
                    <a:pt x="24850" y="327894"/>
                  </a:lnTo>
                  <a:lnTo>
                    <a:pt x="29979" y="329269"/>
                  </a:lnTo>
                  <a:lnTo>
                    <a:pt x="35149" y="330480"/>
                  </a:lnTo>
                  <a:lnTo>
                    <a:pt x="40355" y="331526"/>
                  </a:lnTo>
                  <a:lnTo>
                    <a:pt x="45592" y="332406"/>
                  </a:lnTo>
                  <a:lnTo>
                    <a:pt x="50854" y="333120"/>
                  </a:lnTo>
                  <a:lnTo>
                    <a:pt x="56136" y="333666"/>
                  </a:lnTo>
                  <a:lnTo>
                    <a:pt x="61433" y="334044"/>
                  </a:lnTo>
                  <a:lnTo>
                    <a:pt x="66739" y="334254"/>
                  </a:lnTo>
                  <a:lnTo>
                    <a:pt x="72049" y="334294"/>
                  </a:lnTo>
                  <a:lnTo>
                    <a:pt x="77357" y="334167"/>
                  </a:lnTo>
                  <a:lnTo>
                    <a:pt x="82659" y="333870"/>
                  </a:lnTo>
                  <a:lnTo>
                    <a:pt x="87949" y="333406"/>
                  </a:lnTo>
                  <a:lnTo>
                    <a:pt x="93222" y="332774"/>
                  </a:lnTo>
                  <a:lnTo>
                    <a:pt x="98471" y="331974"/>
                  </a:lnTo>
                  <a:lnTo>
                    <a:pt x="103693" y="331008"/>
                  </a:lnTo>
                  <a:lnTo>
                    <a:pt x="108881" y="329877"/>
                  </a:lnTo>
                  <a:lnTo>
                    <a:pt x="114031" y="328582"/>
                  </a:lnTo>
                  <a:lnTo>
                    <a:pt x="119137" y="327124"/>
                  </a:lnTo>
                  <a:lnTo>
                    <a:pt x="124194" y="325504"/>
                  </a:lnTo>
                  <a:lnTo>
                    <a:pt x="129197" y="323724"/>
                  </a:lnTo>
                  <a:lnTo>
                    <a:pt x="134141" y="321787"/>
                  </a:lnTo>
                  <a:lnTo>
                    <a:pt x="139021" y="319693"/>
                  </a:lnTo>
                  <a:lnTo>
                    <a:pt x="143832" y="317446"/>
                  </a:lnTo>
                  <a:lnTo>
                    <a:pt x="148570" y="315047"/>
                  </a:lnTo>
                  <a:lnTo>
                    <a:pt x="153228" y="312498"/>
                  </a:lnTo>
                  <a:lnTo>
                    <a:pt x="157804" y="309803"/>
                  </a:lnTo>
                  <a:lnTo>
                    <a:pt x="162291" y="306964"/>
                  </a:lnTo>
                  <a:lnTo>
                    <a:pt x="166686" y="303984"/>
                  </a:lnTo>
                  <a:lnTo>
                    <a:pt x="170984" y="300865"/>
                  </a:lnTo>
                  <a:lnTo>
                    <a:pt x="175181" y="297612"/>
                  </a:lnTo>
                  <a:lnTo>
                    <a:pt x="179273" y="294227"/>
                  </a:lnTo>
                  <a:lnTo>
                    <a:pt x="183255" y="290714"/>
                  </a:lnTo>
                  <a:lnTo>
                    <a:pt x="187123" y="287076"/>
                  </a:lnTo>
                  <a:lnTo>
                    <a:pt x="190874" y="283318"/>
                  </a:lnTo>
                  <a:lnTo>
                    <a:pt x="194504" y="279442"/>
                  </a:lnTo>
                  <a:lnTo>
                    <a:pt x="198008" y="275452"/>
                  </a:lnTo>
                  <a:lnTo>
                    <a:pt x="201384" y="271353"/>
                  </a:lnTo>
                  <a:lnTo>
                    <a:pt x="204629" y="267149"/>
                  </a:lnTo>
                  <a:lnTo>
                    <a:pt x="207738" y="262845"/>
                  </a:lnTo>
                  <a:lnTo>
                    <a:pt x="210709" y="258443"/>
                  </a:lnTo>
                  <a:lnTo>
                    <a:pt x="213538" y="253950"/>
                  </a:lnTo>
                  <a:lnTo>
                    <a:pt x="216223" y="249369"/>
                  </a:lnTo>
                  <a:lnTo>
                    <a:pt x="218762" y="244705"/>
                  </a:lnTo>
                  <a:lnTo>
                    <a:pt x="221151" y="239962"/>
                  </a:lnTo>
                  <a:lnTo>
                    <a:pt x="223388" y="235146"/>
                  </a:lnTo>
                  <a:lnTo>
                    <a:pt x="225471" y="230262"/>
                  </a:lnTo>
                  <a:lnTo>
                    <a:pt x="227398" y="225314"/>
                  </a:lnTo>
                  <a:lnTo>
                    <a:pt x="229167" y="220307"/>
                  </a:lnTo>
                  <a:lnTo>
                    <a:pt x="230776" y="215246"/>
                  </a:lnTo>
                  <a:lnTo>
                    <a:pt x="232224" y="210137"/>
                  </a:lnTo>
                  <a:lnTo>
                    <a:pt x="233508" y="204985"/>
                  </a:lnTo>
                  <a:lnTo>
                    <a:pt x="234628" y="199794"/>
                  </a:lnTo>
                  <a:lnTo>
                    <a:pt x="235583" y="194570"/>
                  </a:lnTo>
                  <a:lnTo>
                    <a:pt x="236371" y="189319"/>
                  </a:lnTo>
                  <a:lnTo>
                    <a:pt x="236992" y="184045"/>
                  </a:lnTo>
                  <a:lnTo>
                    <a:pt x="237445" y="178754"/>
                  </a:lnTo>
                  <a:lnTo>
                    <a:pt x="237730" y="173452"/>
                  </a:lnTo>
                  <a:lnTo>
                    <a:pt x="237847" y="168143"/>
                  </a:lnTo>
                  <a:lnTo>
                    <a:pt x="237795" y="162833"/>
                  </a:lnTo>
                  <a:lnTo>
                    <a:pt x="237574" y="157528"/>
                  </a:lnTo>
                  <a:lnTo>
                    <a:pt x="237184" y="152232"/>
                  </a:lnTo>
                  <a:lnTo>
                    <a:pt x="236627" y="146951"/>
                  </a:lnTo>
                  <a:lnTo>
                    <a:pt x="235902" y="141690"/>
                  </a:lnTo>
                  <a:lnTo>
                    <a:pt x="235011" y="136456"/>
                  </a:lnTo>
                  <a:lnTo>
                    <a:pt x="233954" y="131252"/>
                  </a:lnTo>
                  <a:lnTo>
                    <a:pt x="232732" y="126084"/>
                  </a:lnTo>
                  <a:lnTo>
                    <a:pt x="231346" y="120958"/>
                  </a:lnTo>
                  <a:lnTo>
                    <a:pt x="229798" y="115878"/>
                  </a:lnTo>
                  <a:lnTo>
                    <a:pt x="228090" y="110850"/>
                  </a:lnTo>
                  <a:lnTo>
                    <a:pt x="226223" y="105879"/>
                  </a:lnTo>
                  <a:lnTo>
                    <a:pt x="224199" y="100970"/>
                  </a:lnTo>
                  <a:lnTo>
                    <a:pt x="222020" y="96127"/>
                  </a:lnTo>
                  <a:lnTo>
                    <a:pt x="219689" y="91356"/>
                  </a:lnTo>
                  <a:lnTo>
                    <a:pt x="217207" y="86662"/>
                  </a:lnTo>
                  <a:lnTo>
                    <a:pt x="214577" y="82049"/>
                  </a:lnTo>
                  <a:lnTo>
                    <a:pt x="211802" y="77521"/>
                  </a:lnTo>
                  <a:lnTo>
                    <a:pt x="208885" y="73084"/>
                  </a:lnTo>
                  <a:lnTo>
                    <a:pt x="205828" y="68742"/>
                  </a:lnTo>
                  <a:lnTo>
                    <a:pt x="202635" y="64499"/>
                  </a:lnTo>
                  <a:lnTo>
                    <a:pt x="199308" y="60360"/>
                  </a:lnTo>
                  <a:lnTo>
                    <a:pt x="195852" y="56329"/>
                  </a:lnTo>
                  <a:lnTo>
                    <a:pt x="192270" y="52409"/>
                  </a:lnTo>
                  <a:lnTo>
                    <a:pt x="188564" y="48605"/>
                  </a:lnTo>
                  <a:lnTo>
                    <a:pt x="184740" y="44921"/>
                  </a:lnTo>
                  <a:lnTo>
                    <a:pt x="180801" y="41360"/>
                  </a:lnTo>
                  <a:lnTo>
                    <a:pt x="176751" y="37926"/>
                  </a:lnTo>
                  <a:lnTo>
                    <a:pt x="172594" y="34622"/>
                  </a:lnTo>
                  <a:lnTo>
                    <a:pt x="168333" y="31452"/>
                  </a:lnTo>
                  <a:lnTo>
                    <a:pt x="163975" y="28419"/>
                  </a:lnTo>
                  <a:lnTo>
                    <a:pt x="159522" y="25526"/>
                  </a:lnTo>
                  <a:lnTo>
                    <a:pt x="154979" y="22776"/>
                  </a:lnTo>
                  <a:lnTo>
                    <a:pt x="150352" y="20171"/>
                  </a:lnTo>
                  <a:lnTo>
                    <a:pt x="145644" y="17715"/>
                  </a:lnTo>
                  <a:lnTo>
                    <a:pt x="140860" y="15409"/>
                  </a:lnTo>
                  <a:lnTo>
                    <a:pt x="136006" y="13257"/>
                  </a:lnTo>
                  <a:lnTo>
                    <a:pt x="131086" y="11260"/>
                  </a:lnTo>
                  <a:lnTo>
                    <a:pt x="126104" y="9420"/>
                  </a:lnTo>
                  <a:lnTo>
                    <a:pt x="121067" y="7739"/>
                  </a:lnTo>
                  <a:lnTo>
                    <a:pt x="115979" y="6219"/>
                  </a:lnTo>
                  <a:lnTo>
                    <a:pt x="110846" y="4862"/>
                  </a:lnTo>
                  <a:lnTo>
                    <a:pt x="105671" y="3668"/>
                  </a:lnTo>
                  <a:lnTo>
                    <a:pt x="100462" y="2639"/>
                  </a:lnTo>
                  <a:lnTo>
                    <a:pt x="95222" y="1776"/>
                  </a:lnTo>
                  <a:lnTo>
                    <a:pt x="89958" y="1080"/>
                  </a:lnTo>
                  <a:lnTo>
                    <a:pt x="84674" y="552"/>
                  </a:lnTo>
                  <a:lnTo>
                    <a:pt x="79376" y="191"/>
                  </a:lnTo>
                  <a:lnTo>
                    <a:pt x="74069" y="0"/>
                  </a:lnTo>
                  <a:lnTo>
                    <a:pt x="70682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3386" cy="167167"/>
            </a:xfrm>
            <a:custGeom>
              <a:avLst/>
              <a:pathLst>
                <a:path w="3386" h="167167">
                  <a:moveTo>
                    <a:pt x="3386" y="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1" y="1071028"/>
              <a:ext cx="167166" cy="276126"/>
            </a:xfrm>
            <a:custGeom>
              <a:avLst/>
              <a:pathLst>
                <a:path w="167166" h="276126">
                  <a:moveTo>
                    <a:pt x="167166" y="0"/>
                  </a:moveTo>
                  <a:lnTo>
                    <a:pt x="161797" y="86"/>
                  </a:lnTo>
                  <a:lnTo>
                    <a:pt x="156434" y="344"/>
                  </a:lnTo>
                  <a:lnTo>
                    <a:pt x="151081" y="775"/>
                  </a:lnTo>
                  <a:lnTo>
                    <a:pt x="145745" y="1378"/>
                  </a:lnTo>
                  <a:lnTo>
                    <a:pt x="140432" y="2151"/>
                  </a:lnTo>
                  <a:lnTo>
                    <a:pt x="135145" y="3095"/>
                  </a:lnTo>
                  <a:lnTo>
                    <a:pt x="129892" y="4208"/>
                  </a:lnTo>
                  <a:lnTo>
                    <a:pt x="124678" y="5489"/>
                  </a:lnTo>
                  <a:lnTo>
                    <a:pt x="119507" y="6937"/>
                  </a:lnTo>
                  <a:lnTo>
                    <a:pt x="114385" y="8551"/>
                  </a:lnTo>
                  <a:lnTo>
                    <a:pt x="109318" y="10328"/>
                  </a:lnTo>
                  <a:lnTo>
                    <a:pt x="104311" y="12266"/>
                  </a:lnTo>
                  <a:lnTo>
                    <a:pt x="99368" y="14365"/>
                  </a:lnTo>
                  <a:lnTo>
                    <a:pt x="94495" y="16622"/>
                  </a:lnTo>
                  <a:lnTo>
                    <a:pt x="89698" y="19033"/>
                  </a:lnTo>
                  <a:lnTo>
                    <a:pt x="84980" y="21598"/>
                  </a:lnTo>
                  <a:lnTo>
                    <a:pt x="80347" y="24312"/>
                  </a:lnTo>
                  <a:lnTo>
                    <a:pt x="75804" y="27175"/>
                  </a:lnTo>
                  <a:lnTo>
                    <a:pt x="71355" y="30181"/>
                  </a:lnTo>
                  <a:lnTo>
                    <a:pt x="67004" y="33329"/>
                  </a:lnTo>
                  <a:lnTo>
                    <a:pt x="62757" y="36615"/>
                  </a:lnTo>
                  <a:lnTo>
                    <a:pt x="58618" y="40036"/>
                  </a:lnTo>
                  <a:lnTo>
                    <a:pt x="54591" y="43588"/>
                  </a:lnTo>
                  <a:lnTo>
                    <a:pt x="50680" y="47267"/>
                  </a:lnTo>
                  <a:lnTo>
                    <a:pt x="46889" y="51070"/>
                  </a:lnTo>
                  <a:lnTo>
                    <a:pt x="43223" y="54993"/>
                  </a:lnTo>
                  <a:lnTo>
                    <a:pt x="39684" y="59032"/>
                  </a:lnTo>
                  <a:lnTo>
                    <a:pt x="36276" y="63182"/>
                  </a:lnTo>
                  <a:lnTo>
                    <a:pt x="33004" y="67439"/>
                  </a:lnTo>
                  <a:lnTo>
                    <a:pt x="29870" y="71800"/>
                  </a:lnTo>
                  <a:lnTo>
                    <a:pt x="26878" y="76259"/>
                  </a:lnTo>
                  <a:lnTo>
                    <a:pt x="24031" y="80811"/>
                  </a:lnTo>
                  <a:lnTo>
                    <a:pt x="21331" y="85453"/>
                  </a:lnTo>
                  <a:lnTo>
                    <a:pt x="18782" y="90179"/>
                  </a:lnTo>
                  <a:lnTo>
                    <a:pt x="16386" y="94985"/>
                  </a:lnTo>
                  <a:lnTo>
                    <a:pt x="14145" y="99865"/>
                  </a:lnTo>
                  <a:lnTo>
                    <a:pt x="12063" y="104814"/>
                  </a:lnTo>
                  <a:lnTo>
                    <a:pt x="10140" y="109828"/>
                  </a:lnTo>
                  <a:lnTo>
                    <a:pt x="8379" y="114901"/>
                  </a:lnTo>
                  <a:lnTo>
                    <a:pt x="6783" y="120027"/>
                  </a:lnTo>
                  <a:lnTo>
                    <a:pt x="5351" y="125203"/>
                  </a:lnTo>
                  <a:lnTo>
                    <a:pt x="4087" y="130422"/>
                  </a:lnTo>
                  <a:lnTo>
                    <a:pt x="2991" y="135678"/>
                  </a:lnTo>
                  <a:lnTo>
                    <a:pt x="2064" y="140967"/>
                  </a:lnTo>
                  <a:lnTo>
                    <a:pt x="1308" y="146284"/>
                  </a:lnTo>
                  <a:lnTo>
                    <a:pt x="723" y="151621"/>
                  </a:lnTo>
                  <a:lnTo>
                    <a:pt x="310" y="156975"/>
                  </a:lnTo>
                  <a:lnTo>
                    <a:pt x="68" y="162339"/>
                  </a:lnTo>
                  <a:lnTo>
                    <a:pt x="0" y="167709"/>
                  </a:lnTo>
                  <a:lnTo>
                    <a:pt x="103" y="173077"/>
                  </a:lnTo>
                  <a:lnTo>
                    <a:pt x="379" y="178440"/>
                  </a:lnTo>
                  <a:lnTo>
                    <a:pt x="827" y="183791"/>
                  </a:lnTo>
                  <a:lnTo>
                    <a:pt x="1447" y="189125"/>
                  </a:lnTo>
                  <a:lnTo>
                    <a:pt x="2238" y="194436"/>
                  </a:lnTo>
                  <a:lnTo>
                    <a:pt x="3199" y="199719"/>
                  </a:lnTo>
                  <a:lnTo>
                    <a:pt x="4329" y="204969"/>
                  </a:lnTo>
                  <a:lnTo>
                    <a:pt x="5627" y="210179"/>
                  </a:lnTo>
                  <a:lnTo>
                    <a:pt x="7092" y="215345"/>
                  </a:lnTo>
                  <a:lnTo>
                    <a:pt x="8722" y="220461"/>
                  </a:lnTo>
                  <a:lnTo>
                    <a:pt x="10515" y="225523"/>
                  </a:lnTo>
                  <a:lnTo>
                    <a:pt x="12470" y="230524"/>
                  </a:lnTo>
                  <a:lnTo>
                    <a:pt x="14585" y="235460"/>
                  </a:lnTo>
                  <a:lnTo>
                    <a:pt x="16857" y="240325"/>
                  </a:lnTo>
                  <a:lnTo>
                    <a:pt x="19284" y="245115"/>
                  </a:lnTo>
                  <a:lnTo>
                    <a:pt x="21864" y="249824"/>
                  </a:lnTo>
                  <a:lnTo>
                    <a:pt x="24594" y="254448"/>
                  </a:lnTo>
                  <a:lnTo>
                    <a:pt x="27471" y="258983"/>
                  </a:lnTo>
                  <a:lnTo>
                    <a:pt x="30491" y="263422"/>
                  </a:lnTo>
                  <a:lnTo>
                    <a:pt x="33653" y="267762"/>
                  </a:lnTo>
                  <a:lnTo>
                    <a:pt x="36953" y="271998"/>
                  </a:lnTo>
                  <a:lnTo>
                    <a:pt x="40387" y="27612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8479" y="1238196"/>
              <a:ext cx="126778" cy="108959"/>
            </a:xfrm>
            <a:custGeom>
              <a:avLst/>
              <a:pathLst>
                <a:path w="126778" h="108959">
                  <a:moveTo>
                    <a:pt x="0" y="108959"/>
                  </a:moveTo>
                  <a:lnTo>
                    <a:pt x="1267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8479" y="1118539"/>
              <a:ext cx="293945" cy="286823"/>
            </a:xfrm>
            <a:custGeom>
              <a:avLst/>
              <a:pathLst>
                <a:path w="293945" h="286823">
                  <a:moveTo>
                    <a:pt x="0" y="228616"/>
                  </a:moveTo>
                  <a:lnTo>
                    <a:pt x="3548" y="232613"/>
                  </a:lnTo>
                  <a:lnTo>
                    <a:pt x="7222" y="236495"/>
                  </a:lnTo>
                  <a:lnTo>
                    <a:pt x="11018" y="240257"/>
                  </a:lnTo>
                  <a:lnTo>
                    <a:pt x="14933" y="243896"/>
                  </a:lnTo>
                  <a:lnTo>
                    <a:pt x="18962" y="247408"/>
                  </a:lnTo>
                  <a:lnTo>
                    <a:pt x="23101" y="250790"/>
                  </a:lnTo>
                  <a:lnTo>
                    <a:pt x="27346" y="254037"/>
                  </a:lnTo>
                  <a:lnTo>
                    <a:pt x="31693" y="257147"/>
                  </a:lnTo>
                  <a:lnTo>
                    <a:pt x="36137" y="260117"/>
                  </a:lnTo>
                  <a:lnTo>
                    <a:pt x="40673" y="262942"/>
                  </a:lnTo>
                  <a:lnTo>
                    <a:pt x="45298" y="265622"/>
                  </a:lnTo>
                  <a:lnTo>
                    <a:pt x="50006" y="268152"/>
                  </a:lnTo>
                  <a:lnTo>
                    <a:pt x="54793" y="270530"/>
                  </a:lnTo>
                  <a:lnTo>
                    <a:pt x="59653" y="272755"/>
                  </a:lnTo>
                  <a:lnTo>
                    <a:pt x="64581" y="274822"/>
                  </a:lnTo>
                  <a:lnTo>
                    <a:pt x="69573" y="276731"/>
                  </a:lnTo>
                  <a:lnTo>
                    <a:pt x="74624" y="278480"/>
                  </a:lnTo>
                  <a:lnTo>
                    <a:pt x="79728" y="280066"/>
                  </a:lnTo>
                  <a:lnTo>
                    <a:pt x="84880" y="281488"/>
                  </a:lnTo>
                  <a:lnTo>
                    <a:pt x="90075" y="282745"/>
                  </a:lnTo>
                  <a:lnTo>
                    <a:pt x="95308" y="283835"/>
                  </a:lnTo>
                  <a:lnTo>
                    <a:pt x="100573" y="284757"/>
                  </a:lnTo>
                  <a:lnTo>
                    <a:pt x="105864" y="285510"/>
                  </a:lnTo>
                  <a:lnTo>
                    <a:pt x="111177" y="286094"/>
                  </a:lnTo>
                  <a:lnTo>
                    <a:pt x="116506" y="286508"/>
                  </a:lnTo>
                  <a:lnTo>
                    <a:pt x="121845" y="286751"/>
                  </a:lnTo>
                  <a:lnTo>
                    <a:pt x="127189" y="286823"/>
                  </a:lnTo>
                  <a:lnTo>
                    <a:pt x="132533" y="286725"/>
                  </a:lnTo>
                  <a:lnTo>
                    <a:pt x="137871" y="286455"/>
                  </a:lnTo>
                  <a:lnTo>
                    <a:pt x="143198" y="286015"/>
                  </a:lnTo>
                  <a:lnTo>
                    <a:pt x="148508" y="285405"/>
                  </a:lnTo>
                  <a:lnTo>
                    <a:pt x="153796" y="284626"/>
                  </a:lnTo>
                  <a:lnTo>
                    <a:pt x="159056" y="283678"/>
                  </a:lnTo>
                  <a:lnTo>
                    <a:pt x="164283" y="282562"/>
                  </a:lnTo>
                  <a:lnTo>
                    <a:pt x="169471" y="281280"/>
                  </a:lnTo>
                  <a:lnTo>
                    <a:pt x="174616" y="279833"/>
                  </a:lnTo>
                  <a:lnTo>
                    <a:pt x="179713" y="278221"/>
                  </a:lnTo>
                  <a:lnTo>
                    <a:pt x="184755" y="276448"/>
                  </a:lnTo>
                  <a:lnTo>
                    <a:pt x="189738" y="274515"/>
                  </a:lnTo>
                  <a:lnTo>
                    <a:pt x="194656" y="272423"/>
                  </a:lnTo>
                  <a:lnTo>
                    <a:pt x="199505" y="270175"/>
                  </a:lnTo>
                  <a:lnTo>
                    <a:pt x="204280" y="267773"/>
                  </a:lnTo>
                  <a:lnTo>
                    <a:pt x="208975" y="265219"/>
                  </a:lnTo>
                  <a:lnTo>
                    <a:pt x="213587" y="262517"/>
                  </a:lnTo>
                  <a:lnTo>
                    <a:pt x="218109" y="259669"/>
                  </a:lnTo>
                  <a:lnTo>
                    <a:pt x="222539" y="256678"/>
                  </a:lnTo>
                  <a:lnTo>
                    <a:pt x="226870" y="253546"/>
                  </a:lnTo>
                  <a:lnTo>
                    <a:pt x="231099" y="250278"/>
                  </a:lnTo>
                  <a:lnTo>
                    <a:pt x="235222" y="246876"/>
                  </a:lnTo>
                  <a:lnTo>
                    <a:pt x="239234" y="243344"/>
                  </a:lnTo>
                  <a:lnTo>
                    <a:pt x="243130" y="239686"/>
                  </a:lnTo>
                  <a:lnTo>
                    <a:pt x="246908" y="235905"/>
                  </a:lnTo>
                  <a:lnTo>
                    <a:pt x="250563" y="232005"/>
                  </a:lnTo>
                  <a:lnTo>
                    <a:pt x="254091" y="227991"/>
                  </a:lnTo>
                  <a:lnTo>
                    <a:pt x="257490" y="223865"/>
                  </a:lnTo>
                  <a:lnTo>
                    <a:pt x="260754" y="219633"/>
                  </a:lnTo>
                  <a:lnTo>
                    <a:pt x="263882" y="215299"/>
                  </a:lnTo>
                  <a:lnTo>
                    <a:pt x="266869" y="210867"/>
                  </a:lnTo>
                  <a:lnTo>
                    <a:pt x="269714" y="206342"/>
                  </a:lnTo>
                  <a:lnTo>
                    <a:pt x="272412" y="201728"/>
                  </a:lnTo>
                  <a:lnTo>
                    <a:pt x="274961" y="197031"/>
                  </a:lnTo>
                  <a:lnTo>
                    <a:pt x="277359" y="192254"/>
                  </a:lnTo>
                  <a:lnTo>
                    <a:pt x="279603" y="187403"/>
                  </a:lnTo>
                  <a:lnTo>
                    <a:pt x="281690" y="182483"/>
                  </a:lnTo>
                  <a:lnTo>
                    <a:pt x="283620" y="177498"/>
                  </a:lnTo>
                  <a:lnTo>
                    <a:pt x="285389" y="172455"/>
                  </a:lnTo>
                  <a:lnTo>
                    <a:pt x="286996" y="167357"/>
                  </a:lnTo>
                  <a:lnTo>
                    <a:pt x="288439" y="162211"/>
                  </a:lnTo>
                  <a:lnTo>
                    <a:pt x="289716" y="157021"/>
                  </a:lnTo>
                  <a:lnTo>
                    <a:pt x="290828" y="151793"/>
                  </a:lnTo>
                  <a:lnTo>
                    <a:pt x="291771" y="146532"/>
                  </a:lnTo>
                  <a:lnTo>
                    <a:pt x="292546" y="141244"/>
                  </a:lnTo>
                  <a:lnTo>
                    <a:pt x="293151" y="135933"/>
                  </a:lnTo>
                  <a:lnTo>
                    <a:pt x="293587" y="130606"/>
                  </a:lnTo>
                  <a:lnTo>
                    <a:pt x="293851" y="125268"/>
                  </a:lnTo>
                  <a:lnTo>
                    <a:pt x="293945" y="119924"/>
                  </a:lnTo>
                  <a:lnTo>
                    <a:pt x="293869" y="114580"/>
                  </a:lnTo>
                  <a:lnTo>
                    <a:pt x="293621" y="109241"/>
                  </a:lnTo>
                  <a:lnTo>
                    <a:pt x="293203" y="103912"/>
                  </a:lnTo>
                  <a:lnTo>
                    <a:pt x="292614" y="98600"/>
                  </a:lnTo>
                  <a:lnTo>
                    <a:pt x="291856" y="93309"/>
                  </a:lnTo>
                  <a:lnTo>
                    <a:pt x="290930" y="88045"/>
                  </a:lnTo>
                  <a:lnTo>
                    <a:pt x="289835" y="82814"/>
                  </a:lnTo>
                  <a:lnTo>
                    <a:pt x="288574" y="77620"/>
                  </a:lnTo>
                  <a:lnTo>
                    <a:pt x="287147" y="72469"/>
                  </a:lnTo>
                  <a:lnTo>
                    <a:pt x="285557" y="67366"/>
                  </a:lnTo>
                  <a:lnTo>
                    <a:pt x="283804" y="62317"/>
                  </a:lnTo>
                  <a:lnTo>
                    <a:pt x="281891" y="57326"/>
                  </a:lnTo>
                  <a:lnTo>
                    <a:pt x="279819" y="52399"/>
                  </a:lnTo>
                  <a:lnTo>
                    <a:pt x="277590" y="47541"/>
                  </a:lnTo>
                  <a:lnTo>
                    <a:pt x="275208" y="42757"/>
                  </a:lnTo>
                  <a:lnTo>
                    <a:pt x="272674" y="38051"/>
                  </a:lnTo>
                  <a:lnTo>
                    <a:pt x="269990" y="33428"/>
                  </a:lnTo>
                  <a:lnTo>
                    <a:pt x="267161" y="28894"/>
                  </a:lnTo>
                  <a:lnTo>
                    <a:pt x="264187" y="24453"/>
                  </a:lnTo>
                  <a:lnTo>
                    <a:pt x="261073" y="20109"/>
                  </a:lnTo>
                  <a:lnTo>
                    <a:pt x="257822" y="15866"/>
                  </a:lnTo>
                  <a:lnTo>
                    <a:pt x="254437" y="11730"/>
                  </a:lnTo>
                  <a:lnTo>
                    <a:pt x="250922" y="7704"/>
                  </a:lnTo>
                  <a:lnTo>
                    <a:pt x="247279" y="3793"/>
                  </a:lnTo>
                  <a:lnTo>
                    <a:pt x="243514" y="0"/>
                  </a:lnTo>
                  <a:lnTo>
                    <a:pt x="126778" y="1196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16735" cy="167167"/>
            </a:xfrm>
            <a:custGeom>
              <a:avLst/>
              <a:pathLst>
                <a:path w="116735" h="167167">
                  <a:moveTo>
                    <a:pt x="116735" y="47510"/>
                  </a:moveTo>
                  <a:lnTo>
                    <a:pt x="112648" y="43655"/>
                  </a:lnTo>
                  <a:lnTo>
                    <a:pt x="108434" y="39939"/>
                  </a:lnTo>
                  <a:lnTo>
                    <a:pt x="104097" y="36367"/>
                  </a:lnTo>
                  <a:lnTo>
                    <a:pt x="99643" y="32943"/>
                  </a:lnTo>
                  <a:lnTo>
                    <a:pt x="95076" y="29670"/>
                  </a:lnTo>
                  <a:lnTo>
                    <a:pt x="90402" y="26553"/>
                  </a:lnTo>
                  <a:lnTo>
                    <a:pt x="85626" y="23594"/>
                  </a:lnTo>
                  <a:lnTo>
                    <a:pt x="80753" y="20798"/>
                  </a:lnTo>
                  <a:lnTo>
                    <a:pt x="75789" y="18167"/>
                  </a:lnTo>
                  <a:lnTo>
                    <a:pt x="70739" y="15704"/>
                  </a:lnTo>
                  <a:lnTo>
                    <a:pt x="65609" y="13413"/>
                  </a:lnTo>
                  <a:lnTo>
                    <a:pt x="60405" y="11295"/>
                  </a:lnTo>
                  <a:lnTo>
                    <a:pt x="55133" y="9353"/>
                  </a:lnTo>
                  <a:lnTo>
                    <a:pt x="49799" y="7590"/>
                  </a:lnTo>
                  <a:lnTo>
                    <a:pt x="44408" y="6006"/>
                  </a:lnTo>
                  <a:lnTo>
                    <a:pt x="38968" y="4605"/>
                  </a:lnTo>
                  <a:lnTo>
                    <a:pt x="33483" y="3387"/>
                  </a:lnTo>
                  <a:lnTo>
                    <a:pt x="27960" y="2354"/>
                  </a:lnTo>
                  <a:lnTo>
                    <a:pt x="22406" y="1508"/>
                  </a:lnTo>
                  <a:lnTo>
                    <a:pt x="16827" y="849"/>
                  </a:lnTo>
                  <a:lnTo>
                    <a:pt x="11228" y="377"/>
                  </a:lnTo>
                  <a:lnTo>
                    <a:pt x="561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0116" y="941493"/>
              <a:ext cx="83428" cy="167167"/>
            </a:xfrm>
            <a:custGeom>
              <a:avLst/>
              <a:pathLst>
                <a:path w="83428" h="167167">
                  <a:moveTo>
                    <a:pt x="83428" y="0"/>
                  </a:moveTo>
                  <a:lnTo>
                    <a:pt x="77606" y="101"/>
                  </a:lnTo>
                  <a:lnTo>
                    <a:pt x="71790" y="405"/>
                  </a:lnTo>
                  <a:lnTo>
                    <a:pt x="65990" y="912"/>
                  </a:lnTo>
                  <a:lnTo>
                    <a:pt x="60210" y="1620"/>
                  </a:lnTo>
                  <a:lnTo>
                    <a:pt x="54458" y="2529"/>
                  </a:lnTo>
                  <a:lnTo>
                    <a:pt x="48742" y="3638"/>
                  </a:lnTo>
                  <a:lnTo>
                    <a:pt x="43067" y="4945"/>
                  </a:lnTo>
                  <a:lnTo>
                    <a:pt x="37442" y="6449"/>
                  </a:lnTo>
                  <a:lnTo>
                    <a:pt x="31873" y="8148"/>
                  </a:lnTo>
                  <a:lnTo>
                    <a:pt x="26366" y="10040"/>
                  </a:lnTo>
                  <a:lnTo>
                    <a:pt x="20928" y="12123"/>
                  </a:lnTo>
                  <a:lnTo>
                    <a:pt x="15566" y="14393"/>
                  </a:lnTo>
                  <a:lnTo>
                    <a:pt x="10286" y="16850"/>
                  </a:lnTo>
                  <a:lnTo>
                    <a:pt x="5095" y="19488"/>
                  </a:lnTo>
                  <a:lnTo>
                    <a:pt x="0" y="22306"/>
                  </a:lnTo>
                  <a:lnTo>
                    <a:pt x="834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0116" y="963799"/>
              <a:ext cx="83428" cy="144860"/>
            </a:xfrm>
            <a:custGeom>
              <a:avLst/>
              <a:pathLst>
                <a:path w="83428" h="144860">
                  <a:moveTo>
                    <a:pt x="0" y="0"/>
                  </a:moveTo>
                  <a:lnTo>
                    <a:pt x="83428" y="1448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7" y="947988"/>
              <a:ext cx="334329" cy="327830"/>
            </a:xfrm>
            <a:custGeom>
              <a:avLst/>
              <a:pathLst>
                <a:path w="334329" h="327830">
                  <a:moveTo>
                    <a:pt x="83738" y="15810"/>
                  </a:moveTo>
                  <a:lnTo>
                    <a:pt x="79191" y="18526"/>
                  </a:lnTo>
                  <a:lnTo>
                    <a:pt x="74733" y="21384"/>
                  </a:lnTo>
                  <a:lnTo>
                    <a:pt x="70367" y="24382"/>
                  </a:lnTo>
                  <a:lnTo>
                    <a:pt x="66098" y="27516"/>
                  </a:lnTo>
                  <a:lnTo>
                    <a:pt x="61931" y="30785"/>
                  </a:lnTo>
                  <a:lnTo>
                    <a:pt x="57870" y="34183"/>
                  </a:lnTo>
                  <a:lnTo>
                    <a:pt x="53918" y="37709"/>
                  </a:lnTo>
                  <a:lnTo>
                    <a:pt x="50080" y="41358"/>
                  </a:lnTo>
                  <a:lnTo>
                    <a:pt x="46359" y="45127"/>
                  </a:lnTo>
                  <a:lnTo>
                    <a:pt x="42759" y="49012"/>
                  </a:lnTo>
                  <a:lnTo>
                    <a:pt x="39285" y="53008"/>
                  </a:lnTo>
                  <a:lnTo>
                    <a:pt x="35939" y="57113"/>
                  </a:lnTo>
                  <a:lnTo>
                    <a:pt x="32724" y="61322"/>
                  </a:lnTo>
                  <a:lnTo>
                    <a:pt x="29645" y="65631"/>
                  </a:lnTo>
                  <a:lnTo>
                    <a:pt x="26703" y="70035"/>
                  </a:lnTo>
                  <a:lnTo>
                    <a:pt x="23902" y="74530"/>
                  </a:lnTo>
                  <a:lnTo>
                    <a:pt x="21246" y="79111"/>
                  </a:lnTo>
                  <a:lnTo>
                    <a:pt x="18735" y="83774"/>
                  </a:lnTo>
                  <a:lnTo>
                    <a:pt x="16374" y="88514"/>
                  </a:lnTo>
                  <a:lnTo>
                    <a:pt x="14164" y="93327"/>
                  </a:lnTo>
                  <a:lnTo>
                    <a:pt x="12107" y="98208"/>
                  </a:lnTo>
                  <a:lnTo>
                    <a:pt x="10207" y="103151"/>
                  </a:lnTo>
                  <a:lnTo>
                    <a:pt x="8463" y="108152"/>
                  </a:lnTo>
                  <a:lnTo>
                    <a:pt x="6879" y="113205"/>
                  </a:lnTo>
                  <a:lnTo>
                    <a:pt x="5456" y="118306"/>
                  </a:lnTo>
                  <a:lnTo>
                    <a:pt x="4195" y="123450"/>
                  </a:lnTo>
                  <a:lnTo>
                    <a:pt x="3098" y="128631"/>
                  </a:lnTo>
                  <a:lnTo>
                    <a:pt x="2166" y="133844"/>
                  </a:lnTo>
                  <a:lnTo>
                    <a:pt x="1399" y="139084"/>
                  </a:lnTo>
                  <a:lnTo>
                    <a:pt x="798" y="144346"/>
                  </a:lnTo>
                  <a:lnTo>
                    <a:pt x="364" y="149624"/>
                  </a:lnTo>
                  <a:lnTo>
                    <a:pt x="98" y="154914"/>
                  </a:lnTo>
                  <a:lnTo>
                    <a:pt x="0" y="160209"/>
                  </a:lnTo>
                  <a:lnTo>
                    <a:pt x="69" y="165504"/>
                  </a:lnTo>
                  <a:lnTo>
                    <a:pt x="306" y="170795"/>
                  </a:lnTo>
                  <a:lnTo>
                    <a:pt x="710" y="176075"/>
                  </a:lnTo>
                  <a:lnTo>
                    <a:pt x="1282" y="181340"/>
                  </a:lnTo>
                  <a:lnTo>
                    <a:pt x="2020" y="186585"/>
                  </a:lnTo>
                  <a:lnTo>
                    <a:pt x="2923" y="191803"/>
                  </a:lnTo>
                  <a:lnTo>
                    <a:pt x="3992" y="196990"/>
                  </a:lnTo>
                  <a:lnTo>
                    <a:pt x="5224" y="202141"/>
                  </a:lnTo>
                  <a:lnTo>
                    <a:pt x="6619" y="207250"/>
                  </a:lnTo>
                  <a:lnTo>
                    <a:pt x="8175" y="212312"/>
                  </a:lnTo>
                  <a:lnTo>
                    <a:pt x="9891" y="217322"/>
                  </a:lnTo>
                  <a:lnTo>
                    <a:pt x="11764" y="222276"/>
                  </a:lnTo>
                  <a:lnTo>
                    <a:pt x="13794" y="227168"/>
                  </a:lnTo>
                  <a:lnTo>
                    <a:pt x="15977" y="231992"/>
                  </a:lnTo>
                  <a:lnTo>
                    <a:pt x="18312" y="236746"/>
                  </a:lnTo>
                  <a:lnTo>
                    <a:pt x="20796" y="241423"/>
                  </a:lnTo>
                  <a:lnTo>
                    <a:pt x="23428" y="246019"/>
                  </a:lnTo>
                  <a:lnTo>
                    <a:pt x="26203" y="250529"/>
                  </a:lnTo>
                  <a:lnTo>
                    <a:pt x="29121" y="254949"/>
                  </a:lnTo>
                  <a:lnTo>
                    <a:pt x="32176" y="259275"/>
                  </a:lnTo>
                  <a:lnTo>
                    <a:pt x="35367" y="263501"/>
                  </a:lnTo>
                  <a:lnTo>
                    <a:pt x="38691" y="267625"/>
                  </a:lnTo>
                  <a:lnTo>
                    <a:pt x="42143" y="271641"/>
                  </a:lnTo>
                  <a:lnTo>
                    <a:pt x="45721" y="275545"/>
                  </a:lnTo>
                  <a:lnTo>
                    <a:pt x="49421" y="279335"/>
                  </a:lnTo>
                  <a:lnTo>
                    <a:pt x="53239" y="283005"/>
                  </a:lnTo>
                  <a:lnTo>
                    <a:pt x="57171" y="286552"/>
                  </a:lnTo>
                  <a:lnTo>
                    <a:pt x="61214" y="289973"/>
                  </a:lnTo>
                  <a:lnTo>
                    <a:pt x="65363" y="293265"/>
                  </a:lnTo>
                  <a:lnTo>
                    <a:pt x="69614" y="296423"/>
                  </a:lnTo>
                  <a:lnTo>
                    <a:pt x="73963" y="299445"/>
                  </a:lnTo>
                  <a:lnTo>
                    <a:pt x="78406" y="302328"/>
                  </a:lnTo>
                  <a:lnTo>
                    <a:pt x="82938" y="305068"/>
                  </a:lnTo>
                  <a:lnTo>
                    <a:pt x="87554" y="307664"/>
                  </a:lnTo>
                  <a:lnTo>
                    <a:pt x="92250" y="310112"/>
                  </a:lnTo>
                  <a:lnTo>
                    <a:pt x="97022" y="312410"/>
                  </a:lnTo>
                  <a:lnTo>
                    <a:pt x="101863" y="314556"/>
                  </a:lnTo>
                  <a:lnTo>
                    <a:pt x="106771" y="316547"/>
                  </a:lnTo>
                  <a:lnTo>
                    <a:pt x="111739" y="318382"/>
                  </a:lnTo>
                  <a:lnTo>
                    <a:pt x="116762" y="320059"/>
                  </a:lnTo>
                  <a:lnTo>
                    <a:pt x="121836" y="321575"/>
                  </a:lnTo>
                  <a:lnTo>
                    <a:pt x="126956" y="322931"/>
                  </a:lnTo>
                  <a:lnTo>
                    <a:pt x="132116" y="324123"/>
                  </a:lnTo>
                  <a:lnTo>
                    <a:pt x="137311" y="325151"/>
                  </a:lnTo>
                  <a:lnTo>
                    <a:pt x="142536" y="326014"/>
                  </a:lnTo>
                  <a:lnTo>
                    <a:pt x="147786" y="326712"/>
                  </a:lnTo>
                  <a:lnTo>
                    <a:pt x="153055" y="327242"/>
                  </a:lnTo>
                  <a:lnTo>
                    <a:pt x="158339" y="327606"/>
                  </a:lnTo>
                  <a:lnTo>
                    <a:pt x="163631" y="327801"/>
                  </a:lnTo>
                  <a:lnTo>
                    <a:pt x="168927" y="327830"/>
                  </a:lnTo>
                  <a:lnTo>
                    <a:pt x="174221" y="327690"/>
                  </a:lnTo>
                  <a:lnTo>
                    <a:pt x="179508" y="327383"/>
                  </a:lnTo>
                  <a:lnTo>
                    <a:pt x="184783" y="326908"/>
                  </a:lnTo>
                  <a:lnTo>
                    <a:pt x="190040" y="326266"/>
                  </a:lnTo>
                  <a:lnTo>
                    <a:pt x="195274" y="325459"/>
                  </a:lnTo>
                  <a:lnTo>
                    <a:pt x="200480" y="324486"/>
                  </a:lnTo>
                  <a:lnTo>
                    <a:pt x="205652" y="323348"/>
                  </a:lnTo>
                  <a:lnTo>
                    <a:pt x="210786" y="322048"/>
                  </a:lnTo>
                  <a:lnTo>
                    <a:pt x="215876" y="320585"/>
                  </a:lnTo>
                  <a:lnTo>
                    <a:pt x="220917" y="318962"/>
                  </a:lnTo>
                  <a:lnTo>
                    <a:pt x="225904" y="317180"/>
                  </a:lnTo>
                  <a:lnTo>
                    <a:pt x="230832" y="315240"/>
                  </a:lnTo>
                  <a:lnTo>
                    <a:pt x="235697" y="313146"/>
                  </a:lnTo>
                  <a:lnTo>
                    <a:pt x="240492" y="310899"/>
                  </a:lnTo>
                  <a:lnTo>
                    <a:pt x="245214" y="308501"/>
                  </a:lnTo>
                  <a:lnTo>
                    <a:pt x="249858" y="305954"/>
                  </a:lnTo>
                  <a:lnTo>
                    <a:pt x="254418" y="303262"/>
                  </a:lnTo>
                  <a:lnTo>
                    <a:pt x="258891" y="300426"/>
                  </a:lnTo>
                  <a:lnTo>
                    <a:pt x="263272" y="297451"/>
                  </a:lnTo>
                  <a:lnTo>
                    <a:pt x="267557" y="294338"/>
                  </a:lnTo>
                  <a:lnTo>
                    <a:pt x="271740" y="291091"/>
                  </a:lnTo>
                  <a:lnTo>
                    <a:pt x="275819" y="287713"/>
                  </a:lnTo>
                  <a:lnTo>
                    <a:pt x="279789" y="284207"/>
                  </a:lnTo>
                  <a:lnTo>
                    <a:pt x="283646" y="280578"/>
                  </a:lnTo>
                  <a:lnTo>
                    <a:pt x="287385" y="276828"/>
                  </a:lnTo>
                  <a:lnTo>
                    <a:pt x="291004" y="272961"/>
                  </a:lnTo>
                  <a:lnTo>
                    <a:pt x="294499" y="268982"/>
                  </a:lnTo>
                  <a:lnTo>
                    <a:pt x="297866" y="264894"/>
                  </a:lnTo>
                  <a:lnTo>
                    <a:pt x="301102" y="260702"/>
                  </a:lnTo>
                  <a:lnTo>
                    <a:pt x="304204" y="256409"/>
                  </a:lnTo>
                  <a:lnTo>
                    <a:pt x="307167" y="252020"/>
                  </a:lnTo>
                  <a:lnTo>
                    <a:pt x="309991" y="247540"/>
                  </a:lnTo>
                  <a:lnTo>
                    <a:pt x="312671" y="242972"/>
                  </a:lnTo>
                  <a:lnTo>
                    <a:pt x="315205" y="238321"/>
                  </a:lnTo>
                  <a:lnTo>
                    <a:pt x="317590" y="233593"/>
                  </a:lnTo>
                  <a:lnTo>
                    <a:pt x="319825" y="228792"/>
                  </a:lnTo>
                  <a:lnTo>
                    <a:pt x="321906" y="223922"/>
                  </a:lnTo>
                  <a:lnTo>
                    <a:pt x="323832" y="218988"/>
                  </a:lnTo>
                  <a:lnTo>
                    <a:pt x="325600" y="213996"/>
                  </a:lnTo>
                  <a:lnTo>
                    <a:pt x="327210" y="208951"/>
                  </a:lnTo>
                  <a:lnTo>
                    <a:pt x="328659" y="203857"/>
                  </a:lnTo>
                  <a:lnTo>
                    <a:pt x="329946" y="198720"/>
                  </a:lnTo>
                  <a:lnTo>
                    <a:pt x="331070" y="193545"/>
                  </a:lnTo>
                  <a:lnTo>
                    <a:pt x="332029" y="188336"/>
                  </a:lnTo>
                  <a:lnTo>
                    <a:pt x="332822" y="183100"/>
                  </a:lnTo>
                  <a:lnTo>
                    <a:pt x="333450" y="177841"/>
                  </a:lnTo>
                  <a:lnTo>
                    <a:pt x="333910" y="172565"/>
                  </a:lnTo>
                  <a:lnTo>
                    <a:pt x="334203" y="167277"/>
                  </a:lnTo>
                  <a:lnTo>
                    <a:pt x="334329" y="161983"/>
                  </a:lnTo>
                  <a:lnTo>
                    <a:pt x="334286" y="156687"/>
                  </a:lnTo>
                  <a:lnTo>
                    <a:pt x="334076" y="151395"/>
                  </a:lnTo>
                  <a:lnTo>
                    <a:pt x="333699" y="146113"/>
                  </a:lnTo>
                  <a:lnTo>
                    <a:pt x="333154" y="140845"/>
                  </a:lnTo>
                  <a:lnTo>
                    <a:pt x="332443" y="135597"/>
                  </a:lnTo>
                  <a:lnTo>
                    <a:pt x="331565" y="130374"/>
                  </a:lnTo>
                  <a:lnTo>
                    <a:pt x="330523" y="125182"/>
                  </a:lnTo>
                  <a:lnTo>
                    <a:pt x="329317" y="120025"/>
                  </a:lnTo>
                  <a:lnTo>
                    <a:pt x="327948" y="114909"/>
                  </a:lnTo>
                  <a:lnTo>
                    <a:pt x="326418" y="109839"/>
                  </a:lnTo>
                  <a:lnTo>
                    <a:pt x="324728" y="104820"/>
                  </a:lnTo>
                  <a:lnTo>
                    <a:pt x="322879" y="99857"/>
                  </a:lnTo>
                  <a:lnTo>
                    <a:pt x="320875" y="94955"/>
                  </a:lnTo>
                  <a:lnTo>
                    <a:pt x="318716" y="90119"/>
                  </a:lnTo>
                  <a:lnTo>
                    <a:pt x="316405" y="85354"/>
                  </a:lnTo>
                  <a:lnTo>
                    <a:pt x="313944" y="80664"/>
                  </a:lnTo>
                  <a:lnTo>
                    <a:pt x="311336" y="76055"/>
                  </a:lnTo>
                  <a:lnTo>
                    <a:pt x="308584" y="71531"/>
                  </a:lnTo>
                  <a:lnTo>
                    <a:pt x="305689" y="67096"/>
                  </a:lnTo>
                  <a:lnTo>
                    <a:pt x="302655" y="62755"/>
                  </a:lnTo>
                  <a:lnTo>
                    <a:pt x="299486" y="58512"/>
                  </a:lnTo>
                  <a:lnTo>
                    <a:pt x="296183" y="54372"/>
                  </a:lnTo>
                  <a:lnTo>
                    <a:pt x="292751" y="50338"/>
                  </a:lnTo>
                  <a:lnTo>
                    <a:pt x="289193" y="46416"/>
                  </a:lnTo>
                  <a:lnTo>
                    <a:pt x="285513" y="42608"/>
                  </a:lnTo>
                  <a:lnTo>
                    <a:pt x="281714" y="38918"/>
                  </a:lnTo>
                  <a:lnTo>
                    <a:pt x="277799" y="35351"/>
                  </a:lnTo>
                  <a:lnTo>
                    <a:pt x="273774" y="31909"/>
                  </a:lnTo>
                  <a:lnTo>
                    <a:pt x="269642" y="28597"/>
                  </a:lnTo>
                  <a:lnTo>
                    <a:pt x="265407" y="25417"/>
                  </a:lnTo>
                  <a:lnTo>
                    <a:pt x="261073" y="22373"/>
                  </a:lnTo>
                  <a:lnTo>
                    <a:pt x="256645" y="19468"/>
                  </a:lnTo>
                  <a:lnTo>
                    <a:pt x="252127" y="16704"/>
                  </a:lnTo>
                  <a:lnTo>
                    <a:pt x="247524" y="14085"/>
                  </a:lnTo>
                  <a:lnTo>
                    <a:pt x="242840" y="11613"/>
                  </a:lnTo>
                  <a:lnTo>
                    <a:pt x="238081" y="9291"/>
                  </a:lnTo>
                  <a:lnTo>
                    <a:pt x="233250" y="7120"/>
                  </a:lnTo>
                  <a:lnTo>
                    <a:pt x="228353" y="5104"/>
                  </a:lnTo>
                  <a:lnTo>
                    <a:pt x="223394" y="3244"/>
                  </a:lnTo>
                  <a:lnTo>
                    <a:pt x="218379" y="1542"/>
                  </a:lnTo>
                  <a:lnTo>
                    <a:pt x="213313" y="0"/>
                  </a:lnTo>
                  <a:lnTo>
                    <a:pt x="167166" y="1606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46146" cy="167167"/>
            </a:xfrm>
            <a:custGeom>
              <a:avLst/>
              <a:pathLst>
                <a:path w="46146" h="167167">
                  <a:moveTo>
                    <a:pt x="46146" y="6495"/>
                  </a:moveTo>
                  <a:lnTo>
                    <a:pt x="39691" y="4780"/>
                  </a:lnTo>
                  <a:lnTo>
                    <a:pt x="33173" y="3324"/>
                  </a:lnTo>
                  <a:lnTo>
                    <a:pt x="26602" y="2130"/>
                  </a:lnTo>
                  <a:lnTo>
                    <a:pt x="19989" y="1199"/>
                  </a:lnTo>
                  <a:lnTo>
                    <a:pt x="13344" y="533"/>
                  </a:lnTo>
                  <a:lnTo>
                    <a:pt x="6677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36137" y="941493"/>
              <a:ext cx="50078" cy="167167"/>
            </a:xfrm>
            <a:custGeom>
              <a:avLst/>
              <a:pathLst>
                <a:path w="50078" h="167167">
                  <a:moveTo>
                    <a:pt x="50078" y="0"/>
                  </a:moveTo>
                  <a:lnTo>
                    <a:pt x="43722" y="120"/>
                  </a:lnTo>
                  <a:lnTo>
                    <a:pt x="37375" y="483"/>
                  </a:lnTo>
                  <a:lnTo>
                    <a:pt x="31047" y="1086"/>
                  </a:lnTo>
                  <a:lnTo>
                    <a:pt x="24746" y="1930"/>
                  </a:lnTo>
                  <a:lnTo>
                    <a:pt x="18482" y="3013"/>
                  </a:lnTo>
                  <a:lnTo>
                    <a:pt x="12264" y="4333"/>
                  </a:lnTo>
                  <a:lnTo>
                    <a:pt x="6100" y="5888"/>
                  </a:lnTo>
                  <a:lnTo>
                    <a:pt x="0" y="7677"/>
                  </a:lnTo>
                  <a:lnTo>
                    <a:pt x="5007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6137" y="949170"/>
              <a:ext cx="50078" cy="159490"/>
            </a:xfrm>
            <a:custGeom>
              <a:avLst/>
              <a:pathLst>
                <a:path w="50078" h="159490">
                  <a:moveTo>
                    <a:pt x="0" y="0"/>
                  </a:moveTo>
                  <a:lnTo>
                    <a:pt x="50078" y="159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59" y="949170"/>
              <a:ext cx="167155" cy="325436"/>
            </a:xfrm>
            <a:custGeom>
              <a:avLst/>
              <a:pathLst>
                <a:path w="167155" h="325436">
                  <a:moveTo>
                    <a:pt x="117077" y="0"/>
                  </a:moveTo>
                  <a:lnTo>
                    <a:pt x="112006" y="1681"/>
                  </a:lnTo>
                  <a:lnTo>
                    <a:pt x="106992" y="3524"/>
                  </a:lnTo>
                  <a:lnTo>
                    <a:pt x="102040" y="5526"/>
                  </a:lnTo>
                  <a:lnTo>
                    <a:pt x="97153" y="7685"/>
                  </a:lnTo>
                  <a:lnTo>
                    <a:pt x="92339" y="9999"/>
                  </a:lnTo>
                  <a:lnTo>
                    <a:pt x="87600" y="12466"/>
                  </a:lnTo>
                  <a:lnTo>
                    <a:pt x="82943" y="15083"/>
                  </a:lnTo>
                  <a:lnTo>
                    <a:pt x="78372" y="17848"/>
                  </a:lnTo>
                  <a:lnTo>
                    <a:pt x="73892" y="20757"/>
                  </a:lnTo>
                  <a:lnTo>
                    <a:pt x="69506" y="23807"/>
                  </a:lnTo>
                  <a:lnTo>
                    <a:pt x="65221" y="26997"/>
                  </a:lnTo>
                  <a:lnTo>
                    <a:pt x="61040" y="30322"/>
                  </a:lnTo>
                  <a:lnTo>
                    <a:pt x="56967" y="33778"/>
                  </a:lnTo>
                  <a:lnTo>
                    <a:pt x="53006" y="37363"/>
                  </a:lnTo>
                  <a:lnTo>
                    <a:pt x="49162" y="41073"/>
                  </a:lnTo>
                  <a:lnTo>
                    <a:pt x="45439" y="44903"/>
                  </a:lnTo>
                  <a:lnTo>
                    <a:pt x="41840" y="48851"/>
                  </a:lnTo>
                  <a:lnTo>
                    <a:pt x="38369" y="52911"/>
                  </a:lnTo>
                  <a:lnTo>
                    <a:pt x="35029" y="57081"/>
                  </a:lnTo>
                  <a:lnTo>
                    <a:pt x="31824" y="61355"/>
                  </a:lnTo>
                  <a:lnTo>
                    <a:pt x="28758" y="65729"/>
                  </a:lnTo>
                  <a:lnTo>
                    <a:pt x="25833" y="70199"/>
                  </a:lnTo>
                  <a:lnTo>
                    <a:pt x="23052" y="74760"/>
                  </a:lnTo>
                  <a:lnTo>
                    <a:pt x="20418" y="79408"/>
                  </a:lnTo>
                  <a:lnTo>
                    <a:pt x="17934" y="84137"/>
                  </a:lnTo>
                  <a:lnTo>
                    <a:pt x="15603" y="88944"/>
                  </a:lnTo>
                  <a:lnTo>
                    <a:pt x="13426" y="93822"/>
                  </a:lnTo>
                  <a:lnTo>
                    <a:pt x="11406" y="98768"/>
                  </a:lnTo>
                  <a:lnTo>
                    <a:pt x="9546" y="103775"/>
                  </a:lnTo>
                  <a:lnTo>
                    <a:pt x="7846" y="108840"/>
                  </a:lnTo>
                  <a:lnTo>
                    <a:pt x="6309" y="113956"/>
                  </a:lnTo>
                  <a:lnTo>
                    <a:pt x="4936" y="119118"/>
                  </a:lnTo>
                  <a:lnTo>
                    <a:pt x="3729" y="124322"/>
                  </a:lnTo>
                  <a:lnTo>
                    <a:pt x="2689" y="129562"/>
                  </a:lnTo>
                  <a:lnTo>
                    <a:pt x="1816" y="134832"/>
                  </a:lnTo>
                  <a:lnTo>
                    <a:pt x="1113" y="140128"/>
                  </a:lnTo>
                  <a:lnTo>
                    <a:pt x="579" y="145443"/>
                  </a:lnTo>
                  <a:lnTo>
                    <a:pt x="215" y="150773"/>
                  </a:lnTo>
                  <a:lnTo>
                    <a:pt x="22" y="156111"/>
                  </a:lnTo>
                  <a:lnTo>
                    <a:pt x="0" y="161453"/>
                  </a:lnTo>
                  <a:lnTo>
                    <a:pt x="148" y="166793"/>
                  </a:lnTo>
                  <a:lnTo>
                    <a:pt x="466" y="172126"/>
                  </a:lnTo>
                  <a:lnTo>
                    <a:pt x="955" y="177445"/>
                  </a:lnTo>
                  <a:lnTo>
                    <a:pt x="1614" y="182747"/>
                  </a:lnTo>
                  <a:lnTo>
                    <a:pt x="2441" y="188024"/>
                  </a:lnTo>
                  <a:lnTo>
                    <a:pt x="3437" y="193273"/>
                  </a:lnTo>
                  <a:lnTo>
                    <a:pt x="4600" y="198487"/>
                  </a:lnTo>
                  <a:lnTo>
                    <a:pt x="5929" y="203661"/>
                  </a:lnTo>
                  <a:lnTo>
                    <a:pt x="7423" y="208790"/>
                  </a:lnTo>
                  <a:lnTo>
                    <a:pt x="9080" y="213868"/>
                  </a:lnTo>
                  <a:lnTo>
                    <a:pt x="10898" y="218891"/>
                  </a:lnTo>
                  <a:lnTo>
                    <a:pt x="12876" y="223854"/>
                  </a:lnTo>
                  <a:lnTo>
                    <a:pt x="15011" y="228750"/>
                  </a:lnTo>
                  <a:lnTo>
                    <a:pt x="17302" y="233576"/>
                  </a:lnTo>
                  <a:lnTo>
                    <a:pt x="19746" y="238327"/>
                  </a:lnTo>
                  <a:lnTo>
                    <a:pt x="22340" y="242996"/>
                  </a:lnTo>
                  <a:lnTo>
                    <a:pt x="25082" y="247581"/>
                  </a:lnTo>
                  <a:lnTo>
                    <a:pt x="27969" y="252076"/>
                  </a:lnTo>
                  <a:lnTo>
                    <a:pt x="30999" y="256476"/>
                  </a:lnTo>
                  <a:lnTo>
                    <a:pt x="34167" y="260777"/>
                  </a:lnTo>
                  <a:lnTo>
                    <a:pt x="37471" y="264974"/>
                  </a:lnTo>
                  <a:lnTo>
                    <a:pt x="40908" y="269064"/>
                  </a:lnTo>
                  <a:lnTo>
                    <a:pt x="44473" y="273042"/>
                  </a:lnTo>
                  <a:lnTo>
                    <a:pt x="48164" y="276904"/>
                  </a:lnTo>
                  <a:lnTo>
                    <a:pt x="51977" y="280646"/>
                  </a:lnTo>
                  <a:lnTo>
                    <a:pt x="55907" y="284264"/>
                  </a:lnTo>
                  <a:lnTo>
                    <a:pt x="59950" y="287755"/>
                  </a:lnTo>
                  <a:lnTo>
                    <a:pt x="64103" y="291115"/>
                  </a:lnTo>
                  <a:lnTo>
                    <a:pt x="68362" y="294341"/>
                  </a:lnTo>
                  <a:lnTo>
                    <a:pt x="72721" y="297428"/>
                  </a:lnTo>
                  <a:lnTo>
                    <a:pt x="77177" y="300375"/>
                  </a:lnTo>
                  <a:lnTo>
                    <a:pt x="81724" y="303178"/>
                  </a:lnTo>
                  <a:lnTo>
                    <a:pt x="86359" y="305835"/>
                  </a:lnTo>
                  <a:lnTo>
                    <a:pt x="91076" y="308342"/>
                  </a:lnTo>
                  <a:lnTo>
                    <a:pt x="95871" y="310696"/>
                  </a:lnTo>
                  <a:lnTo>
                    <a:pt x="100739" y="312897"/>
                  </a:lnTo>
                  <a:lnTo>
                    <a:pt x="105675" y="314941"/>
                  </a:lnTo>
                  <a:lnTo>
                    <a:pt x="110673" y="316826"/>
                  </a:lnTo>
                  <a:lnTo>
                    <a:pt x="115729" y="318550"/>
                  </a:lnTo>
                  <a:lnTo>
                    <a:pt x="120838" y="320112"/>
                  </a:lnTo>
                  <a:lnTo>
                    <a:pt x="125993" y="321510"/>
                  </a:lnTo>
                  <a:lnTo>
                    <a:pt x="131191" y="322743"/>
                  </a:lnTo>
                  <a:lnTo>
                    <a:pt x="136426" y="323808"/>
                  </a:lnTo>
                  <a:lnTo>
                    <a:pt x="141692" y="324706"/>
                  </a:lnTo>
                  <a:lnTo>
                    <a:pt x="146984" y="325436"/>
                  </a:lnTo>
                  <a:lnTo>
                    <a:pt x="167155" y="159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66044" y="941493"/>
              <a:ext cx="187337" cy="334330"/>
            </a:xfrm>
            <a:custGeom>
              <a:avLst/>
              <a:pathLst>
                <a:path w="187337" h="334330">
                  <a:moveTo>
                    <a:pt x="0" y="333113"/>
                  </a:moveTo>
                  <a:lnTo>
                    <a:pt x="5317" y="333673"/>
                  </a:lnTo>
                  <a:lnTo>
                    <a:pt x="10649" y="334063"/>
                  </a:lnTo>
                  <a:lnTo>
                    <a:pt x="15992" y="334282"/>
                  </a:lnTo>
                  <a:lnTo>
                    <a:pt x="21338" y="334330"/>
                  </a:lnTo>
                  <a:lnTo>
                    <a:pt x="26684" y="334207"/>
                  </a:lnTo>
                  <a:lnTo>
                    <a:pt x="32022" y="333914"/>
                  </a:lnTo>
                  <a:lnTo>
                    <a:pt x="37349" y="333449"/>
                  </a:lnTo>
                  <a:lnTo>
                    <a:pt x="42658" y="332815"/>
                  </a:lnTo>
                  <a:lnTo>
                    <a:pt x="47944" y="332011"/>
                  </a:lnTo>
                  <a:lnTo>
                    <a:pt x="53201" y="331039"/>
                  </a:lnTo>
                  <a:lnTo>
                    <a:pt x="58425" y="329899"/>
                  </a:lnTo>
                  <a:lnTo>
                    <a:pt x="63610" y="328592"/>
                  </a:lnTo>
                  <a:lnTo>
                    <a:pt x="68750" y="327120"/>
                  </a:lnTo>
                  <a:lnTo>
                    <a:pt x="73840" y="325485"/>
                  </a:lnTo>
                  <a:lnTo>
                    <a:pt x="78876" y="323687"/>
                  </a:lnTo>
                  <a:lnTo>
                    <a:pt x="83852" y="321730"/>
                  </a:lnTo>
                  <a:lnTo>
                    <a:pt x="88762" y="319614"/>
                  </a:lnTo>
                  <a:lnTo>
                    <a:pt x="93602" y="317343"/>
                  </a:lnTo>
                  <a:lnTo>
                    <a:pt x="98367" y="314918"/>
                  </a:lnTo>
                  <a:lnTo>
                    <a:pt x="103052" y="312341"/>
                  </a:lnTo>
                  <a:lnTo>
                    <a:pt x="107653" y="309616"/>
                  </a:lnTo>
                  <a:lnTo>
                    <a:pt x="112164" y="306746"/>
                  </a:lnTo>
                  <a:lnTo>
                    <a:pt x="116580" y="303733"/>
                  </a:lnTo>
                  <a:lnTo>
                    <a:pt x="120899" y="300579"/>
                  </a:lnTo>
                  <a:lnTo>
                    <a:pt x="125114" y="297290"/>
                  </a:lnTo>
                  <a:lnTo>
                    <a:pt x="129221" y="293867"/>
                  </a:lnTo>
                  <a:lnTo>
                    <a:pt x="133217" y="290315"/>
                  </a:lnTo>
                  <a:lnTo>
                    <a:pt x="137098" y="286637"/>
                  </a:lnTo>
                  <a:lnTo>
                    <a:pt x="140859" y="282836"/>
                  </a:lnTo>
                  <a:lnTo>
                    <a:pt x="144496" y="278917"/>
                  </a:lnTo>
                  <a:lnTo>
                    <a:pt x="148006" y="274884"/>
                  </a:lnTo>
                  <a:lnTo>
                    <a:pt x="151386" y="270741"/>
                  </a:lnTo>
                  <a:lnTo>
                    <a:pt x="154631" y="266492"/>
                  </a:lnTo>
                  <a:lnTo>
                    <a:pt x="157739" y="262141"/>
                  </a:lnTo>
                  <a:lnTo>
                    <a:pt x="160706" y="257693"/>
                  </a:lnTo>
                  <a:lnTo>
                    <a:pt x="163529" y="253152"/>
                  </a:lnTo>
                  <a:lnTo>
                    <a:pt x="166205" y="248523"/>
                  </a:lnTo>
                  <a:lnTo>
                    <a:pt x="168732" y="243812"/>
                  </a:lnTo>
                  <a:lnTo>
                    <a:pt x="171108" y="239021"/>
                  </a:lnTo>
                  <a:lnTo>
                    <a:pt x="173328" y="234158"/>
                  </a:lnTo>
                  <a:lnTo>
                    <a:pt x="175392" y="229225"/>
                  </a:lnTo>
                  <a:lnTo>
                    <a:pt x="177298" y="224230"/>
                  </a:lnTo>
                  <a:lnTo>
                    <a:pt x="179042" y="219175"/>
                  </a:lnTo>
                  <a:lnTo>
                    <a:pt x="180624" y="214068"/>
                  </a:lnTo>
                  <a:lnTo>
                    <a:pt x="182042" y="208913"/>
                  </a:lnTo>
                  <a:lnTo>
                    <a:pt x="183294" y="203715"/>
                  </a:lnTo>
                  <a:lnTo>
                    <a:pt x="184380" y="198479"/>
                  </a:lnTo>
                  <a:lnTo>
                    <a:pt x="185297" y="193212"/>
                  </a:lnTo>
                  <a:lnTo>
                    <a:pt x="186045" y="187918"/>
                  </a:lnTo>
                  <a:lnTo>
                    <a:pt x="186624" y="182602"/>
                  </a:lnTo>
                  <a:lnTo>
                    <a:pt x="187033" y="177271"/>
                  </a:lnTo>
                  <a:lnTo>
                    <a:pt x="187270" y="171930"/>
                  </a:lnTo>
                  <a:lnTo>
                    <a:pt x="187337" y="166583"/>
                  </a:lnTo>
                  <a:lnTo>
                    <a:pt x="187233" y="161238"/>
                  </a:lnTo>
                  <a:lnTo>
                    <a:pt x="186958" y="155898"/>
                  </a:lnTo>
                  <a:lnTo>
                    <a:pt x="186512" y="150570"/>
                  </a:lnTo>
                  <a:lnTo>
                    <a:pt x="185896" y="145259"/>
                  </a:lnTo>
                  <a:lnTo>
                    <a:pt x="185111" y="139970"/>
                  </a:lnTo>
                  <a:lnTo>
                    <a:pt x="184157" y="134709"/>
                  </a:lnTo>
                  <a:lnTo>
                    <a:pt x="183035" y="129481"/>
                  </a:lnTo>
                  <a:lnTo>
                    <a:pt x="181747" y="124292"/>
                  </a:lnTo>
                  <a:lnTo>
                    <a:pt x="180293" y="119147"/>
                  </a:lnTo>
                  <a:lnTo>
                    <a:pt x="178675" y="114050"/>
                  </a:lnTo>
                  <a:lnTo>
                    <a:pt x="176895" y="109009"/>
                  </a:lnTo>
                  <a:lnTo>
                    <a:pt x="174955" y="104026"/>
                  </a:lnTo>
                  <a:lnTo>
                    <a:pt x="172857" y="99108"/>
                  </a:lnTo>
                  <a:lnTo>
                    <a:pt x="170602" y="94260"/>
                  </a:lnTo>
                  <a:lnTo>
                    <a:pt x="168194" y="89487"/>
                  </a:lnTo>
                  <a:lnTo>
                    <a:pt x="165634" y="84793"/>
                  </a:lnTo>
                  <a:lnTo>
                    <a:pt x="162925" y="80183"/>
                  </a:lnTo>
                  <a:lnTo>
                    <a:pt x="160070" y="75662"/>
                  </a:lnTo>
                  <a:lnTo>
                    <a:pt x="157072" y="71235"/>
                  </a:lnTo>
                  <a:lnTo>
                    <a:pt x="153934" y="66906"/>
                  </a:lnTo>
                  <a:lnTo>
                    <a:pt x="150659" y="62679"/>
                  </a:lnTo>
                  <a:lnTo>
                    <a:pt x="147251" y="58560"/>
                  </a:lnTo>
                  <a:lnTo>
                    <a:pt x="143713" y="54551"/>
                  </a:lnTo>
                  <a:lnTo>
                    <a:pt x="140048" y="50658"/>
                  </a:lnTo>
                  <a:lnTo>
                    <a:pt x="136261" y="46884"/>
                  </a:lnTo>
                  <a:lnTo>
                    <a:pt x="132355" y="43233"/>
                  </a:lnTo>
                  <a:lnTo>
                    <a:pt x="128334" y="39708"/>
                  </a:lnTo>
                  <a:lnTo>
                    <a:pt x="124202" y="36314"/>
                  </a:lnTo>
                  <a:lnTo>
                    <a:pt x="119964" y="33054"/>
                  </a:lnTo>
                  <a:lnTo>
                    <a:pt x="115624" y="29931"/>
                  </a:lnTo>
                  <a:lnTo>
                    <a:pt x="111187" y="26949"/>
                  </a:lnTo>
                  <a:lnTo>
                    <a:pt x="106656" y="24110"/>
                  </a:lnTo>
                  <a:lnTo>
                    <a:pt x="102037" y="21417"/>
                  </a:lnTo>
                  <a:lnTo>
                    <a:pt x="97334" y="18874"/>
                  </a:lnTo>
                  <a:lnTo>
                    <a:pt x="92552" y="16482"/>
                  </a:lnTo>
                  <a:lnTo>
                    <a:pt x="87696" y="14244"/>
                  </a:lnTo>
                  <a:lnTo>
                    <a:pt x="82771" y="12163"/>
                  </a:lnTo>
                  <a:lnTo>
                    <a:pt x="77782" y="10240"/>
                  </a:lnTo>
                  <a:lnTo>
                    <a:pt x="72734" y="8478"/>
                  </a:lnTo>
                  <a:lnTo>
                    <a:pt x="67632" y="6878"/>
                  </a:lnTo>
                  <a:lnTo>
                    <a:pt x="62481" y="5443"/>
                  </a:lnTo>
                  <a:lnTo>
                    <a:pt x="57288" y="4172"/>
                  </a:lnTo>
                  <a:lnTo>
                    <a:pt x="52056" y="3069"/>
                  </a:lnTo>
                  <a:lnTo>
                    <a:pt x="46792" y="2133"/>
                  </a:lnTo>
                  <a:lnTo>
                    <a:pt x="41501" y="1366"/>
                  </a:lnTo>
                  <a:lnTo>
                    <a:pt x="36187" y="769"/>
                  </a:lnTo>
                  <a:lnTo>
                    <a:pt x="30858" y="341"/>
                  </a:lnTo>
                  <a:lnTo>
                    <a:pt x="25517" y="85"/>
                  </a:lnTo>
                  <a:lnTo>
                    <a:pt x="20171" y="0"/>
                  </a:lnTo>
                  <a:lnTo>
                    <a:pt x="201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737" y="1071028"/>
              <a:ext cx="166763" cy="167167"/>
            </a:xfrm>
            <a:custGeom>
              <a:avLst/>
              <a:pathLst>
                <a:path w="166763" h="167167">
                  <a:moveTo>
                    <a:pt x="166763" y="0"/>
                  </a:moveTo>
                  <a:lnTo>
                    <a:pt x="161308" y="89"/>
                  </a:lnTo>
                  <a:lnTo>
                    <a:pt x="155859" y="355"/>
                  </a:lnTo>
                  <a:lnTo>
                    <a:pt x="150422" y="800"/>
                  </a:lnTo>
                  <a:lnTo>
                    <a:pt x="145002" y="1422"/>
                  </a:lnTo>
                  <a:lnTo>
                    <a:pt x="139605" y="2220"/>
                  </a:lnTo>
                  <a:lnTo>
                    <a:pt x="134238" y="3194"/>
                  </a:lnTo>
                  <a:lnTo>
                    <a:pt x="128904" y="4343"/>
                  </a:lnTo>
                  <a:lnTo>
                    <a:pt x="123612" y="5665"/>
                  </a:lnTo>
                  <a:lnTo>
                    <a:pt x="118365" y="7159"/>
                  </a:lnTo>
                  <a:lnTo>
                    <a:pt x="113169" y="8823"/>
                  </a:lnTo>
                  <a:lnTo>
                    <a:pt x="108031" y="10656"/>
                  </a:lnTo>
                  <a:lnTo>
                    <a:pt x="102955" y="12656"/>
                  </a:lnTo>
                  <a:lnTo>
                    <a:pt x="97948" y="14821"/>
                  </a:lnTo>
                  <a:lnTo>
                    <a:pt x="93013" y="17147"/>
                  </a:lnTo>
                  <a:lnTo>
                    <a:pt x="88157" y="19634"/>
                  </a:lnTo>
                  <a:lnTo>
                    <a:pt x="83385" y="22277"/>
                  </a:lnTo>
                  <a:lnTo>
                    <a:pt x="78702" y="25075"/>
                  </a:lnTo>
                  <a:lnTo>
                    <a:pt x="74112" y="28024"/>
                  </a:lnTo>
                  <a:lnTo>
                    <a:pt x="69621" y="31121"/>
                  </a:lnTo>
                  <a:lnTo>
                    <a:pt x="65234" y="34363"/>
                  </a:lnTo>
                  <a:lnTo>
                    <a:pt x="60954" y="37747"/>
                  </a:lnTo>
                  <a:lnTo>
                    <a:pt x="56788" y="41269"/>
                  </a:lnTo>
                  <a:lnTo>
                    <a:pt x="52738" y="44924"/>
                  </a:lnTo>
                  <a:lnTo>
                    <a:pt x="48810" y="48710"/>
                  </a:lnTo>
                  <a:lnTo>
                    <a:pt x="45008" y="52622"/>
                  </a:lnTo>
                  <a:lnTo>
                    <a:pt x="41335" y="56656"/>
                  </a:lnTo>
                  <a:lnTo>
                    <a:pt x="37796" y="60807"/>
                  </a:lnTo>
                  <a:lnTo>
                    <a:pt x="34394" y="65072"/>
                  </a:lnTo>
                  <a:lnTo>
                    <a:pt x="31133" y="69446"/>
                  </a:lnTo>
                  <a:lnTo>
                    <a:pt x="28016" y="73924"/>
                  </a:lnTo>
                  <a:lnTo>
                    <a:pt x="25048" y="78501"/>
                  </a:lnTo>
                  <a:lnTo>
                    <a:pt x="22230" y="83172"/>
                  </a:lnTo>
                  <a:lnTo>
                    <a:pt x="19566" y="87933"/>
                  </a:lnTo>
                  <a:lnTo>
                    <a:pt x="17059" y="92778"/>
                  </a:lnTo>
                  <a:lnTo>
                    <a:pt x="14711" y="97703"/>
                  </a:lnTo>
                  <a:lnTo>
                    <a:pt x="12526" y="102701"/>
                  </a:lnTo>
                  <a:lnTo>
                    <a:pt x="10504" y="107768"/>
                  </a:lnTo>
                  <a:lnTo>
                    <a:pt x="8649" y="112899"/>
                  </a:lnTo>
                  <a:lnTo>
                    <a:pt x="6963" y="118087"/>
                  </a:lnTo>
                  <a:lnTo>
                    <a:pt x="5446" y="123327"/>
                  </a:lnTo>
                  <a:lnTo>
                    <a:pt x="4102" y="128614"/>
                  </a:lnTo>
                  <a:lnTo>
                    <a:pt x="2930" y="133943"/>
                  </a:lnTo>
                  <a:lnTo>
                    <a:pt x="1934" y="139306"/>
                  </a:lnTo>
                  <a:lnTo>
                    <a:pt x="1112" y="144699"/>
                  </a:lnTo>
                  <a:lnTo>
                    <a:pt x="467" y="150117"/>
                  </a:lnTo>
                  <a:lnTo>
                    <a:pt x="0" y="155552"/>
                  </a:lnTo>
                  <a:lnTo>
                    <a:pt x="1667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37" y="1226581"/>
              <a:ext cx="166763" cy="11614"/>
            </a:xfrm>
            <a:custGeom>
              <a:avLst/>
              <a:pathLst>
                <a:path w="166763" h="11614">
                  <a:moveTo>
                    <a:pt x="0" y="0"/>
                  </a:moveTo>
                  <a:lnTo>
                    <a:pt x="166763" y="11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7" y="1074841"/>
              <a:ext cx="334327" cy="330515"/>
            </a:xfrm>
            <a:custGeom>
              <a:avLst/>
              <a:pathLst>
                <a:path w="334327" h="330515">
                  <a:moveTo>
                    <a:pt x="400" y="151739"/>
                  </a:moveTo>
                  <a:lnTo>
                    <a:pt x="116" y="157034"/>
                  </a:lnTo>
                  <a:lnTo>
                    <a:pt x="0" y="162336"/>
                  </a:lnTo>
                  <a:lnTo>
                    <a:pt x="51" y="167638"/>
                  </a:lnTo>
                  <a:lnTo>
                    <a:pt x="271" y="172936"/>
                  </a:lnTo>
                  <a:lnTo>
                    <a:pt x="659" y="178225"/>
                  </a:lnTo>
                  <a:lnTo>
                    <a:pt x="1215" y="183498"/>
                  </a:lnTo>
                  <a:lnTo>
                    <a:pt x="1937" y="188751"/>
                  </a:lnTo>
                  <a:lnTo>
                    <a:pt x="2826" y="193979"/>
                  </a:lnTo>
                  <a:lnTo>
                    <a:pt x="3879" y="199176"/>
                  </a:lnTo>
                  <a:lnTo>
                    <a:pt x="5098" y="204337"/>
                  </a:lnTo>
                  <a:lnTo>
                    <a:pt x="6479" y="209456"/>
                  </a:lnTo>
                  <a:lnTo>
                    <a:pt x="8022" y="214529"/>
                  </a:lnTo>
                  <a:lnTo>
                    <a:pt x="9725" y="219551"/>
                  </a:lnTo>
                  <a:lnTo>
                    <a:pt x="11587" y="224516"/>
                  </a:lnTo>
                  <a:lnTo>
                    <a:pt x="13605" y="229420"/>
                  </a:lnTo>
                  <a:lnTo>
                    <a:pt x="15778" y="234257"/>
                  </a:lnTo>
                  <a:lnTo>
                    <a:pt x="18103" y="239023"/>
                  </a:lnTo>
                  <a:lnTo>
                    <a:pt x="20577" y="243712"/>
                  </a:lnTo>
                  <a:lnTo>
                    <a:pt x="23200" y="248321"/>
                  </a:lnTo>
                  <a:lnTo>
                    <a:pt x="25967" y="252844"/>
                  </a:lnTo>
                  <a:lnTo>
                    <a:pt x="28876" y="257277"/>
                  </a:lnTo>
                  <a:lnTo>
                    <a:pt x="31925" y="261616"/>
                  </a:lnTo>
                  <a:lnTo>
                    <a:pt x="35110" y="265856"/>
                  </a:lnTo>
                  <a:lnTo>
                    <a:pt x="38427" y="269993"/>
                  </a:lnTo>
                  <a:lnTo>
                    <a:pt x="41874" y="274022"/>
                  </a:lnTo>
                  <a:lnTo>
                    <a:pt x="45447" y="277940"/>
                  </a:lnTo>
                  <a:lnTo>
                    <a:pt x="49142" y="281743"/>
                  </a:lnTo>
                  <a:lnTo>
                    <a:pt x="52957" y="285427"/>
                  </a:lnTo>
                  <a:lnTo>
                    <a:pt x="56886" y="288988"/>
                  </a:lnTo>
                  <a:lnTo>
                    <a:pt x="60926" y="292422"/>
                  </a:lnTo>
                  <a:lnTo>
                    <a:pt x="65073" y="295727"/>
                  </a:lnTo>
                  <a:lnTo>
                    <a:pt x="69323" y="298898"/>
                  </a:lnTo>
                  <a:lnTo>
                    <a:pt x="73671" y="301933"/>
                  </a:lnTo>
                  <a:lnTo>
                    <a:pt x="78113" y="304829"/>
                  </a:lnTo>
                  <a:lnTo>
                    <a:pt x="82645" y="307582"/>
                  </a:lnTo>
                  <a:lnTo>
                    <a:pt x="87262" y="310190"/>
                  </a:lnTo>
                  <a:lnTo>
                    <a:pt x="91959" y="312650"/>
                  </a:lnTo>
                  <a:lnTo>
                    <a:pt x="96732" y="314960"/>
                  </a:lnTo>
                  <a:lnTo>
                    <a:pt x="101576" y="317118"/>
                  </a:lnTo>
                  <a:lnTo>
                    <a:pt x="106486" y="319121"/>
                  </a:lnTo>
                  <a:lnTo>
                    <a:pt x="111457" y="320967"/>
                  </a:lnTo>
                  <a:lnTo>
                    <a:pt x="116484" y="322654"/>
                  </a:lnTo>
                  <a:lnTo>
                    <a:pt x="121562" y="324182"/>
                  </a:lnTo>
                  <a:lnTo>
                    <a:pt x="126686" y="325547"/>
                  </a:lnTo>
                  <a:lnTo>
                    <a:pt x="131850" y="326749"/>
                  </a:lnTo>
                  <a:lnTo>
                    <a:pt x="137050" y="327787"/>
                  </a:lnTo>
                  <a:lnTo>
                    <a:pt x="142281" y="328659"/>
                  </a:lnTo>
                  <a:lnTo>
                    <a:pt x="147536" y="329365"/>
                  </a:lnTo>
                  <a:lnTo>
                    <a:pt x="152811" y="329904"/>
                  </a:lnTo>
                  <a:lnTo>
                    <a:pt x="158101" y="330276"/>
                  </a:lnTo>
                  <a:lnTo>
                    <a:pt x="163400" y="330479"/>
                  </a:lnTo>
                  <a:lnTo>
                    <a:pt x="168702" y="330515"/>
                  </a:lnTo>
                  <a:lnTo>
                    <a:pt x="174003" y="330382"/>
                  </a:lnTo>
                  <a:lnTo>
                    <a:pt x="179297" y="330081"/>
                  </a:lnTo>
                  <a:lnTo>
                    <a:pt x="184579" y="329612"/>
                  </a:lnTo>
                  <a:lnTo>
                    <a:pt x="189843" y="328976"/>
                  </a:lnTo>
                  <a:lnTo>
                    <a:pt x="195085" y="328174"/>
                  </a:lnTo>
                  <a:lnTo>
                    <a:pt x="200298" y="327205"/>
                  </a:lnTo>
                  <a:lnTo>
                    <a:pt x="205478" y="326072"/>
                  </a:lnTo>
                  <a:lnTo>
                    <a:pt x="210620" y="324775"/>
                  </a:lnTo>
                  <a:lnTo>
                    <a:pt x="215718" y="323315"/>
                  </a:lnTo>
                  <a:lnTo>
                    <a:pt x="220767" y="321695"/>
                  </a:lnTo>
                  <a:lnTo>
                    <a:pt x="225762" y="319915"/>
                  </a:lnTo>
                  <a:lnTo>
                    <a:pt x="230698" y="317978"/>
                  </a:lnTo>
                  <a:lnTo>
                    <a:pt x="235570" y="315885"/>
                  </a:lnTo>
                  <a:lnTo>
                    <a:pt x="240373" y="313638"/>
                  </a:lnTo>
                  <a:lnTo>
                    <a:pt x="245103" y="311241"/>
                  </a:lnTo>
                  <a:lnTo>
                    <a:pt x="249754" y="308695"/>
                  </a:lnTo>
                  <a:lnTo>
                    <a:pt x="254322" y="306002"/>
                  </a:lnTo>
                  <a:lnTo>
                    <a:pt x="258803" y="303166"/>
                  </a:lnTo>
                  <a:lnTo>
                    <a:pt x="263191" y="300189"/>
                  </a:lnTo>
                  <a:lnTo>
                    <a:pt x="267483" y="297075"/>
                  </a:lnTo>
                  <a:lnTo>
                    <a:pt x="271673" y="293825"/>
                  </a:lnTo>
                  <a:lnTo>
                    <a:pt x="275759" y="290445"/>
                  </a:lnTo>
                  <a:lnTo>
                    <a:pt x="279735" y="286937"/>
                  </a:lnTo>
                  <a:lnTo>
                    <a:pt x="283598" y="283304"/>
                  </a:lnTo>
                  <a:lnTo>
                    <a:pt x="287344" y="279551"/>
                  </a:lnTo>
                  <a:lnTo>
                    <a:pt x="290969" y="275681"/>
                  </a:lnTo>
                  <a:lnTo>
                    <a:pt x="294469" y="271698"/>
                  </a:lnTo>
                  <a:lnTo>
                    <a:pt x="297841" y="267606"/>
                  </a:lnTo>
                  <a:lnTo>
                    <a:pt x="301082" y="263409"/>
                  </a:lnTo>
                  <a:lnTo>
                    <a:pt x="304188" y="259111"/>
                  </a:lnTo>
                  <a:lnTo>
                    <a:pt x="307156" y="254717"/>
                  </a:lnTo>
                  <a:lnTo>
                    <a:pt x="309983" y="250231"/>
                  </a:lnTo>
                  <a:lnTo>
                    <a:pt x="312667" y="245657"/>
                  </a:lnTo>
                  <a:lnTo>
                    <a:pt x="315204" y="241001"/>
                  </a:lnTo>
                  <a:lnTo>
                    <a:pt x="317592" y="236267"/>
                  </a:lnTo>
                  <a:lnTo>
                    <a:pt x="319829" y="231459"/>
                  </a:lnTo>
                  <a:lnTo>
                    <a:pt x="321912" y="226583"/>
                  </a:lnTo>
                  <a:lnTo>
                    <a:pt x="323840" y="221643"/>
                  </a:lnTo>
                  <a:lnTo>
                    <a:pt x="325610" y="216644"/>
                  </a:lnTo>
                  <a:lnTo>
                    <a:pt x="327220" y="211592"/>
                  </a:lnTo>
                  <a:lnTo>
                    <a:pt x="328670" y="206491"/>
                  </a:lnTo>
                  <a:lnTo>
                    <a:pt x="329957" y="201347"/>
                  </a:lnTo>
                  <a:lnTo>
                    <a:pt x="331080" y="196165"/>
                  </a:lnTo>
                  <a:lnTo>
                    <a:pt x="332038" y="190950"/>
                  </a:lnTo>
                  <a:lnTo>
                    <a:pt x="332830" y="185706"/>
                  </a:lnTo>
                  <a:lnTo>
                    <a:pt x="333456" y="180441"/>
                  </a:lnTo>
                  <a:lnTo>
                    <a:pt x="333914" y="175158"/>
                  </a:lnTo>
                  <a:lnTo>
                    <a:pt x="334205" y="169863"/>
                  </a:lnTo>
                  <a:lnTo>
                    <a:pt x="334327" y="164562"/>
                  </a:lnTo>
                  <a:lnTo>
                    <a:pt x="334281" y="159260"/>
                  </a:lnTo>
                  <a:lnTo>
                    <a:pt x="334067" y="153961"/>
                  </a:lnTo>
                  <a:lnTo>
                    <a:pt x="333685" y="148673"/>
                  </a:lnTo>
                  <a:lnTo>
                    <a:pt x="333136" y="143398"/>
                  </a:lnTo>
                  <a:lnTo>
                    <a:pt x="332419" y="138144"/>
                  </a:lnTo>
                  <a:lnTo>
                    <a:pt x="331537" y="132916"/>
                  </a:lnTo>
                  <a:lnTo>
                    <a:pt x="330489" y="127718"/>
                  </a:lnTo>
                  <a:lnTo>
                    <a:pt x="329276" y="122556"/>
                  </a:lnTo>
                  <a:lnTo>
                    <a:pt x="327901" y="117434"/>
                  </a:lnTo>
                  <a:lnTo>
                    <a:pt x="326363" y="112360"/>
                  </a:lnTo>
                  <a:lnTo>
                    <a:pt x="324666" y="107336"/>
                  </a:lnTo>
                  <a:lnTo>
                    <a:pt x="322810" y="102369"/>
                  </a:lnTo>
                  <a:lnTo>
                    <a:pt x="320797" y="97463"/>
                  </a:lnTo>
                  <a:lnTo>
                    <a:pt x="318630" y="92623"/>
                  </a:lnTo>
                  <a:lnTo>
                    <a:pt x="316311" y="87855"/>
                  </a:lnTo>
                  <a:lnTo>
                    <a:pt x="313841" y="83162"/>
                  </a:lnTo>
                  <a:lnTo>
                    <a:pt x="311224" y="78551"/>
                  </a:lnTo>
                  <a:lnTo>
                    <a:pt x="308462" y="74024"/>
                  </a:lnTo>
                  <a:lnTo>
                    <a:pt x="305557" y="69588"/>
                  </a:lnTo>
                  <a:lnTo>
                    <a:pt x="302514" y="65246"/>
                  </a:lnTo>
                  <a:lnTo>
                    <a:pt x="299334" y="61002"/>
                  </a:lnTo>
                  <a:lnTo>
                    <a:pt x="296021" y="56862"/>
                  </a:lnTo>
                  <a:lnTo>
                    <a:pt x="292579" y="52828"/>
                  </a:lnTo>
                  <a:lnTo>
                    <a:pt x="289010" y="48906"/>
                  </a:lnTo>
                  <a:lnTo>
                    <a:pt x="285319" y="45099"/>
                  </a:lnTo>
                  <a:lnTo>
                    <a:pt x="281509" y="41411"/>
                  </a:lnTo>
                  <a:lnTo>
                    <a:pt x="277584" y="37846"/>
                  </a:lnTo>
                  <a:lnTo>
                    <a:pt x="273548" y="34407"/>
                  </a:lnTo>
                  <a:lnTo>
                    <a:pt x="269404" y="31098"/>
                  </a:lnTo>
                  <a:lnTo>
                    <a:pt x="265158" y="27922"/>
                  </a:lnTo>
                  <a:lnTo>
                    <a:pt x="260814" y="24882"/>
                  </a:lnTo>
                  <a:lnTo>
                    <a:pt x="256375" y="21981"/>
                  </a:lnTo>
                  <a:lnTo>
                    <a:pt x="251846" y="19223"/>
                  </a:lnTo>
                  <a:lnTo>
                    <a:pt x="247232" y="16609"/>
                  </a:lnTo>
                  <a:lnTo>
                    <a:pt x="242537" y="14144"/>
                  </a:lnTo>
                  <a:lnTo>
                    <a:pt x="237767" y="11828"/>
                  </a:lnTo>
                  <a:lnTo>
                    <a:pt x="232926" y="9665"/>
                  </a:lnTo>
                  <a:lnTo>
                    <a:pt x="228018" y="7657"/>
                  </a:lnTo>
                  <a:lnTo>
                    <a:pt x="223049" y="5805"/>
                  </a:lnTo>
                  <a:lnTo>
                    <a:pt x="218024" y="4112"/>
                  </a:lnTo>
                  <a:lnTo>
                    <a:pt x="212948" y="2579"/>
                  </a:lnTo>
                  <a:lnTo>
                    <a:pt x="207826" y="1208"/>
                  </a:lnTo>
                  <a:lnTo>
                    <a:pt x="202663" y="0"/>
                  </a:lnTo>
                  <a:lnTo>
                    <a:pt x="167164" y="163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35498" cy="167167"/>
            </a:xfrm>
            <a:custGeom>
              <a:avLst/>
              <a:pathLst>
                <a:path w="35498" h="167167">
                  <a:moveTo>
                    <a:pt x="35498" y="3812"/>
                  </a:moveTo>
                  <a:lnTo>
                    <a:pt x="28477" y="2443"/>
                  </a:lnTo>
                  <a:lnTo>
                    <a:pt x="21403" y="1375"/>
                  </a:lnTo>
                  <a:lnTo>
                    <a:pt x="14290" y="611"/>
                  </a:lnTo>
                  <a:lnTo>
                    <a:pt x="7152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17480" y="1322571"/>
              <a:ext cx="71240" cy="167167"/>
            </a:xfrm>
            <a:custGeom>
              <a:avLst/>
              <a:pathLst>
                <a:path w="71240" h="167167">
                  <a:moveTo>
                    <a:pt x="71240" y="0"/>
                  </a:moveTo>
                  <a:lnTo>
                    <a:pt x="65580" y="95"/>
                  </a:lnTo>
                  <a:lnTo>
                    <a:pt x="59926" y="383"/>
                  </a:lnTo>
                  <a:lnTo>
                    <a:pt x="54286" y="861"/>
                  </a:lnTo>
                  <a:lnTo>
                    <a:pt x="48665" y="1531"/>
                  </a:lnTo>
                  <a:lnTo>
                    <a:pt x="43069" y="2390"/>
                  </a:lnTo>
                  <a:lnTo>
                    <a:pt x="37506" y="3439"/>
                  </a:lnTo>
                  <a:lnTo>
                    <a:pt x="31982" y="4675"/>
                  </a:lnTo>
                  <a:lnTo>
                    <a:pt x="26503" y="6097"/>
                  </a:lnTo>
                  <a:lnTo>
                    <a:pt x="21075" y="7704"/>
                  </a:lnTo>
                  <a:lnTo>
                    <a:pt x="15704" y="9494"/>
                  </a:lnTo>
                  <a:lnTo>
                    <a:pt x="10398" y="11465"/>
                  </a:lnTo>
                  <a:lnTo>
                    <a:pt x="5161" y="13614"/>
                  </a:lnTo>
                  <a:lnTo>
                    <a:pt x="0" y="15939"/>
                  </a:lnTo>
                  <a:lnTo>
                    <a:pt x="7124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7480" y="1338511"/>
              <a:ext cx="71240" cy="151227"/>
            </a:xfrm>
            <a:custGeom>
              <a:avLst/>
              <a:pathLst>
                <a:path w="71240" h="151227">
                  <a:moveTo>
                    <a:pt x="0" y="0"/>
                  </a:moveTo>
                  <a:lnTo>
                    <a:pt x="71240" y="1512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64" y="1338511"/>
              <a:ext cx="334314" cy="318392"/>
            </a:xfrm>
            <a:custGeom>
              <a:avLst/>
              <a:pathLst>
                <a:path w="334314" h="318392">
                  <a:moveTo>
                    <a:pt x="95915" y="0"/>
                  </a:moveTo>
                  <a:lnTo>
                    <a:pt x="91154" y="2335"/>
                  </a:lnTo>
                  <a:lnTo>
                    <a:pt x="86470" y="4821"/>
                  </a:lnTo>
                  <a:lnTo>
                    <a:pt x="81867" y="7454"/>
                  </a:lnTo>
                  <a:lnTo>
                    <a:pt x="77349" y="10231"/>
                  </a:lnTo>
                  <a:lnTo>
                    <a:pt x="72922" y="13151"/>
                  </a:lnTo>
                  <a:lnTo>
                    <a:pt x="68590" y="16209"/>
                  </a:lnTo>
                  <a:lnTo>
                    <a:pt x="64357" y="19404"/>
                  </a:lnTo>
                  <a:lnTo>
                    <a:pt x="60228" y="22730"/>
                  </a:lnTo>
                  <a:lnTo>
                    <a:pt x="56206" y="26187"/>
                  </a:lnTo>
                  <a:lnTo>
                    <a:pt x="52296" y="29769"/>
                  </a:lnTo>
                  <a:lnTo>
                    <a:pt x="48501" y="33473"/>
                  </a:lnTo>
                  <a:lnTo>
                    <a:pt x="44826" y="37296"/>
                  </a:lnTo>
                  <a:lnTo>
                    <a:pt x="41273" y="41233"/>
                  </a:lnTo>
                  <a:lnTo>
                    <a:pt x="37848" y="45282"/>
                  </a:lnTo>
                  <a:lnTo>
                    <a:pt x="34553" y="49436"/>
                  </a:lnTo>
                  <a:lnTo>
                    <a:pt x="31391" y="53694"/>
                  </a:lnTo>
                  <a:lnTo>
                    <a:pt x="28365" y="58049"/>
                  </a:lnTo>
                  <a:lnTo>
                    <a:pt x="25480" y="62498"/>
                  </a:lnTo>
                  <a:lnTo>
                    <a:pt x="22737" y="67037"/>
                  </a:lnTo>
                  <a:lnTo>
                    <a:pt x="20139" y="71660"/>
                  </a:lnTo>
                  <a:lnTo>
                    <a:pt x="17689" y="76363"/>
                  </a:lnTo>
                  <a:lnTo>
                    <a:pt x="15390" y="81141"/>
                  </a:lnTo>
                  <a:lnTo>
                    <a:pt x="13243" y="85991"/>
                  </a:lnTo>
                  <a:lnTo>
                    <a:pt x="11251" y="90905"/>
                  </a:lnTo>
                  <a:lnTo>
                    <a:pt x="9416" y="95881"/>
                  </a:lnTo>
                  <a:lnTo>
                    <a:pt x="7740" y="100912"/>
                  </a:lnTo>
                  <a:lnTo>
                    <a:pt x="6225" y="105994"/>
                  </a:lnTo>
                  <a:lnTo>
                    <a:pt x="4871" y="111121"/>
                  </a:lnTo>
                  <a:lnTo>
                    <a:pt x="3680" y="116289"/>
                  </a:lnTo>
                  <a:lnTo>
                    <a:pt x="2654" y="121491"/>
                  </a:lnTo>
                  <a:lnTo>
                    <a:pt x="1794" y="126724"/>
                  </a:lnTo>
                  <a:lnTo>
                    <a:pt x="1100" y="131981"/>
                  </a:lnTo>
                  <a:lnTo>
                    <a:pt x="573" y="137258"/>
                  </a:lnTo>
                  <a:lnTo>
                    <a:pt x="214" y="142549"/>
                  </a:lnTo>
                  <a:lnTo>
                    <a:pt x="23" y="147849"/>
                  </a:lnTo>
                  <a:lnTo>
                    <a:pt x="0" y="153151"/>
                  </a:lnTo>
                  <a:lnTo>
                    <a:pt x="145" y="158452"/>
                  </a:lnTo>
                  <a:lnTo>
                    <a:pt x="458" y="163746"/>
                  </a:lnTo>
                  <a:lnTo>
                    <a:pt x="939" y="169027"/>
                  </a:lnTo>
                  <a:lnTo>
                    <a:pt x="1587" y="174291"/>
                  </a:lnTo>
                  <a:lnTo>
                    <a:pt x="2402" y="179531"/>
                  </a:lnTo>
                  <a:lnTo>
                    <a:pt x="3383" y="184742"/>
                  </a:lnTo>
                  <a:lnTo>
                    <a:pt x="4528" y="189920"/>
                  </a:lnTo>
                  <a:lnTo>
                    <a:pt x="5837" y="195059"/>
                  </a:lnTo>
                  <a:lnTo>
                    <a:pt x="7309" y="200154"/>
                  </a:lnTo>
                  <a:lnTo>
                    <a:pt x="8941" y="205199"/>
                  </a:lnTo>
                  <a:lnTo>
                    <a:pt x="10732" y="210190"/>
                  </a:lnTo>
                  <a:lnTo>
                    <a:pt x="12681" y="215122"/>
                  </a:lnTo>
                  <a:lnTo>
                    <a:pt x="14786" y="219990"/>
                  </a:lnTo>
                  <a:lnTo>
                    <a:pt x="17044" y="224788"/>
                  </a:lnTo>
                  <a:lnTo>
                    <a:pt x="19452" y="229512"/>
                  </a:lnTo>
                  <a:lnTo>
                    <a:pt x="22010" y="234158"/>
                  </a:lnTo>
                  <a:lnTo>
                    <a:pt x="24713" y="238720"/>
                  </a:lnTo>
                  <a:lnTo>
                    <a:pt x="27560" y="243194"/>
                  </a:lnTo>
                  <a:lnTo>
                    <a:pt x="30547" y="247576"/>
                  </a:lnTo>
                  <a:lnTo>
                    <a:pt x="33672" y="251860"/>
                  </a:lnTo>
                  <a:lnTo>
                    <a:pt x="36931" y="256043"/>
                  </a:lnTo>
                  <a:lnTo>
                    <a:pt x="40321" y="260121"/>
                  </a:lnTo>
                  <a:lnTo>
                    <a:pt x="43839" y="264090"/>
                  </a:lnTo>
                  <a:lnTo>
                    <a:pt x="47481" y="267944"/>
                  </a:lnTo>
                  <a:lnTo>
                    <a:pt x="51243" y="271681"/>
                  </a:lnTo>
                  <a:lnTo>
                    <a:pt x="55122" y="275297"/>
                  </a:lnTo>
                  <a:lnTo>
                    <a:pt x="59114" y="278788"/>
                  </a:lnTo>
                  <a:lnTo>
                    <a:pt x="63215" y="282151"/>
                  </a:lnTo>
                  <a:lnTo>
                    <a:pt x="67420" y="285382"/>
                  </a:lnTo>
                  <a:lnTo>
                    <a:pt x="71725" y="288478"/>
                  </a:lnTo>
                  <a:lnTo>
                    <a:pt x="76126" y="291436"/>
                  </a:lnTo>
                  <a:lnTo>
                    <a:pt x="80619" y="294253"/>
                  </a:lnTo>
                  <a:lnTo>
                    <a:pt x="85200" y="296926"/>
                  </a:lnTo>
                  <a:lnTo>
                    <a:pt x="89862" y="299452"/>
                  </a:lnTo>
                  <a:lnTo>
                    <a:pt x="94603" y="301829"/>
                  </a:lnTo>
                  <a:lnTo>
                    <a:pt x="99416" y="304055"/>
                  </a:lnTo>
                  <a:lnTo>
                    <a:pt x="104298" y="306126"/>
                  </a:lnTo>
                  <a:lnTo>
                    <a:pt x="109242" y="308042"/>
                  </a:lnTo>
                  <a:lnTo>
                    <a:pt x="114245" y="309800"/>
                  </a:lnTo>
                  <a:lnTo>
                    <a:pt x="119302" y="311399"/>
                  </a:lnTo>
                  <a:lnTo>
                    <a:pt x="124406" y="312836"/>
                  </a:lnTo>
                  <a:lnTo>
                    <a:pt x="129554" y="314110"/>
                  </a:lnTo>
                  <a:lnTo>
                    <a:pt x="134739" y="315221"/>
                  </a:lnTo>
                  <a:lnTo>
                    <a:pt x="139957" y="316167"/>
                  </a:lnTo>
                  <a:lnTo>
                    <a:pt x="145203" y="316947"/>
                  </a:lnTo>
                  <a:lnTo>
                    <a:pt x="150470" y="317560"/>
                  </a:lnTo>
                  <a:lnTo>
                    <a:pt x="155754" y="318005"/>
                  </a:lnTo>
                  <a:lnTo>
                    <a:pt x="161050" y="318283"/>
                  </a:lnTo>
                  <a:lnTo>
                    <a:pt x="166352" y="318392"/>
                  </a:lnTo>
                  <a:lnTo>
                    <a:pt x="171654" y="318334"/>
                  </a:lnTo>
                  <a:lnTo>
                    <a:pt x="176953" y="318107"/>
                  </a:lnTo>
                  <a:lnTo>
                    <a:pt x="182241" y="317712"/>
                  </a:lnTo>
                  <a:lnTo>
                    <a:pt x="187514" y="317150"/>
                  </a:lnTo>
                  <a:lnTo>
                    <a:pt x="192767" y="316421"/>
                  </a:lnTo>
                  <a:lnTo>
                    <a:pt x="197993" y="315525"/>
                  </a:lnTo>
                  <a:lnTo>
                    <a:pt x="203189" y="314465"/>
                  </a:lnTo>
                  <a:lnTo>
                    <a:pt x="208349" y="313240"/>
                  </a:lnTo>
                  <a:lnTo>
                    <a:pt x="213467" y="311851"/>
                  </a:lnTo>
                  <a:lnTo>
                    <a:pt x="218538" y="310302"/>
                  </a:lnTo>
                  <a:lnTo>
                    <a:pt x="223558" y="308592"/>
                  </a:lnTo>
                  <a:lnTo>
                    <a:pt x="228521" y="306724"/>
                  </a:lnTo>
                  <a:lnTo>
                    <a:pt x="233422" y="304699"/>
                  </a:lnTo>
                  <a:lnTo>
                    <a:pt x="238257" y="302520"/>
                  </a:lnTo>
                  <a:lnTo>
                    <a:pt x="243020" y="300189"/>
                  </a:lnTo>
                  <a:lnTo>
                    <a:pt x="247707" y="297707"/>
                  </a:lnTo>
                  <a:lnTo>
                    <a:pt x="252312" y="295079"/>
                  </a:lnTo>
                  <a:lnTo>
                    <a:pt x="256832" y="292305"/>
                  </a:lnTo>
                  <a:lnTo>
                    <a:pt x="261262" y="289390"/>
                  </a:lnTo>
                  <a:lnTo>
                    <a:pt x="265597" y="286335"/>
                  </a:lnTo>
                  <a:lnTo>
                    <a:pt x="269833" y="283145"/>
                  </a:lnTo>
                  <a:lnTo>
                    <a:pt x="273966" y="279822"/>
                  </a:lnTo>
                  <a:lnTo>
                    <a:pt x="277991" y="276369"/>
                  </a:lnTo>
                  <a:lnTo>
                    <a:pt x="281904" y="272791"/>
                  </a:lnTo>
                  <a:lnTo>
                    <a:pt x="285702" y="269090"/>
                  </a:lnTo>
                  <a:lnTo>
                    <a:pt x="289381" y="265271"/>
                  </a:lnTo>
                  <a:lnTo>
                    <a:pt x="292937" y="261336"/>
                  </a:lnTo>
                  <a:lnTo>
                    <a:pt x="296366" y="257291"/>
                  </a:lnTo>
                  <a:lnTo>
                    <a:pt x="299665" y="253140"/>
                  </a:lnTo>
                  <a:lnTo>
                    <a:pt x="302831" y="248885"/>
                  </a:lnTo>
                  <a:lnTo>
                    <a:pt x="305861" y="244533"/>
                  </a:lnTo>
                  <a:lnTo>
                    <a:pt x="308750" y="240086"/>
                  </a:lnTo>
                  <a:lnTo>
                    <a:pt x="311498" y="235550"/>
                  </a:lnTo>
                  <a:lnTo>
                    <a:pt x="314100" y="230930"/>
                  </a:lnTo>
                  <a:lnTo>
                    <a:pt x="316554" y="226229"/>
                  </a:lnTo>
                  <a:lnTo>
                    <a:pt x="318857" y="221452"/>
                  </a:lnTo>
                  <a:lnTo>
                    <a:pt x="321009" y="216605"/>
                  </a:lnTo>
                  <a:lnTo>
                    <a:pt x="323005" y="211692"/>
                  </a:lnTo>
                  <a:lnTo>
                    <a:pt x="324844" y="206718"/>
                  </a:lnTo>
                  <a:lnTo>
                    <a:pt x="326525" y="201689"/>
                  </a:lnTo>
                  <a:lnTo>
                    <a:pt x="328045" y="196609"/>
                  </a:lnTo>
                  <a:lnTo>
                    <a:pt x="329404" y="191482"/>
                  </a:lnTo>
                  <a:lnTo>
                    <a:pt x="330599" y="186316"/>
                  </a:lnTo>
                  <a:lnTo>
                    <a:pt x="331630" y="181114"/>
                  </a:lnTo>
                  <a:lnTo>
                    <a:pt x="332495" y="175882"/>
                  </a:lnTo>
                  <a:lnTo>
                    <a:pt x="333194" y="170625"/>
                  </a:lnTo>
                  <a:lnTo>
                    <a:pt x="333726" y="165349"/>
                  </a:lnTo>
                  <a:lnTo>
                    <a:pt x="334090" y="160059"/>
                  </a:lnTo>
                  <a:lnTo>
                    <a:pt x="334286" y="154759"/>
                  </a:lnTo>
                  <a:lnTo>
                    <a:pt x="334314" y="149456"/>
                  </a:lnTo>
                  <a:lnTo>
                    <a:pt x="334174" y="144155"/>
                  </a:lnTo>
                  <a:lnTo>
                    <a:pt x="333865" y="138861"/>
                  </a:lnTo>
                  <a:lnTo>
                    <a:pt x="333389" y="133580"/>
                  </a:lnTo>
                  <a:lnTo>
                    <a:pt x="332746" y="128316"/>
                  </a:lnTo>
                  <a:lnTo>
                    <a:pt x="331936" y="123075"/>
                  </a:lnTo>
                  <a:lnTo>
                    <a:pt x="330960" y="117863"/>
                  </a:lnTo>
                  <a:lnTo>
                    <a:pt x="329819" y="112684"/>
                  </a:lnTo>
                  <a:lnTo>
                    <a:pt x="328515" y="107544"/>
                  </a:lnTo>
                  <a:lnTo>
                    <a:pt x="327048" y="102448"/>
                  </a:lnTo>
                  <a:lnTo>
                    <a:pt x="325420" y="97401"/>
                  </a:lnTo>
                  <a:lnTo>
                    <a:pt x="323634" y="92408"/>
                  </a:lnTo>
                  <a:lnTo>
                    <a:pt x="321689" y="87474"/>
                  </a:lnTo>
                  <a:lnTo>
                    <a:pt x="319589" y="82605"/>
                  </a:lnTo>
                  <a:lnTo>
                    <a:pt x="317336" y="77804"/>
                  </a:lnTo>
                  <a:lnTo>
                    <a:pt x="314931" y="73078"/>
                  </a:lnTo>
                  <a:lnTo>
                    <a:pt x="312378" y="68430"/>
                  </a:lnTo>
                  <a:lnTo>
                    <a:pt x="309679" y="63865"/>
                  </a:lnTo>
                  <a:lnTo>
                    <a:pt x="306836" y="59388"/>
                  </a:lnTo>
                  <a:lnTo>
                    <a:pt x="303853" y="55004"/>
                  </a:lnTo>
                  <a:lnTo>
                    <a:pt x="300732" y="50717"/>
                  </a:lnTo>
                  <a:lnTo>
                    <a:pt x="297477" y="46530"/>
                  </a:lnTo>
                  <a:lnTo>
                    <a:pt x="294091" y="42449"/>
                  </a:lnTo>
                  <a:lnTo>
                    <a:pt x="290576" y="38478"/>
                  </a:lnTo>
                  <a:lnTo>
                    <a:pt x="286938" y="34620"/>
                  </a:lnTo>
                  <a:lnTo>
                    <a:pt x="283179" y="30879"/>
                  </a:lnTo>
                  <a:lnTo>
                    <a:pt x="279304" y="27260"/>
                  </a:lnTo>
                  <a:lnTo>
                    <a:pt x="275315" y="23765"/>
                  </a:lnTo>
                  <a:lnTo>
                    <a:pt x="167156" y="151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108159" cy="167167"/>
            </a:xfrm>
            <a:custGeom>
              <a:avLst/>
              <a:pathLst>
                <a:path w="108159" h="167167">
                  <a:moveTo>
                    <a:pt x="108159" y="39705"/>
                  </a:moveTo>
                  <a:lnTo>
                    <a:pt x="103828" y="36153"/>
                  </a:lnTo>
                  <a:lnTo>
                    <a:pt x="99380" y="32748"/>
                  </a:lnTo>
                  <a:lnTo>
                    <a:pt x="94821" y="29494"/>
                  </a:lnTo>
                  <a:lnTo>
                    <a:pt x="90156" y="26395"/>
                  </a:lnTo>
                  <a:lnTo>
                    <a:pt x="85389" y="23454"/>
                  </a:lnTo>
                  <a:lnTo>
                    <a:pt x="80527" y="20674"/>
                  </a:lnTo>
                  <a:lnTo>
                    <a:pt x="75574" y="18058"/>
                  </a:lnTo>
                  <a:lnTo>
                    <a:pt x="70536" y="15610"/>
                  </a:lnTo>
                  <a:lnTo>
                    <a:pt x="65419" y="13332"/>
                  </a:lnTo>
                  <a:lnTo>
                    <a:pt x="60229" y="11227"/>
                  </a:lnTo>
                  <a:lnTo>
                    <a:pt x="54971" y="9296"/>
                  </a:lnTo>
                  <a:lnTo>
                    <a:pt x="49651" y="7543"/>
                  </a:lnTo>
                  <a:lnTo>
                    <a:pt x="44276" y="5970"/>
                  </a:lnTo>
                  <a:lnTo>
                    <a:pt x="38851" y="4577"/>
                  </a:lnTo>
                  <a:lnTo>
                    <a:pt x="33382" y="3367"/>
                  </a:lnTo>
                  <a:lnTo>
                    <a:pt x="27875" y="2340"/>
                  </a:lnTo>
                  <a:lnTo>
                    <a:pt x="22338" y="1499"/>
                  </a:lnTo>
                  <a:lnTo>
                    <a:pt x="16775" y="843"/>
                  </a:lnTo>
                  <a:lnTo>
                    <a:pt x="11194" y="375"/>
                  </a:lnTo>
                  <a:lnTo>
                    <a:pt x="560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3291" y="1681503"/>
              <a:ext cx="3233" cy="167167"/>
            </a:xfrm>
            <a:custGeom>
              <a:avLst/>
              <a:pathLst>
                <a:path w="3233" h="167167">
                  <a:moveTo>
                    <a:pt x="3233" y="0"/>
                  </a:moveTo>
                  <a:lnTo>
                    <a:pt x="0" y="31"/>
                  </a:lnTo>
                  <a:lnTo>
                    <a:pt x="32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54140" y="1681534"/>
              <a:ext cx="132384" cy="167136"/>
            </a:xfrm>
            <a:custGeom>
              <a:avLst/>
              <a:pathLst>
                <a:path w="132384" h="167136">
                  <a:moveTo>
                    <a:pt x="129151" y="0"/>
                  </a:moveTo>
                  <a:lnTo>
                    <a:pt x="123616" y="198"/>
                  </a:lnTo>
                  <a:lnTo>
                    <a:pt x="118090" y="580"/>
                  </a:lnTo>
                  <a:lnTo>
                    <a:pt x="112580" y="1145"/>
                  </a:lnTo>
                  <a:lnTo>
                    <a:pt x="107092" y="1893"/>
                  </a:lnTo>
                  <a:lnTo>
                    <a:pt x="101632" y="2821"/>
                  </a:lnTo>
                  <a:lnTo>
                    <a:pt x="96206" y="3930"/>
                  </a:lnTo>
                  <a:lnTo>
                    <a:pt x="90819" y="5218"/>
                  </a:lnTo>
                  <a:lnTo>
                    <a:pt x="85478" y="6684"/>
                  </a:lnTo>
                  <a:lnTo>
                    <a:pt x="80188" y="8326"/>
                  </a:lnTo>
                  <a:lnTo>
                    <a:pt x="74956" y="10142"/>
                  </a:lnTo>
                  <a:lnTo>
                    <a:pt x="69786" y="12131"/>
                  </a:lnTo>
                  <a:lnTo>
                    <a:pt x="64686" y="14290"/>
                  </a:lnTo>
                  <a:lnTo>
                    <a:pt x="59659" y="16616"/>
                  </a:lnTo>
                  <a:lnTo>
                    <a:pt x="54713" y="19108"/>
                  </a:lnTo>
                  <a:lnTo>
                    <a:pt x="49852" y="21762"/>
                  </a:lnTo>
                  <a:lnTo>
                    <a:pt x="45081" y="24576"/>
                  </a:lnTo>
                  <a:lnTo>
                    <a:pt x="40406" y="27547"/>
                  </a:lnTo>
                  <a:lnTo>
                    <a:pt x="35832" y="30670"/>
                  </a:lnTo>
                  <a:lnTo>
                    <a:pt x="31365" y="33944"/>
                  </a:lnTo>
                  <a:lnTo>
                    <a:pt x="27008" y="37363"/>
                  </a:lnTo>
                  <a:lnTo>
                    <a:pt x="22767" y="40925"/>
                  </a:lnTo>
                  <a:lnTo>
                    <a:pt x="18646" y="44626"/>
                  </a:lnTo>
                  <a:lnTo>
                    <a:pt x="14650" y="48461"/>
                  </a:lnTo>
                  <a:lnTo>
                    <a:pt x="10783" y="52427"/>
                  </a:lnTo>
                  <a:lnTo>
                    <a:pt x="7049" y="56518"/>
                  </a:lnTo>
                  <a:lnTo>
                    <a:pt x="3454" y="60731"/>
                  </a:lnTo>
                  <a:lnTo>
                    <a:pt x="0" y="65060"/>
                  </a:lnTo>
                  <a:lnTo>
                    <a:pt x="132384" y="167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34774" y="65092"/>
                  </a:moveTo>
                  <a:lnTo>
                    <a:pt x="31598" y="69348"/>
                  </a:lnTo>
                  <a:lnTo>
                    <a:pt x="28559" y="73704"/>
                  </a:lnTo>
                  <a:lnTo>
                    <a:pt x="25660" y="78154"/>
                  </a:lnTo>
                  <a:lnTo>
                    <a:pt x="22904" y="82693"/>
                  </a:lnTo>
                  <a:lnTo>
                    <a:pt x="20294" y="87318"/>
                  </a:lnTo>
                  <a:lnTo>
                    <a:pt x="17831" y="92024"/>
                  </a:lnTo>
                  <a:lnTo>
                    <a:pt x="15520" y="96805"/>
                  </a:lnTo>
                  <a:lnTo>
                    <a:pt x="13361" y="101657"/>
                  </a:lnTo>
                  <a:lnTo>
                    <a:pt x="11358" y="106576"/>
                  </a:lnTo>
                  <a:lnTo>
                    <a:pt x="9512" y="111555"/>
                  </a:lnTo>
                  <a:lnTo>
                    <a:pt x="7825" y="116591"/>
                  </a:lnTo>
                  <a:lnTo>
                    <a:pt x="6299" y="121678"/>
                  </a:lnTo>
                  <a:lnTo>
                    <a:pt x="4935" y="126811"/>
                  </a:lnTo>
                  <a:lnTo>
                    <a:pt x="3735" y="131984"/>
                  </a:lnTo>
                  <a:lnTo>
                    <a:pt x="2700" y="137193"/>
                  </a:lnTo>
                  <a:lnTo>
                    <a:pt x="1831" y="142432"/>
                  </a:lnTo>
                  <a:lnTo>
                    <a:pt x="1128" y="147696"/>
                  </a:lnTo>
                  <a:lnTo>
                    <a:pt x="594" y="152980"/>
                  </a:lnTo>
                  <a:lnTo>
                    <a:pt x="227" y="158278"/>
                  </a:lnTo>
                  <a:lnTo>
                    <a:pt x="29" y="163585"/>
                  </a:lnTo>
                  <a:lnTo>
                    <a:pt x="0" y="168896"/>
                  </a:lnTo>
                  <a:lnTo>
                    <a:pt x="139" y="174205"/>
                  </a:lnTo>
                  <a:lnTo>
                    <a:pt x="447" y="179507"/>
                  </a:lnTo>
                  <a:lnTo>
                    <a:pt x="923" y="184796"/>
                  </a:lnTo>
                  <a:lnTo>
                    <a:pt x="1567" y="190068"/>
                  </a:lnTo>
                  <a:lnTo>
                    <a:pt x="2378" y="195316"/>
                  </a:lnTo>
                  <a:lnTo>
                    <a:pt x="3355" y="200536"/>
                  </a:lnTo>
                  <a:lnTo>
                    <a:pt x="4498" y="205723"/>
                  </a:lnTo>
                  <a:lnTo>
                    <a:pt x="5804" y="210870"/>
                  </a:lnTo>
                  <a:lnTo>
                    <a:pt x="7274" y="215974"/>
                  </a:lnTo>
                  <a:lnTo>
                    <a:pt x="8905" y="221028"/>
                  </a:lnTo>
                  <a:lnTo>
                    <a:pt x="10696" y="226027"/>
                  </a:lnTo>
                  <a:lnTo>
                    <a:pt x="12645" y="230968"/>
                  </a:lnTo>
                  <a:lnTo>
                    <a:pt x="14749" y="235844"/>
                  </a:lnTo>
                  <a:lnTo>
                    <a:pt x="17008" y="240650"/>
                  </a:lnTo>
                  <a:lnTo>
                    <a:pt x="19418" y="245383"/>
                  </a:lnTo>
                  <a:lnTo>
                    <a:pt x="21977" y="250036"/>
                  </a:lnTo>
                  <a:lnTo>
                    <a:pt x="24682" y="254606"/>
                  </a:lnTo>
                  <a:lnTo>
                    <a:pt x="27532" y="259088"/>
                  </a:lnTo>
                  <a:lnTo>
                    <a:pt x="30522" y="263477"/>
                  </a:lnTo>
                  <a:lnTo>
                    <a:pt x="33650" y="267769"/>
                  </a:lnTo>
                  <a:lnTo>
                    <a:pt x="36913" y="271959"/>
                  </a:lnTo>
                  <a:lnTo>
                    <a:pt x="40308" y="276043"/>
                  </a:lnTo>
                  <a:lnTo>
                    <a:pt x="43830" y="280017"/>
                  </a:lnTo>
                  <a:lnTo>
                    <a:pt x="47477" y="283878"/>
                  </a:lnTo>
                  <a:lnTo>
                    <a:pt x="51245" y="287621"/>
                  </a:lnTo>
                  <a:lnTo>
                    <a:pt x="55130" y="291242"/>
                  </a:lnTo>
                  <a:lnTo>
                    <a:pt x="59128" y="294738"/>
                  </a:lnTo>
                  <a:lnTo>
                    <a:pt x="63234" y="298105"/>
                  </a:lnTo>
                  <a:lnTo>
                    <a:pt x="67446" y="301340"/>
                  </a:lnTo>
                  <a:lnTo>
                    <a:pt x="71759" y="304440"/>
                  </a:lnTo>
                  <a:lnTo>
                    <a:pt x="76167" y="307401"/>
                  </a:lnTo>
                  <a:lnTo>
                    <a:pt x="80668" y="310221"/>
                  </a:lnTo>
                  <a:lnTo>
                    <a:pt x="85255" y="312896"/>
                  </a:lnTo>
                  <a:lnTo>
                    <a:pt x="89926" y="315424"/>
                  </a:lnTo>
                  <a:lnTo>
                    <a:pt x="94674" y="317803"/>
                  </a:lnTo>
                  <a:lnTo>
                    <a:pt x="99496" y="320029"/>
                  </a:lnTo>
                  <a:lnTo>
                    <a:pt x="104386" y="322101"/>
                  </a:lnTo>
                  <a:lnTo>
                    <a:pt x="109339" y="324017"/>
                  </a:lnTo>
                  <a:lnTo>
                    <a:pt x="114350" y="325774"/>
                  </a:lnTo>
                  <a:lnTo>
                    <a:pt x="119415" y="327372"/>
                  </a:lnTo>
                  <a:lnTo>
                    <a:pt x="124528" y="328807"/>
                  </a:lnTo>
                  <a:lnTo>
                    <a:pt x="129684" y="330080"/>
                  </a:lnTo>
                  <a:lnTo>
                    <a:pt x="134878" y="331188"/>
                  </a:lnTo>
                  <a:lnTo>
                    <a:pt x="140105" y="332131"/>
                  </a:lnTo>
                  <a:lnTo>
                    <a:pt x="145359" y="332907"/>
                  </a:lnTo>
                  <a:lnTo>
                    <a:pt x="150634" y="333516"/>
                  </a:lnTo>
                  <a:lnTo>
                    <a:pt x="155927" y="333957"/>
                  </a:lnTo>
                  <a:lnTo>
                    <a:pt x="161231" y="334229"/>
                  </a:lnTo>
                  <a:lnTo>
                    <a:pt x="166540" y="334333"/>
                  </a:lnTo>
                  <a:lnTo>
                    <a:pt x="171851" y="334269"/>
                  </a:lnTo>
                  <a:lnTo>
                    <a:pt x="177156" y="334035"/>
                  </a:lnTo>
                  <a:lnTo>
                    <a:pt x="182452" y="333633"/>
                  </a:lnTo>
                  <a:lnTo>
                    <a:pt x="187732" y="333063"/>
                  </a:lnTo>
                  <a:lnTo>
                    <a:pt x="192991" y="332326"/>
                  </a:lnTo>
                  <a:lnTo>
                    <a:pt x="198225" y="331422"/>
                  </a:lnTo>
                  <a:lnTo>
                    <a:pt x="203427" y="330353"/>
                  </a:lnTo>
                  <a:lnTo>
                    <a:pt x="208592" y="329118"/>
                  </a:lnTo>
                  <a:lnTo>
                    <a:pt x="213715" y="327720"/>
                  </a:lnTo>
                  <a:lnTo>
                    <a:pt x="218792" y="326160"/>
                  </a:lnTo>
                  <a:lnTo>
                    <a:pt x="223816" y="324440"/>
                  </a:lnTo>
                  <a:lnTo>
                    <a:pt x="228784" y="322561"/>
                  </a:lnTo>
                  <a:lnTo>
                    <a:pt x="233689" y="320525"/>
                  </a:lnTo>
                  <a:lnTo>
                    <a:pt x="238527" y="318334"/>
                  </a:lnTo>
                  <a:lnTo>
                    <a:pt x="243292" y="315991"/>
                  </a:lnTo>
                  <a:lnTo>
                    <a:pt x="247981" y="313497"/>
                  </a:lnTo>
                  <a:lnTo>
                    <a:pt x="252589" y="310856"/>
                  </a:lnTo>
                  <a:lnTo>
                    <a:pt x="257110" y="308070"/>
                  </a:lnTo>
                  <a:lnTo>
                    <a:pt x="261540" y="305141"/>
                  </a:lnTo>
                  <a:lnTo>
                    <a:pt x="265876" y="302074"/>
                  </a:lnTo>
                  <a:lnTo>
                    <a:pt x="270111" y="298870"/>
                  </a:lnTo>
                  <a:lnTo>
                    <a:pt x="274243" y="295533"/>
                  </a:lnTo>
                  <a:lnTo>
                    <a:pt x="278266" y="292067"/>
                  </a:lnTo>
                  <a:lnTo>
                    <a:pt x="282178" y="288474"/>
                  </a:lnTo>
                  <a:lnTo>
                    <a:pt x="285973" y="284759"/>
                  </a:lnTo>
                  <a:lnTo>
                    <a:pt x="289648" y="280926"/>
                  </a:lnTo>
                  <a:lnTo>
                    <a:pt x="293200" y="276977"/>
                  </a:lnTo>
                  <a:lnTo>
                    <a:pt x="296625" y="272918"/>
                  </a:lnTo>
                  <a:lnTo>
                    <a:pt x="299919" y="268752"/>
                  </a:lnTo>
                  <a:lnTo>
                    <a:pt x="303078" y="264484"/>
                  </a:lnTo>
                  <a:lnTo>
                    <a:pt x="306101" y="260117"/>
                  </a:lnTo>
                  <a:lnTo>
                    <a:pt x="308984" y="255657"/>
                  </a:lnTo>
                  <a:lnTo>
                    <a:pt x="311723" y="251107"/>
                  </a:lnTo>
                  <a:lnTo>
                    <a:pt x="314316" y="246473"/>
                  </a:lnTo>
                  <a:lnTo>
                    <a:pt x="316761" y="241758"/>
                  </a:lnTo>
                  <a:lnTo>
                    <a:pt x="319055" y="236968"/>
                  </a:lnTo>
                  <a:lnTo>
                    <a:pt x="321196" y="232108"/>
                  </a:lnTo>
                  <a:lnTo>
                    <a:pt x="323181" y="227182"/>
                  </a:lnTo>
                  <a:lnTo>
                    <a:pt x="325009" y="222196"/>
                  </a:lnTo>
                  <a:lnTo>
                    <a:pt x="326677" y="217154"/>
                  </a:lnTo>
                  <a:lnTo>
                    <a:pt x="328184" y="212061"/>
                  </a:lnTo>
                  <a:lnTo>
                    <a:pt x="329529" y="206924"/>
                  </a:lnTo>
                  <a:lnTo>
                    <a:pt x="330710" y="201746"/>
                  </a:lnTo>
                  <a:lnTo>
                    <a:pt x="331726" y="196533"/>
                  </a:lnTo>
                  <a:lnTo>
                    <a:pt x="332576" y="191291"/>
                  </a:lnTo>
                  <a:lnTo>
                    <a:pt x="333258" y="186024"/>
                  </a:lnTo>
                  <a:lnTo>
                    <a:pt x="333774" y="180738"/>
                  </a:lnTo>
                  <a:lnTo>
                    <a:pt x="334121" y="175439"/>
                  </a:lnTo>
                  <a:lnTo>
                    <a:pt x="334299" y="170131"/>
                  </a:lnTo>
                  <a:lnTo>
                    <a:pt x="334309" y="164820"/>
                  </a:lnTo>
                  <a:lnTo>
                    <a:pt x="334150" y="159512"/>
                  </a:lnTo>
                  <a:lnTo>
                    <a:pt x="333823" y="154211"/>
                  </a:lnTo>
                  <a:lnTo>
                    <a:pt x="333327" y="148924"/>
                  </a:lnTo>
                  <a:lnTo>
                    <a:pt x="332664" y="143654"/>
                  </a:lnTo>
                  <a:lnTo>
                    <a:pt x="331833" y="138409"/>
                  </a:lnTo>
                  <a:lnTo>
                    <a:pt x="330837" y="133193"/>
                  </a:lnTo>
                  <a:lnTo>
                    <a:pt x="329675" y="128010"/>
                  </a:lnTo>
                  <a:lnTo>
                    <a:pt x="328349" y="122868"/>
                  </a:lnTo>
                  <a:lnTo>
                    <a:pt x="326860" y="117770"/>
                  </a:lnTo>
                  <a:lnTo>
                    <a:pt x="325211" y="112722"/>
                  </a:lnTo>
                  <a:lnTo>
                    <a:pt x="323402" y="107729"/>
                  </a:lnTo>
                  <a:lnTo>
                    <a:pt x="321435" y="102796"/>
                  </a:lnTo>
                  <a:lnTo>
                    <a:pt x="319312" y="97927"/>
                  </a:lnTo>
                  <a:lnTo>
                    <a:pt x="317036" y="93129"/>
                  </a:lnTo>
                  <a:lnTo>
                    <a:pt x="314608" y="88406"/>
                  </a:lnTo>
                  <a:lnTo>
                    <a:pt x="312032" y="83762"/>
                  </a:lnTo>
                  <a:lnTo>
                    <a:pt x="309310" y="79202"/>
                  </a:lnTo>
                  <a:lnTo>
                    <a:pt x="306444" y="74731"/>
                  </a:lnTo>
                  <a:lnTo>
                    <a:pt x="303437" y="70353"/>
                  </a:lnTo>
                  <a:lnTo>
                    <a:pt x="300293" y="66073"/>
                  </a:lnTo>
                  <a:lnTo>
                    <a:pt x="297015" y="61895"/>
                  </a:lnTo>
                  <a:lnTo>
                    <a:pt x="293605" y="57823"/>
                  </a:lnTo>
                  <a:lnTo>
                    <a:pt x="290068" y="53861"/>
                  </a:lnTo>
                  <a:lnTo>
                    <a:pt x="286407" y="50014"/>
                  </a:lnTo>
                  <a:lnTo>
                    <a:pt x="282625" y="46286"/>
                  </a:lnTo>
                  <a:lnTo>
                    <a:pt x="278727" y="42679"/>
                  </a:lnTo>
                  <a:lnTo>
                    <a:pt x="274716" y="39198"/>
                  </a:lnTo>
                  <a:lnTo>
                    <a:pt x="270597" y="35845"/>
                  </a:lnTo>
                  <a:lnTo>
                    <a:pt x="266373" y="32626"/>
                  </a:lnTo>
                  <a:lnTo>
                    <a:pt x="262050" y="29542"/>
                  </a:lnTo>
                  <a:lnTo>
                    <a:pt x="257630" y="26597"/>
                  </a:lnTo>
                  <a:lnTo>
                    <a:pt x="253119" y="23795"/>
                  </a:lnTo>
                  <a:lnTo>
                    <a:pt x="248521" y="21136"/>
                  </a:lnTo>
                  <a:lnTo>
                    <a:pt x="243842" y="18626"/>
                  </a:lnTo>
                  <a:lnTo>
                    <a:pt x="239085" y="16265"/>
                  </a:lnTo>
                  <a:lnTo>
                    <a:pt x="234255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8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7402" y="2126963"/>
              <a:ext cx="23885" cy="167167"/>
            </a:xfrm>
            <a:custGeom>
              <a:avLst/>
              <a:pathLst>
                <a:path w="23885" h="167167">
                  <a:moveTo>
                    <a:pt x="23885" y="0"/>
                  </a:moveTo>
                  <a:lnTo>
                    <a:pt x="15899" y="190"/>
                  </a:lnTo>
                  <a:lnTo>
                    <a:pt x="7931" y="763"/>
                  </a:lnTo>
                  <a:lnTo>
                    <a:pt x="0" y="1715"/>
                  </a:lnTo>
                  <a:lnTo>
                    <a:pt x="2388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402" y="2128678"/>
              <a:ext cx="23885" cy="165452"/>
            </a:xfrm>
            <a:custGeom>
              <a:avLst/>
              <a:pathLst>
                <a:path w="23885" h="165452">
                  <a:moveTo>
                    <a:pt x="0" y="0"/>
                  </a:moveTo>
                  <a:lnTo>
                    <a:pt x="23885" y="1654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1" y="2127774"/>
              <a:ext cx="334316" cy="333520"/>
            </a:xfrm>
            <a:custGeom>
              <a:avLst/>
              <a:pathLst>
                <a:path w="334316" h="333520">
                  <a:moveTo>
                    <a:pt x="143280" y="904"/>
                  </a:moveTo>
                  <a:lnTo>
                    <a:pt x="138060" y="1742"/>
                  </a:lnTo>
                  <a:lnTo>
                    <a:pt x="132869" y="2744"/>
                  </a:lnTo>
                  <a:lnTo>
                    <a:pt x="127712" y="3911"/>
                  </a:lnTo>
                  <a:lnTo>
                    <a:pt x="122594" y="5240"/>
                  </a:lnTo>
                  <a:lnTo>
                    <a:pt x="117521" y="6730"/>
                  </a:lnTo>
                  <a:lnTo>
                    <a:pt x="112498" y="8380"/>
                  </a:lnTo>
                  <a:lnTo>
                    <a:pt x="107530" y="10188"/>
                  </a:lnTo>
                  <a:lnTo>
                    <a:pt x="102621" y="12152"/>
                  </a:lnTo>
                  <a:lnTo>
                    <a:pt x="97776" y="14270"/>
                  </a:lnTo>
                  <a:lnTo>
                    <a:pt x="93002" y="16540"/>
                  </a:lnTo>
                  <a:lnTo>
                    <a:pt x="88301" y="18961"/>
                  </a:lnTo>
                  <a:lnTo>
                    <a:pt x="83679" y="21529"/>
                  </a:lnTo>
                  <a:lnTo>
                    <a:pt x="79141" y="24241"/>
                  </a:lnTo>
                  <a:lnTo>
                    <a:pt x="74690" y="27096"/>
                  </a:lnTo>
                  <a:lnTo>
                    <a:pt x="70333" y="30090"/>
                  </a:lnTo>
                  <a:lnTo>
                    <a:pt x="66072" y="33221"/>
                  </a:lnTo>
                  <a:lnTo>
                    <a:pt x="61912" y="36484"/>
                  </a:lnTo>
                  <a:lnTo>
                    <a:pt x="57858" y="39878"/>
                  </a:lnTo>
                  <a:lnTo>
                    <a:pt x="53912" y="43398"/>
                  </a:lnTo>
                  <a:lnTo>
                    <a:pt x="50081" y="47041"/>
                  </a:lnTo>
                  <a:lnTo>
                    <a:pt x="46366" y="50803"/>
                  </a:lnTo>
                  <a:lnTo>
                    <a:pt x="42772" y="54681"/>
                  </a:lnTo>
                  <a:lnTo>
                    <a:pt x="39303" y="58671"/>
                  </a:lnTo>
                  <a:lnTo>
                    <a:pt x="35961" y="62768"/>
                  </a:lnTo>
                  <a:lnTo>
                    <a:pt x="32751" y="66970"/>
                  </a:lnTo>
                  <a:lnTo>
                    <a:pt x="29675" y="71270"/>
                  </a:lnTo>
                  <a:lnTo>
                    <a:pt x="26737" y="75666"/>
                  </a:lnTo>
                  <a:lnTo>
                    <a:pt x="23939" y="80152"/>
                  </a:lnTo>
                  <a:lnTo>
                    <a:pt x="21284" y="84725"/>
                  </a:lnTo>
                  <a:lnTo>
                    <a:pt x="18776" y="89379"/>
                  </a:lnTo>
                  <a:lnTo>
                    <a:pt x="16416" y="94110"/>
                  </a:lnTo>
                  <a:lnTo>
                    <a:pt x="14206" y="98913"/>
                  </a:lnTo>
                  <a:lnTo>
                    <a:pt x="12150" y="103784"/>
                  </a:lnTo>
                  <a:lnTo>
                    <a:pt x="10249" y="108718"/>
                  </a:lnTo>
                  <a:lnTo>
                    <a:pt x="8505" y="113709"/>
                  </a:lnTo>
                  <a:lnTo>
                    <a:pt x="6919" y="118753"/>
                  </a:lnTo>
                  <a:lnTo>
                    <a:pt x="5494" y="123845"/>
                  </a:lnTo>
                  <a:lnTo>
                    <a:pt x="4230" y="128979"/>
                  </a:lnTo>
                  <a:lnTo>
                    <a:pt x="3130" y="134150"/>
                  </a:lnTo>
                  <a:lnTo>
                    <a:pt x="2193" y="139354"/>
                  </a:lnTo>
                  <a:lnTo>
                    <a:pt x="1422" y="144584"/>
                  </a:lnTo>
                  <a:lnTo>
                    <a:pt x="816" y="149837"/>
                  </a:lnTo>
                  <a:lnTo>
                    <a:pt x="377" y="155106"/>
                  </a:lnTo>
                  <a:lnTo>
                    <a:pt x="105" y="160386"/>
                  </a:lnTo>
                  <a:lnTo>
                    <a:pt x="0" y="165672"/>
                  </a:lnTo>
                  <a:lnTo>
                    <a:pt x="61" y="170959"/>
                  </a:lnTo>
                  <a:lnTo>
                    <a:pt x="291" y="176241"/>
                  </a:lnTo>
                  <a:lnTo>
                    <a:pt x="687" y="181514"/>
                  </a:lnTo>
                  <a:lnTo>
                    <a:pt x="1249" y="186771"/>
                  </a:lnTo>
                  <a:lnTo>
                    <a:pt x="1978" y="192008"/>
                  </a:lnTo>
                  <a:lnTo>
                    <a:pt x="2872" y="197219"/>
                  </a:lnTo>
                  <a:lnTo>
                    <a:pt x="3930" y="202399"/>
                  </a:lnTo>
                  <a:lnTo>
                    <a:pt x="5151" y="207543"/>
                  </a:lnTo>
                  <a:lnTo>
                    <a:pt x="6535" y="212646"/>
                  </a:lnTo>
                  <a:lnTo>
                    <a:pt x="8079" y="217703"/>
                  </a:lnTo>
                  <a:lnTo>
                    <a:pt x="9783" y="222708"/>
                  </a:lnTo>
                  <a:lnTo>
                    <a:pt x="11644" y="227657"/>
                  </a:lnTo>
                  <a:lnTo>
                    <a:pt x="13660" y="232545"/>
                  </a:lnTo>
                  <a:lnTo>
                    <a:pt x="15830" y="237366"/>
                  </a:lnTo>
                  <a:lnTo>
                    <a:pt x="18151" y="242117"/>
                  </a:lnTo>
                  <a:lnTo>
                    <a:pt x="20622" y="246791"/>
                  </a:lnTo>
                  <a:lnTo>
                    <a:pt x="23239" y="251385"/>
                  </a:lnTo>
                  <a:lnTo>
                    <a:pt x="26000" y="255894"/>
                  </a:lnTo>
                  <a:lnTo>
                    <a:pt x="28902" y="260314"/>
                  </a:lnTo>
                  <a:lnTo>
                    <a:pt x="31942" y="264639"/>
                  </a:lnTo>
                  <a:lnTo>
                    <a:pt x="35118" y="268867"/>
                  </a:lnTo>
                  <a:lnTo>
                    <a:pt x="38426" y="272991"/>
                  </a:lnTo>
                  <a:lnTo>
                    <a:pt x="41863" y="277009"/>
                  </a:lnTo>
                  <a:lnTo>
                    <a:pt x="45425" y="280916"/>
                  </a:lnTo>
                  <a:lnTo>
                    <a:pt x="49109" y="284709"/>
                  </a:lnTo>
                  <a:lnTo>
                    <a:pt x="52910" y="288383"/>
                  </a:lnTo>
                  <a:lnTo>
                    <a:pt x="56827" y="291936"/>
                  </a:lnTo>
                  <a:lnTo>
                    <a:pt x="60853" y="295362"/>
                  </a:lnTo>
                  <a:lnTo>
                    <a:pt x="64986" y="298660"/>
                  </a:lnTo>
                  <a:lnTo>
                    <a:pt x="69221" y="301825"/>
                  </a:lnTo>
                  <a:lnTo>
                    <a:pt x="73554" y="304855"/>
                  </a:lnTo>
                  <a:lnTo>
                    <a:pt x="77981" y="307746"/>
                  </a:lnTo>
                  <a:lnTo>
                    <a:pt x="82497" y="310495"/>
                  </a:lnTo>
                  <a:lnTo>
                    <a:pt x="87098" y="313101"/>
                  </a:lnTo>
                  <a:lnTo>
                    <a:pt x="91779" y="315560"/>
                  </a:lnTo>
                  <a:lnTo>
                    <a:pt x="96535" y="317869"/>
                  </a:lnTo>
                  <a:lnTo>
                    <a:pt x="101362" y="320027"/>
                  </a:lnTo>
                  <a:lnTo>
                    <a:pt x="106254" y="322031"/>
                  </a:lnTo>
                  <a:lnTo>
                    <a:pt x="111208" y="323879"/>
                  </a:lnTo>
                  <a:lnTo>
                    <a:pt x="116217" y="325570"/>
                  </a:lnTo>
                  <a:lnTo>
                    <a:pt x="121278" y="327102"/>
                  </a:lnTo>
                  <a:lnTo>
                    <a:pt x="126384" y="328473"/>
                  </a:lnTo>
                  <a:lnTo>
                    <a:pt x="131532" y="329681"/>
                  </a:lnTo>
                  <a:lnTo>
                    <a:pt x="136715" y="330726"/>
                  </a:lnTo>
                  <a:lnTo>
                    <a:pt x="141928" y="331607"/>
                  </a:lnTo>
                  <a:lnTo>
                    <a:pt x="147167" y="332323"/>
                  </a:lnTo>
                  <a:lnTo>
                    <a:pt x="152425" y="332872"/>
                  </a:lnTo>
                  <a:lnTo>
                    <a:pt x="157698" y="333255"/>
                  </a:lnTo>
                  <a:lnTo>
                    <a:pt x="162981" y="333471"/>
                  </a:lnTo>
                  <a:lnTo>
                    <a:pt x="168268" y="333520"/>
                  </a:lnTo>
                  <a:lnTo>
                    <a:pt x="173554" y="333401"/>
                  </a:lnTo>
                  <a:lnTo>
                    <a:pt x="178834" y="333116"/>
                  </a:lnTo>
                  <a:lnTo>
                    <a:pt x="184102" y="332663"/>
                  </a:lnTo>
                  <a:lnTo>
                    <a:pt x="189352" y="332044"/>
                  </a:lnTo>
                  <a:lnTo>
                    <a:pt x="194581" y="331260"/>
                  </a:lnTo>
                  <a:lnTo>
                    <a:pt x="199782" y="330310"/>
                  </a:lnTo>
                  <a:lnTo>
                    <a:pt x="204951" y="329197"/>
                  </a:lnTo>
                  <a:lnTo>
                    <a:pt x="210082" y="327921"/>
                  </a:lnTo>
                  <a:lnTo>
                    <a:pt x="215170" y="326482"/>
                  </a:lnTo>
                  <a:lnTo>
                    <a:pt x="220210" y="324884"/>
                  </a:lnTo>
                  <a:lnTo>
                    <a:pt x="225197" y="323128"/>
                  </a:lnTo>
                  <a:lnTo>
                    <a:pt x="230125" y="321214"/>
                  </a:lnTo>
                  <a:lnTo>
                    <a:pt x="234991" y="319145"/>
                  </a:lnTo>
                  <a:lnTo>
                    <a:pt x="239789" y="316924"/>
                  </a:lnTo>
                  <a:lnTo>
                    <a:pt x="244514" y="314552"/>
                  </a:lnTo>
                  <a:lnTo>
                    <a:pt x="249162" y="312032"/>
                  </a:lnTo>
                  <a:lnTo>
                    <a:pt x="253728" y="309366"/>
                  </a:lnTo>
                  <a:lnTo>
                    <a:pt x="258208" y="306557"/>
                  </a:lnTo>
                  <a:lnTo>
                    <a:pt x="262596" y="303608"/>
                  </a:lnTo>
                  <a:lnTo>
                    <a:pt x="266889" y="300521"/>
                  </a:lnTo>
                  <a:lnTo>
                    <a:pt x="271082" y="297300"/>
                  </a:lnTo>
                  <a:lnTo>
                    <a:pt x="275171" y="293948"/>
                  </a:lnTo>
                  <a:lnTo>
                    <a:pt x="279152" y="290469"/>
                  </a:lnTo>
                  <a:lnTo>
                    <a:pt x="283021" y="286865"/>
                  </a:lnTo>
                  <a:lnTo>
                    <a:pt x="286774" y="283141"/>
                  </a:lnTo>
                  <a:lnTo>
                    <a:pt x="290407" y="279300"/>
                  </a:lnTo>
                  <a:lnTo>
                    <a:pt x="293917" y="275346"/>
                  </a:lnTo>
                  <a:lnTo>
                    <a:pt x="297301" y="271283"/>
                  </a:lnTo>
                  <a:lnTo>
                    <a:pt x="300554" y="267116"/>
                  </a:lnTo>
                  <a:lnTo>
                    <a:pt x="303674" y="262847"/>
                  </a:lnTo>
                  <a:lnTo>
                    <a:pt x="306657" y="258482"/>
                  </a:lnTo>
                  <a:lnTo>
                    <a:pt x="309500" y="254024"/>
                  </a:lnTo>
                  <a:lnTo>
                    <a:pt x="312202" y="249479"/>
                  </a:lnTo>
                  <a:lnTo>
                    <a:pt x="314758" y="244851"/>
                  </a:lnTo>
                  <a:lnTo>
                    <a:pt x="317166" y="240144"/>
                  </a:lnTo>
                  <a:lnTo>
                    <a:pt x="319425" y="235363"/>
                  </a:lnTo>
                  <a:lnTo>
                    <a:pt x="321531" y="230514"/>
                  </a:lnTo>
                  <a:lnTo>
                    <a:pt x="323483" y="225600"/>
                  </a:lnTo>
                  <a:lnTo>
                    <a:pt x="325278" y="220627"/>
                  </a:lnTo>
                  <a:lnTo>
                    <a:pt x="326915" y="215600"/>
                  </a:lnTo>
                  <a:lnTo>
                    <a:pt x="328393" y="210523"/>
                  </a:lnTo>
                  <a:lnTo>
                    <a:pt x="329709" y="205402"/>
                  </a:lnTo>
                  <a:lnTo>
                    <a:pt x="330862" y="200242"/>
                  </a:lnTo>
                  <a:lnTo>
                    <a:pt x="331852" y="195049"/>
                  </a:lnTo>
                  <a:lnTo>
                    <a:pt x="332677" y="189826"/>
                  </a:lnTo>
                  <a:lnTo>
                    <a:pt x="333337" y="184580"/>
                  </a:lnTo>
                  <a:lnTo>
                    <a:pt x="333830" y="179316"/>
                  </a:lnTo>
                  <a:lnTo>
                    <a:pt x="334156" y="174039"/>
                  </a:lnTo>
                  <a:lnTo>
                    <a:pt x="334316" y="168754"/>
                  </a:lnTo>
                  <a:lnTo>
                    <a:pt x="334308" y="163467"/>
                  </a:lnTo>
                  <a:lnTo>
                    <a:pt x="334133" y="158182"/>
                  </a:lnTo>
                  <a:lnTo>
                    <a:pt x="333791" y="152906"/>
                  </a:lnTo>
                  <a:lnTo>
                    <a:pt x="333282" y="147644"/>
                  </a:lnTo>
                  <a:lnTo>
                    <a:pt x="332608" y="142400"/>
                  </a:lnTo>
                  <a:lnTo>
                    <a:pt x="331767" y="137180"/>
                  </a:lnTo>
                  <a:lnTo>
                    <a:pt x="330762" y="131989"/>
                  </a:lnTo>
                  <a:lnTo>
                    <a:pt x="329594" y="126832"/>
                  </a:lnTo>
                  <a:lnTo>
                    <a:pt x="328262" y="121715"/>
                  </a:lnTo>
                  <a:lnTo>
                    <a:pt x="326770" y="116643"/>
                  </a:lnTo>
                  <a:lnTo>
                    <a:pt x="325118" y="111621"/>
                  </a:lnTo>
                  <a:lnTo>
                    <a:pt x="323308" y="106653"/>
                  </a:lnTo>
                  <a:lnTo>
                    <a:pt x="321342" y="101745"/>
                  </a:lnTo>
                  <a:lnTo>
                    <a:pt x="319222" y="96901"/>
                  </a:lnTo>
                  <a:lnTo>
                    <a:pt x="316949" y="92127"/>
                  </a:lnTo>
                  <a:lnTo>
                    <a:pt x="314527" y="87428"/>
                  </a:lnTo>
                  <a:lnTo>
                    <a:pt x="311957" y="82807"/>
                  </a:lnTo>
                  <a:lnTo>
                    <a:pt x="309242" y="78270"/>
                  </a:lnTo>
                  <a:lnTo>
                    <a:pt x="306386" y="73821"/>
                  </a:lnTo>
                  <a:lnTo>
                    <a:pt x="303390" y="69464"/>
                  </a:lnTo>
                  <a:lnTo>
                    <a:pt x="300257" y="65205"/>
                  </a:lnTo>
                  <a:lnTo>
                    <a:pt x="296992" y="61046"/>
                  </a:lnTo>
                  <a:lnTo>
                    <a:pt x="293597" y="56993"/>
                  </a:lnTo>
                  <a:lnTo>
                    <a:pt x="290075" y="53050"/>
                  </a:lnTo>
                  <a:lnTo>
                    <a:pt x="286430" y="49220"/>
                  </a:lnTo>
                  <a:lnTo>
                    <a:pt x="282666" y="45507"/>
                  </a:lnTo>
                  <a:lnTo>
                    <a:pt x="278787" y="41914"/>
                  </a:lnTo>
                  <a:lnTo>
                    <a:pt x="274795" y="38447"/>
                  </a:lnTo>
                  <a:lnTo>
                    <a:pt x="270697" y="35107"/>
                  </a:lnTo>
                  <a:lnTo>
                    <a:pt x="266494" y="31898"/>
                  </a:lnTo>
                  <a:lnTo>
                    <a:pt x="262192" y="28824"/>
                  </a:lnTo>
                  <a:lnTo>
                    <a:pt x="257795" y="25888"/>
                  </a:lnTo>
                  <a:lnTo>
                    <a:pt x="253308" y="23092"/>
                  </a:lnTo>
                  <a:lnTo>
                    <a:pt x="248734" y="20440"/>
                  </a:lnTo>
                  <a:lnTo>
                    <a:pt x="244079" y="17933"/>
                  </a:lnTo>
                  <a:lnTo>
                    <a:pt x="239347" y="15575"/>
                  </a:lnTo>
                  <a:lnTo>
                    <a:pt x="234542" y="13368"/>
                  </a:lnTo>
                  <a:lnTo>
                    <a:pt x="229670" y="11314"/>
                  </a:lnTo>
                  <a:lnTo>
                    <a:pt x="224736" y="9414"/>
                  </a:lnTo>
                  <a:lnTo>
                    <a:pt x="219744" y="7672"/>
                  </a:lnTo>
                  <a:lnTo>
                    <a:pt x="214699" y="6089"/>
                  </a:lnTo>
                  <a:lnTo>
                    <a:pt x="209607" y="4666"/>
                  </a:lnTo>
                  <a:lnTo>
                    <a:pt x="204473" y="3405"/>
                  </a:lnTo>
                  <a:lnTo>
                    <a:pt x="199301" y="2306"/>
                  </a:lnTo>
                  <a:lnTo>
                    <a:pt x="194097" y="1372"/>
                  </a:lnTo>
                  <a:lnTo>
                    <a:pt x="188866" y="603"/>
                  </a:lnTo>
                  <a:lnTo>
                    <a:pt x="183613" y="0"/>
                  </a:lnTo>
                  <a:lnTo>
                    <a:pt x="167166" y="1663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16447" cy="167167"/>
            </a:xfrm>
            <a:custGeom>
              <a:avLst/>
              <a:pathLst>
                <a:path w="16447" h="167167">
                  <a:moveTo>
                    <a:pt x="16447" y="811"/>
                  </a:moveTo>
                  <a:lnTo>
                    <a:pt x="8233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797" y="2633064"/>
              <a:ext cx="3951" cy="167167"/>
            </a:xfrm>
            <a:custGeom>
              <a:avLst/>
              <a:pathLst>
                <a:path w="3951" h="167167">
                  <a:moveTo>
                    <a:pt x="3951" y="0"/>
                  </a:moveTo>
                  <a:lnTo>
                    <a:pt x="0" y="46"/>
                  </a:lnTo>
                  <a:lnTo>
                    <a:pt x="39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3" y="2633111"/>
              <a:ext cx="334332" cy="334273"/>
            </a:xfrm>
            <a:custGeom>
              <a:avLst/>
              <a:pathLst>
                <a:path w="334332" h="334273">
                  <a:moveTo>
                    <a:pt x="163213" y="0"/>
                  </a:moveTo>
                  <a:lnTo>
                    <a:pt x="157922" y="209"/>
                  </a:lnTo>
                  <a:lnTo>
                    <a:pt x="152640" y="585"/>
                  </a:lnTo>
                  <a:lnTo>
                    <a:pt x="147372" y="1129"/>
                  </a:lnTo>
                  <a:lnTo>
                    <a:pt x="142125" y="1839"/>
                  </a:lnTo>
                  <a:lnTo>
                    <a:pt x="136902" y="2715"/>
                  </a:lnTo>
                  <a:lnTo>
                    <a:pt x="131710" y="3756"/>
                  </a:lnTo>
                  <a:lnTo>
                    <a:pt x="126553" y="4961"/>
                  </a:lnTo>
                  <a:lnTo>
                    <a:pt x="121437" y="6329"/>
                  </a:lnTo>
                  <a:lnTo>
                    <a:pt x="116367" y="7858"/>
                  </a:lnTo>
                  <a:lnTo>
                    <a:pt x="111348" y="9547"/>
                  </a:lnTo>
                  <a:lnTo>
                    <a:pt x="106385" y="11394"/>
                  </a:lnTo>
                  <a:lnTo>
                    <a:pt x="101483" y="13397"/>
                  </a:lnTo>
                  <a:lnTo>
                    <a:pt x="96647" y="15554"/>
                  </a:lnTo>
                  <a:lnTo>
                    <a:pt x="91882" y="17864"/>
                  </a:lnTo>
                  <a:lnTo>
                    <a:pt x="87192" y="20323"/>
                  </a:lnTo>
                  <a:lnTo>
                    <a:pt x="82582" y="22930"/>
                  </a:lnTo>
                  <a:lnTo>
                    <a:pt x="78058" y="25682"/>
                  </a:lnTo>
                  <a:lnTo>
                    <a:pt x="73623" y="28575"/>
                  </a:lnTo>
                  <a:lnTo>
                    <a:pt x="69281" y="31607"/>
                  </a:lnTo>
                  <a:lnTo>
                    <a:pt x="65038" y="34776"/>
                  </a:lnTo>
                  <a:lnTo>
                    <a:pt x="60897" y="38077"/>
                  </a:lnTo>
                  <a:lnTo>
                    <a:pt x="56863" y="41507"/>
                  </a:lnTo>
                  <a:lnTo>
                    <a:pt x="52940" y="45064"/>
                  </a:lnTo>
                  <a:lnTo>
                    <a:pt x="49131" y="48743"/>
                  </a:lnTo>
                  <a:lnTo>
                    <a:pt x="45441" y="52541"/>
                  </a:lnTo>
                  <a:lnTo>
                    <a:pt x="41873" y="56454"/>
                  </a:lnTo>
                  <a:lnTo>
                    <a:pt x="38431" y="60478"/>
                  </a:lnTo>
                  <a:lnTo>
                    <a:pt x="35117" y="64609"/>
                  </a:lnTo>
                  <a:lnTo>
                    <a:pt x="31937" y="68843"/>
                  </a:lnTo>
                  <a:lnTo>
                    <a:pt x="28892" y="73176"/>
                  </a:lnTo>
                  <a:lnTo>
                    <a:pt x="25986" y="77603"/>
                  </a:lnTo>
                  <a:lnTo>
                    <a:pt x="23221" y="82119"/>
                  </a:lnTo>
                  <a:lnTo>
                    <a:pt x="20601" y="86721"/>
                  </a:lnTo>
                  <a:lnTo>
                    <a:pt x="18128" y="91404"/>
                  </a:lnTo>
                  <a:lnTo>
                    <a:pt x="15804" y="96163"/>
                  </a:lnTo>
                  <a:lnTo>
                    <a:pt x="13633" y="100992"/>
                  </a:lnTo>
                  <a:lnTo>
                    <a:pt x="11615" y="105888"/>
                  </a:lnTo>
                  <a:lnTo>
                    <a:pt x="9754" y="110846"/>
                  </a:lnTo>
                  <a:lnTo>
                    <a:pt x="8050" y="115860"/>
                  </a:lnTo>
                  <a:lnTo>
                    <a:pt x="6507" y="120926"/>
                  </a:lnTo>
                  <a:lnTo>
                    <a:pt x="5124" y="126038"/>
                  </a:lnTo>
                  <a:lnTo>
                    <a:pt x="3904" y="131191"/>
                  </a:lnTo>
                  <a:lnTo>
                    <a:pt x="2848" y="136380"/>
                  </a:lnTo>
                  <a:lnTo>
                    <a:pt x="1957" y="141600"/>
                  </a:lnTo>
                  <a:lnTo>
                    <a:pt x="1231" y="146845"/>
                  </a:lnTo>
                  <a:lnTo>
                    <a:pt x="672" y="152111"/>
                  </a:lnTo>
                  <a:lnTo>
                    <a:pt x="281" y="157392"/>
                  </a:lnTo>
                  <a:lnTo>
                    <a:pt x="56" y="162683"/>
                  </a:lnTo>
                  <a:lnTo>
                    <a:pt x="0" y="167979"/>
                  </a:lnTo>
                  <a:lnTo>
                    <a:pt x="111" y="173273"/>
                  </a:lnTo>
                  <a:lnTo>
                    <a:pt x="389" y="178561"/>
                  </a:lnTo>
                  <a:lnTo>
                    <a:pt x="835" y="183838"/>
                  </a:lnTo>
                  <a:lnTo>
                    <a:pt x="1448" y="189098"/>
                  </a:lnTo>
                  <a:lnTo>
                    <a:pt x="2228" y="194336"/>
                  </a:lnTo>
                  <a:lnTo>
                    <a:pt x="3172" y="199546"/>
                  </a:lnTo>
                  <a:lnTo>
                    <a:pt x="4282" y="204724"/>
                  </a:lnTo>
                  <a:lnTo>
                    <a:pt x="5554" y="209865"/>
                  </a:lnTo>
                  <a:lnTo>
                    <a:pt x="6989" y="214962"/>
                  </a:lnTo>
                  <a:lnTo>
                    <a:pt x="8585" y="220011"/>
                  </a:lnTo>
                  <a:lnTo>
                    <a:pt x="10340" y="225008"/>
                  </a:lnTo>
                  <a:lnTo>
                    <a:pt x="12252" y="229946"/>
                  </a:lnTo>
                  <a:lnTo>
                    <a:pt x="14320" y="234821"/>
                  </a:lnTo>
                  <a:lnTo>
                    <a:pt x="16541" y="239628"/>
                  </a:lnTo>
                  <a:lnTo>
                    <a:pt x="18913" y="244363"/>
                  </a:lnTo>
                  <a:lnTo>
                    <a:pt x="21434" y="249020"/>
                  </a:lnTo>
                  <a:lnTo>
                    <a:pt x="24101" y="253595"/>
                  </a:lnTo>
                  <a:lnTo>
                    <a:pt x="26912" y="258083"/>
                  </a:lnTo>
                  <a:lnTo>
                    <a:pt x="29864" y="262479"/>
                  </a:lnTo>
                  <a:lnTo>
                    <a:pt x="32953" y="266780"/>
                  </a:lnTo>
                  <a:lnTo>
                    <a:pt x="36177" y="270982"/>
                  </a:lnTo>
                  <a:lnTo>
                    <a:pt x="39532" y="275078"/>
                  </a:lnTo>
                  <a:lnTo>
                    <a:pt x="43016" y="279067"/>
                  </a:lnTo>
                  <a:lnTo>
                    <a:pt x="46624" y="282943"/>
                  </a:lnTo>
                  <a:lnTo>
                    <a:pt x="50353" y="286703"/>
                  </a:lnTo>
                  <a:lnTo>
                    <a:pt x="54199" y="290343"/>
                  </a:lnTo>
                  <a:lnTo>
                    <a:pt x="58159" y="293859"/>
                  </a:lnTo>
                  <a:lnTo>
                    <a:pt x="62228" y="297248"/>
                  </a:lnTo>
                  <a:lnTo>
                    <a:pt x="66402" y="300507"/>
                  </a:lnTo>
                  <a:lnTo>
                    <a:pt x="70678" y="303631"/>
                  </a:lnTo>
                  <a:lnTo>
                    <a:pt x="75050" y="306619"/>
                  </a:lnTo>
                  <a:lnTo>
                    <a:pt x="79515" y="309466"/>
                  </a:lnTo>
                  <a:lnTo>
                    <a:pt x="84068" y="312171"/>
                  </a:lnTo>
                  <a:lnTo>
                    <a:pt x="88704" y="314731"/>
                  </a:lnTo>
                  <a:lnTo>
                    <a:pt x="93418" y="317142"/>
                  </a:lnTo>
                  <a:lnTo>
                    <a:pt x="98207" y="319402"/>
                  </a:lnTo>
                  <a:lnTo>
                    <a:pt x="103065" y="321510"/>
                  </a:lnTo>
                  <a:lnTo>
                    <a:pt x="107987" y="323463"/>
                  </a:lnTo>
                  <a:lnTo>
                    <a:pt x="112969" y="325259"/>
                  </a:lnTo>
                  <a:lnTo>
                    <a:pt x="118005" y="326896"/>
                  </a:lnTo>
                  <a:lnTo>
                    <a:pt x="123091" y="328373"/>
                  </a:lnTo>
                  <a:lnTo>
                    <a:pt x="128220" y="329688"/>
                  </a:lnTo>
                  <a:lnTo>
                    <a:pt x="133389" y="330840"/>
                  </a:lnTo>
                  <a:lnTo>
                    <a:pt x="138592" y="331828"/>
                  </a:lnTo>
                  <a:lnTo>
                    <a:pt x="143823" y="332650"/>
                  </a:lnTo>
                  <a:lnTo>
                    <a:pt x="149078" y="333306"/>
                  </a:lnTo>
                  <a:lnTo>
                    <a:pt x="154351" y="333796"/>
                  </a:lnTo>
                  <a:lnTo>
                    <a:pt x="159636" y="334118"/>
                  </a:lnTo>
                  <a:lnTo>
                    <a:pt x="164930" y="334273"/>
                  </a:lnTo>
                  <a:lnTo>
                    <a:pt x="170225" y="334260"/>
                  </a:lnTo>
                  <a:lnTo>
                    <a:pt x="175518" y="334079"/>
                  </a:lnTo>
                  <a:lnTo>
                    <a:pt x="180802" y="333731"/>
                  </a:lnTo>
                  <a:lnTo>
                    <a:pt x="186072" y="333215"/>
                  </a:lnTo>
                  <a:lnTo>
                    <a:pt x="191323" y="332533"/>
                  </a:lnTo>
                  <a:lnTo>
                    <a:pt x="196551" y="331685"/>
                  </a:lnTo>
                  <a:lnTo>
                    <a:pt x="201748" y="330671"/>
                  </a:lnTo>
                  <a:lnTo>
                    <a:pt x="206911" y="329494"/>
                  </a:lnTo>
                  <a:lnTo>
                    <a:pt x="212034" y="328153"/>
                  </a:lnTo>
                  <a:lnTo>
                    <a:pt x="217112" y="326651"/>
                  </a:lnTo>
                  <a:lnTo>
                    <a:pt x="222140" y="324989"/>
                  </a:lnTo>
                  <a:lnTo>
                    <a:pt x="227113" y="323169"/>
                  </a:lnTo>
                  <a:lnTo>
                    <a:pt x="232026" y="321192"/>
                  </a:lnTo>
                  <a:lnTo>
                    <a:pt x="236873" y="319060"/>
                  </a:lnTo>
                  <a:lnTo>
                    <a:pt x="241651" y="316776"/>
                  </a:lnTo>
                  <a:lnTo>
                    <a:pt x="246354" y="314341"/>
                  </a:lnTo>
                  <a:lnTo>
                    <a:pt x="250977" y="311759"/>
                  </a:lnTo>
                  <a:lnTo>
                    <a:pt x="255516" y="309032"/>
                  </a:lnTo>
                  <a:lnTo>
                    <a:pt x="259967" y="306162"/>
                  </a:lnTo>
                  <a:lnTo>
                    <a:pt x="264324" y="303153"/>
                  </a:lnTo>
                  <a:lnTo>
                    <a:pt x="268584" y="300007"/>
                  </a:lnTo>
                  <a:lnTo>
                    <a:pt x="272743" y="296728"/>
                  </a:lnTo>
                  <a:lnTo>
                    <a:pt x="276795" y="293319"/>
                  </a:lnTo>
                  <a:lnTo>
                    <a:pt x="280737" y="289783"/>
                  </a:lnTo>
                  <a:lnTo>
                    <a:pt x="284565" y="286125"/>
                  </a:lnTo>
                  <a:lnTo>
                    <a:pt x="288276" y="282346"/>
                  </a:lnTo>
                  <a:lnTo>
                    <a:pt x="291865" y="278452"/>
                  </a:lnTo>
                  <a:lnTo>
                    <a:pt x="295329" y="274447"/>
                  </a:lnTo>
                  <a:lnTo>
                    <a:pt x="298664" y="270334"/>
                  </a:lnTo>
                  <a:lnTo>
                    <a:pt x="301867" y="266117"/>
                  </a:lnTo>
                  <a:lnTo>
                    <a:pt x="304935" y="261800"/>
                  </a:lnTo>
                  <a:lnTo>
                    <a:pt x="307865" y="257389"/>
                  </a:lnTo>
                  <a:lnTo>
                    <a:pt x="310653" y="252887"/>
                  </a:lnTo>
                  <a:lnTo>
                    <a:pt x="313298" y="248299"/>
                  </a:lnTo>
                  <a:lnTo>
                    <a:pt x="315796" y="243630"/>
                  </a:lnTo>
                  <a:lnTo>
                    <a:pt x="318145" y="238884"/>
                  </a:lnTo>
                  <a:lnTo>
                    <a:pt x="320342" y="234066"/>
                  </a:lnTo>
                  <a:lnTo>
                    <a:pt x="322386" y="229180"/>
                  </a:lnTo>
                  <a:lnTo>
                    <a:pt x="324273" y="224233"/>
                  </a:lnTo>
                  <a:lnTo>
                    <a:pt x="326004" y="219228"/>
                  </a:lnTo>
                  <a:lnTo>
                    <a:pt x="327574" y="214171"/>
                  </a:lnTo>
                  <a:lnTo>
                    <a:pt x="328984" y="209066"/>
                  </a:lnTo>
                  <a:lnTo>
                    <a:pt x="330231" y="203920"/>
                  </a:lnTo>
                  <a:lnTo>
                    <a:pt x="331315" y="198736"/>
                  </a:lnTo>
                  <a:lnTo>
                    <a:pt x="332234" y="193521"/>
                  </a:lnTo>
                  <a:lnTo>
                    <a:pt x="332988" y="188279"/>
                  </a:lnTo>
                  <a:lnTo>
                    <a:pt x="333575" y="183016"/>
                  </a:lnTo>
                  <a:lnTo>
                    <a:pt x="333995" y="177738"/>
                  </a:lnTo>
                  <a:lnTo>
                    <a:pt x="334247" y="172448"/>
                  </a:lnTo>
                  <a:lnTo>
                    <a:pt x="334332" y="167153"/>
                  </a:lnTo>
                  <a:lnTo>
                    <a:pt x="334249" y="161858"/>
                  </a:lnTo>
                  <a:lnTo>
                    <a:pt x="333999" y="156569"/>
                  </a:lnTo>
                  <a:lnTo>
                    <a:pt x="333581" y="151290"/>
                  </a:lnTo>
                  <a:lnTo>
                    <a:pt x="332996" y="146026"/>
                  </a:lnTo>
                  <a:lnTo>
                    <a:pt x="332245" y="140784"/>
                  </a:lnTo>
                  <a:lnTo>
                    <a:pt x="331328" y="135569"/>
                  </a:lnTo>
                  <a:lnTo>
                    <a:pt x="330246" y="130385"/>
                  </a:lnTo>
                  <a:lnTo>
                    <a:pt x="329001" y="125238"/>
                  </a:lnTo>
                  <a:lnTo>
                    <a:pt x="327593" y="120133"/>
                  </a:lnTo>
                  <a:lnTo>
                    <a:pt x="326024" y="115075"/>
                  </a:lnTo>
                  <a:lnTo>
                    <a:pt x="324296" y="110070"/>
                  </a:lnTo>
                  <a:lnTo>
                    <a:pt x="322410" y="105121"/>
                  </a:lnTo>
                  <a:lnTo>
                    <a:pt x="320368" y="100235"/>
                  </a:lnTo>
                  <a:lnTo>
                    <a:pt x="318173" y="95416"/>
                  </a:lnTo>
                  <a:lnTo>
                    <a:pt x="315826" y="90669"/>
                  </a:lnTo>
                  <a:lnTo>
                    <a:pt x="313330" y="85999"/>
                  </a:lnTo>
                  <a:lnTo>
                    <a:pt x="310687" y="81410"/>
                  </a:lnTo>
                  <a:lnTo>
                    <a:pt x="307900" y="76907"/>
                  </a:lnTo>
                  <a:lnTo>
                    <a:pt x="304972" y="72494"/>
                  </a:lnTo>
                  <a:lnTo>
                    <a:pt x="301906" y="68177"/>
                  </a:lnTo>
                  <a:lnTo>
                    <a:pt x="298704" y="63959"/>
                  </a:lnTo>
                  <a:lnTo>
                    <a:pt x="295371" y="59844"/>
                  </a:lnTo>
                  <a:lnTo>
                    <a:pt x="167165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128206" cy="167167"/>
            </a:xfrm>
            <a:custGeom>
              <a:avLst/>
              <a:pathLst>
                <a:path w="128206" h="167167">
                  <a:moveTo>
                    <a:pt x="128206" y="59891"/>
                  </a:moveTo>
                  <a:lnTo>
                    <a:pt x="124527" y="55642"/>
                  </a:lnTo>
                  <a:lnTo>
                    <a:pt x="120709" y="51520"/>
                  </a:lnTo>
                  <a:lnTo>
                    <a:pt x="116753" y="47528"/>
                  </a:lnTo>
                  <a:lnTo>
                    <a:pt x="112666" y="43671"/>
                  </a:lnTo>
                  <a:lnTo>
                    <a:pt x="108452" y="39954"/>
                  </a:lnTo>
                  <a:lnTo>
                    <a:pt x="104115" y="36381"/>
                  </a:lnTo>
                  <a:lnTo>
                    <a:pt x="99660" y="32956"/>
                  </a:lnTo>
                  <a:lnTo>
                    <a:pt x="95093" y="29682"/>
                  </a:lnTo>
                  <a:lnTo>
                    <a:pt x="90418" y="26563"/>
                  </a:lnTo>
                  <a:lnTo>
                    <a:pt x="85641" y="23604"/>
                  </a:lnTo>
                  <a:lnTo>
                    <a:pt x="80768" y="20806"/>
                  </a:lnTo>
                  <a:lnTo>
                    <a:pt x="75803" y="18174"/>
                  </a:lnTo>
                  <a:lnTo>
                    <a:pt x="70752" y="15711"/>
                  </a:lnTo>
                  <a:lnTo>
                    <a:pt x="65622" y="13418"/>
                  </a:lnTo>
                  <a:lnTo>
                    <a:pt x="60417" y="11299"/>
                  </a:lnTo>
                  <a:lnTo>
                    <a:pt x="55144" y="9357"/>
                  </a:lnTo>
                  <a:lnTo>
                    <a:pt x="49809" y="7592"/>
                  </a:lnTo>
                  <a:lnTo>
                    <a:pt x="44417" y="6009"/>
                  </a:lnTo>
                  <a:lnTo>
                    <a:pt x="38975" y="4607"/>
                  </a:lnTo>
                  <a:lnTo>
                    <a:pt x="33490" y="3389"/>
                  </a:lnTo>
                  <a:lnTo>
                    <a:pt x="27966" y="2355"/>
                  </a:lnTo>
                  <a:lnTo>
                    <a:pt x="22411" y="1509"/>
                  </a:lnTo>
                  <a:lnTo>
                    <a:pt x="16830" y="849"/>
                  </a:lnTo>
                  <a:lnTo>
                    <a:pt x="11230" y="377"/>
                  </a:lnTo>
                  <a:lnTo>
                    <a:pt x="561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226" y="3170392"/>
              <a:ext cx="16753" cy="167167"/>
            </a:xfrm>
            <a:custGeom>
              <a:avLst/>
              <a:pathLst>
                <a:path w="16753" h="167167">
                  <a:moveTo>
                    <a:pt x="16753" y="0"/>
                  </a:moveTo>
                  <a:lnTo>
                    <a:pt x="8366" y="210"/>
                  </a:lnTo>
                  <a:lnTo>
                    <a:pt x="0" y="841"/>
                  </a:lnTo>
                  <a:lnTo>
                    <a:pt x="167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226" y="3171234"/>
              <a:ext cx="16753" cy="166325"/>
            </a:xfrm>
            <a:custGeom>
              <a:avLst/>
              <a:pathLst>
                <a:path w="16753" h="166325">
                  <a:moveTo>
                    <a:pt x="0" y="0"/>
                  </a:moveTo>
                  <a:lnTo>
                    <a:pt x="16753" y="166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27" y="3171234"/>
              <a:ext cx="334305" cy="333493"/>
            </a:xfrm>
            <a:custGeom>
              <a:avLst/>
              <a:pathLst>
                <a:path w="334305" h="333493">
                  <a:moveTo>
                    <a:pt x="150399" y="0"/>
                  </a:moveTo>
                  <a:lnTo>
                    <a:pt x="145139" y="614"/>
                  </a:lnTo>
                  <a:lnTo>
                    <a:pt x="139900" y="1394"/>
                  </a:lnTo>
                  <a:lnTo>
                    <a:pt x="134689" y="2340"/>
                  </a:lnTo>
                  <a:lnTo>
                    <a:pt x="129511" y="3451"/>
                  </a:lnTo>
                  <a:lnTo>
                    <a:pt x="124371" y="4725"/>
                  </a:lnTo>
                  <a:lnTo>
                    <a:pt x="119273" y="6161"/>
                  </a:lnTo>
                  <a:lnTo>
                    <a:pt x="114223" y="7758"/>
                  </a:lnTo>
                  <a:lnTo>
                    <a:pt x="109227" y="9515"/>
                  </a:lnTo>
                  <a:lnTo>
                    <a:pt x="104289" y="11428"/>
                  </a:lnTo>
                  <a:lnTo>
                    <a:pt x="99414" y="13497"/>
                  </a:lnTo>
                  <a:lnTo>
                    <a:pt x="94606" y="15720"/>
                  </a:lnTo>
                  <a:lnTo>
                    <a:pt x="89872" y="18094"/>
                  </a:lnTo>
                  <a:lnTo>
                    <a:pt x="85215" y="20616"/>
                  </a:lnTo>
                  <a:lnTo>
                    <a:pt x="80641" y="23285"/>
                  </a:lnTo>
                  <a:lnTo>
                    <a:pt x="76153" y="26097"/>
                  </a:lnTo>
                  <a:lnTo>
                    <a:pt x="71756" y="29050"/>
                  </a:lnTo>
                  <a:lnTo>
                    <a:pt x="67456" y="32141"/>
                  </a:lnTo>
                  <a:lnTo>
                    <a:pt x="63255" y="35366"/>
                  </a:lnTo>
                  <a:lnTo>
                    <a:pt x="59159" y="38723"/>
                  </a:lnTo>
                  <a:lnTo>
                    <a:pt x="55171" y="42208"/>
                  </a:lnTo>
                  <a:lnTo>
                    <a:pt x="51296" y="45818"/>
                  </a:lnTo>
                  <a:lnTo>
                    <a:pt x="47536" y="49548"/>
                  </a:lnTo>
                  <a:lnTo>
                    <a:pt x="43897" y="53396"/>
                  </a:lnTo>
                  <a:lnTo>
                    <a:pt x="40382" y="57357"/>
                  </a:lnTo>
                  <a:lnTo>
                    <a:pt x="36994" y="61428"/>
                  </a:lnTo>
                  <a:lnTo>
                    <a:pt x="33736" y="65603"/>
                  </a:lnTo>
                  <a:lnTo>
                    <a:pt x="30612" y="69880"/>
                  </a:lnTo>
                  <a:lnTo>
                    <a:pt x="27626" y="74254"/>
                  </a:lnTo>
                  <a:lnTo>
                    <a:pt x="24779" y="78720"/>
                  </a:lnTo>
                  <a:lnTo>
                    <a:pt x="22076" y="83274"/>
                  </a:lnTo>
                  <a:lnTo>
                    <a:pt x="19517" y="87911"/>
                  </a:lnTo>
                  <a:lnTo>
                    <a:pt x="17108" y="92627"/>
                  </a:lnTo>
                  <a:lnTo>
                    <a:pt x="14848" y="97417"/>
                  </a:lnTo>
                  <a:lnTo>
                    <a:pt x="12742" y="102276"/>
                  </a:lnTo>
                  <a:lnTo>
                    <a:pt x="10791" y="107200"/>
                  </a:lnTo>
                  <a:lnTo>
                    <a:pt x="8996" y="112183"/>
                  </a:lnTo>
                  <a:lnTo>
                    <a:pt x="7360" y="117220"/>
                  </a:lnTo>
                  <a:lnTo>
                    <a:pt x="5885" y="122306"/>
                  </a:lnTo>
                  <a:lnTo>
                    <a:pt x="4572" y="127437"/>
                  </a:lnTo>
                  <a:lnTo>
                    <a:pt x="3421" y="132607"/>
                  </a:lnTo>
                  <a:lnTo>
                    <a:pt x="2435" y="137810"/>
                  </a:lnTo>
                  <a:lnTo>
                    <a:pt x="1615" y="143042"/>
                  </a:lnTo>
                  <a:lnTo>
                    <a:pt x="960" y="148298"/>
                  </a:lnTo>
                  <a:lnTo>
                    <a:pt x="473" y="153571"/>
                  </a:lnTo>
                  <a:lnTo>
                    <a:pt x="152" y="158858"/>
                  </a:lnTo>
                  <a:lnTo>
                    <a:pt x="0" y="164152"/>
                  </a:lnTo>
                  <a:lnTo>
                    <a:pt x="15" y="169448"/>
                  </a:lnTo>
                  <a:lnTo>
                    <a:pt x="197" y="174741"/>
                  </a:lnTo>
                  <a:lnTo>
                    <a:pt x="548" y="180025"/>
                  </a:lnTo>
                  <a:lnTo>
                    <a:pt x="1065" y="185296"/>
                  </a:lnTo>
                  <a:lnTo>
                    <a:pt x="1750" y="190548"/>
                  </a:lnTo>
                  <a:lnTo>
                    <a:pt x="2600" y="195775"/>
                  </a:lnTo>
                  <a:lnTo>
                    <a:pt x="3615" y="200973"/>
                  </a:lnTo>
                  <a:lnTo>
                    <a:pt x="4795" y="206136"/>
                  </a:lnTo>
                  <a:lnTo>
                    <a:pt x="6138" y="211259"/>
                  </a:lnTo>
                  <a:lnTo>
                    <a:pt x="7642" y="216337"/>
                  </a:lnTo>
                  <a:lnTo>
                    <a:pt x="9306" y="221365"/>
                  </a:lnTo>
                  <a:lnTo>
                    <a:pt x="11129" y="226337"/>
                  </a:lnTo>
                  <a:lnTo>
                    <a:pt x="13108" y="231250"/>
                  </a:lnTo>
                  <a:lnTo>
                    <a:pt x="15242" y="236097"/>
                  </a:lnTo>
                  <a:lnTo>
                    <a:pt x="17528" y="240874"/>
                  </a:lnTo>
                  <a:lnTo>
                    <a:pt x="19965" y="245576"/>
                  </a:lnTo>
                  <a:lnTo>
                    <a:pt x="22549" y="250199"/>
                  </a:lnTo>
                  <a:lnTo>
                    <a:pt x="25279" y="254737"/>
                  </a:lnTo>
                  <a:lnTo>
                    <a:pt x="28151" y="259187"/>
                  </a:lnTo>
                  <a:lnTo>
                    <a:pt x="31162" y="263544"/>
                  </a:lnTo>
                  <a:lnTo>
                    <a:pt x="34310" y="267803"/>
                  </a:lnTo>
                  <a:lnTo>
                    <a:pt x="37591" y="271960"/>
                  </a:lnTo>
                  <a:lnTo>
                    <a:pt x="41002" y="276011"/>
                  </a:lnTo>
                  <a:lnTo>
                    <a:pt x="44540" y="279952"/>
                  </a:lnTo>
                  <a:lnTo>
                    <a:pt x="48201" y="283779"/>
                  </a:lnTo>
                  <a:lnTo>
                    <a:pt x="51982" y="287488"/>
                  </a:lnTo>
                  <a:lnTo>
                    <a:pt x="55877" y="291076"/>
                  </a:lnTo>
                  <a:lnTo>
                    <a:pt x="59885" y="294538"/>
                  </a:lnTo>
                  <a:lnTo>
                    <a:pt x="64000" y="297872"/>
                  </a:lnTo>
                  <a:lnTo>
                    <a:pt x="68219" y="301074"/>
                  </a:lnTo>
                  <a:lnTo>
                    <a:pt x="72537" y="304140"/>
                  </a:lnTo>
                  <a:lnTo>
                    <a:pt x="76950" y="307068"/>
                  </a:lnTo>
                  <a:lnTo>
                    <a:pt x="81454" y="309855"/>
                  </a:lnTo>
                  <a:lnTo>
                    <a:pt x="86044" y="312497"/>
                  </a:lnTo>
                  <a:lnTo>
                    <a:pt x="90715" y="314993"/>
                  </a:lnTo>
                  <a:lnTo>
                    <a:pt x="95462" y="317340"/>
                  </a:lnTo>
                  <a:lnTo>
                    <a:pt x="100282" y="319535"/>
                  </a:lnTo>
                  <a:lnTo>
                    <a:pt x="105169" y="321577"/>
                  </a:lnTo>
                  <a:lnTo>
                    <a:pt x="110118" y="323462"/>
                  </a:lnTo>
                  <a:lnTo>
                    <a:pt x="115124" y="325190"/>
                  </a:lnTo>
                  <a:lnTo>
                    <a:pt x="120183" y="326758"/>
                  </a:lnTo>
                  <a:lnTo>
                    <a:pt x="125289" y="328166"/>
                  </a:lnTo>
                  <a:lnTo>
                    <a:pt x="130436" y="329411"/>
                  </a:lnTo>
                  <a:lnTo>
                    <a:pt x="135621" y="330492"/>
                  </a:lnTo>
                  <a:lnTo>
                    <a:pt x="140837" y="331408"/>
                  </a:lnTo>
                  <a:lnTo>
                    <a:pt x="146080" y="332159"/>
                  </a:lnTo>
                  <a:lnTo>
                    <a:pt x="151343" y="332743"/>
                  </a:lnTo>
                  <a:lnTo>
                    <a:pt x="156623" y="333161"/>
                  </a:lnTo>
                  <a:lnTo>
                    <a:pt x="161913" y="333411"/>
                  </a:lnTo>
                  <a:lnTo>
                    <a:pt x="167209" y="333493"/>
                  </a:lnTo>
                  <a:lnTo>
                    <a:pt x="172504" y="333407"/>
                  </a:lnTo>
                  <a:lnTo>
                    <a:pt x="177794" y="333154"/>
                  </a:lnTo>
                  <a:lnTo>
                    <a:pt x="183073" y="332733"/>
                  </a:lnTo>
                  <a:lnTo>
                    <a:pt x="188337" y="332145"/>
                  </a:lnTo>
                  <a:lnTo>
                    <a:pt x="193579" y="331391"/>
                  </a:lnTo>
                  <a:lnTo>
                    <a:pt x="198794" y="330471"/>
                  </a:lnTo>
                  <a:lnTo>
                    <a:pt x="203978" y="329386"/>
                  </a:lnTo>
                  <a:lnTo>
                    <a:pt x="209125" y="328138"/>
                  </a:lnTo>
                  <a:lnTo>
                    <a:pt x="214230" y="326727"/>
                  </a:lnTo>
                  <a:lnTo>
                    <a:pt x="219287" y="325155"/>
                  </a:lnTo>
                  <a:lnTo>
                    <a:pt x="224292" y="323424"/>
                  </a:lnTo>
                  <a:lnTo>
                    <a:pt x="229240" y="321535"/>
                  </a:lnTo>
                  <a:lnTo>
                    <a:pt x="234126" y="319490"/>
                  </a:lnTo>
                  <a:lnTo>
                    <a:pt x="238944" y="317292"/>
                  </a:lnTo>
                  <a:lnTo>
                    <a:pt x="243690" y="314942"/>
                  </a:lnTo>
                  <a:lnTo>
                    <a:pt x="248360" y="312443"/>
                  </a:lnTo>
                  <a:lnTo>
                    <a:pt x="252947" y="309797"/>
                  </a:lnTo>
                  <a:lnTo>
                    <a:pt x="257449" y="307008"/>
                  </a:lnTo>
                  <a:lnTo>
                    <a:pt x="261860" y="304077"/>
                  </a:lnTo>
                  <a:lnTo>
                    <a:pt x="266176" y="301007"/>
                  </a:lnTo>
                  <a:lnTo>
                    <a:pt x="270393" y="297803"/>
                  </a:lnTo>
                  <a:lnTo>
                    <a:pt x="274506" y="294467"/>
                  </a:lnTo>
                  <a:lnTo>
                    <a:pt x="278511" y="291002"/>
                  </a:lnTo>
                  <a:lnTo>
                    <a:pt x="282405" y="287412"/>
                  </a:lnTo>
                  <a:lnTo>
                    <a:pt x="286183" y="283700"/>
                  </a:lnTo>
                  <a:lnTo>
                    <a:pt x="289841" y="279870"/>
                  </a:lnTo>
                  <a:lnTo>
                    <a:pt x="293376" y="275927"/>
                  </a:lnTo>
                  <a:lnTo>
                    <a:pt x="296785" y="271874"/>
                  </a:lnTo>
                  <a:lnTo>
                    <a:pt x="300063" y="267714"/>
                  </a:lnTo>
                  <a:lnTo>
                    <a:pt x="303208" y="263453"/>
                  </a:lnTo>
                  <a:lnTo>
                    <a:pt x="306217" y="259094"/>
                  </a:lnTo>
                  <a:lnTo>
                    <a:pt x="309086" y="254643"/>
                  </a:lnTo>
                  <a:lnTo>
                    <a:pt x="311812" y="250102"/>
                  </a:lnTo>
                  <a:lnTo>
                    <a:pt x="314394" y="245478"/>
                  </a:lnTo>
                  <a:lnTo>
                    <a:pt x="316827" y="240774"/>
                  </a:lnTo>
                  <a:lnTo>
                    <a:pt x="319110" y="235995"/>
                  </a:lnTo>
                  <a:lnTo>
                    <a:pt x="321241" y="231147"/>
                  </a:lnTo>
                  <a:lnTo>
                    <a:pt x="323217" y="226233"/>
                  </a:lnTo>
                  <a:lnTo>
                    <a:pt x="325036" y="221259"/>
                  </a:lnTo>
                  <a:lnTo>
                    <a:pt x="326697" y="216230"/>
                  </a:lnTo>
                  <a:lnTo>
                    <a:pt x="328198" y="211151"/>
                  </a:lnTo>
                  <a:lnTo>
                    <a:pt x="329537" y="206027"/>
                  </a:lnTo>
                  <a:lnTo>
                    <a:pt x="330713" y="200864"/>
                  </a:lnTo>
                  <a:lnTo>
                    <a:pt x="331725" y="195665"/>
                  </a:lnTo>
                  <a:lnTo>
                    <a:pt x="332572" y="190437"/>
                  </a:lnTo>
                  <a:lnTo>
                    <a:pt x="333253" y="185185"/>
                  </a:lnTo>
                  <a:lnTo>
                    <a:pt x="333767" y="179914"/>
                  </a:lnTo>
                  <a:lnTo>
                    <a:pt x="334114" y="174629"/>
                  </a:lnTo>
                  <a:lnTo>
                    <a:pt x="334293" y="169336"/>
                  </a:lnTo>
                  <a:lnTo>
                    <a:pt x="334305" y="164040"/>
                  </a:lnTo>
                  <a:lnTo>
                    <a:pt x="334148" y="158746"/>
                  </a:lnTo>
                  <a:lnTo>
                    <a:pt x="333824" y="153460"/>
                  </a:lnTo>
                  <a:lnTo>
                    <a:pt x="333333" y="148187"/>
                  </a:lnTo>
                  <a:lnTo>
                    <a:pt x="332675" y="142932"/>
                  </a:lnTo>
                  <a:lnTo>
                    <a:pt x="331851" y="137700"/>
                  </a:lnTo>
                  <a:lnTo>
                    <a:pt x="330862" y="132497"/>
                  </a:lnTo>
                  <a:lnTo>
                    <a:pt x="329708" y="127328"/>
                  </a:lnTo>
                  <a:lnTo>
                    <a:pt x="328391" y="122199"/>
                  </a:lnTo>
                  <a:lnTo>
                    <a:pt x="326912" y="117113"/>
                  </a:lnTo>
                  <a:lnTo>
                    <a:pt x="325273" y="112077"/>
                  </a:lnTo>
                  <a:lnTo>
                    <a:pt x="323476" y="107096"/>
                  </a:lnTo>
                  <a:lnTo>
                    <a:pt x="321521" y="102173"/>
                  </a:lnTo>
                  <a:lnTo>
                    <a:pt x="319411" y="97316"/>
                  </a:lnTo>
                  <a:lnTo>
                    <a:pt x="317149" y="92527"/>
                  </a:lnTo>
                  <a:lnTo>
                    <a:pt x="314736" y="87813"/>
                  </a:lnTo>
                  <a:lnTo>
                    <a:pt x="312175" y="83177"/>
                  </a:lnTo>
                  <a:lnTo>
                    <a:pt x="309468" y="78625"/>
                  </a:lnTo>
                  <a:lnTo>
                    <a:pt x="306618" y="74161"/>
                  </a:lnTo>
                  <a:lnTo>
                    <a:pt x="303629" y="69789"/>
                  </a:lnTo>
                  <a:lnTo>
                    <a:pt x="300502" y="65514"/>
                  </a:lnTo>
                  <a:lnTo>
                    <a:pt x="297242" y="61341"/>
                  </a:lnTo>
                  <a:lnTo>
                    <a:pt x="293851" y="57273"/>
                  </a:lnTo>
                  <a:lnTo>
                    <a:pt x="290333" y="53314"/>
                  </a:lnTo>
                  <a:lnTo>
                    <a:pt x="286691" y="49468"/>
                  </a:lnTo>
                  <a:lnTo>
                    <a:pt x="282930" y="45740"/>
                  </a:lnTo>
                  <a:lnTo>
                    <a:pt x="167153" y="1663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115776" cy="167167"/>
            </a:xfrm>
            <a:custGeom>
              <a:avLst/>
              <a:pathLst>
                <a:path w="115776" h="167167">
                  <a:moveTo>
                    <a:pt x="115776" y="46582"/>
                  </a:moveTo>
                  <a:lnTo>
                    <a:pt x="111702" y="42798"/>
                  </a:lnTo>
                  <a:lnTo>
                    <a:pt x="107504" y="39152"/>
                  </a:lnTo>
                  <a:lnTo>
                    <a:pt x="103187" y="35648"/>
                  </a:lnTo>
                  <a:lnTo>
                    <a:pt x="98756" y="32289"/>
                  </a:lnTo>
                  <a:lnTo>
                    <a:pt x="94216" y="29079"/>
                  </a:lnTo>
                  <a:lnTo>
                    <a:pt x="89571" y="26022"/>
                  </a:lnTo>
                  <a:lnTo>
                    <a:pt x="84827" y="23121"/>
                  </a:lnTo>
                  <a:lnTo>
                    <a:pt x="79990" y="20380"/>
                  </a:lnTo>
                  <a:lnTo>
                    <a:pt x="75064" y="17801"/>
                  </a:lnTo>
                  <a:lnTo>
                    <a:pt x="70055" y="15387"/>
                  </a:lnTo>
                  <a:lnTo>
                    <a:pt x="64968" y="13141"/>
                  </a:lnTo>
                  <a:lnTo>
                    <a:pt x="59810" y="11065"/>
                  </a:lnTo>
                  <a:lnTo>
                    <a:pt x="54585" y="9163"/>
                  </a:lnTo>
                  <a:lnTo>
                    <a:pt x="49300" y="7435"/>
                  </a:lnTo>
                  <a:lnTo>
                    <a:pt x="43961" y="5883"/>
                  </a:lnTo>
                  <a:lnTo>
                    <a:pt x="38573" y="4511"/>
                  </a:lnTo>
                  <a:lnTo>
                    <a:pt x="33142" y="3318"/>
                  </a:lnTo>
                  <a:lnTo>
                    <a:pt x="27674" y="2306"/>
                  </a:lnTo>
                  <a:lnTo>
                    <a:pt x="22176" y="1477"/>
                  </a:lnTo>
                  <a:lnTo>
                    <a:pt x="16654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156" y="3707720"/>
              <a:ext cx="3592" cy="167167"/>
            </a:xfrm>
            <a:custGeom>
              <a:avLst/>
              <a:pathLst>
                <a:path w="3592" h="167167">
                  <a:moveTo>
                    <a:pt x="3592" y="0"/>
                  </a:moveTo>
                  <a:lnTo>
                    <a:pt x="0" y="38"/>
                  </a:lnTo>
                  <a:lnTo>
                    <a:pt x="35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156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6" y="3707759"/>
              <a:ext cx="334318" cy="334293"/>
            </a:xfrm>
            <a:custGeom>
              <a:avLst/>
              <a:pathLst>
                <a:path w="334318" h="334293">
                  <a:moveTo>
                    <a:pt x="163570" y="0"/>
                  </a:moveTo>
                  <a:lnTo>
                    <a:pt x="158262" y="198"/>
                  </a:lnTo>
                  <a:lnTo>
                    <a:pt x="152963" y="565"/>
                  </a:lnTo>
                  <a:lnTo>
                    <a:pt x="147679" y="1100"/>
                  </a:lnTo>
                  <a:lnTo>
                    <a:pt x="142414" y="1803"/>
                  </a:lnTo>
                  <a:lnTo>
                    <a:pt x="137174" y="2673"/>
                  </a:lnTo>
                  <a:lnTo>
                    <a:pt x="131964" y="3708"/>
                  </a:lnTo>
                  <a:lnTo>
                    <a:pt x="126790" y="4909"/>
                  </a:lnTo>
                  <a:lnTo>
                    <a:pt x="121657" y="6274"/>
                  </a:lnTo>
                  <a:lnTo>
                    <a:pt x="116570" y="7800"/>
                  </a:lnTo>
                  <a:lnTo>
                    <a:pt x="111533" y="9488"/>
                  </a:lnTo>
                  <a:lnTo>
                    <a:pt x="106553" y="11335"/>
                  </a:lnTo>
                  <a:lnTo>
                    <a:pt x="101634" y="13339"/>
                  </a:lnTo>
                  <a:lnTo>
                    <a:pt x="96782" y="15499"/>
                  </a:lnTo>
                  <a:lnTo>
                    <a:pt x="92000" y="17811"/>
                  </a:lnTo>
                  <a:lnTo>
                    <a:pt x="87294" y="20274"/>
                  </a:lnTo>
                  <a:lnTo>
                    <a:pt x="82669" y="22886"/>
                  </a:lnTo>
                  <a:lnTo>
                    <a:pt x="78129" y="25643"/>
                  </a:lnTo>
                  <a:lnTo>
                    <a:pt x="73679" y="28543"/>
                  </a:lnTo>
                  <a:lnTo>
                    <a:pt x="69323" y="31583"/>
                  </a:lnTo>
                  <a:lnTo>
                    <a:pt x="65066" y="34760"/>
                  </a:lnTo>
                  <a:lnTo>
                    <a:pt x="60913" y="38070"/>
                  </a:lnTo>
                  <a:lnTo>
                    <a:pt x="56866" y="41511"/>
                  </a:lnTo>
                  <a:lnTo>
                    <a:pt x="52931" y="45078"/>
                  </a:lnTo>
                  <a:lnTo>
                    <a:pt x="49111" y="48769"/>
                  </a:lnTo>
                  <a:lnTo>
                    <a:pt x="45410" y="52579"/>
                  </a:lnTo>
                  <a:lnTo>
                    <a:pt x="41833" y="56505"/>
                  </a:lnTo>
                  <a:lnTo>
                    <a:pt x="38382" y="60543"/>
                  </a:lnTo>
                  <a:lnTo>
                    <a:pt x="35060" y="64688"/>
                  </a:lnTo>
                  <a:lnTo>
                    <a:pt x="31872" y="68936"/>
                  </a:lnTo>
                  <a:lnTo>
                    <a:pt x="28821" y="73284"/>
                  </a:lnTo>
                  <a:lnTo>
                    <a:pt x="25910" y="77726"/>
                  </a:lnTo>
                  <a:lnTo>
                    <a:pt x="23141" y="82259"/>
                  </a:lnTo>
                  <a:lnTo>
                    <a:pt x="20517" y="86877"/>
                  </a:lnTo>
                  <a:lnTo>
                    <a:pt x="18042" y="91577"/>
                  </a:lnTo>
                  <a:lnTo>
                    <a:pt x="15717" y="96352"/>
                  </a:lnTo>
                  <a:lnTo>
                    <a:pt x="13544" y="101200"/>
                  </a:lnTo>
                  <a:lnTo>
                    <a:pt x="11527" y="106113"/>
                  </a:lnTo>
                  <a:lnTo>
                    <a:pt x="9668" y="111089"/>
                  </a:lnTo>
                  <a:lnTo>
                    <a:pt x="7967" y="116120"/>
                  </a:lnTo>
                  <a:lnTo>
                    <a:pt x="6427" y="121204"/>
                  </a:lnTo>
                  <a:lnTo>
                    <a:pt x="5049" y="126333"/>
                  </a:lnTo>
                  <a:lnTo>
                    <a:pt x="3834" y="131504"/>
                  </a:lnTo>
                  <a:lnTo>
                    <a:pt x="2785" y="136711"/>
                  </a:lnTo>
                  <a:lnTo>
                    <a:pt x="1902" y="141949"/>
                  </a:lnTo>
                  <a:lnTo>
                    <a:pt x="1185" y="147212"/>
                  </a:lnTo>
                  <a:lnTo>
                    <a:pt x="636" y="152495"/>
                  </a:lnTo>
                  <a:lnTo>
                    <a:pt x="255" y="157793"/>
                  </a:lnTo>
                  <a:lnTo>
                    <a:pt x="43" y="163100"/>
                  </a:lnTo>
                  <a:lnTo>
                    <a:pt x="0" y="168411"/>
                  </a:lnTo>
                  <a:lnTo>
                    <a:pt x="125" y="173721"/>
                  </a:lnTo>
                  <a:lnTo>
                    <a:pt x="418" y="179025"/>
                  </a:lnTo>
                  <a:lnTo>
                    <a:pt x="881" y="184316"/>
                  </a:lnTo>
                  <a:lnTo>
                    <a:pt x="1511" y="189590"/>
                  </a:lnTo>
                  <a:lnTo>
                    <a:pt x="2308" y="194842"/>
                  </a:lnTo>
                  <a:lnTo>
                    <a:pt x="3271" y="200065"/>
                  </a:lnTo>
                  <a:lnTo>
                    <a:pt x="4401" y="205255"/>
                  </a:lnTo>
                  <a:lnTo>
                    <a:pt x="5694" y="210407"/>
                  </a:lnTo>
                  <a:lnTo>
                    <a:pt x="7150" y="215515"/>
                  </a:lnTo>
                  <a:lnTo>
                    <a:pt x="8768" y="220574"/>
                  </a:lnTo>
                  <a:lnTo>
                    <a:pt x="10546" y="225579"/>
                  </a:lnTo>
                  <a:lnTo>
                    <a:pt x="12482" y="230525"/>
                  </a:lnTo>
                  <a:lnTo>
                    <a:pt x="14575" y="235407"/>
                  </a:lnTo>
                  <a:lnTo>
                    <a:pt x="16821" y="240221"/>
                  </a:lnTo>
                  <a:lnTo>
                    <a:pt x="19219" y="244960"/>
                  </a:lnTo>
                  <a:lnTo>
                    <a:pt x="21766" y="249621"/>
                  </a:lnTo>
                  <a:lnTo>
                    <a:pt x="24460" y="254198"/>
                  </a:lnTo>
                  <a:lnTo>
                    <a:pt x="27299" y="258688"/>
                  </a:lnTo>
                  <a:lnTo>
                    <a:pt x="30278" y="263085"/>
                  </a:lnTo>
                  <a:lnTo>
                    <a:pt x="33396" y="267386"/>
                  </a:lnTo>
                  <a:lnTo>
                    <a:pt x="36648" y="271585"/>
                  </a:lnTo>
                  <a:lnTo>
                    <a:pt x="40033" y="275678"/>
                  </a:lnTo>
                  <a:lnTo>
                    <a:pt x="43546" y="279662"/>
                  </a:lnTo>
                  <a:lnTo>
                    <a:pt x="47183" y="283533"/>
                  </a:lnTo>
                  <a:lnTo>
                    <a:pt x="50942" y="287286"/>
                  </a:lnTo>
                  <a:lnTo>
                    <a:pt x="54818" y="290917"/>
                  </a:lnTo>
                  <a:lnTo>
                    <a:pt x="58807" y="294424"/>
                  </a:lnTo>
                  <a:lnTo>
                    <a:pt x="62906" y="297802"/>
                  </a:lnTo>
                  <a:lnTo>
                    <a:pt x="67110" y="301048"/>
                  </a:lnTo>
                  <a:lnTo>
                    <a:pt x="71415" y="304159"/>
                  </a:lnTo>
                  <a:lnTo>
                    <a:pt x="75817" y="307132"/>
                  </a:lnTo>
                  <a:lnTo>
                    <a:pt x="80311" y="309964"/>
                  </a:lnTo>
                  <a:lnTo>
                    <a:pt x="84893" y="312651"/>
                  </a:lnTo>
                  <a:lnTo>
                    <a:pt x="89558" y="315191"/>
                  </a:lnTo>
                  <a:lnTo>
                    <a:pt x="94301" y="317582"/>
                  </a:lnTo>
                  <a:lnTo>
                    <a:pt x="99117" y="319820"/>
                  </a:lnTo>
                  <a:lnTo>
                    <a:pt x="104003" y="321905"/>
                  </a:lnTo>
                  <a:lnTo>
                    <a:pt x="108952" y="323834"/>
                  </a:lnTo>
                  <a:lnTo>
                    <a:pt x="113960" y="325604"/>
                  </a:lnTo>
                  <a:lnTo>
                    <a:pt x="119021" y="327214"/>
                  </a:lnTo>
                  <a:lnTo>
                    <a:pt x="124131" y="328663"/>
                  </a:lnTo>
                  <a:lnTo>
                    <a:pt x="129285" y="329948"/>
                  </a:lnTo>
                  <a:lnTo>
                    <a:pt x="134477" y="331069"/>
                  </a:lnTo>
                  <a:lnTo>
                    <a:pt x="139702" y="332025"/>
                  </a:lnTo>
                  <a:lnTo>
                    <a:pt x="144954" y="332814"/>
                  </a:lnTo>
                  <a:lnTo>
                    <a:pt x="150229" y="333436"/>
                  </a:lnTo>
                  <a:lnTo>
                    <a:pt x="155521" y="333890"/>
                  </a:lnTo>
                  <a:lnTo>
                    <a:pt x="160825" y="334176"/>
                  </a:lnTo>
                  <a:lnTo>
                    <a:pt x="166136" y="334293"/>
                  </a:lnTo>
                  <a:lnTo>
                    <a:pt x="171447" y="334241"/>
                  </a:lnTo>
                  <a:lnTo>
                    <a:pt x="176754" y="334020"/>
                  </a:lnTo>
                  <a:lnTo>
                    <a:pt x="182051" y="333631"/>
                  </a:lnTo>
                  <a:lnTo>
                    <a:pt x="187333" y="333074"/>
                  </a:lnTo>
                  <a:lnTo>
                    <a:pt x="192595" y="332350"/>
                  </a:lnTo>
                  <a:lnTo>
                    <a:pt x="197831" y="331458"/>
                  </a:lnTo>
                  <a:lnTo>
                    <a:pt x="203037" y="330401"/>
                  </a:lnTo>
                  <a:lnTo>
                    <a:pt x="208206" y="329179"/>
                  </a:lnTo>
                  <a:lnTo>
                    <a:pt x="213333" y="327793"/>
                  </a:lnTo>
                  <a:lnTo>
                    <a:pt x="218414" y="326245"/>
                  </a:lnTo>
                  <a:lnTo>
                    <a:pt x="223444" y="324537"/>
                  </a:lnTo>
                  <a:lnTo>
                    <a:pt x="228416" y="322669"/>
                  </a:lnTo>
                  <a:lnTo>
                    <a:pt x="233327" y="320644"/>
                  </a:lnTo>
                  <a:lnTo>
                    <a:pt x="238170" y="318465"/>
                  </a:lnTo>
                  <a:lnTo>
                    <a:pt x="242942" y="316133"/>
                  </a:lnTo>
                  <a:lnTo>
                    <a:pt x="247638" y="313650"/>
                  </a:lnTo>
                  <a:lnTo>
                    <a:pt x="252252" y="311019"/>
                  </a:lnTo>
                  <a:lnTo>
                    <a:pt x="256781" y="308243"/>
                  </a:lnTo>
                  <a:lnTo>
                    <a:pt x="261219" y="305325"/>
                  </a:lnTo>
                  <a:lnTo>
                    <a:pt x="265562" y="302267"/>
                  </a:lnTo>
                  <a:lnTo>
                    <a:pt x="269805" y="299073"/>
                  </a:lnTo>
                  <a:lnTo>
                    <a:pt x="273945" y="295745"/>
                  </a:lnTo>
                  <a:lnTo>
                    <a:pt x="277978" y="292288"/>
                  </a:lnTo>
                  <a:lnTo>
                    <a:pt x="281898" y="288704"/>
                  </a:lnTo>
                  <a:lnTo>
                    <a:pt x="285702" y="284997"/>
                  </a:lnTo>
                  <a:lnTo>
                    <a:pt x="289387" y="281172"/>
                  </a:lnTo>
                  <a:lnTo>
                    <a:pt x="292949" y="277231"/>
                  </a:lnTo>
                  <a:lnTo>
                    <a:pt x="296383" y="273179"/>
                  </a:lnTo>
                  <a:lnTo>
                    <a:pt x="299687" y="269021"/>
                  </a:lnTo>
                  <a:lnTo>
                    <a:pt x="302857" y="264759"/>
                  </a:lnTo>
                  <a:lnTo>
                    <a:pt x="305891" y="260399"/>
                  </a:lnTo>
                  <a:lnTo>
                    <a:pt x="308784" y="255944"/>
                  </a:lnTo>
                  <a:lnTo>
                    <a:pt x="311534" y="251400"/>
                  </a:lnTo>
                  <a:lnTo>
                    <a:pt x="314138" y="246771"/>
                  </a:lnTo>
                  <a:lnTo>
                    <a:pt x="316594" y="242061"/>
                  </a:lnTo>
                  <a:lnTo>
                    <a:pt x="318900" y="237276"/>
                  </a:lnTo>
                  <a:lnTo>
                    <a:pt x="321051" y="232420"/>
                  </a:lnTo>
                  <a:lnTo>
                    <a:pt x="323048" y="227498"/>
                  </a:lnTo>
                  <a:lnTo>
                    <a:pt x="324887" y="222515"/>
                  </a:lnTo>
                  <a:lnTo>
                    <a:pt x="326567" y="217476"/>
                  </a:lnTo>
                  <a:lnTo>
                    <a:pt x="328086" y="212386"/>
                  </a:lnTo>
                  <a:lnTo>
                    <a:pt x="329443" y="207251"/>
                  </a:lnTo>
                  <a:lnTo>
                    <a:pt x="330636" y="202075"/>
                  </a:lnTo>
                  <a:lnTo>
                    <a:pt x="331664" y="196864"/>
                  </a:lnTo>
                  <a:lnTo>
                    <a:pt x="332525" y="191623"/>
                  </a:lnTo>
                  <a:lnTo>
                    <a:pt x="333220" y="186357"/>
                  </a:lnTo>
                  <a:lnTo>
                    <a:pt x="333747" y="181072"/>
                  </a:lnTo>
                  <a:lnTo>
                    <a:pt x="334106" y="175772"/>
                  </a:lnTo>
                  <a:lnTo>
                    <a:pt x="334296" y="170464"/>
                  </a:lnTo>
                  <a:lnTo>
                    <a:pt x="334318" y="165153"/>
                  </a:lnTo>
                  <a:lnTo>
                    <a:pt x="334171" y="159843"/>
                  </a:lnTo>
                  <a:lnTo>
                    <a:pt x="333855" y="154541"/>
                  </a:lnTo>
                  <a:lnTo>
                    <a:pt x="333371" y="149251"/>
                  </a:lnTo>
                  <a:lnTo>
                    <a:pt x="332719" y="143980"/>
                  </a:lnTo>
                  <a:lnTo>
                    <a:pt x="331900" y="138732"/>
                  </a:lnTo>
                  <a:lnTo>
                    <a:pt x="330915" y="133513"/>
                  </a:lnTo>
                  <a:lnTo>
                    <a:pt x="329764" y="128327"/>
                  </a:lnTo>
                  <a:lnTo>
                    <a:pt x="328449" y="123181"/>
                  </a:lnTo>
                  <a:lnTo>
                    <a:pt x="326972" y="118079"/>
                  </a:lnTo>
                  <a:lnTo>
                    <a:pt x="325333" y="113027"/>
                  </a:lnTo>
                  <a:lnTo>
                    <a:pt x="323534" y="108029"/>
                  </a:lnTo>
                  <a:lnTo>
                    <a:pt x="321578" y="103091"/>
                  </a:lnTo>
                  <a:lnTo>
                    <a:pt x="319465" y="98218"/>
                  </a:lnTo>
                  <a:lnTo>
                    <a:pt x="317199" y="93414"/>
                  </a:lnTo>
                  <a:lnTo>
                    <a:pt x="314781" y="88684"/>
                  </a:lnTo>
                  <a:lnTo>
                    <a:pt x="312215" y="84034"/>
                  </a:lnTo>
                  <a:lnTo>
                    <a:pt x="309502" y="79468"/>
                  </a:lnTo>
                  <a:lnTo>
                    <a:pt x="306645" y="74990"/>
                  </a:lnTo>
                  <a:lnTo>
                    <a:pt x="303647" y="70605"/>
                  </a:lnTo>
                  <a:lnTo>
                    <a:pt x="300512" y="66318"/>
                  </a:lnTo>
                  <a:lnTo>
                    <a:pt x="297242" y="62132"/>
                  </a:lnTo>
                  <a:lnTo>
                    <a:pt x="293840" y="58052"/>
                  </a:lnTo>
                  <a:lnTo>
                    <a:pt x="290311" y="54083"/>
                  </a:lnTo>
                  <a:lnTo>
                    <a:pt x="286657" y="50228"/>
                  </a:lnTo>
                  <a:lnTo>
                    <a:pt x="282883" y="46490"/>
                  </a:lnTo>
                  <a:lnTo>
                    <a:pt x="278992" y="42875"/>
                  </a:lnTo>
                  <a:lnTo>
                    <a:pt x="167162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111830" cy="167167"/>
            </a:xfrm>
            <a:custGeom>
              <a:avLst/>
              <a:pathLst>
                <a:path w="111830" h="167167">
                  <a:moveTo>
                    <a:pt x="111830" y="42913"/>
                  </a:moveTo>
                  <a:lnTo>
                    <a:pt x="107629" y="39258"/>
                  </a:lnTo>
                  <a:lnTo>
                    <a:pt x="103310" y="35744"/>
                  </a:lnTo>
                  <a:lnTo>
                    <a:pt x="98876" y="32377"/>
                  </a:lnTo>
                  <a:lnTo>
                    <a:pt x="94332" y="29158"/>
                  </a:lnTo>
                  <a:lnTo>
                    <a:pt x="89683" y="26093"/>
                  </a:lnTo>
                  <a:lnTo>
                    <a:pt x="84935" y="23185"/>
                  </a:lnTo>
                  <a:lnTo>
                    <a:pt x="80093" y="20436"/>
                  </a:lnTo>
                  <a:lnTo>
                    <a:pt x="75162" y="17850"/>
                  </a:lnTo>
                  <a:lnTo>
                    <a:pt x="70147" y="15429"/>
                  </a:lnTo>
                  <a:lnTo>
                    <a:pt x="65055" y="13177"/>
                  </a:lnTo>
                  <a:lnTo>
                    <a:pt x="59890" y="11096"/>
                  </a:lnTo>
                  <a:lnTo>
                    <a:pt x="54659" y="9188"/>
                  </a:lnTo>
                  <a:lnTo>
                    <a:pt x="49368" y="7455"/>
                  </a:lnTo>
                  <a:lnTo>
                    <a:pt x="44021" y="5900"/>
                  </a:lnTo>
                  <a:lnTo>
                    <a:pt x="38626" y="4523"/>
                  </a:lnTo>
                  <a:lnTo>
                    <a:pt x="33188" y="3327"/>
                  </a:lnTo>
                  <a:lnTo>
                    <a:pt x="27713" y="2313"/>
                  </a:lnTo>
                  <a:lnTo>
                    <a:pt x="22207" y="1481"/>
                  </a:lnTo>
                  <a:lnTo>
                    <a:pt x="16677" y="833"/>
                  </a:lnTo>
                  <a:lnTo>
                    <a:pt x="11128" y="370"/>
                  </a:lnTo>
                  <a:lnTo>
                    <a:pt x="556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8619" y="4213821"/>
              <a:ext cx="2668" cy="167167"/>
            </a:xfrm>
            <a:custGeom>
              <a:avLst/>
              <a:pathLst>
                <a:path w="2668" h="167167">
                  <a:moveTo>
                    <a:pt x="2668" y="0"/>
                  </a:moveTo>
                  <a:lnTo>
                    <a:pt x="0" y="21"/>
                  </a:lnTo>
                  <a:lnTo>
                    <a:pt x="2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619" y="4213842"/>
              <a:ext cx="2668" cy="167146"/>
            </a:xfrm>
            <a:custGeom>
              <a:avLst/>
              <a:pathLst>
                <a:path w="2668" h="167146">
                  <a:moveTo>
                    <a:pt x="0" y="0"/>
                  </a:moveTo>
                  <a:lnTo>
                    <a:pt x="2668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31" y="4213842"/>
              <a:ext cx="167156" cy="259755"/>
            </a:xfrm>
            <a:custGeom>
              <a:avLst/>
              <a:pathLst>
                <a:path w="167156" h="259755">
                  <a:moveTo>
                    <a:pt x="164487" y="0"/>
                  </a:moveTo>
                  <a:lnTo>
                    <a:pt x="159146" y="170"/>
                  </a:lnTo>
                  <a:lnTo>
                    <a:pt x="153812" y="512"/>
                  </a:lnTo>
                  <a:lnTo>
                    <a:pt x="148493" y="1023"/>
                  </a:lnTo>
                  <a:lnTo>
                    <a:pt x="143192" y="1705"/>
                  </a:lnTo>
                  <a:lnTo>
                    <a:pt x="137916" y="2555"/>
                  </a:lnTo>
                  <a:lnTo>
                    <a:pt x="132670" y="3574"/>
                  </a:lnTo>
                  <a:lnTo>
                    <a:pt x="127459" y="4760"/>
                  </a:lnTo>
                  <a:lnTo>
                    <a:pt x="122289" y="6112"/>
                  </a:lnTo>
                  <a:lnTo>
                    <a:pt x="117165" y="7628"/>
                  </a:lnTo>
                  <a:lnTo>
                    <a:pt x="112091" y="9307"/>
                  </a:lnTo>
                  <a:lnTo>
                    <a:pt x="107074" y="11148"/>
                  </a:lnTo>
                  <a:lnTo>
                    <a:pt x="102119" y="13148"/>
                  </a:lnTo>
                  <a:lnTo>
                    <a:pt x="97229" y="15306"/>
                  </a:lnTo>
                  <a:lnTo>
                    <a:pt x="92412" y="17619"/>
                  </a:lnTo>
                  <a:lnTo>
                    <a:pt x="87670" y="20084"/>
                  </a:lnTo>
                  <a:lnTo>
                    <a:pt x="83010" y="22700"/>
                  </a:lnTo>
                  <a:lnTo>
                    <a:pt x="78436" y="25464"/>
                  </a:lnTo>
                  <a:lnTo>
                    <a:pt x="73953" y="28372"/>
                  </a:lnTo>
                  <a:lnTo>
                    <a:pt x="69564" y="31422"/>
                  </a:lnTo>
                  <a:lnTo>
                    <a:pt x="65276" y="34611"/>
                  </a:lnTo>
                  <a:lnTo>
                    <a:pt x="61092" y="37935"/>
                  </a:lnTo>
                  <a:lnTo>
                    <a:pt x="57016" y="41391"/>
                  </a:lnTo>
                  <a:lnTo>
                    <a:pt x="53052" y="44976"/>
                  </a:lnTo>
                  <a:lnTo>
                    <a:pt x="49206" y="48686"/>
                  </a:lnTo>
                  <a:lnTo>
                    <a:pt x="45479" y="52516"/>
                  </a:lnTo>
                  <a:lnTo>
                    <a:pt x="41877" y="56464"/>
                  </a:lnTo>
                  <a:lnTo>
                    <a:pt x="38404" y="60525"/>
                  </a:lnTo>
                  <a:lnTo>
                    <a:pt x="35061" y="64695"/>
                  </a:lnTo>
                  <a:lnTo>
                    <a:pt x="31854" y="68970"/>
                  </a:lnTo>
                  <a:lnTo>
                    <a:pt x="28785" y="73345"/>
                  </a:lnTo>
                  <a:lnTo>
                    <a:pt x="25857" y="77816"/>
                  </a:lnTo>
                  <a:lnTo>
                    <a:pt x="23074" y="82378"/>
                  </a:lnTo>
                  <a:lnTo>
                    <a:pt x="20438" y="87027"/>
                  </a:lnTo>
                  <a:lnTo>
                    <a:pt x="17952" y="91757"/>
                  </a:lnTo>
                  <a:lnTo>
                    <a:pt x="15619" y="96565"/>
                  </a:lnTo>
                  <a:lnTo>
                    <a:pt x="13440" y="101445"/>
                  </a:lnTo>
                  <a:lnTo>
                    <a:pt x="11419" y="106392"/>
                  </a:lnTo>
                  <a:lnTo>
                    <a:pt x="9556" y="111401"/>
                  </a:lnTo>
                  <a:lnTo>
                    <a:pt x="7855" y="116467"/>
                  </a:lnTo>
                  <a:lnTo>
                    <a:pt x="6317" y="121585"/>
                  </a:lnTo>
                  <a:lnTo>
                    <a:pt x="4942" y="126749"/>
                  </a:lnTo>
                  <a:lnTo>
                    <a:pt x="3734" y="131955"/>
                  </a:lnTo>
                  <a:lnTo>
                    <a:pt x="2693" y="137197"/>
                  </a:lnTo>
                  <a:lnTo>
                    <a:pt x="1819" y="142469"/>
                  </a:lnTo>
                  <a:lnTo>
                    <a:pt x="1115" y="147766"/>
                  </a:lnTo>
                  <a:lnTo>
                    <a:pt x="581" y="153084"/>
                  </a:lnTo>
                  <a:lnTo>
                    <a:pt x="216" y="158415"/>
                  </a:lnTo>
                  <a:lnTo>
                    <a:pt x="22" y="163756"/>
                  </a:lnTo>
                  <a:lnTo>
                    <a:pt x="0" y="169100"/>
                  </a:lnTo>
                  <a:lnTo>
                    <a:pt x="147" y="174442"/>
                  </a:lnTo>
                  <a:lnTo>
                    <a:pt x="466" y="179777"/>
                  </a:lnTo>
                  <a:lnTo>
                    <a:pt x="955" y="185098"/>
                  </a:lnTo>
                  <a:lnTo>
                    <a:pt x="1614" y="190402"/>
                  </a:lnTo>
                  <a:lnTo>
                    <a:pt x="2442" y="195681"/>
                  </a:lnTo>
                  <a:lnTo>
                    <a:pt x="3438" y="200932"/>
                  </a:lnTo>
                  <a:lnTo>
                    <a:pt x="4602" y="206148"/>
                  </a:lnTo>
                  <a:lnTo>
                    <a:pt x="5931" y="211324"/>
                  </a:lnTo>
                  <a:lnTo>
                    <a:pt x="7426" y="216454"/>
                  </a:lnTo>
                  <a:lnTo>
                    <a:pt x="9083" y="221535"/>
                  </a:lnTo>
                  <a:lnTo>
                    <a:pt x="10903" y="226560"/>
                  </a:lnTo>
                  <a:lnTo>
                    <a:pt x="12882" y="231524"/>
                  </a:lnTo>
                  <a:lnTo>
                    <a:pt x="15018" y="236422"/>
                  </a:lnTo>
                  <a:lnTo>
                    <a:pt x="17311" y="241250"/>
                  </a:lnTo>
                  <a:lnTo>
                    <a:pt x="19756" y="246002"/>
                  </a:lnTo>
                  <a:lnTo>
                    <a:pt x="22352" y="250673"/>
                  </a:lnTo>
                  <a:lnTo>
                    <a:pt x="25096" y="255259"/>
                  </a:lnTo>
                  <a:lnTo>
                    <a:pt x="27985" y="259755"/>
                  </a:lnTo>
                  <a:lnTo>
                    <a:pt x="167156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2116" y="4213821"/>
              <a:ext cx="306317" cy="334334"/>
            </a:xfrm>
            <a:custGeom>
              <a:avLst/>
              <a:pathLst>
                <a:path w="306317" h="334334">
                  <a:moveTo>
                    <a:pt x="0" y="259776"/>
                  </a:moveTo>
                  <a:lnTo>
                    <a:pt x="3008" y="264145"/>
                  </a:lnTo>
                  <a:lnTo>
                    <a:pt x="6153" y="268416"/>
                  </a:lnTo>
                  <a:lnTo>
                    <a:pt x="9433" y="272585"/>
                  </a:lnTo>
                  <a:lnTo>
                    <a:pt x="12842" y="276649"/>
                  </a:lnTo>
                  <a:lnTo>
                    <a:pt x="16380" y="280602"/>
                  </a:lnTo>
                  <a:lnTo>
                    <a:pt x="20040" y="284440"/>
                  </a:lnTo>
                  <a:lnTo>
                    <a:pt x="23821" y="288161"/>
                  </a:lnTo>
                  <a:lnTo>
                    <a:pt x="27718" y="291760"/>
                  </a:lnTo>
                  <a:lnTo>
                    <a:pt x="31727" y="295233"/>
                  </a:lnTo>
                  <a:lnTo>
                    <a:pt x="35844" y="298577"/>
                  </a:lnTo>
                  <a:lnTo>
                    <a:pt x="40066" y="301790"/>
                  </a:lnTo>
                  <a:lnTo>
                    <a:pt x="44387" y="304866"/>
                  </a:lnTo>
                  <a:lnTo>
                    <a:pt x="48803" y="307804"/>
                  </a:lnTo>
                  <a:lnTo>
                    <a:pt x="53311" y="310600"/>
                  </a:lnTo>
                  <a:lnTo>
                    <a:pt x="57905" y="313252"/>
                  </a:lnTo>
                  <a:lnTo>
                    <a:pt x="62581" y="315757"/>
                  </a:lnTo>
                  <a:lnTo>
                    <a:pt x="67334" y="318112"/>
                  </a:lnTo>
                  <a:lnTo>
                    <a:pt x="72159" y="320315"/>
                  </a:lnTo>
                  <a:lnTo>
                    <a:pt x="77052" y="322364"/>
                  </a:lnTo>
                  <a:lnTo>
                    <a:pt x="82007" y="324257"/>
                  </a:lnTo>
                  <a:lnTo>
                    <a:pt x="87020" y="325992"/>
                  </a:lnTo>
                  <a:lnTo>
                    <a:pt x="92085" y="327566"/>
                  </a:lnTo>
                  <a:lnTo>
                    <a:pt x="97198" y="328979"/>
                  </a:lnTo>
                  <a:lnTo>
                    <a:pt x="102353" y="330230"/>
                  </a:lnTo>
                  <a:lnTo>
                    <a:pt x="107545" y="331316"/>
                  </a:lnTo>
                  <a:lnTo>
                    <a:pt x="112769" y="332236"/>
                  </a:lnTo>
                  <a:lnTo>
                    <a:pt x="118019" y="332991"/>
                  </a:lnTo>
                  <a:lnTo>
                    <a:pt x="123291" y="333578"/>
                  </a:lnTo>
                  <a:lnTo>
                    <a:pt x="128579" y="333999"/>
                  </a:lnTo>
                  <a:lnTo>
                    <a:pt x="133877" y="334251"/>
                  </a:lnTo>
                  <a:lnTo>
                    <a:pt x="139181" y="334334"/>
                  </a:lnTo>
                  <a:lnTo>
                    <a:pt x="144485" y="334250"/>
                  </a:lnTo>
                  <a:lnTo>
                    <a:pt x="149783" y="333997"/>
                  </a:lnTo>
                  <a:lnTo>
                    <a:pt x="155071" y="333576"/>
                  </a:lnTo>
                  <a:lnTo>
                    <a:pt x="160343" y="332988"/>
                  </a:lnTo>
                  <a:lnTo>
                    <a:pt x="165593" y="332233"/>
                  </a:lnTo>
                  <a:lnTo>
                    <a:pt x="170817" y="331312"/>
                  </a:lnTo>
                  <a:lnTo>
                    <a:pt x="176009" y="330225"/>
                  </a:lnTo>
                  <a:lnTo>
                    <a:pt x="181164" y="328974"/>
                  </a:lnTo>
                  <a:lnTo>
                    <a:pt x="186276" y="327560"/>
                  </a:lnTo>
                  <a:lnTo>
                    <a:pt x="191341" y="325985"/>
                  </a:lnTo>
                  <a:lnTo>
                    <a:pt x="196354" y="324250"/>
                  </a:lnTo>
                  <a:lnTo>
                    <a:pt x="201309" y="322356"/>
                  </a:lnTo>
                  <a:lnTo>
                    <a:pt x="206201" y="320307"/>
                  </a:lnTo>
                  <a:lnTo>
                    <a:pt x="211026" y="318103"/>
                  </a:lnTo>
                  <a:lnTo>
                    <a:pt x="215779" y="315747"/>
                  </a:lnTo>
                  <a:lnTo>
                    <a:pt x="220454" y="313242"/>
                  </a:lnTo>
                  <a:lnTo>
                    <a:pt x="225048" y="310589"/>
                  </a:lnTo>
                  <a:lnTo>
                    <a:pt x="229555" y="307792"/>
                  </a:lnTo>
                  <a:lnTo>
                    <a:pt x="233971" y="304854"/>
                  </a:lnTo>
                  <a:lnTo>
                    <a:pt x="238292" y="301777"/>
                  </a:lnTo>
                  <a:lnTo>
                    <a:pt x="242513" y="298564"/>
                  </a:lnTo>
                  <a:lnTo>
                    <a:pt x="246630" y="295219"/>
                  </a:lnTo>
                  <a:lnTo>
                    <a:pt x="250638" y="291745"/>
                  </a:lnTo>
                  <a:lnTo>
                    <a:pt x="254535" y="288146"/>
                  </a:lnTo>
                  <a:lnTo>
                    <a:pt x="258315" y="284425"/>
                  </a:lnTo>
                  <a:lnTo>
                    <a:pt x="261975" y="280586"/>
                  </a:lnTo>
                  <a:lnTo>
                    <a:pt x="265512" y="276632"/>
                  </a:lnTo>
                  <a:lnTo>
                    <a:pt x="268922" y="272569"/>
                  </a:lnTo>
                  <a:lnTo>
                    <a:pt x="272200" y="268399"/>
                  </a:lnTo>
                  <a:lnTo>
                    <a:pt x="275345" y="264128"/>
                  </a:lnTo>
                  <a:lnTo>
                    <a:pt x="278353" y="259758"/>
                  </a:lnTo>
                  <a:lnTo>
                    <a:pt x="281221" y="255296"/>
                  </a:lnTo>
                  <a:lnTo>
                    <a:pt x="283945" y="250745"/>
                  </a:lnTo>
                  <a:lnTo>
                    <a:pt x="286524" y="246109"/>
                  </a:lnTo>
                  <a:lnTo>
                    <a:pt x="288954" y="241394"/>
                  </a:lnTo>
                  <a:lnTo>
                    <a:pt x="291234" y="236605"/>
                  </a:lnTo>
                  <a:lnTo>
                    <a:pt x="293361" y="231745"/>
                  </a:lnTo>
                  <a:lnTo>
                    <a:pt x="295332" y="226821"/>
                  </a:lnTo>
                  <a:lnTo>
                    <a:pt x="297146" y="221836"/>
                  </a:lnTo>
                  <a:lnTo>
                    <a:pt x="298801" y="216796"/>
                  </a:lnTo>
                  <a:lnTo>
                    <a:pt x="300295" y="211707"/>
                  </a:lnTo>
                  <a:lnTo>
                    <a:pt x="301627" y="206572"/>
                  </a:lnTo>
                  <a:lnTo>
                    <a:pt x="302795" y="201398"/>
                  </a:lnTo>
                  <a:lnTo>
                    <a:pt x="303799" y="196189"/>
                  </a:lnTo>
                  <a:lnTo>
                    <a:pt x="304637" y="190952"/>
                  </a:lnTo>
                  <a:lnTo>
                    <a:pt x="305308" y="185690"/>
                  </a:lnTo>
                  <a:lnTo>
                    <a:pt x="305812" y="180409"/>
                  </a:lnTo>
                  <a:lnTo>
                    <a:pt x="306149" y="175116"/>
                  </a:lnTo>
                  <a:lnTo>
                    <a:pt x="306317" y="169814"/>
                  </a:lnTo>
                  <a:lnTo>
                    <a:pt x="306317" y="164509"/>
                  </a:lnTo>
                  <a:lnTo>
                    <a:pt x="306148" y="159208"/>
                  </a:lnTo>
                  <a:lnTo>
                    <a:pt x="305812" y="153914"/>
                  </a:lnTo>
                  <a:lnTo>
                    <a:pt x="305307" y="148633"/>
                  </a:lnTo>
                  <a:lnTo>
                    <a:pt x="304636" y="143372"/>
                  </a:lnTo>
                  <a:lnTo>
                    <a:pt x="303797" y="138134"/>
                  </a:lnTo>
                  <a:lnTo>
                    <a:pt x="302793" y="132925"/>
                  </a:lnTo>
                  <a:lnTo>
                    <a:pt x="301625" y="127751"/>
                  </a:lnTo>
                  <a:lnTo>
                    <a:pt x="300292" y="122617"/>
                  </a:lnTo>
                  <a:lnTo>
                    <a:pt x="298798" y="117527"/>
                  </a:lnTo>
                  <a:lnTo>
                    <a:pt x="297142" y="112488"/>
                  </a:lnTo>
                  <a:lnTo>
                    <a:pt x="295328" y="107503"/>
                  </a:lnTo>
                  <a:lnTo>
                    <a:pt x="293356" y="102579"/>
                  </a:lnTo>
                  <a:lnTo>
                    <a:pt x="291230" y="97720"/>
                  </a:lnTo>
                  <a:lnTo>
                    <a:pt x="288950" y="92930"/>
                  </a:lnTo>
                  <a:lnTo>
                    <a:pt x="286519" y="88215"/>
                  </a:lnTo>
                  <a:lnTo>
                    <a:pt x="283940" y="83580"/>
                  </a:lnTo>
                  <a:lnTo>
                    <a:pt x="281215" y="79029"/>
                  </a:lnTo>
                  <a:lnTo>
                    <a:pt x="278347" y="74567"/>
                  </a:lnTo>
                  <a:lnTo>
                    <a:pt x="275339" y="70198"/>
                  </a:lnTo>
                  <a:lnTo>
                    <a:pt x="272194" y="65926"/>
                  </a:lnTo>
                  <a:lnTo>
                    <a:pt x="268915" y="61757"/>
                  </a:lnTo>
                  <a:lnTo>
                    <a:pt x="265505" y="57693"/>
                  </a:lnTo>
                  <a:lnTo>
                    <a:pt x="261968" y="53740"/>
                  </a:lnTo>
                  <a:lnTo>
                    <a:pt x="258308" y="49901"/>
                  </a:lnTo>
                  <a:lnTo>
                    <a:pt x="254527" y="46180"/>
                  </a:lnTo>
                  <a:lnTo>
                    <a:pt x="250631" y="42581"/>
                  </a:lnTo>
                  <a:lnTo>
                    <a:pt x="246622" y="39108"/>
                  </a:lnTo>
                  <a:lnTo>
                    <a:pt x="242505" y="35763"/>
                  </a:lnTo>
                  <a:lnTo>
                    <a:pt x="238283" y="32551"/>
                  </a:lnTo>
                  <a:lnTo>
                    <a:pt x="233963" y="29474"/>
                  </a:lnTo>
                  <a:lnTo>
                    <a:pt x="229546" y="26536"/>
                  </a:lnTo>
                  <a:lnTo>
                    <a:pt x="225039" y="23739"/>
                  </a:lnTo>
                  <a:lnTo>
                    <a:pt x="220445" y="21087"/>
                  </a:lnTo>
                  <a:lnTo>
                    <a:pt x="215769" y="18582"/>
                  </a:lnTo>
                  <a:lnTo>
                    <a:pt x="211017" y="16226"/>
                  </a:lnTo>
                  <a:lnTo>
                    <a:pt x="206192" y="14023"/>
                  </a:lnTo>
                  <a:lnTo>
                    <a:pt x="201299" y="11974"/>
                  </a:lnTo>
                  <a:lnTo>
                    <a:pt x="196344" y="10081"/>
                  </a:lnTo>
                  <a:lnTo>
                    <a:pt x="191331" y="8346"/>
                  </a:lnTo>
                  <a:lnTo>
                    <a:pt x="186266" y="6771"/>
                  </a:lnTo>
                  <a:lnTo>
                    <a:pt x="181153" y="5357"/>
                  </a:lnTo>
                  <a:lnTo>
                    <a:pt x="175998" y="4107"/>
                  </a:lnTo>
                  <a:lnTo>
                    <a:pt x="170806" y="3020"/>
                  </a:lnTo>
                  <a:lnTo>
                    <a:pt x="165582" y="2099"/>
                  </a:lnTo>
                  <a:lnTo>
                    <a:pt x="160332" y="1344"/>
                  </a:lnTo>
                  <a:lnTo>
                    <a:pt x="155060" y="756"/>
                  </a:lnTo>
                  <a:lnTo>
                    <a:pt x="149773" y="336"/>
                  </a:lnTo>
                  <a:lnTo>
                    <a:pt x="144474" y="84"/>
                  </a:lnTo>
                  <a:lnTo>
                    <a:pt x="139170" y="0"/>
                  </a:lnTo>
                  <a:lnTo>
                    <a:pt x="1391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4420" y="4659281"/>
              <a:ext cx="2104" cy="167167"/>
            </a:xfrm>
            <a:custGeom>
              <a:avLst/>
              <a:pathLst>
                <a:path w="2104" h="167167">
                  <a:moveTo>
                    <a:pt x="2104" y="0"/>
                  </a:moveTo>
                  <a:lnTo>
                    <a:pt x="0" y="13"/>
                  </a:lnTo>
                  <a:lnTo>
                    <a:pt x="210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420" y="4659295"/>
              <a:ext cx="2104" cy="167154"/>
            </a:xfrm>
            <a:custGeom>
              <a:avLst/>
              <a:pathLst>
                <a:path w="2104" h="167154">
                  <a:moveTo>
                    <a:pt x="0" y="0"/>
                  </a:moveTo>
                  <a:lnTo>
                    <a:pt x="2104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477" y="4659295"/>
              <a:ext cx="167047" cy="167154"/>
            </a:xfrm>
            <a:custGeom>
              <a:avLst/>
              <a:pathLst>
                <a:path w="167047" h="167154">
                  <a:moveTo>
                    <a:pt x="164943" y="0"/>
                  </a:moveTo>
                  <a:lnTo>
                    <a:pt x="159538" y="155"/>
                  </a:lnTo>
                  <a:lnTo>
                    <a:pt x="154141" y="485"/>
                  </a:lnTo>
                  <a:lnTo>
                    <a:pt x="148757" y="990"/>
                  </a:lnTo>
                  <a:lnTo>
                    <a:pt x="143393" y="1668"/>
                  </a:lnTo>
                  <a:lnTo>
                    <a:pt x="138053" y="2520"/>
                  </a:lnTo>
                  <a:lnTo>
                    <a:pt x="132744" y="3544"/>
                  </a:lnTo>
                  <a:lnTo>
                    <a:pt x="127471" y="4739"/>
                  </a:lnTo>
                  <a:lnTo>
                    <a:pt x="122239" y="6103"/>
                  </a:lnTo>
                  <a:lnTo>
                    <a:pt x="117054" y="7637"/>
                  </a:lnTo>
                  <a:lnTo>
                    <a:pt x="111921" y="9337"/>
                  </a:lnTo>
                  <a:lnTo>
                    <a:pt x="106846" y="11202"/>
                  </a:lnTo>
                  <a:lnTo>
                    <a:pt x="101834" y="13231"/>
                  </a:lnTo>
                  <a:lnTo>
                    <a:pt x="96890" y="15421"/>
                  </a:lnTo>
                  <a:lnTo>
                    <a:pt x="92019" y="17769"/>
                  </a:lnTo>
                  <a:lnTo>
                    <a:pt x="87227" y="20273"/>
                  </a:lnTo>
                  <a:lnTo>
                    <a:pt x="82519" y="22932"/>
                  </a:lnTo>
                  <a:lnTo>
                    <a:pt x="77899" y="25741"/>
                  </a:lnTo>
                  <a:lnTo>
                    <a:pt x="73372" y="28698"/>
                  </a:lnTo>
                  <a:lnTo>
                    <a:pt x="68943" y="31800"/>
                  </a:lnTo>
                  <a:lnTo>
                    <a:pt x="64617" y="35044"/>
                  </a:lnTo>
                  <a:lnTo>
                    <a:pt x="60398" y="38425"/>
                  </a:lnTo>
                  <a:lnTo>
                    <a:pt x="56291" y="41942"/>
                  </a:lnTo>
                  <a:lnTo>
                    <a:pt x="52299" y="45589"/>
                  </a:lnTo>
                  <a:lnTo>
                    <a:pt x="48427" y="49364"/>
                  </a:lnTo>
                  <a:lnTo>
                    <a:pt x="44680" y="53262"/>
                  </a:lnTo>
                  <a:lnTo>
                    <a:pt x="41061" y="57279"/>
                  </a:lnTo>
                  <a:lnTo>
                    <a:pt x="37573" y="61411"/>
                  </a:lnTo>
                  <a:lnTo>
                    <a:pt x="34221" y="65654"/>
                  </a:lnTo>
                  <a:lnTo>
                    <a:pt x="31008" y="70002"/>
                  </a:lnTo>
                  <a:lnTo>
                    <a:pt x="27937" y="74453"/>
                  </a:lnTo>
                  <a:lnTo>
                    <a:pt x="25012" y="79000"/>
                  </a:lnTo>
                  <a:lnTo>
                    <a:pt x="22235" y="83640"/>
                  </a:lnTo>
                  <a:lnTo>
                    <a:pt x="19610" y="88367"/>
                  </a:lnTo>
                  <a:lnTo>
                    <a:pt x="17139" y="93176"/>
                  </a:lnTo>
                  <a:lnTo>
                    <a:pt x="14825" y="98063"/>
                  </a:lnTo>
                  <a:lnTo>
                    <a:pt x="12670" y="103023"/>
                  </a:lnTo>
                  <a:lnTo>
                    <a:pt x="10677" y="108049"/>
                  </a:lnTo>
                  <a:lnTo>
                    <a:pt x="8847" y="113137"/>
                  </a:lnTo>
                  <a:lnTo>
                    <a:pt x="7183" y="118281"/>
                  </a:lnTo>
                  <a:lnTo>
                    <a:pt x="5686" y="123477"/>
                  </a:lnTo>
                  <a:lnTo>
                    <a:pt x="4358" y="128719"/>
                  </a:lnTo>
                  <a:lnTo>
                    <a:pt x="3200" y="134000"/>
                  </a:lnTo>
                  <a:lnTo>
                    <a:pt x="2213" y="139317"/>
                  </a:lnTo>
                  <a:lnTo>
                    <a:pt x="1399" y="144662"/>
                  </a:lnTo>
                  <a:lnTo>
                    <a:pt x="759" y="150031"/>
                  </a:lnTo>
                  <a:lnTo>
                    <a:pt x="292" y="155418"/>
                  </a:lnTo>
                  <a:lnTo>
                    <a:pt x="0" y="160817"/>
                  </a:lnTo>
                  <a:lnTo>
                    <a:pt x="167047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60" y="4659281"/>
              <a:ext cx="334318" cy="334331"/>
            </a:xfrm>
            <a:custGeom>
              <a:avLst/>
              <a:pathLst>
                <a:path w="334318" h="334331">
                  <a:moveTo>
                    <a:pt x="116" y="160830"/>
                  </a:moveTo>
                  <a:lnTo>
                    <a:pt x="0" y="166123"/>
                  </a:lnTo>
                  <a:lnTo>
                    <a:pt x="50" y="171416"/>
                  </a:lnTo>
                  <a:lnTo>
                    <a:pt x="269" y="176705"/>
                  </a:lnTo>
                  <a:lnTo>
                    <a:pt x="654" y="181985"/>
                  </a:lnTo>
                  <a:lnTo>
                    <a:pt x="1207" y="187250"/>
                  </a:lnTo>
                  <a:lnTo>
                    <a:pt x="1926" y="192495"/>
                  </a:lnTo>
                  <a:lnTo>
                    <a:pt x="2811" y="197714"/>
                  </a:lnTo>
                  <a:lnTo>
                    <a:pt x="3861" y="202903"/>
                  </a:lnTo>
                  <a:lnTo>
                    <a:pt x="5074" y="208055"/>
                  </a:lnTo>
                  <a:lnTo>
                    <a:pt x="6450" y="213167"/>
                  </a:lnTo>
                  <a:lnTo>
                    <a:pt x="7987" y="218233"/>
                  </a:lnTo>
                  <a:lnTo>
                    <a:pt x="9684" y="223247"/>
                  </a:lnTo>
                  <a:lnTo>
                    <a:pt x="11538" y="228206"/>
                  </a:lnTo>
                  <a:lnTo>
                    <a:pt x="13549" y="233103"/>
                  </a:lnTo>
                  <a:lnTo>
                    <a:pt x="15714" y="237934"/>
                  </a:lnTo>
                  <a:lnTo>
                    <a:pt x="18031" y="242693"/>
                  </a:lnTo>
                  <a:lnTo>
                    <a:pt x="20497" y="247378"/>
                  </a:lnTo>
                  <a:lnTo>
                    <a:pt x="23110" y="251981"/>
                  </a:lnTo>
                  <a:lnTo>
                    <a:pt x="25868" y="256500"/>
                  </a:lnTo>
                  <a:lnTo>
                    <a:pt x="28767" y="260929"/>
                  </a:lnTo>
                  <a:lnTo>
                    <a:pt x="31805" y="265264"/>
                  </a:lnTo>
                  <a:lnTo>
                    <a:pt x="34979" y="269501"/>
                  </a:lnTo>
                  <a:lnTo>
                    <a:pt x="38286" y="273635"/>
                  </a:lnTo>
                  <a:lnTo>
                    <a:pt x="41722" y="277662"/>
                  </a:lnTo>
                  <a:lnTo>
                    <a:pt x="45283" y="281579"/>
                  </a:lnTo>
                  <a:lnTo>
                    <a:pt x="48967" y="285381"/>
                  </a:lnTo>
                  <a:lnTo>
                    <a:pt x="52769" y="289064"/>
                  </a:lnTo>
                  <a:lnTo>
                    <a:pt x="56686" y="292625"/>
                  </a:lnTo>
                  <a:lnTo>
                    <a:pt x="60714" y="296060"/>
                  </a:lnTo>
                  <a:lnTo>
                    <a:pt x="64849" y="299366"/>
                  </a:lnTo>
                  <a:lnTo>
                    <a:pt x="69086" y="302539"/>
                  </a:lnTo>
                  <a:lnTo>
                    <a:pt x="73421" y="305577"/>
                  </a:lnTo>
                  <a:lnTo>
                    <a:pt x="77851" y="308476"/>
                  </a:lnTo>
                  <a:lnTo>
                    <a:pt x="82370" y="311233"/>
                  </a:lnTo>
                  <a:lnTo>
                    <a:pt x="86974" y="313846"/>
                  </a:lnTo>
                  <a:lnTo>
                    <a:pt x="91659" y="316311"/>
                  </a:lnTo>
                  <a:lnTo>
                    <a:pt x="96419" y="318627"/>
                  </a:lnTo>
                  <a:lnTo>
                    <a:pt x="101250" y="320791"/>
                  </a:lnTo>
                  <a:lnTo>
                    <a:pt x="106148" y="322801"/>
                  </a:lnTo>
                  <a:lnTo>
                    <a:pt x="111106" y="324655"/>
                  </a:lnTo>
                  <a:lnTo>
                    <a:pt x="116121" y="326351"/>
                  </a:lnTo>
                  <a:lnTo>
                    <a:pt x="121187" y="327887"/>
                  </a:lnTo>
                  <a:lnTo>
                    <a:pt x="126299" y="329263"/>
                  </a:lnTo>
                  <a:lnTo>
                    <a:pt x="131452" y="330475"/>
                  </a:lnTo>
                  <a:lnTo>
                    <a:pt x="136641" y="331524"/>
                  </a:lnTo>
                  <a:lnTo>
                    <a:pt x="141860" y="332408"/>
                  </a:lnTo>
                  <a:lnTo>
                    <a:pt x="147105" y="333127"/>
                  </a:lnTo>
                  <a:lnTo>
                    <a:pt x="152370" y="333678"/>
                  </a:lnTo>
                  <a:lnTo>
                    <a:pt x="157649" y="334063"/>
                  </a:lnTo>
                  <a:lnTo>
                    <a:pt x="162939" y="334281"/>
                  </a:lnTo>
                  <a:lnTo>
                    <a:pt x="168232" y="334331"/>
                  </a:lnTo>
                  <a:lnTo>
                    <a:pt x="173525" y="334213"/>
                  </a:lnTo>
                  <a:lnTo>
                    <a:pt x="178811" y="333928"/>
                  </a:lnTo>
                  <a:lnTo>
                    <a:pt x="184085" y="333476"/>
                  </a:lnTo>
                  <a:lnTo>
                    <a:pt x="189343" y="332857"/>
                  </a:lnTo>
                  <a:lnTo>
                    <a:pt x="194578" y="332071"/>
                  </a:lnTo>
                  <a:lnTo>
                    <a:pt x="199785" y="331121"/>
                  </a:lnTo>
                  <a:lnTo>
                    <a:pt x="204960" y="330005"/>
                  </a:lnTo>
                  <a:lnTo>
                    <a:pt x="210097" y="328727"/>
                  </a:lnTo>
                  <a:lnTo>
                    <a:pt x="215191" y="327287"/>
                  </a:lnTo>
                  <a:lnTo>
                    <a:pt x="220237" y="325686"/>
                  </a:lnTo>
                  <a:lnTo>
                    <a:pt x="225230" y="323926"/>
                  </a:lnTo>
                  <a:lnTo>
                    <a:pt x="230164" y="322008"/>
                  </a:lnTo>
                  <a:lnTo>
                    <a:pt x="235036" y="319936"/>
                  </a:lnTo>
                  <a:lnTo>
                    <a:pt x="239839" y="317710"/>
                  </a:lnTo>
                  <a:lnTo>
                    <a:pt x="244569" y="315334"/>
                  </a:lnTo>
                  <a:lnTo>
                    <a:pt x="249222" y="312808"/>
                  </a:lnTo>
                  <a:lnTo>
                    <a:pt x="253792" y="310137"/>
                  </a:lnTo>
                  <a:lnTo>
                    <a:pt x="258275" y="307323"/>
                  </a:lnTo>
                  <a:lnTo>
                    <a:pt x="262668" y="304367"/>
                  </a:lnTo>
                  <a:lnTo>
                    <a:pt x="266964" y="301275"/>
                  </a:lnTo>
                  <a:lnTo>
                    <a:pt x="271160" y="298047"/>
                  </a:lnTo>
                  <a:lnTo>
                    <a:pt x="275252" y="294689"/>
                  </a:lnTo>
                  <a:lnTo>
                    <a:pt x="279236" y="291202"/>
                  </a:lnTo>
                  <a:lnTo>
                    <a:pt x="283107" y="287592"/>
                  </a:lnTo>
                  <a:lnTo>
                    <a:pt x="286862" y="283860"/>
                  </a:lnTo>
                  <a:lnTo>
                    <a:pt x="290497" y="280012"/>
                  </a:lnTo>
                  <a:lnTo>
                    <a:pt x="294008" y="276050"/>
                  </a:lnTo>
                  <a:lnTo>
                    <a:pt x="297392" y="271979"/>
                  </a:lnTo>
                  <a:lnTo>
                    <a:pt x="300645" y="267803"/>
                  </a:lnTo>
                  <a:lnTo>
                    <a:pt x="303765" y="263526"/>
                  </a:lnTo>
                  <a:lnTo>
                    <a:pt x="306747" y="259152"/>
                  </a:lnTo>
                  <a:lnTo>
                    <a:pt x="309590" y="254687"/>
                  </a:lnTo>
                  <a:lnTo>
                    <a:pt x="312290" y="250133"/>
                  </a:lnTo>
                  <a:lnTo>
                    <a:pt x="314844" y="245496"/>
                  </a:lnTo>
                  <a:lnTo>
                    <a:pt x="317250" y="240781"/>
                  </a:lnTo>
                  <a:lnTo>
                    <a:pt x="319506" y="235992"/>
                  </a:lnTo>
                  <a:lnTo>
                    <a:pt x="321609" y="231134"/>
                  </a:lnTo>
                  <a:lnTo>
                    <a:pt x="323557" y="226211"/>
                  </a:lnTo>
                  <a:lnTo>
                    <a:pt x="325348" y="221230"/>
                  </a:lnTo>
                  <a:lnTo>
                    <a:pt x="326980" y="216194"/>
                  </a:lnTo>
                  <a:lnTo>
                    <a:pt x="328452" y="211109"/>
                  </a:lnTo>
                  <a:lnTo>
                    <a:pt x="329763" y="205980"/>
                  </a:lnTo>
                  <a:lnTo>
                    <a:pt x="330910" y="200812"/>
                  </a:lnTo>
                  <a:lnTo>
                    <a:pt x="331894" y="195610"/>
                  </a:lnTo>
                  <a:lnTo>
                    <a:pt x="332712" y="190380"/>
                  </a:lnTo>
                  <a:lnTo>
                    <a:pt x="333364" y="185127"/>
                  </a:lnTo>
                  <a:lnTo>
                    <a:pt x="333849" y="179855"/>
                  </a:lnTo>
                  <a:lnTo>
                    <a:pt x="334167" y="174571"/>
                  </a:lnTo>
                  <a:lnTo>
                    <a:pt x="334318" y="169280"/>
                  </a:lnTo>
                  <a:lnTo>
                    <a:pt x="334301" y="163986"/>
                  </a:lnTo>
                  <a:lnTo>
                    <a:pt x="334116" y="158695"/>
                  </a:lnTo>
                  <a:lnTo>
                    <a:pt x="333764" y="153413"/>
                  </a:lnTo>
                  <a:lnTo>
                    <a:pt x="333245" y="148145"/>
                  </a:lnTo>
                  <a:lnTo>
                    <a:pt x="332560" y="142896"/>
                  </a:lnTo>
                  <a:lnTo>
                    <a:pt x="331708" y="137671"/>
                  </a:lnTo>
                  <a:lnTo>
                    <a:pt x="330692" y="132476"/>
                  </a:lnTo>
                  <a:lnTo>
                    <a:pt x="329511" y="127315"/>
                  </a:lnTo>
                  <a:lnTo>
                    <a:pt x="328168" y="122195"/>
                  </a:lnTo>
                  <a:lnTo>
                    <a:pt x="326664" y="117119"/>
                  </a:lnTo>
                  <a:lnTo>
                    <a:pt x="324999" y="112094"/>
                  </a:lnTo>
                  <a:lnTo>
                    <a:pt x="323176" y="107124"/>
                  </a:lnTo>
                  <a:lnTo>
                    <a:pt x="321197" y="102214"/>
                  </a:lnTo>
                  <a:lnTo>
                    <a:pt x="319063" y="97370"/>
                  </a:lnTo>
                  <a:lnTo>
                    <a:pt x="316777" y="92595"/>
                  </a:lnTo>
                  <a:lnTo>
                    <a:pt x="314340" y="87895"/>
                  </a:lnTo>
                  <a:lnTo>
                    <a:pt x="311757" y="83275"/>
                  </a:lnTo>
                  <a:lnTo>
                    <a:pt x="309028" y="78739"/>
                  </a:lnTo>
                  <a:lnTo>
                    <a:pt x="306157" y="74291"/>
                  </a:lnTo>
                  <a:lnTo>
                    <a:pt x="303146" y="69937"/>
                  </a:lnTo>
                  <a:lnTo>
                    <a:pt x="299999" y="65680"/>
                  </a:lnTo>
                  <a:lnTo>
                    <a:pt x="296719" y="61525"/>
                  </a:lnTo>
                  <a:lnTo>
                    <a:pt x="293309" y="57475"/>
                  </a:lnTo>
                  <a:lnTo>
                    <a:pt x="289773" y="53536"/>
                  </a:lnTo>
                  <a:lnTo>
                    <a:pt x="286114" y="49711"/>
                  </a:lnTo>
                  <a:lnTo>
                    <a:pt x="282335" y="46004"/>
                  </a:lnTo>
                  <a:lnTo>
                    <a:pt x="278441" y="42418"/>
                  </a:lnTo>
                  <a:lnTo>
                    <a:pt x="274435" y="38957"/>
                  </a:lnTo>
                  <a:lnTo>
                    <a:pt x="270321" y="35624"/>
                  </a:lnTo>
                  <a:lnTo>
                    <a:pt x="266105" y="32424"/>
                  </a:lnTo>
                  <a:lnTo>
                    <a:pt x="261789" y="29359"/>
                  </a:lnTo>
                  <a:lnTo>
                    <a:pt x="257378" y="26432"/>
                  </a:lnTo>
                  <a:lnTo>
                    <a:pt x="252876" y="23646"/>
                  </a:lnTo>
                  <a:lnTo>
                    <a:pt x="248289" y="21004"/>
                  </a:lnTo>
                  <a:lnTo>
                    <a:pt x="243620" y="18508"/>
                  </a:lnTo>
                  <a:lnTo>
                    <a:pt x="238875" y="16162"/>
                  </a:lnTo>
                  <a:lnTo>
                    <a:pt x="234058" y="13967"/>
                  </a:lnTo>
                  <a:lnTo>
                    <a:pt x="229173" y="11926"/>
                  </a:lnTo>
                  <a:lnTo>
                    <a:pt x="224227" y="10040"/>
                  </a:lnTo>
                  <a:lnTo>
                    <a:pt x="219223" y="8312"/>
                  </a:lnTo>
                  <a:lnTo>
                    <a:pt x="214167" y="6744"/>
                  </a:lnTo>
                  <a:lnTo>
                    <a:pt x="209064" y="5336"/>
                  </a:lnTo>
                  <a:lnTo>
                    <a:pt x="203919" y="4090"/>
                  </a:lnTo>
                  <a:lnTo>
                    <a:pt x="198737" y="3008"/>
                  </a:lnTo>
                  <a:lnTo>
                    <a:pt x="193523" y="2091"/>
                  </a:lnTo>
                  <a:lnTo>
                    <a:pt x="188283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66" y="5018213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8" y="1339"/>
                  </a:lnTo>
                  <a:lnTo>
                    <a:pt x="140799" y="2090"/>
                  </a:lnTo>
                  <a:lnTo>
                    <a:pt x="135586" y="3007"/>
                  </a:lnTo>
                  <a:lnTo>
                    <a:pt x="130405" y="4089"/>
                  </a:lnTo>
                  <a:lnTo>
                    <a:pt x="125260" y="5334"/>
                  </a:lnTo>
                  <a:lnTo>
                    <a:pt x="120158" y="6742"/>
                  </a:lnTo>
                  <a:lnTo>
                    <a:pt x="115103" y="8310"/>
                  </a:lnTo>
                  <a:lnTo>
                    <a:pt x="110100" y="10037"/>
                  </a:lnTo>
                  <a:lnTo>
                    <a:pt x="105154" y="11922"/>
                  </a:lnTo>
                  <a:lnTo>
                    <a:pt x="100270" y="13963"/>
                  </a:lnTo>
                  <a:lnTo>
                    <a:pt x="95453" y="16157"/>
                  </a:lnTo>
                  <a:lnTo>
                    <a:pt x="90709" y="18503"/>
                  </a:lnTo>
                  <a:lnTo>
                    <a:pt x="86040" y="20997"/>
                  </a:lnTo>
                  <a:lnTo>
                    <a:pt x="81454" y="23639"/>
                  </a:lnTo>
                  <a:lnTo>
                    <a:pt x="76953" y="26424"/>
                  </a:lnTo>
                  <a:lnTo>
                    <a:pt x="72542" y="29350"/>
                  </a:lnTo>
                  <a:lnTo>
                    <a:pt x="68227" y="32414"/>
                  </a:lnTo>
                  <a:lnTo>
                    <a:pt x="64010" y="35614"/>
                  </a:lnTo>
                  <a:lnTo>
                    <a:pt x="59897" y="38945"/>
                  </a:lnTo>
                  <a:lnTo>
                    <a:pt x="55892" y="42405"/>
                  </a:lnTo>
                  <a:lnTo>
                    <a:pt x="51998" y="45990"/>
                  </a:lnTo>
                  <a:lnTo>
                    <a:pt x="48219" y="49696"/>
                  </a:lnTo>
                  <a:lnTo>
                    <a:pt x="44560" y="53520"/>
                  </a:lnTo>
                  <a:lnTo>
                    <a:pt x="41023" y="57458"/>
                  </a:lnTo>
                  <a:lnTo>
                    <a:pt x="37613" y="61507"/>
                  </a:lnTo>
                  <a:lnTo>
                    <a:pt x="34333" y="65661"/>
                  </a:lnTo>
                  <a:lnTo>
                    <a:pt x="31186" y="69916"/>
                  </a:lnTo>
                  <a:lnTo>
                    <a:pt x="28176" y="74270"/>
                  </a:lnTo>
                  <a:lnTo>
                    <a:pt x="25304" y="78716"/>
                  </a:lnTo>
                  <a:lnTo>
                    <a:pt x="22575" y="83251"/>
                  </a:lnTo>
                  <a:lnTo>
                    <a:pt x="19991" y="87870"/>
                  </a:lnTo>
                  <a:lnTo>
                    <a:pt x="17554" y="92569"/>
                  </a:lnTo>
                  <a:lnTo>
                    <a:pt x="15268" y="97343"/>
                  </a:lnTo>
                  <a:lnTo>
                    <a:pt x="13133" y="102186"/>
                  </a:lnTo>
                  <a:lnTo>
                    <a:pt x="11153" y="107095"/>
                  </a:lnTo>
                  <a:lnTo>
                    <a:pt x="9330" y="112063"/>
                  </a:lnTo>
                  <a:lnTo>
                    <a:pt x="7664" y="117088"/>
                  </a:lnTo>
                  <a:lnTo>
                    <a:pt x="6159" y="122162"/>
                  </a:lnTo>
                  <a:lnTo>
                    <a:pt x="4815" y="127281"/>
                  </a:lnTo>
                  <a:lnTo>
                    <a:pt x="3633" y="132441"/>
                  </a:lnTo>
                  <a:lnTo>
                    <a:pt x="2616" y="137635"/>
                  </a:lnTo>
                  <a:lnTo>
                    <a:pt x="1763" y="142859"/>
                  </a:lnTo>
                  <a:lnTo>
                    <a:pt x="1077" y="148107"/>
                  </a:lnTo>
                  <a:lnTo>
                    <a:pt x="557" y="153374"/>
                  </a:lnTo>
                  <a:lnTo>
                    <a:pt x="204" y="158655"/>
                  </a:lnTo>
                  <a:lnTo>
                    <a:pt x="18" y="163945"/>
                  </a:lnTo>
                  <a:lnTo>
                    <a:pt x="0" y="169238"/>
                  </a:lnTo>
                  <a:lnTo>
                    <a:pt x="149" y="174529"/>
                  </a:lnTo>
                  <a:lnTo>
                    <a:pt x="466" y="179812"/>
                  </a:lnTo>
                  <a:lnTo>
                    <a:pt x="949" y="185083"/>
                  </a:lnTo>
                  <a:lnTo>
                    <a:pt x="1600" y="190336"/>
                  </a:lnTo>
                  <a:lnTo>
                    <a:pt x="2416" y="195565"/>
                  </a:lnTo>
                  <a:lnTo>
                    <a:pt x="3398" y="200766"/>
                  </a:lnTo>
                  <a:lnTo>
                    <a:pt x="4544" y="205934"/>
                  </a:lnTo>
                  <a:lnTo>
                    <a:pt x="5853" y="211062"/>
                  </a:lnTo>
                  <a:lnTo>
                    <a:pt x="7323" y="216147"/>
                  </a:lnTo>
                  <a:lnTo>
                    <a:pt x="8954" y="221182"/>
                  </a:lnTo>
                  <a:lnTo>
                    <a:pt x="10743" y="226164"/>
                  </a:lnTo>
                  <a:lnTo>
                    <a:pt x="12689" y="231086"/>
                  </a:lnTo>
                  <a:lnTo>
                    <a:pt x="14790" y="235944"/>
                  </a:lnTo>
                  <a:lnTo>
                    <a:pt x="17044" y="240733"/>
                  </a:lnTo>
                  <a:lnTo>
                    <a:pt x="19448" y="245448"/>
                  </a:lnTo>
                  <a:lnTo>
                    <a:pt x="22001" y="250085"/>
                  </a:lnTo>
                  <a:lnTo>
                    <a:pt x="24698" y="254639"/>
                  </a:lnTo>
                  <a:lnTo>
                    <a:pt x="27539" y="259105"/>
                  </a:lnTo>
                  <a:lnTo>
                    <a:pt x="30520" y="263479"/>
                  </a:lnTo>
                  <a:lnTo>
                    <a:pt x="33637" y="267756"/>
                  </a:lnTo>
                  <a:lnTo>
                    <a:pt x="36889" y="271933"/>
                  </a:lnTo>
                  <a:lnTo>
                    <a:pt x="40271" y="276004"/>
                  </a:lnTo>
                  <a:lnTo>
                    <a:pt x="43780" y="279967"/>
                  </a:lnTo>
                  <a:lnTo>
                    <a:pt x="47413" y="283816"/>
                  </a:lnTo>
                  <a:lnTo>
                    <a:pt x="51166" y="287548"/>
                  </a:lnTo>
                  <a:lnTo>
                    <a:pt x="55035" y="291160"/>
                  </a:lnTo>
                  <a:lnTo>
                    <a:pt x="59017" y="294647"/>
                  </a:lnTo>
                  <a:lnTo>
                    <a:pt x="63107" y="298007"/>
                  </a:lnTo>
                  <a:lnTo>
                    <a:pt x="67301" y="301235"/>
                  </a:lnTo>
                  <a:lnTo>
                    <a:pt x="71595" y="304329"/>
                  </a:lnTo>
                  <a:lnTo>
                    <a:pt x="75986" y="307286"/>
                  </a:lnTo>
                  <a:lnTo>
                    <a:pt x="80467" y="310102"/>
                  </a:lnTo>
                  <a:lnTo>
                    <a:pt x="85036" y="312774"/>
                  </a:lnTo>
                  <a:lnTo>
                    <a:pt x="89687" y="315301"/>
                  </a:lnTo>
                  <a:lnTo>
                    <a:pt x="94415" y="317679"/>
                  </a:lnTo>
                  <a:lnTo>
                    <a:pt x="99217" y="319907"/>
                  </a:lnTo>
                  <a:lnTo>
                    <a:pt x="104086" y="321981"/>
                  </a:lnTo>
                  <a:lnTo>
                    <a:pt x="109019" y="323900"/>
                  </a:lnTo>
                  <a:lnTo>
                    <a:pt x="114010" y="325662"/>
                  </a:lnTo>
                  <a:lnTo>
                    <a:pt x="119054" y="327265"/>
                  </a:lnTo>
                  <a:lnTo>
                    <a:pt x="124147" y="328707"/>
                  </a:lnTo>
                  <a:lnTo>
                    <a:pt x="129283" y="329988"/>
                  </a:lnTo>
                  <a:lnTo>
                    <a:pt x="134456" y="331105"/>
                  </a:lnTo>
                  <a:lnTo>
                    <a:pt x="139663" y="332058"/>
                  </a:lnTo>
                  <a:lnTo>
                    <a:pt x="144897" y="332846"/>
                  </a:lnTo>
                  <a:lnTo>
                    <a:pt x="150153" y="333468"/>
                  </a:lnTo>
                  <a:lnTo>
                    <a:pt x="155426" y="333922"/>
                  </a:lnTo>
                  <a:lnTo>
                    <a:pt x="160711" y="334210"/>
                  </a:lnTo>
                  <a:lnTo>
                    <a:pt x="166003" y="334330"/>
                  </a:lnTo>
                  <a:lnTo>
                    <a:pt x="171296" y="334283"/>
                  </a:lnTo>
                  <a:lnTo>
                    <a:pt x="176584" y="334068"/>
                  </a:lnTo>
                  <a:lnTo>
                    <a:pt x="181863" y="333686"/>
                  </a:lnTo>
                  <a:lnTo>
                    <a:pt x="187128" y="333137"/>
                  </a:lnTo>
                  <a:lnTo>
                    <a:pt x="192372" y="332421"/>
                  </a:lnTo>
                  <a:lnTo>
                    <a:pt x="197591" y="331540"/>
                  </a:lnTo>
                  <a:lnTo>
                    <a:pt x="202780" y="330494"/>
                  </a:lnTo>
                  <a:lnTo>
                    <a:pt x="207932" y="329284"/>
                  </a:lnTo>
                  <a:lnTo>
                    <a:pt x="213044" y="327912"/>
                  </a:lnTo>
                  <a:lnTo>
                    <a:pt x="218110" y="326379"/>
                  </a:lnTo>
                  <a:lnTo>
                    <a:pt x="223125" y="324686"/>
                  </a:lnTo>
                  <a:lnTo>
                    <a:pt x="228084" y="322835"/>
                  </a:lnTo>
                  <a:lnTo>
                    <a:pt x="232981" y="320828"/>
                  </a:lnTo>
                  <a:lnTo>
                    <a:pt x="237813" y="318667"/>
                  </a:lnTo>
                  <a:lnTo>
                    <a:pt x="242574" y="316354"/>
                  </a:lnTo>
                  <a:lnTo>
                    <a:pt x="247259" y="313892"/>
                  </a:lnTo>
                  <a:lnTo>
                    <a:pt x="251864" y="311282"/>
                  </a:lnTo>
                  <a:lnTo>
                    <a:pt x="256384" y="308528"/>
                  </a:lnTo>
                  <a:lnTo>
                    <a:pt x="260815" y="305632"/>
                  </a:lnTo>
                  <a:lnTo>
                    <a:pt x="265151" y="302598"/>
                  </a:lnTo>
                  <a:lnTo>
                    <a:pt x="269390" y="299427"/>
                  </a:lnTo>
                  <a:lnTo>
                    <a:pt x="273526" y="296125"/>
                  </a:lnTo>
                  <a:lnTo>
                    <a:pt x="277555" y="292692"/>
                  </a:lnTo>
                  <a:lnTo>
                    <a:pt x="281473" y="289134"/>
                  </a:lnTo>
                  <a:lnTo>
                    <a:pt x="285277" y="285454"/>
                  </a:lnTo>
                  <a:lnTo>
                    <a:pt x="288963" y="281655"/>
                  </a:lnTo>
                  <a:lnTo>
                    <a:pt x="292527" y="277741"/>
                  </a:lnTo>
                  <a:lnTo>
                    <a:pt x="295964" y="273717"/>
                  </a:lnTo>
                  <a:lnTo>
                    <a:pt x="299273" y="269586"/>
                  </a:lnTo>
                  <a:lnTo>
                    <a:pt x="302449" y="265352"/>
                  </a:lnTo>
                  <a:lnTo>
                    <a:pt x="305490" y="261019"/>
                  </a:lnTo>
                  <a:lnTo>
                    <a:pt x="308392" y="256593"/>
                  </a:lnTo>
                  <a:lnTo>
                    <a:pt x="311152" y="252076"/>
                  </a:lnTo>
                  <a:lnTo>
                    <a:pt x="313768" y="247475"/>
                  </a:lnTo>
                  <a:lnTo>
                    <a:pt x="316237" y="242793"/>
                  </a:lnTo>
                  <a:lnTo>
                    <a:pt x="318556" y="238036"/>
                  </a:lnTo>
                  <a:lnTo>
                    <a:pt x="320724" y="233207"/>
                  </a:lnTo>
                  <a:lnTo>
                    <a:pt x="322738" y="228312"/>
                  </a:lnTo>
                  <a:lnTo>
                    <a:pt x="324595" y="223356"/>
                  </a:lnTo>
                  <a:lnTo>
                    <a:pt x="326295" y="218343"/>
                  </a:lnTo>
                  <a:lnTo>
                    <a:pt x="327836" y="213280"/>
                  </a:lnTo>
                  <a:lnTo>
                    <a:pt x="329215" y="208170"/>
                  </a:lnTo>
                  <a:lnTo>
                    <a:pt x="330432" y="203018"/>
                  </a:lnTo>
                  <a:lnTo>
                    <a:pt x="331485" y="197831"/>
                  </a:lnTo>
                  <a:lnTo>
                    <a:pt x="332373" y="192614"/>
                  </a:lnTo>
                  <a:lnTo>
                    <a:pt x="333096" y="187370"/>
                  </a:lnTo>
                  <a:lnTo>
                    <a:pt x="333653" y="182107"/>
                  </a:lnTo>
                  <a:lnTo>
                    <a:pt x="334042" y="176828"/>
                  </a:lnTo>
                  <a:lnTo>
                    <a:pt x="334264" y="171540"/>
                  </a:lnTo>
                  <a:lnTo>
                    <a:pt x="334319" y="166247"/>
                  </a:lnTo>
                  <a:lnTo>
                    <a:pt x="334206" y="160955"/>
                  </a:lnTo>
                  <a:lnTo>
                    <a:pt x="333926" y="155670"/>
                  </a:lnTo>
                  <a:lnTo>
                    <a:pt x="333478" y="150396"/>
                  </a:lnTo>
                  <a:lnTo>
                    <a:pt x="332864" y="145139"/>
                  </a:lnTo>
                  <a:lnTo>
                    <a:pt x="332083" y="139904"/>
                  </a:lnTo>
                  <a:lnTo>
                    <a:pt x="331138" y="134696"/>
                  </a:lnTo>
                  <a:lnTo>
                    <a:pt x="330027" y="129521"/>
                  </a:lnTo>
                  <a:lnTo>
                    <a:pt x="328754" y="124383"/>
                  </a:lnTo>
                  <a:lnTo>
                    <a:pt x="327319" y="119289"/>
                  </a:lnTo>
                  <a:lnTo>
                    <a:pt x="325723" y="114242"/>
                  </a:lnTo>
                  <a:lnTo>
                    <a:pt x="323968" y="109249"/>
                  </a:lnTo>
                  <a:lnTo>
                    <a:pt x="322055" y="104313"/>
                  </a:lnTo>
                  <a:lnTo>
                    <a:pt x="319988" y="99441"/>
                  </a:lnTo>
                  <a:lnTo>
                    <a:pt x="317767" y="94636"/>
                  </a:lnTo>
                  <a:lnTo>
                    <a:pt x="315395" y="89905"/>
                  </a:lnTo>
                  <a:lnTo>
                    <a:pt x="312875" y="85250"/>
                  </a:lnTo>
                  <a:lnTo>
                    <a:pt x="310209" y="80678"/>
                  </a:lnTo>
                  <a:lnTo>
                    <a:pt x="307399" y="76193"/>
                  </a:lnTo>
                  <a:lnTo>
                    <a:pt x="304449" y="71798"/>
                  </a:lnTo>
                  <a:lnTo>
                    <a:pt x="301361" y="67500"/>
                  </a:lnTo>
                  <a:lnTo>
                    <a:pt x="298138" y="63301"/>
                  </a:lnTo>
                  <a:lnTo>
                    <a:pt x="294784" y="59206"/>
                  </a:lnTo>
                  <a:lnTo>
                    <a:pt x="291302" y="55220"/>
                  </a:lnTo>
                  <a:lnTo>
                    <a:pt x="287696" y="51345"/>
                  </a:lnTo>
                  <a:lnTo>
                    <a:pt x="283969" y="47587"/>
                  </a:lnTo>
                  <a:lnTo>
                    <a:pt x="280124" y="43949"/>
                  </a:lnTo>
                  <a:lnTo>
                    <a:pt x="276167" y="40434"/>
                  </a:lnTo>
                  <a:lnTo>
                    <a:pt x="272100" y="37047"/>
                  </a:lnTo>
                  <a:lnTo>
                    <a:pt x="267928" y="33789"/>
                  </a:lnTo>
                  <a:lnTo>
                    <a:pt x="263655" y="30666"/>
                  </a:lnTo>
                  <a:lnTo>
                    <a:pt x="259285" y="27679"/>
                  </a:lnTo>
                  <a:lnTo>
                    <a:pt x="254823" y="24833"/>
                  </a:lnTo>
                  <a:lnTo>
                    <a:pt x="250273" y="22128"/>
                  </a:lnTo>
                  <a:lnTo>
                    <a:pt x="245640" y="19570"/>
                  </a:lnTo>
                  <a:lnTo>
                    <a:pt x="240928" y="17159"/>
                  </a:lnTo>
                  <a:lnTo>
                    <a:pt x="236142" y="14899"/>
                  </a:lnTo>
                  <a:lnTo>
                    <a:pt x="231287" y="12791"/>
                  </a:lnTo>
                  <a:lnTo>
                    <a:pt x="226367" y="10838"/>
                  </a:lnTo>
                  <a:lnTo>
                    <a:pt x="221388" y="9042"/>
                  </a:lnTo>
                  <a:lnTo>
                    <a:pt x="216355" y="7404"/>
                  </a:lnTo>
                  <a:lnTo>
                    <a:pt x="211273" y="5926"/>
                  </a:lnTo>
                  <a:lnTo>
                    <a:pt x="206146" y="4611"/>
                  </a:lnTo>
                  <a:lnTo>
                    <a:pt x="200980" y="3458"/>
                  </a:lnTo>
                  <a:lnTo>
                    <a:pt x="195780" y="2469"/>
                  </a:lnTo>
                  <a:lnTo>
                    <a:pt x="190552" y="1645"/>
                  </a:lnTo>
                  <a:lnTo>
                    <a:pt x="185300" y="987"/>
                  </a:lnTo>
                  <a:lnTo>
                    <a:pt x="180030" y="496"/>
                  </a:lnTo>
                  <a:lnTo>
                    <a:pt x="174747" y="17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7592" cy="167167"/>
            </a:xfrm>
            <a:custGeom>
              <a:avLst/>
              <a:pathLst>
                <a:path w="7592" h="167167">
                  <a:moveTo>
                    <a:pt x="7592" y="17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53" y="5269756"/>
              <a:ext cx="167148" cy="169707"/>
            </a:xfrm>
            <a:custGeom>
              <a:avLst/>
              <a:pathLst>
                <a:path w="167148" h="169707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1" y="787"/>
                  </a:lnTo>
                  <a:lnTo>
                    <a:pt x="145565" y="1399"/>
                  </a:lnTo>
                  <a:lnTo>
                    <a:pt x="140212" y="2184"/>
                  </a:lnTo>
                  <a:lnTo>
                    <a:pt x="134887" y="3142"/>
                  </a:lnTo>
                  <a:lnTo>
                    <a:pt x="129596" y="4272"/>
                  </a:lnTo>
                  <a:lnTo>
                    <a:pt x="124344" y="5572"/>
                  </a:lnTo>
                  <a:lnTo>
                    <a:pt x="119137" y="7042"/>
                  </a:lnTo>
                  <a:lnTo>
                    <a:pt x="113980" y="8680"/>
                  </a:lnTo>
                  <a:lnTo>
                    <a:pt x="108879" y="10483"/>
                  </a:lnTo>
                  <a:lnTo>
                    <a:pt x="103839" y="12451"/>
                  </a:lnTo>
                  <a:lnTo>
                    <a:pt x="98865" y="14581"/>
                  </a:lnTo>
                  <a:lnTo>
                    <a:pt x="93963" y="16871"/>
                  </a:lnTo>
                  <a:lnTo>
                    <a:pt x="89138" y="19318"/>
                  </a:lnTo>
                  <a:lnTo>
                    <a:pt x="84394" y="21920"/>
                  </a:lnTo>
                  <a:lnTo>
                    <a:pt x="79737" y="24674"/>
                  </a:lnTo>
                  <a:lnTo>
                    <a:pt x="75171" y="27577"/>
                  </a:lnTo>
                  <a:lnTo>
                    <a:pt x="70702" y="30627"/>
                  </a:lnTo>
                  <a:lnTo>
                    <a:pt x="66334" y="33819"/>
                  </a:lnTo>
                  <a:lnTo>
                    <a:pt x="62071" y="37152"/>
                  </a:lnTo>
                  <a:lnTo>
                    <a:pt x="57919" y="40620"/>
                  </a:lnTo>
                  <a:lnTo>
                    <a:pt x="53881" y="44221"/>
                  </a:lnTo>
                  <a:lnTo>
                    <a:pt x="49962" y="47951"/>
                  </a:lnTo>
                  <a:lnTo>
                    <a:pt x="46165" y="51806"/>
                  </a:lnTo>
                  <a:lnTo>
                    <a:pt x="42495" y="55782"/>
                  </a:lnTo>
                  <a:lnTo>
                    <a:pt x="38956" y="59874"/>
                  </a:lnTo>
                  <a:lnTo>
                    <a:pt x="35551" y="64079"/>
                  </a:lnTo>
                  <a:lnTo>
                    <a:pt x="32284" y="68391"/>
                  </a:lnTo>
                  <a:lnTo>
                    <a:pt x="29158" y="72807"/>
                  </a:lnTo>
                  <a:lnTo>
                    <a:pt x="26176" y="77322"/>
                  </a:lnTo>
                  <a:lnTo>
                    <a:pt x="23343" y="81932"/>
                  </a:lnTo>
                  <a:lnTo>
                    <a:pt x="20660" y="86630"/>
                  </a:lnTo>
                  <a:lnTo>
                    <a:pt x="18130" y="91413"/>
                  </a:lnTo>
                  <a:lnTo>
                    <a:pt x="15757" y="96275"/>
                  </a:lnTo>
                  <a:lnTo>
                    <a:pt x="13542" y="101211"/>
                  </a:lnTo>
                  <a:lnTo>
                    <a:pt x="11488" y="106217"/>
                  </a:lnTo>
                  <a:lnTo>
                    <a:pt x="9597" y="111286"/>
                  </a:lnTo>
                  <a:lnTo>
                    <a:pt x="7871" y="116414"/>
                  </a:lnTo>
                  <a:lnTo>
                    <a:pt x="6312" y="121595"/>
                  </a:lnTo>
                  <a:lnTo>
                    <a:pt x="4921" y="126824"/>
                  </a:lnTo>
                  <a:lnTo>
                    <a:pt x="3701" y="132095"/>
                  </a:lnTo>
                  <a:lnTo>
                    <a:pt x="2651" y="137402"/>
                  </a:lnTo>
                  <a:lnTo>
                    <a:pt x="1774" y="142741"/>
                  </a:lnTo>
                  <a:lnTo>
                    <a:pt x="1070" y="148106"/>
                  </a:lnTo>
                  <a:lnTo>
                    <a:pt x="541" y="153490"/>
                  </a:lnTo>
                  <a:lnTo>
                    <a:pt x="185" y="158889"/>
                  </a:lnTo>
                  <a:lnTo>
                    <a:pt x="5" y="164297"/>
                  </a:lnTo>
                  <a:lnTo>
                    <a:pt x="0" y="16970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53" y="5269756"/>
              <a:ext cx="334295" cy="334334"/>
            </a:xfrm>
            <a:custGeom>
              <a:avLst/>
              <a:pathLst>
                <a:path w="334295" h="334334">
                  <a:moveTo>
                    <a:pt x="0" y="169707"/>
                  </a:moveTo>
                  <a:lnTo>
                    <a:pt x="164" y="175010"/>
                  </a:lnTo>
                  <a:lnTo>
                    <a:pt x="497" y="180305"/>
                  </a:lnTo>
                  <a:lnTo>
                    <a:pt x="998" y="185586"/>
                  </a:lnTo>
                  <a:lnTo>
                    <a:pt x="1666" y="190850"/>
                  </a:lnTo>
                  <a:lnTo>
                    <a:pt x="2501" y="196089"/>
                  </a:lnTo>
                  <a:lnTo>
                    <a:pt x="3502" y="201299"/>
                  </a:lnTo>
                  <a:lnTo>
                    <a:pt x="4667" y="206474"/>
                  </a:lnTo>
                  <a:lnTo>
                    <a:pt x="5996" y="211611"/>
                  </a:lnTo>
                  <a:lnTo>
                    <a:pt x="7488" y="216702"/>
                  </a:lnTo>
                  <a:lnTo>
                    <a:pt x="9140" y="221743"/>
                  </a:lnTo>
                  <a:lnTo>
                    <a:pt x="10952" y="226730"/>
                  </a:lnTo>
                  <a:lnTo>
                    <a:pt x="12920" y="231656"/>
                  </a:lnTo>
                  <a:lnTo>
                    <a:pt x="15044" y="236518"/>
                  </a:lnTo>
                  <a:lnTo>
                    <a:pt x="17322" y="241310"/>
                  </a:lnTo>
                  <a:lnTo>
                    <a:pt x="19750" y="246027"/>
                  </a:lnTo>
                  <a:lnTo>
                    <a:pt x="22326" y="250664"/>
                  </a:lnTo>
                  <a:lnTo>
                    <a:pt x="25049" y="255218"/>
                  </a:lnTo>
                  <a:lnTo>
                    <a:pt x="27915" y="259682"/>
                  </a:lnTo>
                  <a:lnTo>
                    <a:pt x="30920" y="264054"/>
                  </a:lnTo>
                  <a:lnTo>
                    <a:pt x="34064" y="268328"/>
                  </a:lnTo>
                  <a:lnTo>
                    <a:pt x="37341" y="272500"/>
                  </a:lnTo>
                  <a:lnTo>
                    <a:pt x="40749" y="276566"/>
                  </a:lnTo>
                  <a:lnTo>
                    <a:pt x="44284" y="280522"/>
                  </a:lnTo>
                  <a:lnTo>
                    <a:pt x="47943" y="284364"/>
                  </a:lnTo>
                  <a:lnTo>
                    <a:pt x="51722" y="288087"/>
                  </a:lnTo>
                  <a:lnTo>
                    <a:pt x="55617" y="291689"/>
                  </a:lnTo>
                  <a:lnTo>
                    <a:pt x="59624" y="295166"/>
                  </a:lnTo>
                  <a:lnTo>
                    <a:pt x="63740" y="298513"/>
                  </a:lnTo>
                  <a:lnTo>
                    <a:pt x="67960" y="301729"/>
                  </a:lnTo>
                  <a:lnTo>
                    <a:pt x="72280" y="304808"/>
                  </a:lnTo>
                  <a:lnTo>
                    <a:pt x="76696" y="307749"/>
                  </a:lnTo>
                  <a:lnTo>
                    <a:pt x="81202" y="310549"/>
                  </a:lnTo>
                  <a:lnTo>
                    <a:pt x="85795" y="313204"/>
                  </a:lnTo>
                  <a:lnTo>
                    <a:pt x="90470" y="315712"/>
                  </a:lnTo>
                  <a:lnTo>
                    <a:pt x="95223" y="318070"/>
                  </a:lnTo>
                  <a:lnTo>
                    <a:pt x="100047" y="320276"/>
                  </a:lnTo>
                  <a:lnTo>
                    <a:pt x="104940" y="322329"/>
                  </a:lnTo>
                  <a:lnTo>
                    <a:pt x="109895" y="324224"/>
                  </a:lnTo>
                  <a:lnTo>
                    <a:pt x="114907" y="325962"/>
                  </a:lnTo>
                  <a:lnTo>
                    <a:pt x="119973" y="327540"/>
                  </a:lnTo>
                  <a:lnTo>
                    <a:pt x="125086" y="328956"/>
                  </a:lnTo>
                  <a:lnTo>
                    <a:pt x="130241" y="330209"/>
                  </a:lnTo>
                  <a:lnTo>
                    <a:pt x="135433" y="331298"/>
                  </a:lnTo>
                  <a:lnTo>
                    <a:pt x="140657" y="332222"/>
                  </a:lnTo>
                  <a:lnTo>
                    <a:pt x="145908" y="332980"/>
                  </a:lnTo>
                  <a:lnTo>
                    <a:pt x="151181" y="333570"/>
                  </a:lnTo>
                  <a:lnTo>
                    <a:pt x="156469" y="333993"/>
                  </a:lnTo>
                  <a:lnTo>
                    <a:pt x="161768" y="334248"/>
                  </a:lnTo>
                  <a:lnTo>
                    <a:pt x="167073" y="334334"/>
                  </a:lnTo>
                  <a:lnTo>
                    <a:pt x="172377" y="334253"/>
                  </a:lnTo>
                  <a:lnTo>
                    <a:pt x="177677" y="334002"/>
                  </a:lnTo>
                  <a:lnTo>
                    <a:pt x="182966" y="333584"/>
                  </a:lnTo>
                  <a:lnTo>
                    <a:pt x="188238" y="332999"/>
                  </a:lnTo>
                  <a:lnTo>
                    <a:pt x="193490" y="332246"/>
                  </a:lnTo>
                  <a:lnTo>
                    <a:pt x="198715" y="331327"/>
                  </a:lnTo>
                  <a:lnTo>
                    <a:pt x="203908" y="330242"/>
                  </a:lnTo>
                  <a:lnTo>
                    <a:pt x="209065" y="328994"/>
                  </a:lnTo>
                  <a:lnTo>
                    <a:pt x="214179" y="327582"/>
                  </a:lnTo>
                  <a:lnTo>
                    <a:pt x="219245" y="326009"/>
                  </a:lnTo>
                  <a:lnTo>
                    <a:pt x="224260" y="324276"/>
                  </a:lnTo>
                  <a:lnTo>
                    <a:pt x="229216" y="322384"/>
                  </a:lnTo>
                  <a:lnTo>
                    <a:pt x="234111" y="320337"/>
                  </a:lnTo>
                  <a:lnTo>
                    <a:pt x="238937" y="318134"/>
                  </a:lnTo>
                  <a:lnTo>
                    <a:pt x="243692" y="315780"/>
                  </a:lnTo>
                  <a:lnTo>
                    <a:pt x="248369" y="313277"/>
                  </a:lnTo>
                  <a:lnTo>
                    <a:pt x="252965" y="310626"/>
                  </a:lnTo>
                  <a:lnTo>
                    <a:pt x="257474" y="307830"/>
                  </a:lnTo>
                  <a:lnTo>
                    <a:pt x="261892" y="304893"/>
                  </a:lnTo>
                  <a:lnTo>
                    <a:pt x="266214" y="301817"/>
                  </a:lnTo>
                  <a:lnTo>
                    <a:pt x="270437" y="298606"/>
                  </a:lnTo>
                  <a:lnTo>
                    <a:pt x="274556" y="295262"/>
                  </a:lnTo>
                  <a:lnTo>
                    <a:pt x="278567" y="291789"/>
                  </a:lnTo>
                  <a:lnTo>
                    <a:pt x="282465" y="288191"/>
                  </a:lnTo>
                  <a:lnTo>
                    <a:pt x="286248" y="284471"/>
                  </a:lnTo>
                  <a:lnTo>
                    <a:pt x="289910" y="280632"/>
                  </a:lnTo>
                  <a:lnTo>
                    <a:pt x="293449" y="276679"/>
                  </a:lnTo>
                  <a:lnTo>
                    <a:pt x="296860" y="272617"/>
                  </a:lnTo>
                  <a:lnTo>
                    <a:pt x="300141" y="268447"/>
                  </a:lnTo>
                  <a:lnTo>
                    <a:pt x="303288" y="264176"/>
                  </a:lnTo>
                  <a:lnTo>
                    <a:pt x="306298" y="259807"/>
                  </a:lnTo>
                  <a:lnTo>
                    <a:pt x="309167" y="255345"/>
                  </a:lnTo>
                  <a:lnTo>
                    <a:pt x="311894" y="250794"/>
                  </a:lnTo>
                  <a:lnTo>
                    <a:pt x="314475" y="246159"/>
                  </a:lnTo>
                  <a:lnTo>
                    <a:pt x="316907" y="241444"/>
                  </a:lnTo>
                  <a:lnTo>
                    <a:pt x="319189" y="236654"/>
                  </a:lnTo>
                  <a:lnTo>
                    <a:pt x="321317" y="231795"/>
                  </a:lnTo>
                  <a:lnTo>
                    <a:pt x="323290" y="226870"/>
                  </a:lnTo>
                  <a:lnTo>
                    <a:pt x="325106" y="221885"/>
                  </a:lnTo>
                  <a:lnTo>
                    <a:pt x="326763" y="216845"/>
                  </a:lnTo>
                  <a:lnTo>
                    <a:pt x="328259" y="211755"/>
                  </a:lnTo>
                  <a:lnTo>
                    <a:pt x="329593" y="206620"/>
                  </a:lnTo>
                  <a:lnTo>
                    <a:pt x="330763" y="201445"/>
                  </a:lnTo>
                  <a:lnTo>
                    <a:pt x="331768" y="196236"/>
                  </a:lnTo>
                  <a:lnTo>
                    <a:pt x="332608" y="190998"/>
                  </a:lnTo>
                  <a:lnTo>
                    <a:pt x="333281" y="185735"/>
                  </a:lnTo>
                  <a:lnTo>
                    <a:pt x="333786" y="180454"/>
                  </a:lnTo>
                  <a:lnTo>
                    <a:pt x="334124" y="175160"/>
                  </a:lnTo>
                  <a:lnTo>
                    <a:pt x="334293" y="169857"/>
                  </a:lnTo>
                  <a:lnTo>
                    <a:pt x="334295" y="164552"/>
                  </a:lnTo>
                  <a:lnTo>
                    <a:pt x="334127" y="159249"/>
                  </a:lnTo>
                  <a:lnTo>
                    <a:pt x="333792" y="153954"/>
                  </a:lnTo>
                  <a:lnTo>
                    <a:pt x="333289" y="148673"/>
                  </a:lnTo>
                  <a:lnTo>
                    <a:pt x="332618" y="143410"/>
                  </a:lnTo>
                  <a:lnTo>
                    <a:pt x="331781" y="138171"/>
                  </a:lnTo>
                  <a:lnTo>
                    <a:pt x="330778" y="132962"/>
                  </a:lnTo>
                  <a:lnTo>
                    <a:pt x="329610" y="127787"/>
                  </a:lnTo>
                  <a:lnTo>
                    <a:pt x="328279" y="122651"/>
                  </a:lnTo>
                  <a:lnTo>
                    <a:pt x="326785" y="117560"/>
                  </a:lnTo>
                  <a:lnTo>
                    <a:pt x="325131" y="112520"/>
                  </a:lnTo>
                  <a:lnTo>
                    <a:pt x="323317" y="107534"/>
                  </a:lnTo>
                  <a:lnTo>
                    <a:pt x="321346" y="102608"/>
                  </a:lnTo>
                  <a:lnTo>
                    <a:pt x="319220" y="97748"/>
                  </a:lnTo>
                  <a:lnTo>
                    <a:pt x="316940" y="92957"/>
                  </a:lnTo>
                  <a:lnTo>
                    <a:pt x="314510" y="88241"/>
                  </a:lnTo>
                  <a:lnTo>
                    <a:pt x="311931" y="83605"/>
                  </a:lnTo>
                  <a:lnTo>
                    <a:pt x="309207" y="79053"/>
                  </a:lnTo>
                  <a:lnTo>
                    <a:pt x="306339" y="74589"/>
                  </a:lnTo>
                  <a:lnTo>
                    <a:pt x="303331" y="70219"/>
                  </a:lnTo>
                  <a:lnTo>
                    <a:pt x="300186" y="65946"/>
                  </a:lnTo>
                  <a:lnTo>
                    <a:pt x="296907" y="61776"/>
                  </a:lnTo>
                  <a:lnTo>
                    <a:pt x="293498" y="57711"/>
                  </a:lnTo>
                  <a:lnTo>
                    <a:pt x="289961" y="53757"/>
                  </a:lnTo>
                  <a:lnTo>
                    <a:pt x="286300" y="49917"/>
                  </a:lnTo>
                  <a:lnTo>
                    <a:pt x="282520" y="46195"/>
                  </a:lnTo>
                  <a:lnTo>
                    <a:pt x="278623" y="42595"/>
                  </a:lnTo>
                  <a:lnTo>
                    <a:pt x="274614" y="39120"/>
                  </a:lnTo>
                  <a:lnTo>
                    <a:pt x="270496" y="35774"/>
                  </a:lnTo>
                  <a:lnTo>
                    <a:pt x="266275" y="32561"/>
                  </a:lnTo>
                  <a:lnTo>
                    <a:pt x="261953" y="29483"/>
                  </a:lnTo>
                  <a:lnTo>
                    <a:pt x="257537" y="26544"/>
                  </a:lnTo>
                  <a:lnTo>
                    <a:pt x="253029" y="23747"/>
                  </a:lnTo>
                  <a:lnTo>
                    <a:pt x="248434" y="21094"/>
                  </a:lnTo>
                  <a:lnTo>
                    <a:pt x="243758" y="18588"/>
                  </a:lnTo>
                  <a:lnTo>
                    <a:pt x="239005" y="16232"/>
                  </a:lnTo>
                  <a:lnTo>
                    <a:pt x="234179" y="14027"/>
                  </a:lnTo>
                  <a:lnTo>
                    <a:pt x="229286" y="11977"/>
                  </a:lnTo>
                  <a:lnTo>
                    <a:pt x="224330" y="10084"/>
                  </a:lnTo>
                  <a:lnTo>
                    <a:pt x="219317" y="8348"/>
                  </a:lnTo>
                  <a:lnTo>
                    <a:pt x="214251" y="6773"/>
                  </a:lnTo>
                  <a:lnTo>
                    <a:pt x="209137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4" y="2100"/>
                  </a:lnTo>
                  <a:lnTo>
                    <a:pt x="188313" y="1345"/>
                  </a:lnTo>
                  <a:lnTo>
                    <a:pt x="183040" y="757"/>
                  </a:lnTo>
                  <a:lnTo>
                    <a:pt x="177752" y="336"/>
                  </a:lnTo>
                  <a:lnTo>
                    <a:pt x="172452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110" y="5399291"/>
              <a:ext cx="4105" cy="167167"/>
            </a:xfrm>
            <a:custGeom>
              <a:avLst/>
              <a:pathLst>
                <a:path w="4105" h="167167">
                  <a:moveTo>
                    <a:pt x="4105" y="0"/>
                  </a:moveTo>
                  <a:lnTo>
                    <a:pt x="0" y="50"/>
                  </a:lnTo>
                  <a:lnTo>
                    <a:pt x="41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110" y="5399342"/>
              <a:ext cx="4105" cy="167117"/>
            </a:xfrm>
            <a:custGeom>
              <a:avLst/>
              <a:pathLst>
                <a:path w="4105" h="167117">
                  <a:moveTo>
                    <a:pt x="0" y="0"/>
                  </a:moveTo>
                  <a:lnTo>
                    <a:pt x="4105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9" y="5399342"/>
              <a:ext cx="334329" cy="334268"/>
            </a:xfrm>
            <a:custGeom>
              <a:avLst/>
              <a:pathLst>
                <a:path w="334329" h="334268">
                  <a:moveTo>
                    <a:pt x="163061" y="0"/>
                  </a:moveTo>
                  <a:lnTo>
                    <a:pt x="157778" y="213"/>
                  </a:lnTo>
                  <a:lnTo>
                    <a:pt x="152505" y="593"/>
                  </a:lnTo>
                  <a:lnTo>
                    <a:pt x="147247" y="1140"/>
                  </a:lnTo>
                  <a:lnTo>
                    <a:pt x="142008" y="1853"/>
                  </a:lnTo>
                  <a:lnTo>
                    <a:pt x="136795" y="2731"/>
                  </a:lnTo>
                  <a:lnTo>
                    <a:pt x="131612" y="3774"/>
                  </a:lnTo>
                  <a:lnTo>
                    <a:pt x="126465" y="4980"/>
                  </a:lnTo>
                  <a:lnTo>
                    <a:pt x="121358" y="6348"/>
                  </a:lnTo>
                  <a:lnTo>
                    <a:pt x="116298" y="7877"/>
                  </a:lnTo>
                  <a:lnTo>
                    <a:pt x="111288" y="9565"/>
                  </a:lnTo>
                  <a:lnTo>
                    <a:pt x="106334" y="11410"/>
                  </a:lnTo>
                  <a:lnTo>
                    <a:pt x="101440" y="13412"/>
                  </a:lnTo>
                  <a:lnTo>
                    <a:pt x="96613" y="15567"/>
                  </a:lnTo>
                  <a:lnTo>
                    <a:pt x="91856" y="17874"/>
                  </a:lnTo>
                  <a:lnTo>
                    <a:pt x="87175" y="20330"/>
                  </a:lnTo>
                  <a:lnTo>
                    <a:pt x="82573" y="22933"/>
                  </a:lnTo>
                  <a:lnTo>
                    <a:pt x="78056" y="25680"/>
                  </a:lnTo>
                  <a:lnTo>
                    <a:pt x="73628" y="28568"/>
                  </a:lnTo>
                  <a:lnTo>
                    <a:pt x="69294" y="31595"/>
                  </a:lnTo>
                  <a:lnTo>
                    <a:pt x="65057" y="34758"/>
                  </a:lnTo>
                  <a:lnTo>
                    <a:pt x="60923" y="38053"/>
                  </a:lnTo>
                  <a:lnTo>
                    <a:pt x="56895" y="41477"/>
                  </a:lnTo>
                  <a:lnTo>
                    <a:pt x="52977" y="45027"/>
                  </a:lnTo>
                  <a:lnTo>
                    <a:pt x="49174" y="48698"/>
                  </a:lnTo>
                  <a:lnTo>
                    <a:pt x="45488" y="52489"/>
                  </a:lnTo>
                  <a:lnTo>
                    <a:pt x="41925" y="56394"/>
                  </a:lnTo>
                  <a:lnTo>
                    <a:pt x="38486" y="60409"/>
                  </a:lnTo>
                  <a:lnTo>
                    <a:pt x="35176" y="64532"/>
                  </a:lnTo>
                  <a:lnTo>
                    <a:pt x="31998" y="68757"/>
                  </a:lnTo>
                  <a:lnTo>
                    <a:pt x="28956" y="73080"/>
                  </a:lnTo>
                  <a:lnTo>
                    <a:pt x="26051" y="77497"/>
                  </a:lnTo>
                  <a:lnTo>
                    <a:pt x="23288" y="82004"/>
                  </a:lnTo>
                  <a:lnTo>
                    <a:pt x="20668" y="86597"/>
                  </a:lnTo>
                  <a:lnTo>
                    <a:pt x="18196" y="91269"/>
                  </a:lnTo>
                  <a:lnTo>
                    <a:pt x="15872" y="96018"/>
                  </a:lnTo>
                  <a:lnTo>
                    <a:pt x="13699" y="100838"/>
                  </a:lnTo>
                  <a:lnTo>
                    <a:pt x="11680" y="105724"/>
                  </a:lnTo>
                  <a:lnTo>
                    <a:pt x="9817" y="110671"/>
                  </a:lnTo>
                  <a:lnTo>
                    <a:pt x="8110" y="115675"/>
                  </a:lnTo>
                  <a:lnTo>
                    <a:pt x="6563" y="120730"/>
                  </a:lnTo>
                  <a:lnTo>
                    <a:pt x="5177" y="125832"/>
                  </a:lnTo>
                  <a:lnTo>
                    <a:pt x="3952" y="130975"/>
                  </a:lnTo>
                  <a:lnTo>
                    <a:pt x="2891" y="136154"/>
                  </a:lnTo>
                  <a:lnTo>
                    <a:pt x="1994" y="141364"/>
                  </a:lnTo>
                  <a:lnTo>
                    <a:pt x="1262" y="146599"/>
                  </a:lnTo>
                  <a:lnTo>
                    <a:pt x="697" y="151856"/>
                  </a:lnTo>
                  <a:lnTo>
                    <a:pt x="297" y="157127"/>
                  </a:lnTo>
                  <a:lnTo>
                    <a:pt x="65" y="162409"/>
                  </a:lnTo>
                  <a:lnTo>
                    <a:pt x="0" y="167695"/>
                  </a:lnTo>
                  <a:lnTo>
                    <a:pt x="101" y="172981"/>
                  </a:lnTo>
                  <a:lnTo>
                    <a:pt x="370" y="178261"/>
                  </a:lnTo>
                  <a:lnTo>
                    <a:pt x="806" y="183530"/>
                  </a:lnTo>
                  <a:lnTo>
                    <a:pt x="1408" y="188782"/>
                  </a:lnTo>
                  <a:lnTo>
                    <a:pt x="2176" y="194013"/>
                  </a:lnTo>
                  <a:lnTo>
                    <a:pt x="3109" y="199216"/>
                  </a:lnTo>
                  <a:lnTo>
                    <a:pt x="4206" y="204388"/>
                  </a:lnTo>
                  <a:lnTo>
                    <a:pt x="5466" y="209522"/>
                  </a:lnTo>
                  <a:lnTo>
                    <a:pt x="6888" y="214614"/>
                  </a:lnTo>
                  <a:lnTo>
                    <a:pt x="8470" y="219659"/>
                  </a:lnTo>
                  <a:lnTo>
                    <a:pt x="10211" y="224650"/>
                  </a:lnTo>
                  <a:lnTo>
                    <a:pt x="12109" y="229585"/>
                  </a:lnTo>
                  <a:lnTo>
                    <a:pt x="14162" y="234457"/>
                  </a:lnTo>
                  <a:lnTo>
                    <a:pt x="16368" y="239261"/>
                  </a:lnTo>
                  <a:lnTo>
                    <a:pt x="18724" y="243993"/>
                  </a:lnTo>
                  <a:lnTo>
                    <a:pt x="21230" y="248649"/>
                  </a:lnTo>
                  <a:lnTo>
                    <a:pt x="23881" y="253223"/>
                  </a:lnTo>
                  <a:lnTo>
                    <a:pt x="26675" y="257711"/>
                  </a:lnTo>
                  <a:lnTo>
                    <a:pt x="29610" y="262108"/>
                  </a:lnTo>
                  <a:lnTo>
                    <a:pt x="32683" y="266410"/>
                  </a:lnTo>
                  <a:lnTo>
                    <a:pt x="35890" y="270613"/>
                  </a:lnTo>
                  <a:lnTo>
                    <a:pt x="39228" y="274712"/>
                  </a:lnTo>
                  <a:lnTo>
                    <a:pt x="42694" y="278704"/>
                  </a:lnTo>
                  <a:lnTo>
                    <a:pt x="46285" y="282584"/>
                  </a:lnTo>
                  <a:lnTo>
                    <a:pt x="49997" y="286349"/>
                  </a:lnTo>
                  <a:lnTo>
                    <a:pt x="53826" y="289994"/>
                  </a:lnTo>
                  <a:lnTo>
                    <a:pt x="57768" y="293517"/>
                  </a:lnTo>
                  <a:lnTo>
                    <a:pt x="61819" y="296913"/>
                  </a:lnTo>
                  <a:lnTo>
                    <a:pt x="65976" y="300179"/>
                  </a:lnTo>
                  <a:lnTo>
                    <a:pt x="70235" y="303312"/>
                  </a:lnTo>
                  <a:lnTo>
                    <a:pt x="74590" y="306309"/>
                  </a:lnTo>
                  <a:lnTo>
                    <a:pt x="79038" y="309167"/>
                  </a:lnTo>
                  <a:lnTo>
                    <a:pt x="83573" y="311883"/>
                  </a:lnTo>
                  <a:lnTo>
                    <a:pt x="88193" y="314454"/>
                  </a:lnTo>
                  <a:lnTo>
                    <a:pt x="92891" y="316877"/>
                  </a:lnTo>
                  <a:lnTo>
                    <a:pt x="97664" y="319151"/>
                  </a:lnTo>
                  <a:lnTo>
                    <a:pt x="102506" y="321273"/>
                  </a:lnTo>
                  <a:lnTo>
                    <a:pt x="107413" y="323240"/>
                  </a:lnTo>
                  <a:lnTo>
                    <a:pt x="112380" y="325052"/>
                  </a:lnTo>
                  <a:lnTo>
                    <a:pt x="117402" y="326705"/>
                  </a:lnTo>
                  <a:lnTo>
                    <a:pt x="122473" y="328199"/>
                  </a:lnTo>
                  <a:lnTo>
                    <a:pt x="127589" y="329531"/>
                  </a:lnTo>
                  <a:lnTo>
                    <a:pt x="132744" y="330702"/>
                  </a:lnTo>
                  <a:lnTo>
                    <a:pt x="137934" y="331708"/>
                  </a:lnTo>
                  <a:lnTo>
                    <a:pt x="143153" y="332550"/>
                  </a:lnTo>
                  <a:lnTo>
                    <a:pt x="148397" y="333227"/>
                  </a:lnTo>
                  <a:lnTo>
                    <a:pt x="153659" y="333737"/>
                  </a:lnTo>
                  <a:lnTo>
                    <a:pt x="158934" y="334081"/>
                  </a:lnTo>
                  <a:lnTo>
                    <a:pt x="164218" y="334258"/>
                  </a:lnTo>
                  <a:lnTo>
                    <a:pt x="169505" y="334268"/>
                  </a:lnTo>
                  <a:lnTo>
                    <a:pt x="174789" y="334110"/>
                  </a:lnTo>
                  <a:lnTo>
                    <a:pt x="180066" y="333786"/>
                  </a:lnTo>
                  <a:lnTo>
                    <a:pt x="185330" y="333294"/>
                  </a:lnTo>
                  <a:lnTo>
                    <a:pt x="190575" y="332637"/>
                  </a:lnTo>
                  <a:lnTo>
                    <a:pt x="195797" y="331814"/>
                  </a:lnTo>
                  <a:lnTo>
                    <a:pt x="200991" y="330826"/>
                  </a:lnTo>
                  <a:lnTo>
                    <a:pt x="206151" y="329675"/>
                  </a:lnTo>
                  <a:lnTo>
                    <a:pt x="211272" y="328361"/>
                  </a:lnTo>
                  <a:lnTo>
                    <a:pt x="216348" y="326885"/>
                  </a:lnTo>
                  <a:lnTo>
                    <a:pt x="221376" y="325250"/>
                  </a:lnTo>
                  <a:lnTo>
                    <a:pt x="226349" y="323457"/>
                  </a:lnTo>
                  <a:lnTo>
                    <a:pt x="231263" y="321507"/>
                  </a:lnTo>
                  <a:lnTo>
                    <a:pt x="236113" y="319403"/>
                  </a:lnTo>
                  <a:lnTo>
                    <a:pt x="240894" y="317147"/>
                  </a:lnTo>
                  <a:lnTo>
                    <a:pt x="245601" y="314740"/>
                  </a:lnTo>
                  <a:lnTo>
                    <a:pt x="250230" y="312186"/>
                  </a:lnTo>
                  <a:lnTo>
                    <a:pt x="254776" y="309487"/>
                  </a:lnTo>
                  <a:lnTo>
                    <a:pt x="259234" y="306646"/>
                  </a:lnTo>
                  <a:lnTo>
                    <a:pt x="263600" y="303665"/>
                  </a:lnTo>
                  <a:lnTo>
                    <a:pt x="267870" y="300547"/>
                  </a:lnTo>
                  <a:lnTo>
                    <a:pt x="272039" y="297296"/>
                  </a:lnTo>
                  <a:lnTo>
                    <a:pt x="276103" y="293915"/>
                  </a:lnTo>
                  <a:lnTo>
                    <a:pt x="280058" y="290406"/>
                  </a:lnTo>
                  <a:lnTo>
                    <a:pt x="283900" y="286775"/>
                  </a:lnTo>
                  <a:lnTo>
                    <a:pt x="287625" y="283024"/>
                  </a:lnTo>
                  <a:lnTo>
                    <a:pt x="291230" y="279157"/>
                  </a:lnTo>
                  <a:lnTo>
                    <a:pt x="294711" y="275178"/>
                  </a:lnTo>
                  <a:lnTo>
                    <a:pt x="298064" y="271091"/>
                  </a:lnTo>
                  <a:lnTo>
                    <a:pt x="301286" y="266900"/>
                  </a:lnTo>
                  <a:lnTo>
                    <a:pt x="304375" y="262609"/>
                  </a:lnTo>
                  <a:lnTo>
                    <a:pt x="307326" y="258222"/>
                  </a:lnTo>
                  <a:lnTo>
                    <a:pt x="310136" y="253745"/>
                  </a:lnTo>
                  <a:lnTo>
                    <a:pt x="312804" y="249180"/>
                  </a:lnTo>
                  <a:lnTo>
                    <a:pt x="315326" y="244534"/>
                  </a:lnTo>
                  <a:lnTo>
                    <a:pt x="317700" y="239810"/>
                  </a:lnTo>
                  <a:lnTo>
                    <a:pt x="319924" y="235014"/>
                  </a:lnTo>
                  <a:lnTo>
                    <a:pt x="321994" y="230150"/>
                  </a:lnTo>
                  <a:lnTo>
                    <a:pt x="323910" y="225222"/>
                  </a:lnTo>
                  <a:lnTo>
                    <a:pt x="325669" y="220237"/>
                  </a:lnTo>
                  <a:lnTo>
                    <a:pt x="327269" y="215198"/>
                  </a:lnTo>
                  <a:lnTo>
                    <a:pt x="328710" y="210111"/>
                  </a:lnTo>
                  <a:lnTo>
                    <a:pt x="329989" y="204982"/>
                  </a:lnTo>
                  <a:lnTo>
                    <a:pt x="331104" y="199814"/>
                  </a:lnTo>
                  <a:lnTo>
                    <a:pt x="332056" y="194614"/>
                  </a:lnTo>
                  <a:lnTo>
                    <a:pt x="332843" y="189386"/>
                  </a:lnTo>
                  <a:lnTo>
                    <a:pt x="333465" y="184136"/>
                  </a:lnTo>
                  <a:lnTo>
                    <a:pt x="333920" y="178869"/>
                  </a:lnTo>
                  <a:lnTo>
                    <a:pt x="334208" y="173590"/>
                  </a:lnTo>
                  <a:lnTo>
                    <a:pt x="334329" y="168305"/>
                  </a:lnTo>
                  <a:lnTo>
                    <a:pt x="334283" y="163018"/>
                  </a:lnTo>
                  <a:lnTo>
                    <a:pt x="334070" y="157736"/>
                  </a:lnTo>
                  <a:lnTo>
                    <a:pt x="333690" y="152463"/>
                  </a:lnTo>
                  <a:lnTo>
                    <a:pt x="333143" y="147204"/>
                  </a:lnTo>
                  <a:lnTo>
                    <a:pt x="332431" y="141966"/>
                  </a:lnTo>
                  <a:lnTo>
                    <a:pt x="331553" y="136753"/>
                  </a:lnTo>
                  <a:lnTo>
                    <a:pt x="330510" y="131570"/>
                  </a:lnTo>
                  <a:lnTo>
                    <a:pt x="329305" y="126422"/>
                  </a:lnTo>
                  <a:lnTo>
                    <a:pt x="327937" y="121316"/>
                  </a:lnTo>
                  <a:lnTo>
                    <a:pt x="326408" y="116255"/>
                  </a:lnTo>
                  <a:lnTo>
                    <a:pt x="324720" y="111245"/>
                  </a:lnTo>
                  <a:lnTo>
                    <a:pt x="322875" y="106291"/>
                  </a:lnTo>
                  <a:lnTo>
                    <a:pt x="320873" y="101397"/>
                  </a:lnTo>
                  <a:lnTo>
                    <a:pt x="318718" y="96570"/>
                  </a:lnTo>
                  <a:lnTo>
                    <a:pt x="316412" y="91813"/>
                  </a:lnTo>
                  <a:lnTo>
                    <a:pt x="313956" y="87131"/>
                  </a:lnTo>
                  <a:lnTo>
                    <a:pt x="311353" y="82530"/>
                  </a:lnTo>
                  <a:lnTo>
                    <a:pt x="308606" y="78012"/>
                  </a:lnTo>
                  <a:lnTo>
                    <a:pt x="305718" y="73584"/>
                  </a:lnTo>
                  <a:lnTo>
                    <a:pt x="302691" y="69250"/>
                  </a:lnTo>
                  <a:lnTo>
                    <a:pt x="299529" y="65014"/>
                  </a:lnTo>
                  <a:lnTo>
                    <a:pt x="296234" y="60879"/>
                  </a:lnTo>
                  <a:lnTo>
                    <a:pt x="292810" y="56851"/>
                  </a:lnTo>
                  <a:lnTo>
                    <a:pt x="289261" y="52933"/>
                  </a:lnTo>
                  <a:lnTo>
                    <a:pt x="285589" y="49129"/>
                  </a:lnTo>
                  <a:lnTo>
                    <a:pt x="281799" y="45444"/>
                  </a:lnTo>
                  <a:lnTo>
                    <a:pt x="277894" y="41880"/>
                  </a:lnTo>
                  <a:lnTo>
                    <a:pt x="273878" y="38441"/>
                  </a:lnTo>
                  <a:lnTo>
                    <a:pt x="269756" y="35131"/>
                  </a:lnTo>
                  <a:lnTo>
                    <a:pt x="265531" y="31953"/>
                  </a:lnTo>
                  <a:lnTo>
                    <a:pt x="261208" y="28910"/>
                  </a:lnTo>
                  <a:lnTo>
                    <a:pt x="256791" y="26005"/>
                  </a:lnTo>
                  <a:lnTo>
                    <a:pt x="252284" y="23242"/>
                  </a:lnTo>
                  <a:lnTo>
                    <a:pt x="247692" y="20622"/>
                  </a:lnTo>
                  <a:lnTo>
                    <a:pt x="243019" y="18149"/>
                  </a:lnTo>
                  <a:lnTo>
                    <a:pt x="238271" y="15825"/>
                  </a:lnTo>
                  <a:lnTo>
                    <a:pt x="233451" y="13652"/>
                  </a:lnTo>
                  <a:lnTo>
                    <a:pt x="228565" y="11633"/>
                  </a:lnTo>
                  <a:lnTo>
                    <a:pt x="223618" y="9769"/>
                  </a:lnTo>
                  <a:lnTo>
                    <a:pt x="218614" y="8063"/>
                  </a:lnTo>
                  <a:lnTo>
                    <a:pt x="213559" y="6516"/>
                  </a:lnTo>
                  <a:lnTo>
                    <a:pt x="167166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46393" cy="167167"/>
            </a:xfrm>
            <a:custGeom>
              <a:avLst/>
              <a:pathLst>
                <a:path w="46393" h="167167">
                  <a:moveTo>
                    <a:pt x="46393" y="6566"/>
                  </a:moveTo>
                  <a:lnTo>
                    <a:pt x="39905" y="4832"/>
                  </a:lnTo>
                  <a:lnTo>
                    <a:pt x="33353" y="3361"/>
                  </a:lnTo>
                  <a:lnTo>
                    <a:pt x="26747" y="2153"/>
                  </a:lnTo>
                  <a:lnTo>
                    <a:pt x="20098" y="1212"/>
                  </a:lnTo>
                  <a:lnTo>
                    <a:pt x="13417" y="539"/>
                  </a:lnTo>
                  <a:lnTo>
                    <a:pt x="6713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5624" y="5399291"/>
              <a:ext cx="47919" cy="167167"/>
            </a:xfrm>
            <a:custGeom>
              <a:avLst/>
              <a:pathLst>
                <a:path w="47919" h="167167">
                  <a:moveTo>
                    <a:pt x="47919" y="0"/>
                  </a:moveTo>
                  <a:lnTo>
                    <a:pt x="41845" y="110"/>
                  </a:lnTo>
                  <a:lnTo>
                    <a:pt x="35779" y="441"/>
                  </a:lnTo>
                  <a:lnTo>
                    <a:pt x="29730" y="992"/>
                  </a:lnTo>
                  <a:lnTo>
                    <a:pt x="23704" y="1763"/>
                  </a:lnTo>
                  <a:lnTo>
                    <a:pt x="17710" y="2752"/>
                  </a:lnTo>
                  <a:lnTo>
                    <a:pt x="11756" y="3958"/>
                  </a:lnTo>
                  <a:lnTo>
                    <a:pt x="5850" y="5380"/>
                  </a:lnTo>
                  <a:lnTo>
                    <a:pt x="0" y="7015"/>
                  </a:lnTo>
                  <a:lnTo>
                    <a:pt x="479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5624" y="5406307"/>
              <a:ext cx="47919" cy="160152"/>
            </a:xfrm>
            <a:custGeom>
              <a:avLst/>
              <a:pathLst>
                <a:path w="47919" h="160152">
                  <a:moveTo>
                    <a:pt x="0" y="0"/>
                  </a:moveTo>
                  <a:lnTo>
                    <a:pt x="47919" y="160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5624" y="5406307"/>
              <a:ext cx="47919" cy="160152"/>
            </a:xfrm>
            <a:custGeom>
              <a:avLst/>
              <a:pathLst>
                <a:path w="47919" h="160152">
                  <a:moveTo>
                    <a:pt x="0" y="0"/>
                  </a:moveTo>
                  <a:lnTo>
                    <a:pt x="47919" y="160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5624" y="5406307"/>
              <a:ext cx="47919" cy="160152"/>
            </a:xfrm>
            <a:custGeom>
              <a:avLst/>
              <a:pathLst>
                <a:path w="47919" h="160152">
                  <a:moveTo>
                    <a:pt x="0" y="0"/>
                  </a:moveTo>
                  <a:lnTo>
                    <a:pt x="47919" y="160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5624" y="5406307"/>
              <a:ext cx="47919" cy="160152"/>
            </a:xfrm>
            <a:custGeom>
              <a:avLst/>
              <a:pathLst>
                <a:path w="47919" h="160152">
                  <a:moveTo>
                    <a:pt x="0" y="0"/>
                  </a:moveTo>
                  <a:lnTo>
                    <a:pt x="47919" y="160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5624" y="5406307"/>
              <a:ext cx="47919" cy="160152"/>
            </a:xfrm>
            <a:custGeom>
              <a:avLst/>
              <a:pathLst>
                <a:path w="47919" h="160152">
                  <a:moveTo>
                    <a:pt x="0" y="0"/>
                  </a:moveTo>
                  <a:lnTo>
                    <a:pt x="47919" y="160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78" y="5406307"/>
              <a:ext cx="167165" cy="321378"/>
            </a:xfrm>
            <a:custGeom>
              <a:avLst/>
              <a:pathLst>
                <a:path w="167165" h="321378">
                  <a:moveTo>
                    <a:pt x="119246" y="0"/>
                  </a:moveTo>
                  <a:lnTo>
                    <a:pt x="114163" y="1609"/>
                  </a:lnTo>
                  <a:lnTo>
                    <a:pt x="109134" y="3380"/>
                  </a:lnTo>
                  <a:lnTo>
                    <a:pt x="104164" y="5310"/>
                  </a:lnTo>
                  <a:lnTo>
                    <a:pt x="99259" y="7398"/>
                  </a:lnTo>
                  <a:lnTo>
                    <a:pt x="94422" y="9641"/>
                  </a:lnTo>
                  <a:lnTo>
                    <a:pt x="89659" y="12037"/>
                  </a:lnTo>
                  <a:lnTo>
                    <a:pt x="84976" y="14584"/>
                  </a:lnTo>
                  <a:lnTo>
                    <a:pt x="80375" y="17279"/>
                  </a:lnTo>
                  <a:lnTo>
                    <a:pt x="75864" y="20120"/>
                  </a:lnTo>
                  <a:lnTo>
                    <a:pt x="71444" y="23102"/>
                  </a:lnTo>
                  <a:lnTo>
                    <a:pt x="67123" y="26225"/>
                  </a:lnTo>
                  <a:lnTo>
                    <a:pt x="62903" y="29483"/>
                  </a:lnTo>
                  <a:lnTo>
                    <a:pt x="58789" y="32874"/>
                  </a:lnTo>
                  <a:lnTo>
                    <a:pt x="54785" y="36395"/>
                  </a:lnTo>
                  <a:lnTo>
                    <a:pt x="50896" y="40042"/>
                  </a:lnTo>
                  <a:lnTo>
                    <a:pt x="47125" y="43810"/>
                  </a:lnTo>
                  <a:lnTo>
                    <a:pt x="43476" y="47698"/>
                  </a:lnTo>
                  <a:lnTo>
                    <a:pt x="39953" y="51699"/>
                  </a:lnTo>
                  <a:lnTo>
                    <a:pt x="36559" y="55811"/>
                  </a:lnTo>
                  <a:lnTo>
                    <a:pt x="33298" y="60029"/>
                  </a:lnTo>
                  <a:lnTo>
                    <a:pt x="30173" y="64349"/>
                  </a:lnTo>
                  <a:lnTo>
                    <a:pt x="27188" y="68766"/>
                  </a:lnTo>
                  <a:lnTo>
                    <a:pt x="24345" y="73276"/>
                  </a:lnTo>
                  <a:lnTo>
                    <a:pt x="21647" y="77875"/>
                  </a:lnTo>
                  <a:lnTo>
                    <a:pt x="19098" y="82557"/>
                  </a:lnTo>
                  <a:lnTo>
                    <a:pt x="16698" y="87318"/>
                  </a:lnTo>
                  <a:lnTo>
                    <a:pt x="14452" y="92154"/>
                  </a:lnTo>
                  <a:lnTo>
                    <a:pt x="12362" y="97058"/>
                  </a:lnTo>
                  <a:lnTo>
                    <a:pt x="10428" y="102027"/>
                  </a:lnTo>
                  <a:lnTo>
                    <a:pt x="8655" y="107055"/>
                  </a:lnTo>
                  <a:lnTo>
                    <a:pt x="7042" y="112136"/>
                  </a:lnTo>
                  <a:lnTo>
                    <a:pt x="5592" y="117267"/>
                  </a:lnTo>
                  <a:lnTo>
                    <a:pt x="4307" y="122441"/>
                  </a:lnTo>
                  <a:lnTo>
                    <a:pt x="3187" y="127654"/>
                  </a:lnTo>
                  <a:lnTo>
                    <a:pt x="2234" y="132899"/>
                  </a:lnTo>
                  <a:lnTo>
                    <a:pt x="1449" y="138173"/>
                  </a:lnTo>
                  <a:lnTo>
                    <a:pt x="833" y="143469"/>
                  </a:lnTo>
                  <a:lnTo>
                    <a:pt x="385" y="148781"/>
                  </a:lnTo>
                  <a:lnTo>
                    <a:pt x="107" y="154105"/>
                  </a:lnTo>
                  <a:lnTo>
                    <a:pt x="0" y="159436"/>
                  </a:lnTo>
                  <a:lnTo>
                    <a:pt x="62" y="164767"/>
                  </a:lnTo>
                  <a:lnTo>
                    <a:pt x="294" y="170093"/>
                  </a:lnTo>
                  <a:lnTo>
                    <a:pt x="696" y="175410"/>
                  </a:lnTo>
                  <a:lnTo>
                    <a:pt x="1267" y="180711"/>
                  </a:lnTo>
                  <a:lnTo>
                    <a:pt x="2007" y="185990"/>
                  </a:lnTo>
                  <a:lnTo>
                    <a:pt x="2915" y="191244"/>
                  </a:lnTo>
                  <a:lnTo>
                    <a:pt x="3990" y="196466"/>
                  </a:lnTo>
                  <a:lnTo>
                    <a:pt x="5231" y="201651"/>
                  </a:lnTo>
                  <a:lnTo>
                    <a:pt x="6637" y="206794"/>
                  </a:lnTo>
                  <a:lnTo>
                    <a:pt x="8206" y="211889"/>
                  </a:lnTo>
                  <a:lnTo>
                    <a:pt x="9937" y="216932"/>
                  </a:lnTo>
                  <a:lnTo>
                    <a:pt x="11827" y="221917"/>
                  </a:lnTo>
                  <a:lnTo>
                    <a:pt x="13876" y="226839"/>
                  </a:lnTo>
                  <a:lnTo>
                    <a:pt x="16080" y="231694"/>
                  </a:lnTo>
                  <a:lnTo>
                    <a:pt x="18439" y="236475"/>
                  </a:lnTo>
                  <a:lnTo>
                    <a:pt x="20948" y="241179"/>
                  </a:lnTo>
                  <a:lnTo>
                    <a:pt x="23606" y="245801"/>
                  </a:lnTo>
                  <a:lnTo>
                    <a:pt x="26411" y="250335"/>
                  </a:lnTo>
                  <a:lnTo>
                    <a:pt x="29358" y="254778"/>
                  </a:lnTo>
                  <a:lnTo>
                    <a:pt x="32446" y="259124"/>
                  </a:lnTo>
                  <a:lnTo>
                    <a:pt x="35671" y="263370"/>
                  </a:lnTo>
                  <a:lnTo>
                    <a:pt x="39029" y="267511"/>
                  </a:lnTo>
                  <a:lnTo>
                    <a:pt x="42518" y="271542"/>
                  </a:lnTo>
                  <a:lnTo>
                    <a:pt x="46133" y="275461"/>
                  </a:lnTo>
                  <a:lnTo>
                    <a:pt x="49872" y="279261"/>
                  </a:lnTo>
                  <a:lnTo>
                    <a:pt x="53730" y="282941"/>
                  </a:lnTo>
                  <a:lnTo>
                    <a:pt x="57703" y="286496"/>
                  </a:lnTo>
                  <a:lnTo>
                    <a:pt x="61788" y="289923"/>
                  </a:lnTo>
                  <a:lnTo>
                    <a:pt x="65980" y="293217"/>
                  </a:lnTo>
                  <a:lnTo>
                    <a:pt x="70275" y="296376"/>
                  </a:lnTo>
                  <a:lnTo>
                    <a:pt x="74668" y="299397"/>
                  </a:lnTo>
                  <a:lnTo>
                    <a:pt x="79155" y="302275"/>
                  </a:lnTo>
                  <a:lnTo>
                    <a:pt x="83732" y="305010"/>
                  </a:lnTo>
                  <a:lnTo>
                    <a:pt x="88394" y="307597"/>
                  </a:lnTo>
                  <a:lnTo>
                    <a:pt x="93136" y="310034"/>
                  </a:lnTo>
                  <a:lnTo>
                    <a:pt x="97953" y="312318"/>
                  </a:lnTo>
                  <a:lnTo>
                    <a:pt x="102841" y="314448"/>
                  </a:lnTo>
                  <a:lnTo>
                    <a:pt x="107794" y="316421"/>
                  </a:lnTo>
                  <a:lnTo>
                    <a:pt x="112808" y="318234"/>
                  </a:lnTo>
                  <a:lnTo>
                    <a:pt x="117876" y="319887"/>
                  </a:lnTo>
                  <a:lnTo>
                    <a:pt x="122995" y="321378"/>
                  </a:lnTo>
                  <a:lnTo>
                    <a:pt x="167165" y="160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9373" y="5399291"/>
              <a:ext cx="211329" cy="334321"/>
            </a:xfrm>
            <a:custGeom>
              <a:avLst/>
              <a:pathLst>
                <a:path w="211329" h="334321">
                  <a:moveTo>
                    <a:pt x="0" y="328393"/>
                  </a:moveTo>
                  <a:lnTo>
                    <a:pt x="5158" y="329719"/>
                  </a:lnTo>
                  <a:lnTo>
                    <a:pt x="10355" y="330879"/>
                  </a:lnTo>
                  <a:lnTo>
                    <a:pt x="15588" y="331873"/>
                  </a:lnTo>
                  <a:lnTo>
                    <a:pt x="20849" y="332700"/>
                  </a:lnTo>
                  <a:lnTo>
                    <a:pt x="26133" y="333359"/>
                  </a:lnTo>
                  <a:lnTo>
                    <a:pt x="31437" y="333849"/>
                  </a:lnTo>
                  <a:lnTo>
                    <a:pt x="36753" y="334170"/>
                  </a:lnTo>
                  <a:lnTo>
                    <a:pt x="42076" y="334321"/>
                  </a:lnTo>
                  <a:lnTo>
                    <a:pt x="47402" y="334303"/>
                  </a:lnTo>
                  <a:lnTo>
                    <a:pt x="52724" y="334115"/>
                  </a:lnTo>
                  <a:lnTo>
                    <a:pt x="58038" y="333758"/>
                  </a:lnTo>
                  <a:lnTo>
                    <a:pt x="63337" y="333232"/>
                  </a:lnTo>
                  <a:lnTo>
                    <a:pt x="68618" y="332537"/>
                  </a:lnTo>
                  <a:lnTo>
                    <a:pt x="73873" y="331674"/>
                  </a:lnTo>
                  <a:lnTo>
                    <a:pt x="79098" y="330645"/>
                  </a:lnTo>
                  <a:lnTo>
                    <a:pt x="84288" y="329449"/>
                  </a:lnTo>
                  <a:lnTo>
                    <a:pt x="89437" y="328089"/>
                  </a:lnTo>
                  <a:lnTo>
                    <a:pt x="94540" y="326565"/>
                  </a:lnTo>
                  <a:lnTo>
                    <a:pt x="99592" y="324880"/>
                  </a:lnTo>
                  <a:lnTo>
                    <a:pt x="104588" y="323034"/>
                  </a:lnTo>
                  <a:lnTo>
                    <a:pt x="109522" y="321031"/>
                  </a:lnTo>
                  <a:lnTo>
                    <a:pt x="114390" y="318871"/>
                  </a:lnTo>
                  <a:lnTo>
                    <a:pt x="119187" y="316557"/>
                  </a:lnTo>
                  <a:lnTo>
                    <a:pt x="123908" y="314091"/>
                  </a:lnTo>
                  <a:lnTo>
                    <a:pt x="128547" y="311477"/>
                  </a:lnTo>
                  <a:lnTo>
                    <a:pt x="133101" y="308716"/>
                  </a:lnTo>
                  <a:lnTo>
                    <a:pt x="137565" y="305811"/>
                  </a:lnTo>
                  <a:lnTo>
                    <a:pt x="141934" y="302766"/>
                  </a:lnTo>
                  <a:lnTo>
                    <a:pt x="146204" y="299583"/>
                  </a:lnTo>
                  <a:lnTo>
                    <a:pt x="150370" y="296265"/>
                  </a:lnTo>
                  <a:lnTo>
                    <a:pt x="154429" y="292817"/>
                  </a:lnTo>
                  <a:lnTo>
                    <a:pt x="158375" y="289241"/>
                  </a:lnTo>
                  <a:lnTo>
                    <a:pt x="162206" y="285541"/>
                  </a:lnTo>
                  <a:lnTo>
                    <a:pt x="165917" y="281721"/>
                  </a:lnTo>
                  <a:lnTo>
                    <a:pt x="169504" y="277785"/>
                  </a:lnTo>
                  <a:lnTo>
                    <a:pt x="172964" y="273736"/>
                  </a:lnTo>
                  <a:lnTo>
                    <a:pt x="176293" y="269579"/>
                  </a:lnTo>
                  <a:lnTo>
                    <a:pt x="179489" y="265318"/>
                  </a:lnTo>
                  <a:lnTo>
                    <a:pt x="182547" y="260958"/>
                  </a:lnTo>
                  <a:lnTo>
                    <a:pt x="185464" y="256503"/>
                  </a:lnTo>
                  <a:lnTo>
                    <a:pt x="188238" y="251956"/>
                  </a:lnTo>
                  <a:lnTo>
                    <a:pt x="190866" y="247324"/>
                  </a:lnTo>
                  <a:lnTo>
                    <a:pt x="193345" y="242611"/>
                  </a:lnTo>
                  <a:lnTo>
                    <a:pt x="195672" y="237820"/>
                  </a:lnTo>
                  <a:lnTo>
                    <a:pt x="197846" y="232959"/>
                  </a:lnTo>
                  <a:lnTo>
                    <a:pt x="199864" y="228030"/>
                  </a:lnTo>
                  <a:lnTo>
                    <a:pt x="201723" y="223040"/>
                  </a:lnTo>
                  <a:lnTo>
                    <a:pt x="203423" y="217992"/>
                  </a:lnTo>
                  <a:lnTo>
                    <a:pt x="204961" y="212894"/>
                  </a:lnTo>
                  <a:lnTo>
                    <a:pt x="206336" y="207749"/>
                  </a:lnTo>
                  <a:lnTo>
                    <a:pt x="207547" y="202562"/>
                  </a:lnTo>
                  <a:lnTo>
                    <a:pt x="208591" y="197340"/>
                  </a:lnTo>
                  <a:lnTo>
                    <a:pt x="209469" y="192087"/>
                  </a:lnTo>
                  <a:lnTo>
                    <a:pt x="210179" y="186809"/>
                  </a:lnTo>
                  <a:lnTo>
                    <a:pt x="210721" y="181511"/>
                  </a:lnTo>
                  <a:lnTo>
                    <a:pt x="211093" y="176198"/>
                  </a:lnTo>
                  <a:lnTo>
                    <a:pt x="211296" y="170876"/>
                  </a:lnTo>
                  <a:lnTo>
                    <a:pt x="211329" y="165551"/>
                  </a:lnTo>
                  <a:lnTo>
                    <a:pt x="211193" y="160227"/>
                  </a:lnTo>
                  <a:lnTo>
                    <a:pt x="210887" y="154910"/>
                  </a:lnTo>
                  <a:lnTo>
                    <a:pt x="210412" y="149606"/>
                  </a:lnTo>
                  <a:lnTo>
                    <a:pt x="209768" y="144319"/>
                  </a:lnTo>
                  <a:lnTo>
                    <a:pt x="208956" y="139055"/>
                  </a:lnTo>
                  <a:lnTo>
                    <a:pt x="207977" y="133821"/>
                  </a:lnTo>
                  <a:lnTo>
                    <a:pt x="206832" y="128619"/>
                  </a:lnTo>
                  <a:lnTo>
                    <a:pt x="205522" y="123457"/>
                  </a:lnTo>
                  <a:lnTo>
                    <a:pt x="204047" y="118340"/>
                  </a:lnTo>
                  <a:lnTo>
                    <a:pt x="202411" y="113272"/>
                  </a:lnTo>
                  <a:lnTo>
                    <a:pt x="200614" y="108259"/>
                  </a:lnTo>
                  <a:lnTo>
                    <a:pt x="198658" y="103305"/>
                  </a:lnTo>
                  <a:lnTo>
                    <a:pt x="196545" y="98416"/>
                  </a:lnTo>
                  <a:lnTo>
                    <a:pt x="194278" y="93597"/>
                  </a:lnTo>
                  <a:lnTo>
                    <a:pt x="191858" y="88853"/>
                  </a:lnTo>
                  <a:lnTo>
                    <a:pt x="189289" y="84188"/>
                  </a:lnTo>
                  <a:lnTo>
                    <a:pt x="186572" y="79608"/>
                  </a:lnTo>
                  <a:lnTo>
                    <a:pt x="183710" y="75116"/>
                  </a:lnTo>
                  <a:lnTo>
                    <a:pt x="180707" y="70718"/>
                  </a:lnTo>
                  <a:lnTo>
                    <a:pt x="177566" y="66417"/>
                  </a:lnTo>
                  <a:lnTo>
                    <a:pt x="174289" y="62219"/>
                  </a:lnTo>
                  <a:lnTo>
                    <a:pt x="170880" y="58128"/>
                  </a:lnTo>
                  <a:lnTo>
                    <a:pt x="167342" y="54147"/>
                  </a:lnTo>
                  <a:lnTo>
                    <a:pt x="163679" y="50281"/>
                  </a:lnTo>
                  <a:lnTo>
                    <a:pt x="159895" y="46533"/>
                  </a:lnTo>
                  <a:lnTo>
                    <a:pt x="155994" y="42908"/>
                  </a:lnTo>
                  <a:lnTo>
                    <a:pt x="151979" y="39409"/>
                  </a:lnTo>
                  <a:lnTo>
                    <a:pt x="147854" y="36039"/>
                  </a:lnTo>
                  <a:lnTo>
                    <a:pt x="143625" y="32803"/>
                  </a:lnTo>
                  <a:lnTo>
                    <a:pt x="139294" y="29703"/>
                  </a:lnTo>
                  <a:lnTo>
                    <a:pt x="134867" y="26743"/>
                  </a:lnTo>
                  <a:lnTo>
                    <a:pt x="130348" y="23925"/>
                  </a:lnTo>
                  <a:lnTo>
                    <a:pt x="125741" y="21253"/>
                  </a:lnTo>
                  <a:lnTo>
                    <a:pt x="121052" y="18728"/>
                  </a:lnTo>
                  <a:lnTo>
                    <a:pt x="116285" y="16355"/>
                  </a:lnTo>
                  <a:lnTo>
                    <a:pt x="111444" y="14134"/>
                  </a:lnTo>
                  <a:lnTo>
                    <a:pt x="106535" y="12069"/>
                  </a:lnTo>
                  <a:lnTo>
                    <a:pt x="101563" y="10161"/>
                  </a:lnTo>
                  <a:lnTo>
                    <a:pt x="96532" y="8412"/>
                  </a:lnTo>
                  <a:lnTo>
                    <a:pt x="91449" y="6825"/>
                  </a:lnTo>
                  <a:lnTo>
                    <a:pt x="86317" y="5400"/>
                  </a:lnTo>
                  <a:lnTo>
                    <a:pt x="81143" y="4140"/>
                  </a:lnTo>
                  <a:lnTo>
                    <a:pt x="75931" y="3044"/>
                  </a:lnTo>
                  <a:lnTo>
                    <a:pt x="70687" y="2116"/>
                  </a:lnTo>
                  <a:lnTo>
                    <a:pt x="65416" y="1355"/>
                  </a:lnTo>
                  <a:lnTo>
                    <a:pt x="60123" y="762"/>
                  </a:lnTo>
                  <a:lnTo>
                    <a:pt x="54814" y="339"/>
                  </a:lnTo>
                  <a:lnTo>
                    <a:pt x="49495" y="84"/>
                  </a:lnTo>
                  <a:lnTo>
                    <a:pt x="44170" y="0"/>
                  </a:lnTo>
                  <a:lnTo>
                    <a:pt x="441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1826" y="5269756"/>
              <a:ext cx="13431" cy="167167"/>
            </a:xfrm>
            <a:custGeom>
              <a:avLst/>
              <a:pathLst>
                <a:path w="13431" h="167167">
                  <a:moveTo>
                    <a:pt x="13431" y="0"/>
                  </a:moveTo>
                  <a:lnTo>
                    <a:pt x="0" y="540"/>
                  </a:lnTo>
                  <a:lnTo>
                    <a:pt x="134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1826" y="5270296"/>
              <a:ext cx="13431" cy="166626"/>
            </a:xfrm>
            <a:custGeom>
              <a:avLst/>
              <a:pathLst>
                <a:path w="13431" h="166626">
                  <a:moveTo>
                    <a:pt x="0" y="0"/>
                  </a:moveTo>
                  <a:lnTo>
                    <a:pt x="13431" y="166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1826" y="5270296"/>
              <a:ext cx="13431" cy="166626"/>
            </a:xfrm>
            <a:custGeom>
              <a:avLst/>
              <a:pathLst>
                <a:path w="13431" h="166626">
                  <a:moveTo>
                    <a:pt x="0" y="0"/>
                  </a:moveTo>
                  <a:lnTo>
                    <a:pt x="13431" y="166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1826" y="5270296"/>
              <a:ext cx="13431" cy="166626"/>
            </a:xfrm>
            <a:custGeom>
              <a:avLst/>
              <a:pathLst>
                <a:path w="13431" h="166626">
                  <a:moveTo>
                    <a:pt x="0" y="0"/>
                  </a:moveTo>
                  <a:lnTo>
                    <a:pt x="13431" y="1666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1826" y="5270296"/>
              <a:ext cx="13431" cy="166626"/>
            </a:xfrm>
            <a:custGeom>
              <a:avLst/>
              <a:pathLst>
                <a:path w="13431" h="166626">
                  <a:moveTo>
                    <a:pt x="0" y="0"/>
                  </a:moveTo>
                  <a:lnTo>
                    <a:pt x="13431" y="1666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418379" y="5270296"/>
              <a:ext cx="126879" cy="166626"/>
            </a:xfrm>
            <a:custGeom>
              <a:avLst/>
              <a:pathLst>
                <a:path w="126879" h="166626">
                  <a:moveTo>
                    <a:pt x="113447" y="0"/>
                  </a:moveTo>
                  <a:lnTo>
                    <a:pt x="107795" y="552"/>
                  </a:lnTo>
                  <a:lnTo>
                    <a:pt x="102166" y="1296"/>
                  </a:lnTo>
                  <a:lnTo>
                    <a:pt x="96564" y="2231"/>
                  </a:lnTo>
                  <a:lnTo>
                    <a:pt x="90998" y="3355"/>
                  </a:lnTo>
                  <a:lnTo>
                    <a:pt x="85474" y="4668"/>
                  </a:lnTo>
                  <a:lnTo>
                    <a:pt x="79997" y="6168"/>
                  </a:lnTo>
                  <a:lnTo>
                    <a:pt x="74574" y="7852"/>
                  </a:lnTo>
                  <a:lnTo>
                    <a:pt x="69211" y="9721"/>
                  </a:lnTo>
                  <a:lnTo>
                    <a:pt x="63915" y="11770"/>
                  </a:lnTo>
                  <a:lnTo>
                    <a:pt x="58692" y="13998"/>
                  </a:lnTo>
                  <a:lnTo>
                    <a:pt x="53548" y="16402"/>
                  </a:lnTo>
                  <a:lnTo>
                    <a:pt x="48488" y="18979"/>
                  </a:lnTo>
                  <a:lnTo>
                    <a:pt x="43518" y="21727"/>
                  </a:lnTo>
                  <a:lnTo>
                    <a:pt x="38645" y="24641"/>
                  </a:lnTo>
                  <a:lnTo>
                    <a:pt x="33873" y="27720"/>
                  </a:lnTo>
                  <a:lnTo>
                    <a:pt x="29209" y="30959"/>
                  </a:lnTo>
                  <a:lnTo>
                    <a:pt x="24658" y="34355"/>
                  </a:lnTo>
                  <a:lnTo>
                    <a:pt x="20224" y="37903"/>
                  </a:lnTo>
                  <a:lnTo>
                    <a:pt x="15913" y="41600"/>
                  </a:lnTo>
                  <a:lnTo>
                    <a:pt x="11731" y="45441"/>
                  </a:lnTo>
                  <a:lnTo>
                    <a:pt x="7681" y="49421"/>
                  </a:lnTo>
                  <a:lnTo>
                    <a:pt x="3769" y="53537"/>
                  </a:lnTo>
                  <a:lnTo>
                    <a:pt x="0" y="57784"/>
                  </a:lnTo>
                  <a:lnTo>
                    <a:pt x="126879" y="1666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2" y="5269756"/>
              <a:ext cx="334306" cy="334334"/>
            </a:xfrm>
            <a:custGeom>
              <a:avLst/>
              <a:pathLst>
                <a:path w="334306" h="334334">
                  <a:moveTo>
                    <a:pt x="40277" y="58325"/>
                  </a:moveTo>
                  <a:lnTo>
                    <a:pt x="36890" y="62401"/>
                  </a:lnTo>
                  <a:lnTo>
                    <a:pt x="33635" y="66583"/>
                  </a:lnTo>
                  <a:lnTo>
                    <a:pt x="30514" y="70866"/>
                  </a:lnTo>
                  <a:lnTo>
                    <a:pt x="27530" y="75246"/>
                  </a:lnTo>
                  <a:lnTo>
                    <a:pt x="24686" y="79718"/>
                  </a:lnTo>
                  <a:lnTo>
                    <a:pt x="21986" y="84278"/>
                  </a:lnTo>
                  <a:lnTo>
                    <a:pt x="19431" y="88922"/>
                  </a:lnTo>
                  <a:lnTo>
                    <a:pt x="17025" y="93644"/>
                  </a:lnTo>
                  <a:lnTo>
                    <a:pt x="14770" y="98440"/>
                  </a:lnTo>
                  <a:lnTo>
                    <a:pt x="12668" y="103305"/>
                  </a:lnTo>
                  <a:lnTo>
                    <a:pt x="10721" y="108234"/>
                  </a:lnTo>
                  <a:lnTo>
                    <a:pt x="8932" y="113222"/>
                  </a:lnTo>
                  <a:lnTo>
                    <a:pt x="7301" y="118265"/>
                  </a:lnTo>
                  <a:lnTo>
                    <a:pt x="5831" y="123357"/>
                  </a:lnTo>
                  <a:lnTo>
                    <a:pt x="4524" y="128492"/>
                  </a:lnTo>
                  <a:lnTo>
                    <a:pt x="3379" y="133667"/>
                  </a:lnTo>
                  <a:lnTo>
                    <a:pt x="2400" y="138875"/>
                  </a:lnTo>
                  <a:lnTo>
                    <a:pt x="1586" y="144112"/>
                  </a:lnTo>
                  <a:lnTo>
                    <a:pt x="938" y="149372"/>
                  </a:lnTo>
                  <a:lnTo>
                    <a:pt x="458" y="154650"/>
                  </a:lnTo>
                  <a:lnTo>
                    <a:pt x="145" y="159941"/>
                  </a:lnTo>
                  <a:lnTo>
                    <a:pt x="0" y="165238"/>
                  </a:lnTo>
                  <a:lnTo>
                    <a:pt x="22" y="170538"/>
                  </a:lnTo>
                  <a:lnTo>
                    <a:pt x="213" y="175834"/>
                  </a:lnTo>
                  <a:lnTo>
                    <a:pt x="572" y="181122"/>
                  </a:lnTo>
                  <a:lnTo>
                    <a:pt x="1098" y="186395"/>
                  </a:lnTo>
                  <a:lnTo>
                    <a:pt x="1791" y="191649"/>
                  </a:lnTo>
                  <a:lnTo>
                    <a:pt x="2650" y="196879"/>
                  </a:lnTo>
                  <a:lnTo>
                    <a:pt x="3675" y="202079"/>
                  </a:lnTo>
                  <a:lnTo>
                    <a:pt x="4863" y="207243"/>
                  </a:lnTo>
                  <a:lnTo>
                    <a:pt x="6215" y="212368"/>
                  </a:lnTo>
                  <a:lnTo>
                    <a:pt x="7729" y="217447"/>
                  </a:lnTo>
                  <a:lnTo>
                    <a:pt x="9403" y="222475"/>
                  </a:lnTo>
                  <a:lnTo>
                    <a:pt x="11235" y="227448"/>
                  </a:lnTo>
                  <a:lnTo>
                    <a:pt x="13225" y="232360"/>
                  </a:lnTo>
                  <a:lnTo>
                    <a:pt x="15368" y="237207"/>
                  </a:lnTo>
                  <a:lnTo>
                    <a:pt x="17665" y="241983"/>
                  </a:lnTo>
                  <a:lnTo>
                    <a:pt x="20112" y="246684"/>
                  </a:lnTo>
                  <a:lnTo>
                    <a:pt x="22706" y="251305"/>
                  </a:lnTo>
                  <a:lnTo>
                    <a:pt x="25446" y="255842"/>
                  </a:lnTo>
                  <a:lnTo>
                    <a:pt x="28328" y="260289"/>
                  </a:lnTo>
                  <a:lnTo>
                    <a:pt x="31350" y="264643"/>
                  </a:lnTo>
                  <a:lnTo>
                    <a:pt x="34508" y="268899"/>
                  </a:lnTo>
                  <a:lnTo>
                    <a:pt x="37799" y="273053"/>
                  </a:lnTo>
                  <a:lnTo>
                    <a:pt x="41221" y="277100"/>
                  </a:lnTo>
                  <a:lnTo>
                    <a:pt x="44769" y="281037"/>
                  </a:lnTo>
                  <a:lnTo>
                    <a:pt x="48440" y="284859"/>
                  </a:lnTo>
                  <a:lnTo>
                    <a:pt x="52230" y="288563"/>
                  </a:lnTo>
                  <a:lnTo>
                    <a:pt x="56136" y="292145"/>
                  </a:lnTo>
                  <a:lnTo>
                    <a:pt x="60153" y="295602"/>
                  </a:lnTo>
                  <a:lnTo>
                    <a:pt x="64278" y="298929"/>
                  </a:lnTo>
                  <a:lnTo>
                    <a:pt x="68507" y="302124"/>
                  </a:lnTo>
                  <a:lnTo>
                    <a:pt x="72834" y="305183"/>
                  </a:lnTo>
                  <a:lnTo>
                    <a:pt x="77257" y="308104"/>
                  </a:lnTo>
                  <a:lnTo>
                    <a:pt x="81770" y="310882"/>
                  </a:lnTo>
                  <a:lnTo>
                    <a:pt x="86368" y="313517"/>
                  </a:lnTo>
                  <a:lnTo>
                    <a:pt x="91048" y="316004"/>
                  </a:lnTo>
                  <a:lnTo>
                    <a:pt x="95804" y="318342"/>
                  </a:lnTo>
                  <a:lnTo>
                    <a:pt x="100632" y="320528"/>
                  </a:lnTo>
                  <a:lnTo>
                    <a:pt x="105527" y="322559"/>
                  </a:lnTo>
                  <a:lnTo>
                    <a:pt x="110483" y="324435"/>
                  </a:lnTo>
                  <a:lnTo>
                    <a:pt x="115497" y="326152"/>
                  </a:lnTo>
                  <a:lnTo>
                    <a:pt x="120563" y="327710"/>
                  </a:lnTo>
                  <a:lnTo>
                    <a:pt x="125675" y="329106"/>
                  </a:lnTo>
                  <a:lnTo>
                    <a:pt x="130829" y="330340"/>
                  </a:lnTo>
                  <a:lnTo>
                    <a:pt x="136020" y="331409"/>
                  </a:lnTo>
                  <a:lnTo>
                    <a:pt x="141242" y="332314"/>
                  </a:lnTo>
                  <a:lnTo>
                    <a:pt x="146490" y="333052"/>
                  </a:lnTo>
                  <a:lnTo>
                    <a:pt x="151759" y="333624"/>
                  </a:lnTo>
                  <a:lnTo>
                    <a:pt x="157043" y="334028"/>
                  </a:lnTo>
                  <a:lnTo>
                    <a:pt x="162337" y="334265"/>
                  </a:lnTo>
                  <a:lnTo>
                    <a:pt x="167637" y="334334"/>
                  </a:lnTo>
                  <a:lnTo>
                    <a:pt x="172935" y="334234"/>
                  </a:lnTo>
                  <a:lnTo>
                    <a:pt x="178228" y="333967"/>
                  </a:lnTo>
                  <a:lnTo>
                    <a:pt x="183510" y="333532"/>
                  </a:lnTo>
                  <a:lnTo>
                    <a:pt x="188776" y="332930"/>
                  </a:lnTo>
                  <a:lnTo>
                    <a:pt x="194019" y="332162"/>
                  </a:lnTo>
                  <a:lnTo>
                    <a:pt x="199236" y="331227"/>
                  </a:lnTo>
                  <a:lnTo>
                    <a:pt x="204420" y="330128"/>
                  </a:lnTo>
                  <a:lnTo>
                    <a:pt x="209567" y="328865"/>
                  </a:lnTo>
                  <a:lnTo>
                    <a:pt x="214672" y="327439"/>
                  </a:lnTo>
                  <a:lnTo>
                    <a:pt x="219728" y="325852"/>
                  </a:lnTo>
                  <a:lnTo>
                    <a:pt x="224732" y="324106"/>
                  </a:lnTo>
                  <a:lnTo>
                    <a:pt x="229678" y="322202"/>
                  </a:lnTo>
                  <a:lnTo>
                    <a:pt x="234561" y="320143"/>
                  </a:lnTo>
                  <a:lnTo>
                    <a:pt x="239376" y="317929"/>
                  </a:lnTo>
                  <a:lnTo>
                    <a:pt x="244119" y="315564"/>
                  </a:lnTo>
                  <a:lnTo>
                    <a:pt x="248784" y="313050"/>
                  </a:lnTo>
                  <a:lnTo>
                    <a:pt x="253367" y="310389"/>
                  </a:lnTo>
                  <a:lnTo>
                    <a:pt x="257864" y="307584"/>
                  </a:lnTo>
                  <a:lnTo>
                    <a:pt x="262270" y="304638"/>
                  </a:lnTo>
                  <a:lnTo>
                    <a:pt x="266579" y="301554"/>
                  </a:lnTo>
                  <a:lnTo>
                    <a:pt x="270789" y="298335"/>
                  </a:lnTo>
                  <a:lnTo>
                    <a:pt x="274895" y="294984"/>
                  </a:lnTo>
                  <a:lnTo>
                    <a:pt x="278893" y="291504"/>
                  </a:lnTo>
                  <a:lnTo>
                    <a:pt x="282778" y="287900"/>
                  </a:lnTo>
                  <a:lnTo>
                    <a:pt x="286547" y="284174"/>
                  </a:lnTo>
                  <a:lnTo>
                    <a:pt x="290196" y="280331"/>
                  </a:lnTo>
                  <a:lnTo>
                    <a:pt x="293721" y="276374"/>
                  </a:lnTo>
                  <a:lnTo>
                    <a:pt x="297119" y="272307"/>
                  </a:lnTo>
                  <a:lnTo>
                    <a:pt x="300387" y="268134"/>
                  </a:lnTo>
                  <a:lnTo>
                    <a:pt x="303520" y="263860"/>
                  </a:lnTo>
                  <a:lnTo>
                    <a:pt x="306517" y="259489"/>
                  </a:lnTo>
                  <a:lnTo>
                    <a:pt x="309374" y="255025"/>
                  </a:lnTo>
                  <a:lnTo>
                    <a:pt x="312087" y="250473"/>
                  </a:lnTo>
                  <a:lnTo>
                    <a:pt x="314655" y="245837"/>
                  </a:lnTo>
                  <a:lnTo>
                    <a:pt x="317075" y="241122"/>
                  </a:lnTo>
                  <a:lnTo>
                    <a:pt x="319344" y="236332"/>
                  </a:lnTo>
                  <a:lnTo>
                    <a:pt x="321460" y="231473"/>
                  </a:lnTo>
                  <a:lnTo>
                    <a:pt x="323420" y="226550"/>
                  </a:lnTo>
                  <a:lnTo>
                    <a:pt x="325224" y="221567"/>
                  </a:lnTo>
                  <a:lnTo>
                    <a:pt x="326869" y="216529"/>
                  </a:lnTo>
                  <a:lnTo>
                    <a:pt x="328354" y="211441"/>
                  </a:lnTo>
                  <a:lnTo>
                    <a:pt x="329676" y="206309"/>
                  </a:lnTo>
                  <a:lnTo>
                    <a:pt x="330835" y="201138"/>
                  </a:lnTo>
                  <a:lnTo>
                    <a:pt x="331830" y="195932"/>
                  </a:lnTo>
                  <a:lnTo>
                    <a:pt x="332659" y="190698"/>
                  </a:lnTo>
                  <a:lnTo>
                    <a:pt x="333322" y="185440"/>
                  </a:lnTo>
                  <a:lnTo>
                    <a:pt x="333817" y="180163"/>
                  </a:lnTo>
                  <a:lnTo>
                    <a:pt x="334146" y="174874"/>
                  </a:lnTo>
                  <a:lnTo>
                    <a:pt x="334306" y="169576"/>
                  </a:lnTo>
                  <a:lnTo>
                    <a:pt x="334298" y="164277"/>
                  </a:lnTo>
                  <a:lnTo>
                    <a:pt x="334123" y="158980"/>
                  </a:lnTo>
                  <a:lnTo>
                    <a:pt x="333779" y="153691"/>
                  </a:lnTo>
                  <a:lnTo>
                    <a:pt x="333268" y="148416"/>
                  </a:lnTo>
                  <a:lnTo>
                    <a:pt x="332590" y="143160"/>
                  </a:lnTo>
                  <a:lnTo>
                    <a:pt x="331746" y="137928"/>
                  </a:lnTo>
                  <a:lnTo>
                    <a:pt x="330737" y="132726"/>
                  </a:lnTo>
                  <a:lnTo>
                    <a:pt x="329563" y="127558"/>
                  </a:lnTo>
                  <a:lnTo>
                    <a:pt x="328226" y="122429"/>
                  </a:lnTo>
                  <a:lnTo>
                    <a:pt x="326727" y="117346"/>
                  </a:lnTo>
                  <a:lnTo>
                    <a:pt x="325067" y="112313"/>
                  </a:lnTo>
                  <a:lnTo>
                    <a:pt x="323249" y="107335"/>
                  </a:lnTo>
                  <a:lnTo>
                    <a:pt x="321274" y="102417"/>
                  </a:lnTo>
                  <a:lnTo>
                    <a:pt x="319144" y="97564"/>
                  </a:lnTo>
                  <a:lnTo>
                    <a:pt x="316861" y="92781"/>
                  </a:lnTo>
                  <a:lnTo>
                    <a:pt x="314428" y="88073"/>
                  </a:lnTo>
                  <a:lnTo>
                    <a:pt x="311847" y="83444"/>
                  </a:lnTo>
                  <a:lnTo>
                    <a:pt x="309120" y="78900"/>
                  </a:lnTo>
                  <a:lnTo>
                    <a:pt x="306251" y="74444"/>
                  </a:lnTo>
                  <a:lnTo>
                    <a:pt x="303242" y="70082"/>
                  </a:lnTo>
                  <a:lnTo>
                    <a:pt x="300096" y="65817"/>
                  </a:lnTo>
                  <a:lnTo>
                    <a:pt x="296816" y="61654"/>
                  </a:lnTo>
                  <a:lnTo>
                    <a:pt x="293407" y="57596"/>
                  </a:lnTo>
                  <a:lnTo>
                    <a:pt x="289870" y="53650"/>
                  </a:lnTo>
                  <a:lnTo>
                    <a:pt x="286210" y="49817"/>
                  </a:lnTo>
                  <a:lnTo>
                    <a:pt x="282430" y="46102"/>
                  </a:lnTo>
                  <a:lnTo>
                    <a:pt x="278535" y="42509"/>
                  </a:lnTo>
                  <a:lnTo>
                    <a:pt x="274527" y="39041"/>
                  </a:lnTo>
                  <a:lnTo>
                    <a:pt x="270412" y="35701"/>
                  </a:lnTo>
                  <a:lnTo>
                    <a:pt x="266192" y="32494"/>
                  </a:lnTo>
                  <a:lnTo>
                    <a:pt x="261874" y="29423"/>
                  </a:lnTo>
                  <a:lnTo>
                    <a:pt x="257460" y="26489"/>
                  </a:lnTo>
                  <a:lnTo>
                    <a:pt x="252955" y="23698"/>
                  </a:lnTo>
                  <a:lnTo>
                    <a:pt x="248364" y="21050"/>
                  </a:lnTo>
                  <a:lnTo>
                    <a:pt x="243692" y="18549"/>
                  </a:lnTo>
                  <a:lnTo>
                    <a:pt x="238942" y="16198"/>
                  </a:lnTo>
                  <a:lnTo>
                    <a:pt x="234121" y="13998"/>
                  </a:lnTo>
                  <a:lnTo>
                    <a:pt x="229232" y="11952"/>
                  </a:lnTo>
                  <a:lnTo>
                    <a:pt x="224280" y="10063"/>
                  </a:lnTo>
                  <a:lnTo>
                    <a:pt x="219272" y="8331"/>
                  </a:lnTo>
                  <a:lnTo>
                    <a:pt x="214210" y="6759"/>
                  </a:lnTo>
                  <a:lnTo>
                    <a:pt x="209102" y="5348"/>
                  </a:lnTo>
                  <a:lnTo>
                    <a:pt x="203951" y="4099"/>
                  </a:lnTo>
                  <a:lnTo>
                    <a:pt x="198764" y="3015"/>
                  </a:lnTo>
                  <a:lnTo>
                    <a:pt x="193545" y="2095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2895" y="5018213"/>
              <a:ext cx="28143" cy="167167"/>
            </a:xfrm>
            <a:custGeom>
              <a:avLst/>
              <a:pathLst>
                <a:path w="28143" h="167167">
                  <a:moveTo>
                    <a:pt x="28143" y="0"/>
                  </a:moveTo>
                  <a:lnTo>
                    <a:pt x="21076" y="149"/>
                  </a:lnTo>
                  <a:lnTo>
                    <a:pt x="14021" y="597"/>
                  </a:lnTo>
                  <a:lnTo>
                    <a:pt x="6991" y="1343"/>
                  </a:lnTo>
                  <a:lnTo>
                    <a:pt x="0" y="2386"/>
                  </a:lnTo>
                  <a:lnTo>
                    <a:pt x="281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2895" y="5020599"/>
              <a:ext cx="28143" cy="164781"/>
            </a:xfrm>
            <a:custGeom>
              <a:avLst/>
              <a:pathLst>
                <a:path w="28143" h="164781">
                  <a:moveTo>
                    <a:pt x="0" y="0"/>
                  </a:moveTo>
                  <a:lnTo>
                    <a:pt x="28143" y="164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2895" y="5020599"/>
              <a:ext cx="28143" cy="164781"/>
            </a:xfrm>
            <a:custGeom>
              <a:avLst/>
              <a:pathLst>
                <a:path w="28143" h="164781">
                  <a:moveTo>
                    <a:pt x="0" y="0"/>
                  </a:moveTo>
                  <a:lnTo>
                    <a:pt x="28143" y="1647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2895" y="5020599"/>
              <a:ext cx="28143" cy="164781"/>
            </a:xfrm>
            <a:custGeom>
              <a:avLst/>
              <a:pathLst>
                <a:path w="28143" h="164781">
                  <a:moveTo>
                    <a:pt x="0" y="0"/>
                  </a:moveTo>
                  <a:lnTo>
                    <a:pt x="28143" y="1647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087" y="5020599"/>
              <a:ext cx="166951" cy="164781"/>
            </a:xfrm>
            <a:custGeom>
              <a:avLst/>
              <a:pathLst>
                <a:path w="166951" h="164781">
                  <a:moveTo>
                    <a:pt x="138808" y="0"/>
                  </a:moveTo>
                  <a:lnTo>
                    <a:pt x="133395" y="1016"/>
                  </a:lnTo>
                  <a:lnTo>
                    <a:pt x="128019" y="2210"/>
                  </a:lnTo>
                  <a:lnTo>
                    <a:pt x="122685" y="3581"/>
                  </a:lnTo>
                  <a:lnTo>
                    <a:pt x="117398" y="5127"/>
                  </a:lnTo>
                  <a:lnTo>
                    <a:pt x="112166" y="6846"/>
                  </a:lnTo>
                  <a:lnTo>
                    <a:pt x="106993" y="8736"/>
                  </a:lnTo>
                  <a:lnTo>
                    <a:pt x="101886" y="10796"/>
                  </a:lnTo>
                  <a:lnTo>
                    <a:pt x="96848" y="13023"/>
                  </a:lnTo>
                  <a:lnTo>
                    <a:pt x="91887" y="15414"/>
                  </a:lnTo>
                  <a:lnTo>
                    <a:pt x="87008" y="17968"/>
                  </a:lnTo>
                  <a:lnTo>
                    <a:pt x="82215" y="20681"/>
                  </a:lnTo>
                  <a:lnTo>
                    <a:pt x="77514" y="23551"/>
                  </a:lnTo>
                  <a:lnTo>
                    <a:pt x="72911" y="26573"/>
                  </a:lnTo>
                  <a:lnTo>
                    <a:pt x="68409" y="29746"/>
                  </a:lnTo>
                  <a:lnTo>
                    <a:pt x="64014" y="33066"/>
                  </a:lnTo>
                  <a:lnTo>
                    <a:pt x="59731" y="36528"/>
                  </a:lnTo>
                  <a:lnTo>
                    <a:pt x="55565" y="40129"/>
                  </a:lnTo>
                  <a:lnTo>
                    <a:pt x="51519" y="43866"/>
                  </a:lnTo>
                  <a:lnTo>
                    <a:pt x="47599" y="47734"/>
                  </a:lnTo>
                  <a:lnTo>
                    <a:pt x="43808" y="51729"/>
                  </a:lnTo>
                  <a:lnTo>
                    <a:pt x="40150" y="55847"/>
                  </a:lnTo>
                  <a:lnTo>
                    <a:pt x="36631" y="60083"/>
                  </a:lnTo>
                  <a:lnTo>
                    <a:pt x="33253" y="64433"/>
                  </a:lnTo>
                  <a:lnTo>
                    <a:pt x="30020" y="68892"/>
                  </a:lnTo>
                  <a:lnTo>
                    <a:pt x="26935" y="73454"/>
                  </a:lnTo>
                  <a:lnTo>
                    <a:pt x="24003" y="78116"/>
                  </a:lnTo>
                  <a:lnTo>
                    <a:pt x="21226" y="82872"/>
                  </a:lnTo>
                  <a:lnTo>
                    <a:pt x="18607" y="87717"/>
                  </a:lnTo>
                  <a:lnTo>
                    <a:pt x="16149" y="92645"/>
                  </a:lnTo>
                  <a:lnTo>
                    <a:pt x="13854" y="97652"/>
                  </a:lnTo>
                  <a:lnTo>
                    <a:pt x="11726" y="102732"/>
                  </a:lnTo>
                  <a:lnTo>
                    <a:pt x="9766" y="107879"/>
                  </a:lnTo>
                  <a:lnTo>
                    <a:pt x="7977" y="113087"/>
                  </a:lnTo>
                  <a:lnTo>
                    <a:pt x="6361" y="118352"/>
                  </a:lnTo>
                  <a:lnTo>
                    <a:pt x="4918" y="123667"/>
                  </a:lnTo>
                  <a:lnTo>
                    <a:pt x="3652" y="129027"/>
                  </a:lnTo>
                  <a:lnTo>
                    <a:pt x="2563" y="134426"/>
                  </a:lnTo>
                  <a:lnTo>
                    <a:pt x="1652" y="139857"/>
                  </a:lnTo>
                  <a:lnTo>
                    <a:pt x="921" y="145316"/>
                  </a:lnTo>
                  <a:lnTo>
                    <a:pt x="370" y="150796"/>
                  </a:lnTo>
                  <a:lnTo>
                    <a:pt x="0" y="156291"/>
                  </a:lnTo>
                  <a:lnTo>
                    <a:pt x="166951" y="164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85" y="5018213"/>
              <a:ext cx="334303" cy="334334"/>
            </a:xfrm>
            <a:custGeom>
              <a:avLst/>
              <a:pathLst>
                <a:path w="334303" h="334334">
                  <a:moveTo>
                    <a:pt x="202" y="158677"/>
                  </a:moveTo>
                  <a:lnTo>
                    <a:pt x="16" y="163982"/>
                  </a:lnTo>
                  <a:lnTo>
                    <a:pt x="0" y="169290"/>
                  </a:lnTo>
                  <a:lnTo>
                    <a:pt x="151" y="174596"/>
                  </a:lnTo>
                  <a:lnTo>
                    <a:pt x="471" y="179894"/>
                  </a:lnTo>
                  <a:lnTo>
                    <a:pt x="959" y="185180"/>
                  </a:lnTo>
                  <a:lnTo>
                    <a:pt x="1615" y="190447"/>
                  </a:lnTo>
                  <a:lnTo>
                    <a:pt x="2438" y="195691"/>
                  </a:lnTo>
                  <a:lnTo>
                    <a:pt x="3426" y="200907"/>
                  </a:lnTo>
                  <a:lnTo>
                    <a:pt x="4580" y="206088"/>
                  </a:lnTo>
                  <a:lnTo>
                    <a:pt x="5898" y="211230"/>
                  </a:lnTo>
                  <a:lnTo>
                    <a:pt x="7378" y="216327"/>
                  </a:lnTo>
                  <a:lnTo>
                    <a:pt x="9019" y="221375"/>
                  </a:lnTo>
                  <a:lnTo>
                    <a:pt x="10820" y="226369"/>
                  </a:lnTo>
                  <a:lnTo>
                    <a:pt x="12779" y="231302"/>
                  </a:lnTo>
                  <a:lnTo>
                    <a:pt x="14893" y="236171"/>
                  </a:lnTo>
                  <a:lnTo>
                    <a:pt x="17160" y="240971"/>
                  </a:lnTo>
                  <a:lnTo>
                    <a:pt x="19579" y="245696"/>
                  </a:lnTo>
                  <a:lnTo>
                    <a:pt x="22147" y="250341"/>
                  </a:lnTo>
                  <a:lnTo>
                    <a:pt x="24861" y="254903"/>
                  </a:lnTo>
                  <a:lnTo>
                    <a:pt x="27718" y="259377"/>
                  </a:lnTo>
                  <a:lnTo>
                    <a:pt x="30716" y="263757"/>
                  </a:lnTo>
                  <a:lnTo>
                    <a:pt x="33851" y="268040"/>
                  </a:lnTo>
                  <a:lnTo>
                    <a:pt x="37121" y="272222"/>
                  </a:lnTo>
                  <a:lnTo>
                    <a:pt x="40522" y="276297"/>
                  </a:lnTo>
                  <a:lnTo>
                    <a:pt x="44051" y="280263"/>
                  </a:lnTo>
                  <a:lnTo>
                    <a:pt x="47703" y="284114"/>
                  </a:lnTo>
                  <a:lnTo>
                    <a:pt x="51477" y="287848"/>
                  </a:lnTo>
                  <a:lnTo>
                    <a:pt x="55367" y="291459"/>
                  </a:lnTo>
                  <a:lnTo>
                    <a:pt x="59369" y="294946"/>
                  </a:lnTo>
                  <a:lnTo>
                    <a:pt x="63480" y="298304"/>
                  </a:lnTo>
                  <a:lnTo>
                    <a:pt x="67696" y="301529"/>
                  </a:lnTo>
                  <a:lnTo>
                    <a:pt x="72012" y="304619"/>
                  </a:lnTo>
                  <a:lnTo>
                    <a:pt x="76424" y="307570"/>
                  </a:lnTo>
                  <a:lnTo>
                    <a:pt x="80928" y="310380"/>
                  </a:lnTo>
                  <a:lnTo>
                    <a:pt x="85518" y="313046"/>
                  </a:lnTo>
                  <a:lnTo>
                    <a:pt x="90191" y="315564"/>
                  </a:lnTo>
                  <a:lnTo>
                    <a:pt x="94941" y="317933"/>
                  </a:lnTo>
                  <a:lnTo>
                    <a:pt x="99764" y="320149"/>
                  </a:lnTo>
                  <a:lnTo>
                    <a:pt x="104655" y="322212"/>
                  </a:lnTo>
                  <a:lnTo>
                    <a:pt x="109609" y="324118"/>
                  </a:lnTo>
                  <a:lnTo>
                    <a:pt x="114621" y="325866"/>
                  </a:lnTo>
                  <a:lnTo>
                    <a:pt x="119686" y="327454"/>
                  </a:lnTo>
                  <a:lnTo>
                    <a:pt x="124799" y="328880"/>
                  </a:lnTo>
                  <a:lnTo>
                    <a:pt x="129955" y="330143"/>
                  </a:lnTo>
                  <a:lnTo>
                    <a:pt x="135148" y="331242"/>
                  </a:lnTo>
                  <a:lnTo>
                    <a:pt x="140374" y="332175"/>
                  </a:lnTo>
                  <a:lnTo>
                    <a:pt x="145626" y="332942"/>
                  </a:lnTo>
                  <a:lnTo>
                    <a:pt x="150900" y="333542"/>
                  </a:lnTo>
                  <a:lnTo>
                    <a:pt x="156191" y="333975"/>
                  </a:lnTo>
                  <a:lnTo>
                    <a:pt x="161492" y="334238"/>
                  </a:lnTo>
                  <a:lnTo>
                    <a:pt x="166799" y="334334"/>
                  </a:lnTo>
                  <a:lnTo>
                    <a:pt x="172107" y="334261"/>
                  </a:lnTo>
                  <a:lnTo>
                    <a:pt x="177410" y="334019"/>
                  </a:lnTo>
                  <a:lnTo>
                    <a:pt x="182702" y="333610"/>
                  </a:lnTo>
                  <a:lnTo>
                    <a:pt x="187978" y="333032"/>
                  </a:lnTo>
                  <a:lnTo>
                    <a:pt x="193234" y="332287"/>
                  </a:lnTo>
                  <a:lnTo>
                    <a:pt x="198463" y="331376"/>
                  </a:lnTo>
                  <a:lnTo>
                    <a:pt x="203661" y="330299"/>
                  </a:lnTo>
                  <a:lnTo>
                    <a:pt x="208822" y="329058"/>
                  </a:lnTo>
                  <a:lnTo>
                    <a:pt x="213941" y="327653"/>
                  </a:lnTo>
                  <a:lnTo>
                    <a:pt x="219013" y="326087"/>
                  </a:lnTo>
                  <a:lnTo>
                    <a:pt x="224032" y="324360"/>
                  </a:lnTo>
                  <a:lnTo>
                    <a:pt x="228994" y="322475"/>
                  </a:lnTo>
                  <a:lnTo>
                    <a:pt x="233894" y="320434"/>
                  </a:lnTo>
                  <a:lnTo>
                    <a:pt x="238727" y="318237"/>
                  </a:lnTo>
                  <a:lnTo>
                    <a:pt x="243487" y="315889"/>
                  </a:lnTo>
                  <a:lnTo>
                    <a:pt x="248170" y="313390"/>
                  </a:lnTo>
                  <a:lnTo>
                    <a:pt x="252772" y="310744"/>
                  </a:lnTo>
                  <a:lnTo>
                    <a:pt x="257287" y="307954"/>
                  </a:lnTo>
                  <a:lnTo>
                    <a:pt x="261712" y="305021"/>
                  </a:lnTo>
                  <a:lnTo>
                    <a:pt x="266041" y="301949"/>
                  </a:lnTo>
                  <a:lnTo>
                    <a:pt x="270270" y="298742"/>
                  </a:lnTo>
                  <a:lnTo>
                    <a:pt x="274395" y="295401"/>
                  </a:lnTo>
                  <a:lnTo>
                    <a:pt x="278413" y="291932"/>
                  </a:lnTo>
                  <a:lnTo>
                    <a:pt x="282318" y="288337"/>
                  </a:lnTo>
                  <a:lnTo>
                    <a:pt x="286107" y="284619"/>
                  </a:lnTo>
                  <a:lnTo>
                    <a:pt x="289776" y="280783"/>
                  </a:lnTo>
                  <a:lnTo>
                    <a:pt x="293321" y="276833"/>
                  </a:lnTo>
                  <a:lnTo>
                    <a:pt x="296740" y="272772"/>
                  </a:lnTo>
                  <a:lnTo>
                    <a:pt x="300027" y="268604"/>
                  </a:lnTo>
                  <a:lnTo>
                    <a:pt x="303181" y="264335"/>
                  </a:lnTo>
                  <a:lnTo>
                    <a:pt x="306197" y="259967"/>
                  </a:lnTo>
                  <a:lnTo>
                    <a:pt x="309073" y="255505"/>
                  </a:lnTo>
                  <a:lnTo>
                    <a:pt x="311807" y="250955"/>
                  </a:lnTo>
                  <a:lnTo>
                    <a:pt x="314394" y="246320"/>
                  </a:lnTo>
                  <a:lnTo>
                    <a:pt x="316833" y="241605"/>
                  </a:lnTo>
                  <a:lnTo>
                    <a:pt x="319121" y="236816"/>
                  </a:lnTo>
                  <a:lnTo>
                    <a:pt x="321255" y="231956"/>
                  </a:lnTo>
                  <a:lnTo>
                    <a:pt x="323235" y="227030"/>
                  </a:lnTo>
                  <a:lnTo>
                    <a:pt x="325057" y="222045"/>
                  </a:lnTo>
                  <a:lnTo>
                    <a:pt x="326719" y="217004"/>
                  </a:lnTo>
                  <a:lnTo>
                    <a:pt x="328221" y="211913"/>
                  </a:lnTo>
                  <a:lnTo>
                    <a:pt x="329561" y="206776"/>
                  </a:lnTo>
                  <a:lnTo>
                    <a:pt x="330736" y="201600"/>
                  </a:lnTo>
                  <a:lnTo>
                    <a:pt x="331747" y="196389"/>
                  </a:lnTo>
                  <a:lnTo>
                    <a:pt x="332592" y="191149"/>
                  </a:lnTo>
                  <a:lnTo>
                    <a:pt x="333270" y="185884"/>
                  </a:lnTo>
                  <a:lnTo>
                    <a:pt x="333780" y="180600"/>
                  </a:lnTo>
                  <a:lnTo>
                    <a:pt x="334123" y="175303"/>
                  </a:lnTo>
                  <a:lnTo>
                    <a:pt x="334297" y="169998"/>
                  </a:lnTo>
                  <a:lnTo>
                    <a:pt x="334303" y="164690"/>
                  </a:lnTo>
                  <a:lnTo>
                    <a:pt x="334140" y="159384"/>
                  </a:lnTo>
                  <a:lnTo>
                    <a:pt x="333808" y="154087"/>
                  </a:lnTo>
                  <a:lnTo>
                    <a:pt x="333309" y="148802"/>
                  </a:lnTo>
                  <a:lnTo>
                    <a:pt x="332642" y="143536"/>
                  </a:lnTo>
                  <a:lnTo>
                    <a:pt x="331809" y="138294"/>
                  </a:lnTo>
                  <a:lnTo>
                    <a:pt x="330809" y="133080"/>
                  </a:lnTo>
                  <a:lnTo>
                    <a:pt x="329644" y="127902"/>
                  </a:lnTo>
                  <a:lnTo>
                    <a:pt x="328316" y="122763"/>
                  </a:lnTo>
                  <a:lnTo>
                    <a:pt x="326824" y="117668"/>
                  </a:lnTo>
                  <a:lnTo>
                    <a:pt x="325172" y="112624"/>
                  </a:lnTo>
                  <a:lnTo>
                    <a:pt x="323361" y="107634"/>
                  </a:lnTo>
                  <a:lnTo>
                    <a:pt x="321392" y="102705"/>
                  </a:lnTo>
                  <a:lnTo>
                    <a:pt x="319268" y="97840"/>
                  </a:lnTo>
                  <a:lnTo>
                    <a:pt x="316990" y="93046"/>
                  </a:lnTo>
                  <a:lnTo>
                    <a:pt x="314561" y="88326"/>
                  </a:lnTo>
                  <a:lnTo>
                    <a:pt x="311984" y="83685"/>
                  </a:lnTo>
                  <a:lnTo>
                    <a:pt x="309260" y="79129"/>
                  </a:lnTo>
                  <a:lnTo>
                    <a:pt x="306393" y="74662"/>
                  </a:lnTo>
                  <a:lnTo>
                    <a:pt x="303386" y="70288"/>
                  </a:lnTo>
                  <a:lnTo>
                    <a:pt x="300242" y="66011"/>
                  </a:lnTo>
                  <a:lnTo>
                    <a:pt x="296963" y="61837"/>
                  </a:lnTo>
                  <a:lnTo>
                    <a:pt x="293553" y="57769"/>
                  </a:lnTo>
                  <a:lnTo>
                    <a:pt x="290016" y="53811"/>
                  </a:lnTo>
                  <a:lnTo>
                    <a:pt x="286355" y="49967"/>
                  </a:lnTo>
                  <a:lnTo>
                    <a:pt x="282574" y="46241"/>
                  </a:lnTo>
                  <a:lnTo>
                    <a:pt x="278677" y="42638"/>
                  </a:lnTo>
                  <a:lnTo>
                    <a:pt x="274667" y="39160"/>
                  </a:lnTo>
                  <a:lnTo>
                    <a:pt x="270549" y="35811"/>
                  </a:lnTo>
                  <a:lnTo>
                    <a:pt x="266326" y="32594"/>
                  </a:lnTo>
                  <a:lnTo>
                    <a:pt x="262003" y="29514"/>
                  </a:lnTo>
                  <a:lnTo>
                    <a:pt x="257585" y="26572"/>
                  </a:lnTo>
                  <a:lnTo>
                    <a:pt x="253076" y="23771"/>
                  </a:lnTo>
                  <a:lnTo>
                    <a:pt x="248480" y="21116"/>
                  </a:lnTo>
                  <a:lnTo>
                    <a:pt x="243802" y="18607"/>
                  </a:lnTo>
                  <a:lnTo>
                    <a:pt x="239046" y="16249"/>
                  </a:lnTo>
                  <a:lnTo>
                    <a:pt x="234219" y="14042"/>
                  </a:lnTo>
                  <a:lnTo>
                    <a:pt x="229323" y="11990"/>
                  </a:lnTo>
                  <a:lnTo>
                    <a:pt x="224365" y="10094"/>
                  </a:lnTo>
                  <a:lnTo>
                    <a:pt x="219349" y="8357"/>
                  </a:lnTo>
                  <a:lnTo>
                    <a:pt x="214281" y="6780"/>
                  </a:lnTo>
                  <a:lnTo>
                    <a:pt x="209165" y="5365"/>
                  </a:lnTo>
                  <a:lnTo>
                    <a:pt x="204007" y="4112"/>
                  </a:lnTo>
                  <a:lnTo>
                    <a:pt x="198811" y="3024"/>
                  </a:lnTo>
                  <a:lnTo>
                    <a:pt x="193584" y="2102"/>
                  </a:lnTo>
                  <a:lnTo>
                    <a:pt x="188330" y="1346"/>
                  </a:lnTo>
                  <a:lnTo>
                    <a:pt x="183054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9984" y="4659281"/>
              <a:ext cx="83250" cy="167167"/>
            </a:xfrm>
            <a:custGeom>
              <a:avLst/>
              <a:pathLst>
                <a:path w="83250" h="167167">
                  <a:moveTo>
                    <a:pt x="83250" y="0"/>
                  </a:moveTo>
                  <a:lnTo>
                    <a:pt x="77441" y="100"/>
                  </a:lnTo>
                  <a:lnTo>
                    <a:pt x="71640" y="403"/>
                  </a:lnTo>
                  <a:lnTo>
                    <a:pt x="65852" y="907"/>
                  </a:lnTo>
                  <a:lnTo>
                    <a:pt x="60086" y="1612"/>
                  </a:lnTo>
                  <a:lnTo>
                    <a:pt x="54348" y="2517"/>
                  </a:lnTo>
                  <a:lnTo>
                    <a:pt x="48644" y="3621"/>
                  </a:lnTo>
                  <a:lnTo>
                    <a:pt x="42983" y="4922"/>
                  </a:lnTo>
                  <a:lnTo>
                    <a:pt x="37369" y="6419"/>
                  </a:lnTo>
                  <a:lnTo>
                    <a:pt x="31812" y="8110"/>
                  </a:lnTo>
                  <a:lnTo>
                    <a:pt x="26316" y="9993"/>
                  </a:lnTo>
                  <a:lnTo>
                    <a:pt x="20889" y="12066"/>
                  </a:lnTo>
                  <a:lnTo>
                    <a:pt x="15538" y="14327"/>
                  </a:lnTo>
                  <a:lnTo>
                    <a:pt x="10268" y="16772"/>
                  </a:lnTo>
                  <a:lnTo>
                    <a:pt x="5087" y="19399"/>
                  </a:lnTo>
                  <a:lnTo>
                    <a:pt x="0" y="22204"/>
                  </a:lnTo>
                  <a:lnTo>
                    <a:pt x="832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9984" y="4681485"/>
              <a:ext cx="83250" cy="144963"/>
            </a:xfrm>
            <a:custGeom>
              <a:avLst/>
              <a:pathLst>
                <a:path w="83250" h="144963">
                  <a:moveTo>
                    <a:pt x="0" y="0"/>
                  </a:moveTo>
                  <a:lnTo>
                    <a:pt x="83250" y="144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9984" y="4681485"/>
              <a:ext cx="83250" cy="144963"/>
            </a:xfrm>
            <a:custGeom>
              <a:avLst/>
              <a:pathLst>
                <a:path w="83250" h="144963">
                  <a:moveTo>
                    <a:pt x="0" y="0"/>
                  </a:moveTo>
                  <a:lnTo>
                    <a:pt x="83250" y="144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68" y="4681485"/>
              <a:ext cx="286014" cy="312127"/>
            </a:xfrm>
            <a:custGeom>
              <a:avLst/>
              <a:pathLst>
                <a:path w="286014" h="312127">
                  <a:moveTo>
                    <a:pt x="83916" y="0"/>
                  </a:moveTo>
                  <a:lnTo>
                    <a:pt x="79338" y="2727"/>
                  </a:lnTo>
                  <a:lnTo>
                    <a:pt x="74849" y="5598"/>
                  </a:lnTo>
                  <a:lnTo>
                    <a:pt x="70454" y="8612"/>
                  </a:lnTo>
                  <a:lnTo>
                    <a:pt x="66157" y="11764"/>
                  </a:lnTo>
                  <a:lnTo>
                    <a:pt x="61962" y="15051"/>
                  </a:lnTo>
                  <a:lnTo>
                    <a:pt x="57875" y="18470"/>
                  </a:lnTo>
                  <a:lnTo>
                    <a:pt x="53899" y="22018"/>
                  </a:lnTo>
                  <a:lnTo>
                    <a:pt x="50037" y="25691"/>
                  </a:lnTo>
                  <a:lnTo>
                    <a:pt x="46295" y="29485"/>
                  </a:lnTo>
                  <a:lnTo>
                    <a:pt x="42676" y="33397"/>
                  </a:lnTo>
                  <a:lnTo>
                    <a:pt x="39183" y="37421"/>
                  </a:lnTo>
                  <a:lnTo>
                    <a:pt x="35820" y="41555"/>
                  </a:lnTo>
                  <a:lnTo>
                    <a:pt x="32591" y="45795"/>
                  </a:lnTo>
                  <a:lnTo>
                    <a:pt x="29498" y="50134"/>
                  </a:lnTo>
                  <a:lnTo>
                    <a:pt x="26546" y="54571"/>
                  </a:lnTo>
                  <a:lnTo>
                    <a:pt x="23736" y="59099"/>
                  </a:lnTo>
                  <a:lnTo>
                    <a:pt x="21072" y="63714"/>
                  </a:lnTo>
                  <a:lnTo>
                    <a:pt x="18556" y="68412"/>
                  </a:lnTo>
                  <a:lnTo>
                    <a:pt x="16192" y="73188"/>
                  </a:lnTo>
                  <a:lnTo>
                    <a:pt x="13981" y="78037"/>
                  </a:lnTo>
                  <a:lnTo>
                    <a:pt x="11925" y="82953"/>
                  </a:lnTo>
                  <a:lnTo>
                    <a:pt x="10028" y="87933"/>
                  </a:lnTo>
                  <a:lnTo>
                    <a:pt x="8290" y="92971"/>
                  </a:lnTo>
                  <a:lnTo>
                    <a:pt x="6713" y="98061"/>
                  </a:lnTo>
                  <a:lnTo>
                    <a:pt x="5300" y="103200"/>
                  </a:lnTo>
                  <a:lnTo>
                    <a:pt x="4051" y="108380"/>
                  </a:lnTo>
                  <a:lnTo>
                    <a:pt x="2968" y="113598"/>
                  </a:lnTo>
                  <a:lnTo>
                    <a:pt x="2051" y="118848"/>
                  </a:lnTo>
                  <a:lnTo>
                    <a:pt x="1303" y="124124"/>
                  </a:lnTo>
                  <a:lnTo>
                    <a:pt x="723" y="129421"/>
                  </a:lnTo>
                  <a:lnTo>
                    <a:pt x="312" y="134734"/>
                  </a:lnTo>
                  <a:lnTo>
                    <a:pt x="71" y="140058"/>
                  </a:lnTo>
                  <a:lnTo>
                    <a:pt x="0" y="145387"/>
                  </a:lnTo>
                  <a:lnTo>
                    <a:pt x="98" y="150715"/>
                  </a:lnTo>
                  <a:lnTo>
                    <a:pt x="366" y="156037"/>
                  </a:lnTo>
                  <a:lnTo>
                    <a:pt x="804" y="161348"/>
                  </a:lnTo>
                  <a:lnTo>
                    <a:pt x="1411" y="166642"/>
                  </a:lnTo>
                  <a:lnTo>
                    <a:pt x="2186" y="171915"/>
                  </a:lnTo>
                  <a:lnTo>
                    <a:pt x="3129" y="177160"/>
                  </a:lnTo>
                  <a:lnTo>
                    <a:pt x="4238" y="182372"/>
                  </a:lnTo>
                  <a:lnTo>
                    <a:pt x="5514" y="187546"/>
                  </a:lnTo>
                  <a:lnTo>
                    <a:pt x="6953" y="192677"/>
                  </a:lnTo>
                  <a:lnTo>
                    <a:pt x="8555" y="197760"/>
                  </a:lnTo>
                  <a:lnTo>
                    <a:pt x="10319" y="202788"/>
                  </a:lnTo>
                  <a:lnTo>
                    <a:pt x="12242" y="207759"/>
                  </a:lnTo>
                  <a:lnTo>
                    <a:pt x="14322" y="212665"/>
                  </a:lnTo>
                  <a:lnTo>
                    <a:pt x="16558" y="217502"/>
                  </a:lnTo>
                  <a:lnTo>
                    <a:pt x="18946" y="222266"/>
                  </a:lnTo>
                  <a:lnTo>
                    <a:pt x="21486" y="226951"/>
                  </a:lnTo>
                  <a:lnTo>
                    <a:pt x="24173" y="231553"/>
                  </a:lnTo>
                  <a:lnTo>
                    <a:pt x="27006" y="236067"/>
                  </a:lnTo>
                  <a:lnTo>
                    <a:pt x="29981" y="240488"/>
                  </a:lnTo>
                  <a:lnTo>
                    <a:pt x="33095" y="244812"/>
                  </a:lnTo>
                  <a:lnTo>
                    <a:pt x="36346" y="249035"/>
                  </a:lnTo>
                  <a:lnTo>
                    <a:pt x="39730" y="253152"/>
                  </a:lnTo>
                  <a:lnTo>
                    <a:pt x="43243" y="257159"/>
                  </a:lnTo>
                  <a:lnTo>
                    <a:pt x="46882" y="261052"/>
                  </a:lnTo>
                  <a:lnTo>
                    <a:pt x="50644" y="264827"/>
                  </a:lnTo>
                  <a:lnTo>
                    <a:pt x="54523" y="268480"/>
                  </a:lnTo>
                  <a:lnTo>
                    <a:pt x="58518" y="272008"/>
                  </a:lnTo>
                  <a:lnTo>
                    <a:pt x="62622" y="275406"/>
                  </a:lnTo>
                  <a:lnTo>
                    <a:pt x="66833" y="278672"/>
                  </a:lnTo>
                  <a:lnTo>
                    <a:pt x="71146" y="281802"/>
                  </a:lnTo>
                  <a:lnTo>
                    <a:pt x="75557" y="284793"/>
                  </a:lnTo>
                  <a:lnTo>
                    <a:pt x="80060" y="287642"/>
                  </a:lnTo>
                  <a:lnTo>
                    <a:pt x="84652" y="290346"/>
                  </a:lnTo>
                  <a:lnTo>
                    <a:pt x="89328" y="292903"/>
                  </a:lnTo>
                  <a:lnTo>
                    <a:pt x="94083" y="295308"/>
                  </a:lnTo>
                  <a:lnTo>
                    <a:pt x="98913" y="297562"/>
                  </a:lnTo>
                  <a:lnTo>
                    <a:pt x="103811" y="299660"/>
                  </a:lnTo>
                  <a:lnTo>
                    <a:pt x="108774" y="301600"/>
                  </a:lnTo>
                  <a:lnTo>
                    <a:pt x="113797" y="303382"/>
                  </a:lnTo>
                  <a:lnTo>
                    <a:pt x="118873" y="305003"/>
                  </a:lnTo>
                  <a:lnTo>
                    <a:pt x="123999" y="306461"/>
                  </a:lnTo>
                  <a:lnTo>
                    <a:pt x="129169" y="307754"/>
                  </a:lnTo>
                  <a:lnTo>
                    <a:pt x="134377" y="308883"/>
                  </a:lnTo>
                  <a:lnTo>
                    <a:pt x="139618" y="309845"/>
                  </a:lnTo>
                  <a:lnTo>
                    <a:pt x="144888" y="310639"/>
                  </a:lnTo>
                  <a:lnTo>
                    <a:pt x="150180" y="311265"/>
                  </a:lnTo>
                  <a:lnTo>
                    <a:pt x="155490" y="311722"/>
                  </a:lnTo>
                  <a:lnTo>
                    <a:pt x="160811" y="312009"/>
                  </a:lnTo>
                  <a:lnTo>
                    <a:pt x="166139" y="312127"/>
                  </a:lnTo>
                  <a:lnTo>
                    <a:pt x="171467" y="312075"/>
                  </a:lnTo>
                  <a:lnTo>
                    <a:pt x="176792" y="311853"/>
                  </a:lnTo>
                  <a:lnTo>
                    <a:pt x="182106" y="311461"/>
                  </a:lnTo>
                  <a:lnTo>
                    <a:pt x="187406" y="310901"/>
                  </a:lnTo>
                  <a:lnTo>
                    <a:pt x="192685" y="310171"/>
                  </a:lnTo>
                  <a:lnTo>
                    <a:pt x="197938" y="309274"/>
                  </a:lnTo>
                  <a:lnTo>
                    <a:pt x="203159" y="308209"/>
                  </a:lnTo>
                  <a:lnTo>
                    <a:pt x="208344" y="306979"/>
                  </a:lnTo>
                  <a:lnTo>
                    <a:pt x="213488" y="305584"/>
                  </a:lnTo>
                  <a:lnTo>
                    <a:pt x="218584" y="304026"/>
                  </a:lnTo>
                  <a:lnTo>
                    <a:pt x="223628" y="302307"/>
                  </a:lnTo>
                  <a:lnTo>
                    <a:pt x="228614" y="300427"/>
                  </a:lnTo>
                  <a:lnTo>
                    <a:pt x="233539" y="298389"/>
                  </a:lnTo>
                  <a:lnTo>
                    <a:pt x="238395" y="296196"/>
                  </a:lnTo>
                  <a:lnTo>
                    <a:pt x="243179" y="293849"/>
                  </a:lnTo>
                  <a:lnTo>
                    <a:pt x="247887" y="291350"/>
                  </a:lnTo>
                  <a:lnTo>
                    <a:pt x="252512" y="288703"/>
                  </a:lnTo>
                  <a:lnTo>
                    <a:pt x="257050" y="285909"/>
                  </a:lnTo>
                  <a:lnTo>
                    <a:pt x="261497" y="282973"/>
                  </a:lnTo>
                  <a:lnTo>
                    <a:pt x="265848" y="279896"/>
                  </a:lnTo>
                  <a:lnTo>
                    <a:pt x="270099" y="276682"/>
                  </a:lnTo>
                  <a:lnTo>
                    <a:pt x="274245" y="273334"/>
                  </a:lnTo>
                  <a:lnTo>
                    <a:pt x="278282" y="269856"/>
                  </a:lnTo>
                  <a:lnTo>
                    <a:pt x="282206" y="266251"/>
                  </a:lnTo>
                  <a:lnTo>
                    <a:pt x="286014" y="262522"/>
                  </a:lnTo>
                  <a:lnTo>
                    <a:pt x="167166" y="144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67163" cy="284726"/>
            </a:xfrm>
            <a:custGeom>
              <a:avLst/>
              <a:pathLst>
                <a:path w="167163" h="284726">
                  <a:moveTo>
                    <a:pt x="118847" y="284726"/>
                  </a:moveTo>
                  <a:lnTo>
                    <a:pt x="122570" y="280839"/>
                  </a:lnTo>
                  <a:lnTo>
                    <a:pt x="126167" y="276834"/>
                  </a:lnTo>
                  <a:lnTo>
                    <a:pt x="129632" y="272715"/>
                  </a:lnTo>
                  <a:lnTo>
                    <a:pt x="132963" y="268486"/>
                  </a:lnTo>
                  <a:lnTo>
                    <a:pt x="136156" y="264153"/>
                  </a:lnTo>
                  <a:lnTo>
                    <a:pt x="139208" y="259719"/>
                  </a:lnTo>
                  <a:lnTo>
                    <a:pt x="142116" y="255189"/>
                  </a:lnTo>
                  <a:lnTo>
                    <a:pt x="144876" y="250567"/>
                  </a:lnTo>
                  <a:lnTo>
                    <a:pt x="147487" y="245860"/>
                  </a:lnTo>
                  <a:lnTo>
                    <a:pt x="149944" y="241070"/>
                  </a:lnTo>
                  <a:lnTo>
                    <a:pt x="152245" y="236204"/>
                  </a:lnTo>
                  <a:lnTo>
                    <a:pt x="154389" y="231267"/>
                  </a:lnTo>
                  <a:lnTo>
                    <a:pt x="156373" y="226263"/>
                  </a:lnTo>
                  <a:lnTo>
                    <a:pt x="158195" y="221197"/>
                  </a:lnTo>
                  <a:lnTo>
                    <a:pt x="159852" y="216076"/>
                  </a:lnTo>
                  <a:lnTo>
                    <a:pt x="161344" y="210904"/>
                  </a:lnTo>
                  <a:lnTo>
                    <a:pt x="162668" y="205687"/>
                  </a:lnTo>
                  <a:lnTo>
                    <a:pt x="163824" y="200429"/>
                  </a:lnTo>
                  <a:lnTo>
                    <a:pt x="164810" y="195137"/>
                  </a:lnTo>
                  <a:lnTo>
                    <a:pt x="165625" y="189817"/>
                  </a:lnTo>
                  <a:lnTo>
                    <a:pt x="166269" y="184472"/>
                  </a:lnTo>
                  <a:lnTo>
                    <a:pt x="166740" y="179110"/>
                  </a:lnTo>
                  <a:lnTo>
                    <a:pt x="167038" y="173735"/>
                  </a:lnTo>
                  <a:lnTo>
                    <a:pt x="167163" y="168354"/>
                  </a:lnTo>
                  <a:lnTo>
                    <a:pt x="167114" y="162971"/>
                  </a:lnTo>
                  <a:lnTo>
                    <a:pt x="166893" y="157593"/>
                  </a:lnTo>
                  <a:lnTo>
                    <a:pt x="166498" y="152225"/>
                  </a:lnTo>
                  <a:lnTo>
                    <a:pt x="165930" y="146872"/>
                  </a:lnTo>
                  <a:lnTo>
                    <a:pt x="165191" y="141540"/>
                  </a:lnTo>
                  <a:lnTo>
                    <a:pt x="164280" y="136235"/>
                  </a:lnTo>
                  <a:lnTo>
                    <a:pt x="163199" y="130961"/>
                  </a:lnTo>
                  <a:lnTo>
                    <a:pt x="161949" y="125726"/>
                  </a:lnTo>
                  <a:lnTo>
                    <a:pt x="160531" y="120533"/>
                  </a:lnTo>
                  <a:lnTo>
                    <a:pt x="158946" y="115389"/>
                  </a:lnTo>
                  <a:lnTo>
                    <a:pt x="157196" y="110298"/>
                  </a:lnTo>
                  <a:lnTo>
                    <a:pt x="155284" y="105266"/>
                  </a:lnTo>
                  <a:lnTo>
                    <a:pt x="153210" y="100299"/>
                  </a:lnTo>
                  <a:lnTo>
                    <a:pt x="150978" y="95401"/>
                  </a:lnTo>
                  <a:lnTo>
                    <a:pt x="148589" y="90577"/>
                  </a:lnTo>
                  <a:lnTo>
                    <a:pt x="146046" y="85832"/>
                  </a:lnTo>
                  <a:lnTo>
                    <a:pt x="143352" y="81172"/>
                  </a:lnTo>
                  <a:lnTo>
                    <a:pt x="140509" y="76602"/>
                  </a:lnTo>
                  <a:lnTo>
                    <a:pt x="137520" y="72125"/>
                  </a:lnTo>
                  <a:lnTo>
                    <a:pt x="134389" y="67746"/>
                  </a:lnTo>
                  <a:lnTo>
                    <a:pt x="131118" y="63471"/>
                  </a:lnTo>
                  <a:lnTo>
                    <a:pt x="127712" y="59303"/>
                  </a:lnTo>
                  <a:lnTo>
                    <a:pt x="124172" y="55247"/>
                  </a:lnTo>
                  <a:lnTo>
                    <a:pt x="120505" y="51307"/>
                  </a:lnTo>
                  <a:lnTo>
                    <a:pt x="116712" y="47488"/>
                  </a:lnTo>
                  <a:lnTo>
                    <a:pt x="112798" y="43792"/>
                  </a:lnTo>
                  <a:lnTo>
                    <a:pt x="108767" y="40224"/>
                  </a:lnTo>
                  <a:lnTo>
                    <a:pt x="104624" y="36788"/>
                  </a:lnTo>
                  <a:lnTo>
                    <a:pt x="100372" y="33487"/>
                  </a:lnTo>
                  <a:lnTo>
                    <a:pt x="96016" y="30325"/>
                  </a:lnTo>
                  <a:lnTo>
                    <a:pt x="91560" y="27304"/>
                  </a:lnTo>
                  <a:lnTo>
                    <a:pt x="87010" y="24429"/>
                  </a:lnTo>
                  <a:lnTo>
                    <a:pt x="82369" y="21701"/>
                  </a:lnTo>
                  <a:lnTo>
                    <a:pt x="77643" y="19125"/>
                  </a:lnTo>
                  <a:lnTo>
                    <a:pt x="72836" y="16702"/>
                  </a:lnTo>
                  <a:lnTo>
                    <a:pt x="67954" y="14435"/>
                  </a:lnTo>
                  <a:lnTo>
                    <a:pt x="63001" y="12326"/>
                  </a:lnTo>
                  <a:lnTo>
                    <a:pt x="57983" y="10378"/>
                  </a:lnTo>
                  <a:lnTo>
                    <a:pt x="52905" y="8592"/>
                  </a:lnTo>
                  <a:lnTo>
                    <a:pt x="47772" y="6971"/>
                  </a:lnTo>
                  <a:lnTo>
                    <a:pt x="42590" y="5516"/>
                  </a:lnTo>
                  <a:lnTo>
                    <a:pt x="37363" y="4229"/>
                  </a:lnTo>
                  <a:lnTo>
                    <a:pt x="32098" y="3110"/>
                  </a:lnTo>
                  <a:lnTo>
                    <a:pt x="26799" y="2162"/>
                  </a:lnTo>
                  <a:lnTo>
                    <a:pt x="21473" y="1384"/>
                  </a:lnTo>
                  <a:lnTo>
                    <a:pt x="16124" y="779"/>
                  </a:lnTo>
                  <a:lnTo>
                    <a:pt x="10758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0352" y="4213821"/>
              <a:ext cx="108120" cy="167167"/>
            </a:xfrm>
            <a:custGeom>
              <a:avLst/>
              <a:pathLst>
                <a:path w="108120" h="167167">
                  <a:moveTo>
                    <a:pt x="108120" y="0"/>
                  </a:moveTo>
                  <a:lnTo>
                    <a:pt x="102522" y="93"/>
                  </a:lnTo>
                  <a:lnTo>
                    <a:pt x="96930" y="374"/>
                  </a:lnTo>
                  <a:lnTo>
                    <a:pt x="91351" y="843"/>
                  </a:lnTo>
                  <a:lnTo>
                    <a:pt x="85791" y="1497"/>
                  </a:lnTo>
                  <a:lnTo>
                    <a:pt x="80256" y="2338"/>
                  </a:lnTo>
                  <a:lnTo>
                    <a:pt x="74752" y="3364"/>
                  </a:lnTo>
                  <a:lnTo>
                    <a:pt x="69285" y="4573"/>
                  </a:lnTo>
                  <a:lnTo>
                    <a:pt x="63862" y="5964"/>
                  </a:lnTo>
                  <a:lnTo>
                    <a:pt x="58489" y="7537"/>
                  </a:lnTo>
                  <a:lnTo>
                    <a:pt x="53171" y="9288"/>
                  </a:lnTo>
                  <a:lnTo>
                    <a:pt x="47915" y="11217"/>
                  </a:lnTo>
                  <a:lnTo>
                    <a:pt x="42727" y="13320"/>
                  </a:lnTo>
                  <a:lnTo>
                    <a:pt x="37612" y="15597"/>
                  </a:lnTo>
                  <a:lnTo>
                    <a:pt x="32576" y="18043"/>
                  </a:lnTo>
                  <a:lnTo>
                    <a:pt x="27624" y="20656"/>
                  </a:lnTo>
                  <a:lnTo>
                    <a:pt x="22763" y="23434"/>
                  </a:lnTo>
                  <a:lnTo>
                    <a:pt x="17998" y="26373"/>
                  </a:lnTo>
                  <a:lnTo>
                    <a:pt x="13334" y="29469"/>
                  </a:lnTo>
                  <a:lnTo>
                    <a:pt x="8776" y="32721"/>
                  </a:lnTo>
                  <a:lnTo>
                    <a:pt x="4330" y="36123"/>
                  </a:lnTo>
                  <a:lnTo>
                    <a:pt x="0" y="39672"/>
                  </a:lnTo>
                  <a:lnTo>
                    <a:pt x="10812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0352" y="4253493"/>
              <a:ext cx="108120" cy="127495"/>
            </a:xfrm>
            <a:custGeom>
              <a:avLst/>
              <a:pathLst>
                <a:path w="108120" h="127495">
                  <a:moveTo>
                    <a:pt x="0" y="0"/>
                  </a:moveTo>
                  <a:lnTo>
                    <a:pt x="108120" y="127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14" y="4253493"/>
              <a:ext cx="334312" cy="294660"/>
            </a:xfrm>
            <a:custGeom>
              <a:avLst/>
              <a:pathLst>
                <a:path w="334312" h="294660">
                  <a:moveTo>
                    <a:pt x="59037" y="0"/>
                  </a:moveTo>
                  <a:lnTo>
                    <a:pt x="55048" y="3493"/>
                  </a:lnTo>
                  <a:lnTo>
                    <a:pt x="51171" y="7111"/>
                  </a:lnTo>
                  <a:lnTo>
                    <a:pt x="47411" y="10850"/>
                  </a:lnTo>
                  <a:lnTo>
                    <a:pt x="43772" y="14707"/>
                  </a:lnTo>
                  <a:lnTo>
                    <a:pt x="40256" y="18677"/>
                  </a:lnTo>
                  <a:lnTo>
                    <a:pt x="36869" y="22757"/>
                  </a:lnTo>
                  <a:lnTo>
                    <a:pt x="33612" y="26942"/>
                  </a:lnTo>
                  <a:lnTo>
                    <a:pt x="30490" y="31228"/>
                  </a:lnTo>
                  <a:lnTo>
                    <a:pt x="27506" y="35611"/>
                  </a:lnTo>
                  <a:lnTo>
                    <a:pt x="24662" y="40087"/>
                  </a:lnTo>
                  <a:lnTo>
                    <a:pt x="21961" y="44650"/>
                  </a:lnTo>
                  <a:lnTo>
                    <a:pt x="19407" y="49297"/>
                  </a:lnTo>
                  <a:lnTo>
                    <a:pt x="17001" y="54023"/>
                  </a:lnTo>
                  <a:lnTo>
                    <a:pt x="14746" y="58822"/>
                  </a:lnTo>
                  <a:lnTo>
                    <a:pt x="12645" y="63691"/>
                  </a:lnTo>
                  <a:lnTo>
                    <a:pt x="10699" y="68624"/>
                  </a:lnTo>
                  <a:lnTo>
                    <a:pt x="8910" y="73616"/>
                  </a:lnTo>
                  <a:lnTo>
                    <a:pt x="7281" y="78662"/>
                  </a:lnTo>
                  <a:lnTo>
                    <a:pt x="5813" y="83757"/>
                  </a:lnTo>
                  <a:lnTo>
                    <a:pt x="4507" y="88897"/>
                  </a:lnTo>
                  <a:lnTo>
                    <a:pt x="3364" y="94075"/>
                  </a:lnTo>
                  <a:lnTo>
                    <a:pt x="2387" y="99287"/>
                  </a:lnTo>
                  <a:lnTo>
                    <a:pt x="1575" y="104527"/>
                  </a:lnTo>
                  <a:lnTo>
                    <a:pt x="930" y="109790"/>
                  </a:lnTo>
                  <a:lnTo>
                    <a:pt x="452" y="115072"/>
                  </a:lnTo>
                  <a:lnTo>
                    <a:pt x="142" y="120365"/>
                  </a:lnTo>
                  <a:lnTo>
                    <a:pt x="0" y="125666"/>
                  </a:lnTo>
                  <a:lnTo>
                    <a:pt x="26" y="130969"/>
                  </a:lnTo>
                  <a:lnTo>
                    <a:pt x="220" y="136268"/>
                  </a:lnTo>
                  <a:lnTo>
                    <a:pt x="582" y="141558"/>
                  </a:lnTo>
                  <a:lnTo>
                    <a:pt x="1112" y="146835"/>
                  </a:lnTo>
                  <a:lnTo>
                    <a:pt x="1809" y="152091"/>
                  </a:lnTo>
                  <a:lnTo>
                    <a:pt x="2672" y="157323"/>
                  </a:lnTo>
                  <a:lnTo>
                    <a:pt x="3701" y="162525"/>
                  </a:lnTo>
                  <a:lnTo>
                    <a:pt x="4894" y="167692"/>
                  </a:lnTo>
                  <a:lnTo>
                    <a:pt x="6251" y="172818"/>
                  </a:lnTo>
                  <a:lnTo>
                    <a:pt x="7770" y="177899"/>
                  </a:lnTo>
                  <a:lnTo>
                    <a:pt x="9448" y="182929"/>
                  </a:lnTo>
                  <a:lnTo>
                    <a:pt x="11286" y="187903"/>
                  </a:lnTo>
                  <a:lnTo>
                    <a:pt x="13280" y="192817"/>
                  </a:lnTo>
                  <a:lnTo>
                    <a:pt x="15430" y="197664"/>
                  </a:lnTo>
                  <a:lnTo>
                    <a:pt x="17732" y="202441"/>
                  </a:lnTo>
                  <a:lnTo>
                    <a:pt x="20184" y="207143"/>
                  </a:lnTo>
                  <a:lnTo>
                    <a:pt x="22784" y="211764"/>
                  </a:lnTo>
                  <a:lnTo>
                    <a:pt x="25529" y="216301"/>
                  </a:lnTo>
                  <a:lnTo>
                    <a:pt x="28417" y="220748"/>
                  </a:lnTo>
                  <a:lnTo>
                    <a:pt x="31445" y="225102"/>
                  </a:lnTo>
                  <a:lnTo>
                    <a:pt x="34609" y="229357"/>
                  </a:lnTo>
                  <a:lnTo>
                    <a:pt x="37906" y="233510"/>
                  </a:lnTo>
                  <a:lnTo>
                    <a:pt x="41334" y="237556"/>
                  </a:lnTo>
                  <a:lnTo>
                    <a:pt x="44888" y="241492"/>
                  </a:lnTo>
                  <a:lnTo>
                    <a:pt x="48565" y="245312"/>
                  </a:lnTo>
                  <a:lnTo>
                    <a:pt x="52362" y="249014"/>
                  </a:lnTo>
                  <a:lnTo>
                    <a:pt x="56274" y="252594"/>
                  </a:lnTo>
                  <a:lnTo>
                    <a:pt x="60297" y="256048"/>
                  </a:lnTo>
                  <a:lnTo>
                    <a:pt x="64429" y="259373"/>
                  </a:lnTo>
                  <a:lnTo>
                    <a:pt x="68663" y="262565"/>
                  </a:lnTo>
                  <a:lnTo>
                    <a:pt x="72997" y="265621"/>
                  </a:lnTo>
                  <a:lnTo>
                    <a:pt x="77425" y="268538"/>
                  </a:lnTo>
                  <a:lnTo>
                    <a:pt x="81944" y="271313"/>
                  </a:lnTo>
                  <a:lnTo>
                    <a:pt x="86548" y="273943"/>
                  </a:lnTo>
                  <a:lnTo>
                    <a:pt x="91233" y="276426"/>
                  </a:lnTo>
                  <a:lnTo>
                    <a:pt x="95995" y="278759"/>
                  </a:lnTo>
                  <a:lnTo>
                    <a:pt x="100829" y="280940"/>
                  </a:lnTo>
                  <a:lnTo>
                    <a:pt x="105729" y="282967"/>
                  </a:lnTo>
                  <a:lnTo>
                    <a:pt x="110691" y="284837"/>
                  </a:lnTo>
                  <a:lnTo>
                    <a:pt x="115710" y="286549"/>
                  </a:lnTo>
                  <a:lnTo>
                    <a:pt x="120781" y="288100"/>
                  </a:lnTo>
                  <a:lnTo>
                    <a:pt x="125898" y="289490"/>
                  </a:lnTo>
                  <a:lnTo>
                    <a:pt x="131057" y="290718"/>
                  </a:lnTo>
                  <a:lnTo>
                    <a:pt x="136252" y="291780"/>
                  </a:lnTo>
                  <a:lnTo>
                    <a:pt x="141478" y="292678"/>
                  </a:lnTo>
                  <a:lnTo>
                    <a:pt x="146730" y="293409"/>
                  </a:lnTo>
                  <a:lnTo>
                    <a:pt x="152003" y="293974"/>
                  </a:lnTo>
                  <a:lnTo>
                    <a:pt x="157291" y="294371"/>
                  </a:lnTo>
                  <a:lnTo>
                    <a:pt x="162588" y="294600"/>
                  </a:lnTo>
                  <a:lnTo>
                    <a:pt x="167891" y="294660"/>
                  </a:lnTo>
                  <a:lnTo>
                    <a:pt x="173192" y="294553"/>
                  </a:lnTo>
                  <a:lnTo>
                    <a:pt x="178488" y="294278"/>
                  </a:lnTo>
                  <a:lnTo>
                    <a:pt x="183772" y="293834"/>
                  </a:lnTo>
                  <a:lnTo>
                    <a:pt x="189040" y="293224"/>
                  </a:lnTo>
                  <a:lnTo>
                    <a:pt x="194285" y="292446"/>
                  </a:lnTo>
                  <a:lnTo>
                    <a:pt x="199503" y="291503"/>
                  </a:lnTo>
                  <a:lnTo>
                    <a:pt x="204689" y="290394"/>
                  </a:lnTo>
                  <a:lnTo>
                    <a:pt x="209837" y="289122"/>
                  </a:lnTo>
                  <a:lnTo>
                    <a:pt x="214942" y="287687"/>
                  </a:lnTo>
                  <a:lnTo>
                    <a:pt x="219998" y="286091"/>
                  </a:lnTo>
                  <a:lnTo>
                    <a:pt x="225002" y="284335"/>
                  </a:lnTo>
                  <a:lnTo>
                    <a:pt x="229948" y="282421"/>
                  </a:lnTo>
                  <a:lnTo>
                    <a:pt x="234830" y="280352"/>
                  </a:lnTo>
                  <a:lnTo>
                    <a:pt x="239644" y="278129"/>
                  </a:lnTo>
                  <a:lnTo>
                    <a:pt x="244385" y="275754"/>
                  </a:lnTo>
                  <a:lnTo>
                    <a:pt x="249049" y="273230"/>
                  </a:lnTo>
                  <a:lnTo>
                    <a:pt x="253630" y="270559"/>
                  </a:lnTo>
                  <a:lnTo>
                    <a:pt x="258124" y="267744"/>
                  </a:lnTo>
                  <a:lnTo>
                    <a:pt x="262526" y="264789"/>
                  </a:lnTo>
                  <a:lnTo>
                    <a:pt x="266833" y="261695"/>
                  </a:lnTo>
                  <a:lnTo>
                    <a:pt x="271039" y="258466"/>
                  </a:lnTo>
                  <a:lnTo>
                    <a:pt x="275141" y="255105"/>
                  </a:lnTo>
                  <a:lnTo>
                    <a:pt x="279134" y="251616"/>
                  </a:lnTo>
                  <a:lnTo>
                    <a:pt x="283015" y="248002"/>
                  </a:lnTo>
                  <a:lnTo>
                    <a:pt x="286778" y="244266"/>
                  </a:lnTo>
                  <a:lnTo>
                    <a:pt x="290422" y="240414"/>
                  </a:lnTo>
                  <a:lnTo>
                    <a:pt x="293941" y="236447"/>
                  </a:lnTo>
                  <a:lnTo>
                    <a:pt x="297333" y="232371"/>
                  </a:lnTo>
                  <a:lnTo>
                    <a:pt x="300594" y="228190"/>
                  </a:lnTo>
                  <a:lnTo>
                    <a:pt x="303721" y="223907"/>
                  </a:lnTo>
                  <a:lnTo>
                    <a:pt x="306710" y="219527"/>
                  </a:lnTo>
                  <a:lnTo>
                    <a:pt x="309559" y="215054"/>
                  </a:lnTo>
                  <a:lnTo>
                    <a:pt x="312264" y="210494"/>
                  </a:lnTo>
                  <a:lnTo>
                    <a:pt x="314824" y="205849"/>
                  </a:lnTo>
                  <a:lnTo>
                    <a:pt x="317235" y="201126"/>
                  </a:lnTo>
                  <a:lnTo>
                    <a:pt x="319495" y="196329"/>
                  </a:lnTo>
                  <a:lnTo>
                    <a:pt x="321601" y="191463"/>
                  </a:lnTo>
                  <a:lnTo>
                    <a:pt x="323552" y="186532"/>
                  </a:lnTo>
                  <a:lnTo>
                    <a:pt x="325346" y="181542"/>
                  </a:lnTo>
                  <a:lnTo>
                    <a:pt x="326981" y="176498"/>
                  </a:lnTo>
                  <a:lnTo>
                    <a:pt x="328455" y="171404"/>
                  </a:lnTo>
                  <a:lnTo>
                    <a:pt x="329766" y="166266"/>
                  </a:lnTo>
                  <a:lnTo>
                    <a:pt x="330914" y="161089"/>
                  </a:lnTo>
                  <a:lnTo>
                    <a:pt x="331897" y="155878"/>
                  </a:lnTo>
                  <a:lnTo>
                    <a:pt x="332715" y="150639"/>
                  </a:lnTo>
                  <a:lnTo>
                    <a:pt x="333365" y="145376"/>
                  </a:lnTo>
                  <a:lnTo>
                    <a:pt x="333849" y="140095"/>
                  </a:lnTo>
                  <a:lnTo>
                    <a:pt x="334165" y="134802"/>
                  </a:lnTo>
                  <a:lnTo>
                    <a:pt x="334312" y="129501"/>
                  </a:lnTo>
                  <a:lnTo>
                    <a:pt x="334292" y="124199"/>
                  </a:lnTo>
                  <a:lnTo>
                    <a:pt x="334103" y="118899"/>
                  </a:lnTo>
                  <a:lnTo>
                    <a:pt x="333747" y="113608"/>
                  </a:lnTo>
                  <a:lnTo>
                    <a:pt x="333222" y="108332"/>
                  </a:lnTo>
                  <a:lnTo>
                    <a:pt x="332531" y="103074"/>
                  </a:lnTo>
                  <a:lnTo>
                    <a:pt x="331673" y="97841"/>
                  </a:lnTo>
                  <a:lnTo>
                    <a:pt x="330650" y="92638"/>
                  </a:lnTo>
                  <a:lnTo>
                    <a:pt x="329462" y="87470"/>
                  </a:lnTo>
                  <a:lnTo>
                    <a:pt x="328111" y="82342"/>
                  </a:lnTo>
                  <a:lnTo>
                    <a:pt x="326598" y="77260"/>
                  </a:lnTo>
                  <a:lnTo>
                    <a:pt x="324924" y="72228"/>
                  </a:lnTo>
                  <a:lnTo>
                    <a:pt x="323092" y="67252"/>
                  </a:lnTo>
                  <a:lnTo>
                    <a:pt x="321103" y="62337"/>
                  </a:lnTo>
                  <a:lnTo>
                    <a:pt x="318959" y="57487"/>
                  </a:lnTo>
                  <a:lnTo>
                    <a:pt x="167157" y="127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151802" cy="167167"/>
            </a:xfrm>
            <a:custGeom>
              <a:avLst/>
              <a:pathLst>
                <a:path w="151802" h="167167">
                  <a:moveTo>
                    <a:pt x="151802" y="97159"/>
                  </a:moveTo>
                  <a:lnTo>
                    <a:pt x="149444" y="92258"/>
                  </a:lnTo>
                  <a:lnTo>
                    <a:pt x="146928" y="87437"/>
                  </a:lnTo>
                  <a:lnTo>
                    <a:pt x="144257" y="82700"/>
                  </a:lnTo>
                  <a:lnTo>
                    <a:pt x="141433" y="78052"/>
                  </a:lnTo>
                  <a:lnTo>
                    <a:pt x="138460" y="73499"/>
                  </a:lnTo>
                  <a:lnTo>
                    <a:pt x="135339" y="69044"/>
                  </a:lnTo>
                  <a:lnTo>
                    <a:pt x="132076" y="64694"/>
                  </a:lnTo>
                  <a:lnTo>
                    <a:pt x="128673" y="60452"/>
                  </a:lnTo>
                  <a:lnTo>
                    <a:pt x="125134" y="56323"/>
                  </a:lnTo>
                  <a:lnTo>
                    <a:pt x="121462" y="52311"/>
                  </a:lnTo>
                  <a:lnTo>
                    <a:pt x="117661" y="48421"/>
                  </a:lnTo>
                  <a:lnTo>
                    <a:pt x="113737" y="44656"/>
                  </a:lnTo>
                  <a:lnTo>
                    <a:pt x="109691" y="41022"/>
                  </a:lnTo>
                  <a:lnTo>
                    <a:pt x="105530" y="37520"/>
                  </a:lnTo>
                  <a:lnTo>
                    <a:pt x="101257" y="34156"/>
                  </a:lnTo>
                  <a:lnTo>
                    <a:pt x="96877" y="30933"/>
                  </a:lnTo>
                  <a:lnTo>
                    <a:pt x="92394" y="27854"/>
                  </a:lnTo>
                  <a:lnTo>
                    <a:pt x="87814" y="24922"/>
                  </a:lnTo>
                  <a:lnTo>
                    <a:pt x="83140" y="22141"/>
                  </a:lnTo>
                  <a:lnTo>
                    <a:pt x="78379" y="19513"/>
                  </a:lnTo>
                  <a:lnTo>
                    <a:pt x="73534" y="17042"/>
                  </a:lnTo>
                  <a:lnTo>
                    <a:pt x="68612" y="14729"/>
                  </a:lnTo>
                  <a:lnTo>
                    <a:pt x="63617" y="12578"/>
                  </a:lnTo>
                  <a:lnTo>
                    <a:pt x="58555" y="10591"/>
                  </a:lnTo>
                  <a:lnTo>
                    <a:pt x="53431" y="8769"/>
                  </a:lnTo>
                  <a:lnTo>
                    <a:pt x="48251" y="7114"/>
                  </a:lnTo>
                  <a:lnTo>
                    <a:pt x="43019" y="5630"/>
                  </a:lnTo>
                  <a:lnTo>
                    <a:pt x="37741" y="4316"/>
                  </a:lnTo>
                  <a:lnTo>
                    <a:pt x="32424" y="3174"/>
                  </a:lnTo>
                  <a:lnTo>
                    <a:pt x="27073" y="2206"/>
                  </a:lnTo>
                  <a:lnTo>
                    <a:pt x="21693" y="1413"/>
                  </a:lnTo>
                  <a:lnTo>
                    <a:pt x="16289" y="795"/>
                  </a:lnTo>
                  <a:lnTo>
                    <a:pt x="10869" y="353"/>
                  </a:lnTo>
                  <a:lnTo>
                    <a:pt x="543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64361" y="3707720"/>
              <a:ext cx="154650" cy="167167"/>
            </a:xfrm>
            <a:custGeom>
              <a:avLst/>
              <a:pathLst>
                <a:path w="154650" h="167167">
                  <a:moveTo>
                    <a:pt x="154650" y="0"/>
                  </a:moveTo>
                  <a:lnTo>
                    <a:pt x="149165" y="89"/>
                  </a:lnTo>
                  <a:lnTo>
                    <a:pt x="143686" y="359"/>
                  </a:lnTo>
                  <a:lnTo>
                    <a:pt x="138219" y="809"/>
                  </a:lnTo>
                  <a:lnTo>
                    <a:pt x="132770" y="1438"/>
                  </a:lnTo>
                  <a:lnTo>
                    <a:pt x="127344" y="2245"/>
                  </a:lnTo>
                  <a:lnTo>
                    <a:pt x="121948" y="3229"/>
                  </a:lnTo>
                  <a:lnTo>
                    <a:pt x="116587" y="4391"/>
                  </a:lnTo>
                  <a:lnTo>
                    <a:pt x="111267" y="5727"/>
                  </a:lnTo>
                  <a:lnTo>
                    <a:pt x="105993" y="7237"/>
                  </a:lnTo>
                  <a:lnTo>
                    <a:pt x="100772" y="8920"/>
                  </a:lnTo>
                  <a:lnTo>
                    <a:pt x="95609" y="10773"/>
                  </a:lnTo>
                  <a:lnTo>
                    <a:pt x="90510" y="12794"/>
                  </a:lnTo>
                  <a:lnTo>
                    <a:pt x="85479" y="14982"/>
                  </a:lnTo>
                  <a:lnTo>
                    <a:pt x="80524" y="17333"/>
                  </a:lnTo>
                  <a:lnTo>
                    <a:pt x="75647" y="19846"/>
                  </a:lnTo>
                  <a:lnTo>
                    <a:pt x="70856" y="22517"/>
                  </a:lnTo>
                  <a:lnTo>
                    <a:pt x="66156" y="25344"/>
                  </a:lnTo>
                  <a:lnTo>
                    <a:pt x="61550" y="28324"/>
                  </a:lnTo>
                  <a:lnTo>
                    <a:pt x="57045" y="31453"/>
                  </a:lnTo>
                  <a:lnTo>
                    <a:pt x="52645" y="34729"/>
                  </a:lnTo>
                  <a:lnTo>
                    <a:pt x="48354" y="38147"/>
                  </a:lnTo>
                  <a:lnTo>
                    <a:pt x="44178" y="41704"/>
                  </a:lnTo>
                  <a:lnTo>
                    <a:pt x="40122" y="45396"/>
                  </a:lnTo>
                  <a:lnTo>
                    <a:pt x="36188" y="49219"/>
                  </a:lnTo>
                  <a:lnTo>
                    <a:pt x="32382" y="53169"/>
                  </a:lnTo>
                  <a:lnTo>
                    <a:pt x="28707" y="57242"/>
                  </a:lnTo>
                  <a:lnTo>
                    <a:pt x="25169" y="61433"/>
                  </a:lnTo>
                  <a:lnTo>
                    <a:pt x="21769" y="65739"/>
                  </a:lnTo>
                  <a:lnTo>
                    <a:pt x="18513" y="70153"/>
                  </a:lnTo>
                  <a:lnTo>
                    <a:pt x="15403" y="74672"/>
                  </a:lnTo>
                  <a:lnTo>
                    <a:pt x="12444" y="79290"/>
                  </a:lnTo>
                  <a:lnTo>
                    <a:pt x="9637" y="84003"/>
                  </a:lnTo>
                  <a:lnTo>
                    <a:pt x="6986" y="88806"/>
                  </a:lnTo>
                  <a:lnTo>
                    <a:pt x="4495" y="93693"/>
                  </a:lnTo>
                  <a:lnTo>
                    <a:pt x="2165" y="98659"/>
                  </a:lnTo>
                  <a:lnTo>
                    <a:pt x="0" y="103699"/>
                  </a:lnTo>
                  <a:lnTo>
                    <a:pt x="1546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51" y="3709879"/>
              <a:ext cx="334307" cy="332175"/>
            </a:xfrm>
            <a:custGeom>
              <a:avLst/>
              <a:pathLst>
                <a:path w="334307" h="332175">
                  <a:moveTo>
                    <a:pt x="12509" y="101540"/>
                  </a:moveTo>
                  <a:lnTo>
                    <a:pt x="10577" y="106470"/>
                  </a:lnTo>
                  <a:lnTo>
                    <a:pt x="8802" y="111458"/>
                  </a:lnTo>
                  <a:lnTo>
                    <a:pt x="7185" y="116499"/>
                  </a:lnTo>
                  <a:lnTo>
                    <a:pt x="5729" y="121590"/>
                  </a:lnTo>
                  <a:lnTo>
                    <a:pt x="4435" y="126723"/>
                  </a:lnTo>
                  <a:lnTo>
                    <a:pt x="3305" y="131896"/>
                  </a:lnTo>
                  <a:lnTo>
                    <a:pt x="2338" y="137101"/>
                  </a:lnTo>
                  <a:lnTo>
                    <a:pt x="1537" y="142335"/>
                  </a:lnTo>
                  <a:lnTo>
                    <a:pt x="902" y="147591"/>
                  </a:lnTo>
                  <a:lnTo>
                    <a:pt x="434" y="152865"/>
                  </a:lnTo>
                  <a:lnTo>
                    <a:pt x="133" y="158150"/>
                  </a:lnTo>
                  <a:lnTo>
                    <a:pt x="0" y="163443"/>
                  </a:lnTo>
                  <a:lnTo>
                    <a:pt x="34" y="168738"/>
                  </a:lnTo>
                  <a:lnTo>
                    <a:pt x="236" y="174028"/>
                  </a:lnTo>
                  <a:lnTo>
                    <a:pt x="605" y="179310"/>
                  </a:lnTo>
                  <a:lnTo>
                    <a:pt x="1141" y="184577"/>
                  </a:lnTo>
                  <a:lnTo>
                    <a:pt x="1844" y="189824"/>
                  </a:lnTo>
                  <a:lnTo>
                    <a:pt x="2713" y="195047"/>
                  </a:lnTo>
                  <a:lnTo>
                    <a:pt x="3747" y="200240"/>
                  </a:lnTo>
                  <a:lnTo>
                    <a:pt x="4945" y="205397"/>
                  </a:lnTo>
                  <a:lnTo>
                    <a:pt x="6305" y="210514"/>
                  </a:lnTo>
                  <a:lnTo>
                    <a:pt x="7827" y="215585"/>
                  </a:lnTo>
                  <a:lnTo>
                    <a:pt x="9508" y="220605"/>
                  </a:lnTo>
                  <a:lnTo>
                    <a:pt x="11348" y="225569"/>
                  </a:lnTo>
                  <a:lnTo>
                    <a:pt x="13344" y="230473"/>
                  </a:lnTo>
                  <a:lnTo>
                    <a:pt x="15494" y="235311"/>
                  </a:lnTo>
                  <a:lnTo>
                    <a:pt x="17796" y="240079"/>
                  </a:lnTo>
                  <a:lnTo>
                    <a:pt x="20249" y="244771"/>
                  </a:lnTo>
                  <a:lnTo>
                    <a:pt x="22848" y="249384"/>
                  </a:lnTo>
                  <a:lnTo>
                    <a:pt x="25592" y="253911"/>
                  </a:lnTo>
                  <a:lnTo>
                    <a:pt x="28479" y="258350"/>
                  </a:lnTo>
                  <a:lnTo>
                    <a:pt x="31504" y="262695"/>
                  </a:lnTo>
                  <a:lnTo>
                    <a:pt x="34666" y="266941"/>
                  </a:lnTo>
                  <a:lnTo>
                    <a:pt x="37960" y="271086"/>
                  </a:lnTo>
                  <a:lnTo>
                    <a:pt x="41384" y="275124"/>
                  </a:lnTo>
                  <a:lnTo>
                    <a:pt x="44934" y="279052"/>
                  </a:lnTo>
                  <a:lnTo>
                    <a:pt x="48607" y="282865"/>
                  </a:lnTo>
                  <a:lnTo>
                    <a:pt x="52399" y="286561"/>
                  </a:lnTo>
                  <a:lnTo>
                    <a:pt x="56306" y="290134"/>
                  </a:lnTo>
                  <a:lnTo>
                    <a:pt x="60324" y="293582"/>
                  </a:lnTo>
                  <a:lnTo>
                    <a:pt x="64449" y="296900"/>
                  </a:lnTo>
                  <a:lnTo>
                    <a:pt x="68677" y="300087"/>
                  </a:lnTo>
                  <a:lnTo>
                    <a:pt x="73004" y="303138"/>
                  </a:lnTo>
                  <a:lnTo>
                    <a:pt x="77425" y="306050"/>
                  </a:lnTo>
                  <a:lnTo>
                    <a:pt x="81937" y="308821"/>
                  </a:lnTo>
                  <a:lnTo>
                    <a:pt x="86534" y="311448"/>
                  </a:lnTo>
                  <a:lnTo>
                    <a:pt x="91212" y="313927"/>
                  </a:lnTo>
                  <a:lnTo>
                    <a:pt x="95966" y="316258"/>
                  </a:lnTo>
                  <a:lnTo>
                    <a:pt x="100791" y="318436"/>
                  </a:lnTo>
                  <a:lnTo>
                    <a:pt x="105683" y="320461"/>
                  </a:lnTo>
                  <a:lnTo>
                    <a:pt x="110637" y="322330"/>
                  </a:lnTo>
                  <a:lnTo>
                    <a:pt x="115647" y="324041"/>
                  </a:lnTo>
                  <a:lnTo>
                    <a:pt x="120709" y="325593"/>
                  </a:lnTo>
                  <a:lnTo>
                    <a:pt x="125817" y="326983"/>
                  </a:lnTo>
                  <a:lnTo>
                    <a:pt x="130968" y="328211"/>
                  </a:lnTo>
                  <a:lnTo>
                    <a:pt x="136154" y="329275"/>
                  </a:lnTo>
                  <a:lnTo>
                    <a:pt x="141371" y="330175"/>
                  </a:lnTo>
                  <a:lnTo>
                    <a:pt x="146615" y="330909"/>
                  </a:lnTo>
                  <a:lnTo>
                    <a:pt x="151879" y="331476"/>
                  </a:lnTo>
                  <a:lnTo>
                    <a:pt x="157158" y="331876"/>
                  </a:lnTo>
                  <a:lnTo>
                    <a:pt x="162447" y="332110"/>
                  </a:lnTo>
                  <a:lnTo>
                    <a:pt x="167741" y="332175"/>
                  </a:lnTo>
                  <a:lnTo>
                    <a:pt x="173035" y="332073"/>
                  </a:lnTo>
                  <a:lnTo>
                    <a:pt x="178322" y="331803"/>
                  </a:lnTo>
                  <a:lnTo>
                    <a:pt x="183599" y="331366"/>
                  </a:lnTo>
                  <a:lnTo>
                    <a:pt x="188858" y="330762"/>
                  </a:lnTo>
                  <a:lnTo>
                    <a:pt x="194097" y="329991"/>
                  </a:lnTo>
                  <a:lnTo>
                    <a:pt x="199308" y="329056"/>
                  </a:lnTo>
                  <a:lnTo>
                    <a:pt x="204487" y="327955"/>
                  </a:lnTo>
                  <a:lnTo>
                    <a:pt x="209628" y="326692"/>
                  </a:lnTo>
                  <a:lnTo>
                    <a:pt x="214727" y="325266"/>
                  </a:lnTo>
                  <a:lnTo>
                    <a:pt x="219778" y="323679"/>
                  </a:lnTo>
                  <a:lnTo>
                    <a:pt x="224776" y="321933"/>
                  </a:lnTo>
                  <a:lnTo>
                    <a:pt x="229717" y="320030"/>
                  </a:lnTo>
                  <a:lnTo>
                    <a:pt x="234594" y="317971"/>
                  </a:lnTo>
                  <a:lnTo>
                    <a:pt x="239404" y="315759"/>
                  </a:lnTo>
                  <a:lnTo>
                    <a:pt x="244142" y="313395"/>
                  </a:lnTo>
                  <a:lnTo>
                    <a:pt x="248803" y="310883"/>
                  </a:lnTo>
                  <a:lnTo>
                    <a:pt x="253381" y="308224"/>
                  </a:lnTo>
                  <a:lnTo>
                    <a:pt x="257873" y="305422"/>
                  </a:lnTo>
                  <a:lnTo>
                    <a:pt x="262274" y="302479"/>
                  </a:lnTo>
                  <a:lnTo>
                    <a:pt x="266580" y="299398"/>
                  </a:lnTo>
                  <a:lnTo>
                    <a:pt x="270786" y="296182"/>
                  </a:lnTo>
                  <a:lnTo>
                    <a:pt x="274888" y="292835"/>
                  </a:lnTo>
                  <a:lnTo>
                    <a:pt x="278882" y="289359"/>
                  </a:lnTo>
                  <a:lnTo>
                    <a:pt x="282763" y="285759"/>
                  </a:lnTo>
                  <a:lnTo>
                    <a:pt x="286529" y="282038"/>
                  </a:lnTo>
                  <a:lnTo>
                    <a:pt x="290176" y="278199"/>
                  </a:lnTo>
                  <a:lnTo>
                    <a:pt x="293698" y="274246"/>
                  </a:lnTo>
                  <a:lnTo>
                    <a:pt x="297094" y="270184"/>
                  </a:lnTo>
                  <a:lnTo>
                    <a:pt x="300360" y="266017"/>
                  </a:lnTo>
                  <a:lnTo>
                    <a:pt x="303491" y="261748"/>
                  </a:lnTo>
                  <a:lnTo>
                    <a:pt x="306487" y="257382"/>
                  </a:lnTo>
                  <a:lnTo>
                    <a:pt x="309342" y="252924"/>
                  </a:lnTo>
                  <a:lnTo>
                    <a:pt x="312055" y="248377"/>
                  </a:lnTo>
                  <a:lnTo>
                    <a:pt x="314622" y="243747"/>
                  </a:lnTo>
                  <a:lnTo>
                    <a:pt x="317042" y="239038"/>
                  </a:lnTo>
                  <a:lnTo>
                    <a:pt x="319311" y="234254"/>
                  </a:lnTo>
                  <a:lnTo>
                    <a:pt x="321427" y="229401"/>
                  </a:lnTo>
                  <a:lnTo>
                    <a:pt x="323389" y="224484"/>
                  </a:lnTo>
                  <a:lnTo>
                    <a:pt x="325194" y="219506"/>
                  </a:lnTo>
                  <a:lnTo>
                    <a:pt x="326841" y="214475"/>
                  </a:lnTo>
                  <a:lnTo>
                    <a:pt x="328327" y="209393"/>
                  </a:lnTo>
                  <a:lnTo>
                    <a:pt x="329652" y="204267"/>
                  </a:lnTo>
                  <a:lnTo>
                    <a:pt x="330814" y="199102"/>
                  </a:lnTo>
                  <a:lnTo>
                    <a:pt x="331811" y="193902"/>
                  </a:lnTo>
                  <a:lnTo>
                    <a:pt x="332644" y="188673"/>
                  </a:lnTo>
                  <a:lnTo>
                    <a:pt x="333310" y="183421"/>
                  </a:lnTo>
                  <a:lnTo>
                    <a:pt x="333810" y="178150"/>
                  </a:lnTo>
                  <a:lnTo>
                    <a:pt x="334142" y="172866"/>
                  </a:lnTo>
                  <a:lnTo>
                    <a:pt x="334307" y="167574"/>
                  </a:lnTo>
                  <a:lnTo>
                    <a:pt x="334305" y="162280"/>
                  </a:lnTo>
                  <a:lnTo>
                    <a:pt x="334135" y="156988"/>
                  </a:lnTo>
                  <a:lnTo>
                    <a:pt x="333797" y="151705"/>
                  </a:lnTo>
                  <a:lnTo>
                    <a:pt x="333292" y="146434"/>
                  </a:lnTo>
                  <a:lnTo>
                    <a:pt x="332620" y="141183"/>
                  </a:lnTo>
                  <a:lnTo>
                    <a:pt x="331783" y="135955"/>
                  </a:lnTo>
                  <a:lnTo>
                    <a:pt x="330780" y="130756"/>
                  </a:lnTo>
                  <a:lnTo>
                    <a:pt x="329614" y="125592"/>
                  </a:lnTo>
                  <a:lnTo>
                    <a:pt x="328284" y="120467"/>
                  </a:lnTo>
                  <a:lnTo>
                    <a:pt x="326793" y="115387"/>
                  </a:lnTo>
                  <a:lnTo>
                    <a:pt x="325141" y="110357"/>
                  </a:lnTo>
                  <a:lnTo>
                    <a:pt x="323331" y="105381"/>
                  </a:lnTo>
                  <a:lnTo>
                    <a:pt x="321365" y="100466"/>
                  </a:lnTo>
                  <a:lnTo>
                    <a:pt x="319243" y="95615"/>
                  </a:lnTo>
                  <a:lnTo>
                    <a:pt x="316970" y="90834"/>
                  </a:lnTo>
                  <a:lnTo>
                    <a:pt x="314546" y="86127"/>
                  </a:lnTo>
                  <a:lnTo>
                    <a:pt x="311974" y="81499"/>
                  </a:lnTo>
                  <a:lnTo>
                    <a:pt x="309256" y="76955"/>
                  </a:lnTo>
                  <a:lnTo>
                    <a:pt x="306397" y="72499"/>
                  </a:lnTo>
                  <a:lnTo>
                    <a:pt x="303397" y="68136"/>
                  </a:lnTo>
                  <a:lnTo>
                    <a:pt x="300261" y="63871"/>
                  </a:lnTo>
                  <a:lnTo>
                    <a:pt x="296992" y="59706"/>
                  </a:lnTo>
                  <a:lnTo>
                    <a:pt x="293592" y="55648"/>
                  </a:lnTo>
                  <a:lnTo>
                    <a:pt x="290065" y="51699"/>
                  </a:lnTo>
                  <a:lnTo>
                    <a:pt x="286416" y="47863"/>
                  </a:lnTo>
                  <a:lnTo>
                    <a:pt x="282646" y="44146"/>
                  </a:lnTo>
                  <a:lnTo>
                    <a:pt x="278761" y="40549"/>
                  </a:lnTo>
                  <a:lnTo>
                    <a:pt x="274763" y="37077"/>
                  </a:lnTo>
                  <a:lnTo>
                    <a:pt x="270658" y="33734"/>
                  </a:lnTo>
                  <a:lnTo>
                    <a:pt x="266449" y="30522"/>
                  </a:lnTo>
                  <a:lnTo>
                    <a:pt x="262140" y="27445"/>
                  </a:lnTo>
                  <a:lnTo>
                    <a:pt x="257737" y="24507"/>
                  </a:lnTo>
                  <a:lnTo>
                    <a:pt x="253242" y="21709"/>
                  </a:lnTo>
                  <a:lnTo>
                    <a:pt x="248661" y="19055"/>
                  </a:lnTo>
                  <a:lnTo>
                    <a:pt x="243998" y="16547"/>
                  </a:lnTo>
                  <a:lnTo>
                    <a:pt x="239258" y="14188"/>
                  </a:lnTo>
                  <a:lnTo>
                    <a:pt x="234446" y="11981"/>
                  </a:lnTo>
                  <a:lnTo>
                    <a:pt x="229566" y="9927"/>
                  </a:lnTo>
                  <a:lnTo>
                    <a:pt x="224624" y="8028"/>
                  </a:lnTo>
                  <a:lnTo>
                    <a:pt x="219624" y="6287"/>
                  </a:lnTo>
                  <a:lnTo>
                    <a:pt x="214571" y="4705"/>
                  </a:lnTo>
                  <a:lnTo>
                    <a:pt x="209471" y="3284"/>
                  </a:lnTo>
                  <a:lnTo>
                    <a:pt x="204328" y="2025"/>
                  </a:lnTo>
                  <a:lnTo>
                    <a:pt x="199148" y="930"/>
                  </a:lnTo>
                  <a:lnTo>
                    <a:pt x="193936" y="0"/>
                  </a:lnTo>
                  <a:lnTo>
                    <a:pt x="167160" y="165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6776" cy="167167"/>
            </a:xfrm>
            <a:custGeom>
              <a:avLst/>
              <a:pathLst>
                <a:path w="26776" h="167167">
                  <a:moveTo>
                    <a:pt x="26776" y="2158"/>
                  </a:moveTo>
                  <a:lnTo>
                    <a:pt x="20120" y="1215"/>
                  </a:lnTo>
                  <a:lnTo>
                    <a:pt x="13431" y="540"/>
                  </a:lnTo>
                  <a:lnTo>
                    <a:pt x="672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2025-06-06T05:13:23Z</dcterms:modified>
  <cp:category/>
</cp:coreProperties>
</file>