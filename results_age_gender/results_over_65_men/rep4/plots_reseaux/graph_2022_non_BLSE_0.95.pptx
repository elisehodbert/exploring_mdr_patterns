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512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694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729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3184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73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36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693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829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156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583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1224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59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282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008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268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541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30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549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1481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824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769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612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36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184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1729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1694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282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1473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202" y="3170392"/>
              <a:ext cx="2576" cy="167167"/>
            </a:xfrm>
            <a:custGeom>
              <a:avLst/>
              <a:pathLst>
                <a:path w="2576" h="167167">
                  <a:moveTo>
                    <a:pt x="2576" y="0"/>
                  </a:moveTo>
                  <a:lnTo>
                    <a:pt x="0" y="19"/>
                  </a:lnTo>
                  <a:lnTo>
                    <a:pt x="25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1202" y="3170412"/>
              <a:ext cx="2576" cy="167147"/>
            </a:xfrm>
            <a:custGeom>
              <a:avLst/>
              <a:pathLst>
                <a:path w="2576" h="167147">
                  <a:moveTo>
                    <a:pt x="0" y="0"/>
                  </a:moveTo>
                  <a:lnTo>
                    <a:pt x="2576" y="1671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16617" y="3170412"/>
              <a:ext cx="334324" cy="334315"/>
            </a:xfrm>
            <a:custGeom>
              <a:avLst/>
              <a:pathLst>
                <a:path w="334324" h="334315">
                  <a:moveTo>
                    <a:pt x="164585" y="0"/>
                  </a:moveTo>
                  <a:lnTo>
                    <a:pt x="159309" y="164"/>
                  </a:lnTo>
                  <a:lnTo>
                    <a:pt x="154041" y="495"/>
                  </a:lnTo>
                  <a:lnTo>
                    <a:pt x="148786" y="993"/>
                  </a:lnTo>
                  <a:lnTo>
                    <a:pt x="143550" y="1656"/>
                  </a:lnTo>
                  <a:lnTo>
                    <a:pt x="138337" y="2484"/>
                  </a:lnTo>
                  <a:lnTo>
                    <a:pt x="133152" y="3476"/>
                  </a:lnTo>
                  <a:lnTo>
                    <a:pt x="128002" y="4631"/>
                  </a:lnTo>
                  <a:lnTo>
                    <a:pt x="122891" y="5948"/>
                  </a:lnTo>
                  <a:lnTo>
                    <a:pt x="117823" y="7426"/>
                  </a:lnTo>
                  <a:lnTo>
                    <a:pt x="112805" y="9064"/>
                  </a:lnTo>
                  <a:lnTo>
                    <a:pt x="107841" y="10859"/>
                  </a:lnTo>
                  <a:lnTo>
                    <a:pt x="102937" y="12809"/>
                  </a:lnTo>
                  <a:lnTo>
                    <a:pt x="98096" y="14914"/>
                  </a:lnTo>
                  <a:lnTo>
                    <a:pt x="93324" y="17170"/>
                  </a:lnTo>
                  <a:lnTo>
                    <a:pt x="88626" y="19576"/>
                  </a:lnTo>
                  <a:lnTo>
                    <a:pt x="84006" y="22129"/>
                  </a:lnTo>
                  <a:lnTo>
                    <a:pt x="79469" y="24827"/>
                  </a:lnTo>
                  <a:lnTo>
                    <a:pt x="75020" y="27666"/>
                  </a:lnTo>
                  <a:lnTo>
                    <a:pt x="70662" y="30645"/>
                  </a:lnTo>
                  <a:lnTo>
                    <a:pt x="66401" y="33760"/>
                  </a:lnTo>
                  <a:lnTo>
                    <a:pt x="62240" y="37007"/>
                  </a:lnTo>
                  <a:lnTo>
                    <a:pt x="58183" y="40385"/>
                  </a:lnTo>
                  <a:lnTo>
                    <a:pt x="54236" y="43888"/>
                  </a:lnTo>
                  <a:lnTo>
                    <a:pt x="50400" y="47515"/>
                  </a:lnTo>
                  <a:lnTo>
                    <a:pt x="46682" y="51261"/>
                  </a:lnTo>
                  <a:lnTo>
                    <a:pt x="43083" y="55123"/>
                  </a:lnTo>
                  <a:lnTo>
                    <a:pt x="39608" y="59096"/>
                  </a:lnTo>
                  <a:lnTo>
                    <a:pt x="36260" y="63177"/>
                  </a:lnTo>
                  <a:lnTo>
                    <a:pt x="33043" y="67361"/>
                  </a:lnTo>
                  <a:lnTo>
                    <a:pt x="29960" y="71645"/>
                  </a:lnTo>
                  <a:lnTo>
                    <a:pt x="27013" y="76024"/>
                  </a:lnTo>
                  <a:lnTo>
                    <a:pt x="24206" y="80495"/>
                  </a:lnTo>
                  <a:lnTo>
                    <a:pt x="21541" y="85051"/>
                  </a:lnTo>
                  <a:lnTo>
                    <a:pt x="19022" y="89689"/>
                  </a:lnTo>
                  <a:lnTo>
                    <a:pt x="16650" y="94405"/>
                  </a:lnTo>
                  <a:lnTo>
                    <a:pt x="14429" y="99193"/>
                  </a:lnTo>
                  <a:lnTo>
                    <a:pt x="12360" y="104049"/>
                  </a:lnTo>
                  <a:lnTo>
                    <a:pt x="10445" y="108968"/>
                  </a:lnTo>
                  <a:lnTo>
                    <a:pt x="8686" y="113944"/>
                  </a:lnTo>
                  <a:lnTo>
                    <a:pt x="7085" y="118974"/>
                  </a:lnTo>
                  <a:lnTo>
                    <a:pt x="5644" y="124052"/>
                  </a:lnTo>
                  <a:lnTo>
                    <a:pt x="4364" y="129173"/>
                  </a:lnTo>
                  <a:lnTo>
                    <a:pt x="3247" y="134332"/>
                  </a:lnTo>
                  <a:lnTo>
                    <a:pt x="2292" y="139523"/>
                  </a:lnTo>
                  <a:lnTo>
                    <a:pt x="1502" y="144742"/>
                  </a:lnTo>
                  <a:lnTo>
                    <a:pt x="877" y="149983"/>
                  </a:lnTo>
                  <a:lnTo>
                    <a:pt x="418" y="155242"/>
                  </a:lnTo>
                  <a:lnTo>
                    <a:pt x="126" y="160512"/>
                  </a:lnTo>
                  <a:lnTo>
                    <a:pt x="0" y="165789"/>
                  </a:lnTo>
                  <a:lnTo>
                    <a:pt x="40" y="171067"/>
                  </a:lnTo>
                  <a:lnTo>
                    <a:pt x="247" y="176341"/>
                  </a:lnTo>
                  <a:lnTo>
                    <a:pt x="620" y="181606"/>
                  </a:lnTo>
                  <a:lnTo>
                    <a:pt x="1160" y="186857"/>
                  </a:lnTo>
                  <a:lnTo>
                    <a:pt x="1865" y="192088"/>
                  </a:lnTo>
                  <a:lnTo>
                    <a:pt x="2735" y="197294"/>
                  </a:lnTo>
                  <a:lnTo>
                    <a:pt x="3769" y="202470"/>
                  </a:lnTo>
                  <a:lnTo>
                    <a:pt x="4965" y="207611"/>
                  </a:lnTo>
                  <a:lnTo>
                    <a:pt x="6324" y="212712"/>
                  </a:lnTo>
                  <a:lnTo>
                    <a:pt x="7842" y="217767"/>
                  </a:lnTo>
                  <a:lnTo>
                    <a:pt x="9520" y="222772"/>
                  </a:lnTo>
                  <a:lnTo>
                    <a:pt x="11355" y="227721"/>
                  </a:lnTo>
                  <a:lnTo>
                    <a:pt x="13345" y="232610"/>
                  </a:lnTo>
                  <a:lnTo>
                    <a:pt x="15488" y="237434"/>
                  </a:lnTo>
                  <a:lnTo>
                    <a:pt x="17783" y="242187"/>
                  </a:lnTo>
                  <a:lnTo>
                    <a:pt x="20226" y="246866"/>
                  </a:lnTo>
                  <a:lnTo>
                    <a:pt x="22816" y="251465"/>
                  </a:lnTo>
                  <a:lnTo>
                    <a:pt x="25550" y="255980"/>
                  </a:lnTo>
                  <a:lnTo>
                    <a:pt x="28426" y="260407"/>
                  </a:lnTo>
                  <a:lnTo>
                    <a:pt x="31439" y="264740"/>
                  </a:lnTo>
                  <a:lnTo>
                    <a:pt x="34588" y="268977"/>
                  </a:lnTo>
                  <a:lnTo>
                    <a:pt x="37869" y="273111"/>
                  </a:lnTo>
                  <a:lnTo>
                    <a:pt x="41279" y="277140"/>
                  </a:lnTo>
                  <a:lnTo>
                    <a:pt x="44814" y="281060"/>
                  </a:lnTo>
                  <a:lnTo>
                    <a:pt x="48472" y="284866"/>
                  </a:lnTo>
                  <a:lnTo>
                    <a:pt x="52247" y="288554"/>
                  </a:lnTo>
                  <a:lnTo>
                    <a:pt x="56138" y="292122"/>
                  </a:lnTo>
                  <a:lnTo>
                    <a:pt x="60139" y="295565"/>
                  </a:lnTo>
                  <a:lnTo>
                    <a:pt x="64246" y="298879"/>
                  </a:lnTo>
                  <a:lnTo>
                    <a:pt x="68457" y="302063"/>
                  </a:lnTo>
                  <a:lnTo>
                    <a:pt x="72765" y="305112"/>
                  </a:lnTo>
                  <a:lnTo>
                    <a:pt x="77168" y="308023"/>
                  </a:lnTo>
                  <a:lnTo>
                    <a:pt x="81661" y="310794"/>
                  </a:lnTo>
                  <a:lnTo>
                    <a:pt x="86238" y="313422"/>
                  </a:lnTo>
                  <a:lnTo>
                    <a:pt x="90897" y="315904"/>
                  </a:lnTo>
                  <a:lnTo>
                    <a:pt x="95631" y="318238"/>
                  </a:lnTo>
                  <a:lnTo>
                    <a:pt x="100437" y="320421"/>
                  </a:lnTo>
                  <a:lnTo>
                    <a:pt x="105309" y="322451"/>
                  </a:lnTo>
                  <a:lnTo>
                    <a:pt x="110243" y="324326"/>
                  </a:lnTo>
                  <a:lnTo>
                    <a:pt x="115234" y="326045"/>
                  </a:lnTo>
                  <a:lnTo>
                    <a:pt x="120277" y="327605"/>
                  </a:lnTo>
                  <a:lnTo>
                    <a:pt x="125366" y="329005"/>
                  </a:lnTo>
                  <a:lnTo>
                    <a:pt x="130497" y="330244"/>
                  </a:lnTo>
                  <a:lnTo>
                    <a:pt x="135664" y="331320"/>
                  </a:lnTo>
                  <a:lnTo>
                    <a:pt x="140863" y="332233"/>
                  </a:lnTo>
                  <a:lnTo>
                    <a:pt x="146088" y="332981"/>
                  </a:lnTo>
                  <a:lnTo>
                    <a:pt x="151334" y="333564"/>
                  </a:lnTo>
                  <a:lnTo>
                    <a:pt x="156596" y="333980"/>
                  </a:lnTo>
                  <a:lnTo>
                    <a:pt x="161869" y="334231"/>
                  </a:lnTo>
                  <a:lnTo>
                    <a:pt x="167146" y="334315"/>
                  </a:lnTo>
                  <a:lnTo>
                    <a:pt x="172424" y="334232"/>
                  </a:lnTo>
                  <a:lnTo>
                    <a:pt x="177697" y="333982"/>
                  </a:lnTo>
                  <a:lnTo>
                    <a:pt x="182959" y="333566"/>
                  </a:lnTo>
                  <a:lnTo>
                    <a:pt x="188205" y="332985"/>
                  </a:lnTo>
                  <a:lnTo>
                    <a:pt x="193430" y="332238"/>
                  </a:lnTo>
                  <a:lnTo>
                    <a:pt x="198629" y="331326"/>
                  </a:lnTo>
                  <a:lnTo>
                    <a:pt x="203797" y="330251"/>
                  </a:lnTo>
                  <a:lnTo>
                    <a:pt x="208928" y="329013"/>
                  </a:lnTo>
                  <a:lnTo>
                    <a:pt x="214017" y="327613"/>
                  </a:lnTo>
                  <a:lnTo>
                    <a:pt x="219060" y="326054"/>
                  </a:lnTo>
                  <a:lnTo>
                    <a:pt x="224051" y="324336"/>
                  </a:lnTo>
                  <a:lnTo>
                    <a:pt x="228986" y="322462"/>
                  </a:lnTo>
                  <a:lnTo>
                    <a:pt x="233858" y="320433"/>
                  </a:lnTo>
                  <a:lnTo>
                    <a:pt x="238664" y="318251"/>
                  </a:lnTo>
                  <a:lnTo>
                    <a:pt x="243399" y="315918"/>
                  </a:lnTo>
                  <a:lnTo>
                    <a:pt x="248058" y="313437"/>
                  </a:lnTo>
                  <a:lnTo>
                    <a:pt x="252637" y="310810"/>
                  </a:lnTo>
                  <a:lnTo>
                    <a:pt x="257130" y="308040"/>
                  </a:lnTo>
                  <a:lnTo>
                    <a:pt x="261533" y="305129"/>
                  </a:lnTo>
                  <a:lnTo>
                    <a:pt x="265842" y="302081"/>
                  </a:lnTo>
                  <a:lnTo>
                    <a:pt x="270053" y="298898"/>
                  </a:lnTo>
                  <a:lnTo>
                    <a:pt x="274161" y="295584"/>
                  </a:lnTo>
                  <a:lnTo>
                    <a:pt x="278163" y="292142"/>
                  </a:lnTo>
                  <a:lnTo>
                    <a:pt x="282054" y="288575"/>
                  </a:lnTo>
                  <a:lnTo>
                    <a:pt x="285830" y="284887"/>
                  </a:lnTo>
                  <a:lnTo>
                    <a:pt x="289488" y="281082"/>
                  </a:lnTo>
                  <a:lnTo>
                    <a:pt x="293024" y="277163"/>
                  </a:lnTo>
                  <a:lnTo>
                    <a:pt x="296435" y="273134"/>
                  </a:lnTo>
                  <a:lnTo>
                    <a:pt x="299717" y="269000"/>
                  </a:lnTo>
                  <a:lnTo>
                    <a:pt x="302866" y="264765"/>
                  </a:lnTo>
                  <a:lnTo>
                    <a:pt x="305880" y="260431"/>
                  </a:lnTo>
                  <a:lnTo>
                    <a:pt x="308756" y="256005"/>
                  </a:lnTo>
                  <a:lnTo>
                    <a:pt x="311491" y="251491"/>
                  </a:lnTo>
                  <a:lnTo>
                    <a:pt x="314082" y="246892"/>
                  </a:lnTo>
                  <a:lnTo>
                    <a:pt x="316527" y="242214"/>
                  </a:lnTo>
                  <a:lnTo>
                    <a:pt x="318822" y="237461"/>
                  </a:lnTo>
                  <a:lnTo>
                    <a:pt x="320966" y="232638"/>
                  </a:lnTo>
                  <a:lnTo>
                    <a:pt x="322957" y="227749"/>
                  </a:lnTo>
                  <a:lnTo>
                    <a:pt x="324793" y="222800"/>
                  </a:lnTo>
                  <a:lnTo>
                    <a:pt x="326471" y="217796"/>
                  </a:lnTo>
                  <a:lnTo>
                    <a:pt x="327991" y="212741"/>
                  </a:lnTo>
                  <a:lnTo>
                    <a:pt x="329350" y="207640"/>
                  </a:lnTo>
                  <a:lnTo>
                    <a:pt x="330548" y="202500"/>
                  </a:lnTo>
                  <a:lnTo>
                    <a:pt x="331583" y="197324"/>
                  </a:lnTo>
                  <a:lnTo>
                    <a:pt x="332453" y="192118"/>
                  </a:lnTo>
                  <a:lnTo>
                    <a:pt x="333159" y="186887"/>
                  </a:lnTo>
                  <a:lnTo>
                    <a:pt x="333700" y="181636"/>
                  </a:lnTo>
                  <a:lnTo>
                    <a:pt x="334074" y="176371"/>
                  </a:lnTo>
                  <a:lnTo>
                    <a:pt x="334282" y="171097"/>
                  </a:lnTo>
                  <a:lnTo>
                    <a:pt x="334324" y="165819"/>
                  </a:lnTo>
                  <a:lnTo>
                    <a:pt x="334198" y="160542"/>
                  </a:lnTo>
                  <a:lnTo>
                    <a:pt x="333907" y="155271"/>
                  </a:lnTo>
                  <a:lnTo>
                    <a:pt x="333448" y="150013"/>
                  </a:lnTo>
                  <a:lnTo>
                    <a:pt x="332825" y="144772"/>
                  </a:lnTo>
                  <a:lnTo>
                    <a:pt x="332036" y="139553"/>
                  </a:lnTo>
                  <a:lnTo>
                    <a:pt x="331082" y="134361"/>
                  </a:lnTo>
                  <a:lnTo>
                    <a:pt x="329965" y="129202"/>
                  </a:lnTo>
                  <a:lnTo>
                    <a:pt x="328686" y="124081"/>
                  </a:lnTo>
                  <a:lnTo>
                    <a:pt x="327246" y="119003"/>
                  </a:lnTo>
                  <a:lnTo>
                    <a:pt x="325646" y="113973"/>
                  </a:lnTo>
                  <a:lnTo>
                    <a:pt x="323889" y="108996"/>
                  </a:lnTo>
                  <a:lnTo>
                    <a:pt x="321974" y="104077"/>
                  </a:lnTo>
                  <a:lnTo>
                    <a:pt x="319906" y="99220"/>
                  </a:lnTo>
                  <a:lnTo>
                    <a:pt x="317685" y="94432"/>
                  </a:lnTo>
                  <a:lnTo>
                    <a:pt x="315315" y="89716"/>
                  </a:lnTo>
                  <a:lnTo>
                    <a:pt x="312796" y="85077"/>
                  </a:lnTo>
                  <a:lnTo>
                    <a:pt x="310133" y="80520"/>
                  </a:lnTo>
                  <a:lnTo>
                    <a:pt x="307326" y="76050"/>
                  </a:lnTo>
                  <a:lnTo>
                    <a:pt x="304380" y="71670"/>
                  </a:lnTo>
                  <a:lnTo>
                    <a:pt x="301298" y="67385"/>
                  </a:lnTo>
                  <a:lnTo>
                    <a:pt x="298081" y="63200"/>
                  </a:lnTo>
                  <a:lnTo>
                    <a:pt x="294734" y="59119"/>
                  </a:lnTo>
                  <a:lnTo>
                    <a:pt x="291260" y="55145"/>
                  </a:lnTo>
                  <a:lnTo>
                    <a:pt x="287662" y="51283"/>
                  </a:lnTo>
                  <a:lnTo>
                    <a:pt x="283944" y="47536"/>
                  </a:lnTo>
                  <a:lnTo>
                    <a:pt x="280109" y="43909"/>
                  </a:lnTo>
                  <a:lnTo>
                    <a:pt x="276162" y="40404"/>
                  </a:lnTo>
                  <a:lnTo>
                    <a:pt x="272106" y="37026"/>
                  </a:lnTo>
                  <a:lnTo>
                    <a:pt x="267946" y="33778"/>
                  </a:lnTo>
                  <a:lnTo>
                    <a:pt x="263685" y="30662"/>
                  </a:lnTo>
                  <a:lnTo>
                    <a:pt x="259328" y="27683"/>
                  </a:lnTo>
                  <a:lnTo>
                    <a:pt x="254879" y="24843"/>
                  </a:lnTo>
                  <a:lnTo>
                    <a:pt x="250342" y="22144"/>
                  </a:lnTo>
                  <a:lnTo>
                    <a:pt x="245723" y="19590"/>
                  </a:lnTo>
                  <a:lnTo>
                    <a:pt x="241025" y="17184"/>
                  </a:lnTo>
                  <a:lnTo>
                    <a:pt x="236254" y="14926"/>
                  </a:lnTo>
                  <a:lnTo>
                    <a:pt x="231414" y="12821"/>
                  </a:lnTo>
                  <a:lnTo>
                    <a:pt x="226509" y="10869"/>
                  </a:lnTo>
                  <a:lnTo>
                    <a:pt x="221546" y="9073"/>
                  </a:lnTo>
                  <a:lnTo>
                    <a:pt x="216528" y="7435"/>
                  </a:lnTo>
                  <a:lnTo>
                    <a:pt x="211461" y="5956"/>
                  </a:lnTo>
                  <a:lnTo>
                    <a:pt x="206350" y="4638"/>
                  </a:lnTo>
                  <a:lnTo>
                    <a:pt x="201200" y="3482"/>
                  </a:lnTo>
                  <a:lnTo>
                    <a:pt x="196016" y="2489"/>
                  </a:lnTo>
                  <a:lnTo>
                    <a:pt x="190803" y="1660"/>
                  </a:lnTo>
                  <a:lnTo>
                    <a:pt x="185566" y="996"/>
                  </a:lnTo>
                  <a:lnTo>
                    <a:pt x="180312" y="498"/>
                  </a:lnTo>
                  <a:lnTo>
                    <a:pt x="175044" y="166"/>
                  </a:lnTo>
                  <a:lnTo>
                    <a:pt x="169768" y="0"/>
                  </a:lnTo>
                  <a:lnTo>
                    <a:pt x="167161" y="1671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83779" y="3170392"/>
              <a:ext cx="2606" cy="167167"/>
            </a:xfrm>
            <a:custGeom>
              <a:avLst/>
              <a:pathLst>
                <a:path w="2606" h="167167">
                  <a:moveTo>
                    <a:pt x="2606" y="2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2543" y="2633064"/>
              <a:ext cx="36467" cy="167167"/>
            </a:xfrm>
            <a:custGeom>
              <a:avLst/>
              <a:pathLst>
                <a:path w="36467" h="167167">
                  <a:moveTo>
                    <a:pt x="36467" y="0"/>
                  </a:moveTo>
                  <a:lnTo>
                    <a:pt x="30341" y="112"/>
                  </a:lnTo>
                  <a:lnTo>
                    <a:pt x="24224" y="448"/>
                  </a:lnTo>
                  <a:lnTo>
                    <a:pt x="18123" y="1009"/>
                  </a:lnTo>
                  <a:lnTo>
                    <a:pt x="12046" y="1793"/>
                  </a:lnTo>
                  <a:lnTo>
                    <a:pt x="6002" y="2799"/>
                  </a:lnTo>
                  <a:lnTo>
                    <a:pt x="0" y="4026"/>
                  </a:lnTo>
                  <a:lnTo>
                    <a:pt x="364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82543" y="2637090"/>
              <a:ext cx="36467" cy="163141"/>
            </a:xfrm>
            <a:custGeom>
              <a:avLst/>
              <a:pathLst>
                <a:path w="36467" h="163141">
                  <a:moveTo>
                    <a:pt x="0" y="0"/>
                  </a:moveTo>
                  <a:lnTo>
                    <a:pt x="36467" y="1631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51861" y="2637090"/>
              <a:ext cx="334297" cy="330308"/>
            </a:xfrm>
            <a:custGeom>
              <a:avLst/>
              <a:pathLst>
                <a:path w="334297" h="330308">
                  <a:moveTo>
                    <a:pt x="130682" y="0"/>
                  </a:moveTo>
                  <a:lnTo>
                    <a:pt x="125522" y="1239"/>
                  </a:lnTo>
                  <a:lnTo>
                    <a:pt x="120404" y="2642"/>
                  </a:lnTo>
                  <a:lnTo>
                    <a:pt x="115333" y="4207"/>
                  </a:lnTo>
                  <a:lnTo>
                    <a:pt x="110314" y="5932"/>
                  </a:lnTo>
                  <a:lnTo>
                    <a:pt x="105353" y="7815"/>
                  </a:lnTo>
                  <a:lnTo>
                    <a:pt x="100453" y="9855"/>
                  </a:lnTo>
                  <a:lnTo>
                    <a:pt x="95621" y="12049"/>
                  </a:lnTo>
                  <a:lnTo>
                    <a:pt x="90861" y="14396"/>
                  </a:lnTo>
                  <a:lnTo>
                    <a:pt x="86178" y="16893"/>
                  </a:lnTo>
                  <a:lnTo>
                    <a:pt x="81577" y="19536"/>
                  </a:lnTo>
                  <a:lnTo>
                    <a:pt x="77062" y="22325"/>
                  </a:lnTo>
                  <a:lnTo>
                    <a:pt x="72637" y="25256"/>
                  </a:lnTo>
                  <a:lnTo>
                    <a:pt x="68308" y="28325"/>
                  </a:lnTo>
                  <a:lnTo>
                    <a:pt x="64078" y="31531"/>
                  </a:lnTo>
                  <a:lnTo>
                    <a:pt x="59953" y="34869"/>
                  </a:lnTo>
                  <a:lnTo>
                    <a:pt x="55935" y="38336"/>
                  </a:lnTo>
                  <a:lnTo>
                    <a:pt x="52030" y="41929"/>
                  </a:lnTo>
                  <a:lnTo>
                    <a:pt x="48240" y="45644"/>
                  </a:lnTo>
                  <a:lnTo>
                    <a:pt x="44570" y="49478"/>
                  </a:lnTo>
                  <a:lnTo>
                    <a:pt x="41024" y="53426"/>
                  </a:lnTo>
                  <a:lnTo>
                    <a:pt x="37605" y="57485"/>
                  </a:lnTo>
                  <a:lnTo>
                    <a:pt x="34317" y="61650"/>
                  </a:lnTo>
                  <a:lnTo>
                    <a:pt x="31162" y="65918"/>
                  </a:lnTo>
                  <a:lnTo>
                    <a:pt x="28144" y="70284"/>
                  </a:lnTo>
                  <a:lnTo>
                    <a:pt x="25267" y="74743"/>
                  </a:lnTo>
                  <a:lnTo>
                    <a:pt x="22533" y="79291"/>
                  </a:lnTo>
                  <a:lnTo>
                    <a:pt x="19944" y="83924"/>
                  </a:lnTo>
                  <a:lnTo>
                    <a:pt x="17503" y="88636"/>
                  </a:lnTo>
                  <a:lnTo>
                    <a:pt x="15214" y="93424"/>
                  </a:lnTo>
                  <a:lnTo>
                    <a:pt x="13078" y="98282"/>
                  </a:lnTo>
                  <a:lnTo>
                    <a:pt x="11096" y="103205"/>
                  </a:lnTo>
                  <a:lnTo>
                    <a:pt x="9273" y="108189"/>
                  </a:lnTo>
                  <a:lnTo>
                    <a:pt x="7608" y="113228"/>
                  </a:lnTo>
                  <a:lnTo>
                    <a:pt x="6104" y="118317"/>
                  </a:lnTo>
                  <a:lnTo>
                    <a:pt x="4762" y="123452"/>
                  </a:lnTo>
                  <a:lnTo>
                    <a:pt x="3584" y="128627"/>
                  </a:lnTo>
                  <a:lnTo>
                    <a:pt x="2571" y="133836"/>
                  </a:lnTo>
                  <a:lnTo>
                    <a:pt x="1724" y="139075"/>
                  </a:lnTo>
                  <a:lnTo>
                    <a:pt x="1043" y="144338"/>
                  </a:lnTo>
                  <a:lnTo>
                    <a:pt x="530" y="149620"/>
                  </a:lnTo>
                  <a:lnTo>
                    <a:pt x="185" y="154916"/>
                  </a:lnTo>
                  <a:lnTo>
                    <a:pt x="8" y="160220"/>
                  </a:lnTo>
                  <a:lnTo>
                    <a:pt x="0" y="165527"/>
                  </a:lnTo>
                  <a:lnTo>
                    <a:pt x="159" y="170831"/>
                  </a:lnTo>
                  <a:lnTo>
                    <a:pt x="488" y="176128"/>
                  </a:lnTo>
                  <a:lnTo>
                    <a:pt x="984" y="181412"/>
                  </a:lnTo>
                  <a:lnTo>
                    <a:pt x="1648" y="186677"/>
                  </a:lnTo>
                  <a:lnTo>
                    <a:pt x="2478" y="191919"/>
                  </a:lnTo>
                  <a:lnTo>
                    <a:pt x="3475" y="197131"/>
                  </a:lnTo>
                  <a:lnTo>
                    <a:pt x="4636" y="202310"/>
                  </a:lnTo>
                  <a:lnTo>
                    <a:pt x="5961" y="207448"/>
                  </a:lnTo>
                  <a:lnTo>
                    <a:pt x="7449" y="212543"/>
                  </a:lnTo>
                  <a:lnTo>
                    <a:pt x="9098" y="217587"/>
                  </a:lnTo>
                  <a:lnTo>
                    <a:pt x="10905" y="222577"/>
                  </a:lnTo>
                  <a:lnTo>
                    <a:pt x="12871" y="227506"/>
                  </a:lnTo>
                  <a:lnTo>
                    <a:pt x="14992" y="232371"/>
                  </a:lnTo>
                  <a:lnTo>
                    <a:pt x="17266" y="237166"/>
                  </a:lnTo>
                  <a:lnTo>
                    <a:pt x="19691" y="241886"/>
                  </a:lnTo>
                  <a:lnTo>
                    <a:pt x="22265" y="246527"/>
                  </a:lnTo>
                  <a:lnTo>
                    <a:pt x="24985" y="251084"/>
                  </a:lnTo>
                  <a:lnTo>
                    <a:pt x="27848" y="255553"/>
                  </a:lnTo>
                  <a:lnTo>
                    <a:pt x="30852" y="259928"/>
                  </a:lnTo>
                  <a:lnTo>
                    <a:pt x="33993" y="264205"/>
                  </a:lnTo>
                  <a:lnTo>
                    <a:pt x="37268" y="268381"/>
                  </a:lnTo>
                  <a:lnTo>
                    <a:pt x="40674" y="272451"/>
                  </a:lnTo>
                  <a:lnTo>
                    <a:pt x="44207" y="276411"/>
                  </a:lnTo>
                  <a:lnTo>
                    <a:pt x="47865" y="280256"/>
                  </a:lnTo>
                  <a:lnTo>
                    <a:pt x="51642" y="283983"/>
                  </a:lnTo>
                  <a:lnTo>
                    <a:pt x="55536" y="287589"/>
                  </a:lnTo>
                  <a:lnTo>
                    <a:pt x="59543" y="291069"/>
                  </a:lnTo>
                  <a:lnTo>
                    <a:pt x="63658" y="294420"/>
                  </a:lnTo>
                  <a:lnTo>
                    <a:pt x="67877" y="297639"/>
                  </a:lnTo>
                  <a:lnTo>
                    <a:pt x="72196" y="300723"/>
                  </a:lnTo>
                  <a:lnTo>
                    <a:pt x="76611" y="303667"/>
                  </a:lnTo>
                  <a:lnTo>
                    <a:pt x="81118" y="306471"/>
                  </a:lnTo>
                  <a:lnTo>
                    <a:pt x="85711" y="309129"/>
                  </a:lnTo>
                  <a:lnTo>
                    <a:pt x="90386" y="311641"/>
                  </a:lnTo>
                  <a:lnTo>
                    <a:pt x="95138" y="314002"/>
                  </a:lnTo>
                  <a:lnTo>
                    <a:pt x="99963" y="316212"/>
                  </a:lnTo>
                  <a:lnTo>
                    <a:pt x="104856" y="318268"/>
                  </a:lnTo>
                  <a:lnTo>
                    <a:pt x="109811" y="320167"/>
                  </a:lnTo>
                  <a:lnTo>
                    <a:pt x="114825" y="321908"/>
                  </a:lnTo>
                  <a:lnTo>
                    <a:pt x="119891" y="323489"/>
                  </a:lnTo>
                  <a:lnTo>
                    <a:pt x="125004" y="324908"/>
                  </a:lnTo>
                  <a:lnTo>
                    <a:pt x="130160" y="326164"/>
                  </a:lnTo>
                  <a:lnTo>
                    <a:pt x="135354" y="327256"/>
                  </a:lnTo>
                  <a:lnTo>
                    <a:pt x="140579" y="328183"/>
                  </a:lnTo>
                  <a:lnTo>
                    <a:pt x="145832" y="328943"/>
                  </a:lnTo>
                  <a:lnTo>
                    <a:pt x="151105" y="329536"/>
                  </a:lnTo>
                  <a:lnTo>
                    <a:pt x="156395" y="329962"/>
                  </a:lnTo>
                  <a:lnTo>
                    <a:pt x="161696" y="330219"/>
                  </a:lnTo>
                  <a:lnTo>
                    <a:pt x="167002" y="330308"/>
                  </a:lnTo>
                  <a:lnTo>
                    <a:pt x="172308" y="330229"/>
                  </a:lnTo>
                  <a:lnTo>
                    <a:pt x="177610" y="329981"/>
                  </a:lnTo>
                  <a:lnTo>
                    <a:pt x="182900" y="329565"/>
                  </a:lnTo>
                  <a:lnTo>
                    <a:pt x="188175" y="328981"/>
                  </a:lnTo>
                  <a:lnTo>
                    <a:pt x="193429" y="328230"/>
                  </a:lnTo>
                  <a:lnTo>
                    <a:pt x="198656" y="327312"/>
                  </a:lnTo>
                  <a:lnTo>
                    <a:pt x="203851" y="326230"/>
                  </a:lnTo>
                  <a:lnTo>
                    <a:pt x="209009" y="324982"/>
                  </a:lnTo>
                  <a:lnTo>
                    <a:pt x="214125" y="323572"/>
                  </a:lnTo>
                  <a:lnTo>
                    <a:pt x="219194" y="322000"/>
                  </a:lnTo>
                  <a:lnTo>
                    <a:pt x="224211" y="320268"/>
                  </a:lnTo>
                  <a:lnTo>
                    <a:pt x="229169" y="318378"/>
                  </a:lnTo>
                  <a:lnTo>
                    <a:pt x="234066" y="316331"/>
                  </a:lnTo>
                  <a:lnTo>
                    <a:pt x="238895" y="314130"/>
                  </a:lnTo>
                  <a:lnTo>
                    <a:pt x="243651" y="311776"/>
                  </a:lnTo>
                  <a:lnTo>
                    <a:pt x="248331" y="309273"/>
                  </a:lnTo>
                  <a:lnTo>
                    <a:pt x="252928" y="306622"/>
                  </a:lnTo>
                  <a:lnTo>
                    <a:pt x="257440" y="303827"/>
                  </a:lnTo>
                  <a:lnTo>
                    <a:pt x="261860" y="300890"/>
                  </a:lnTo>
                  <a:lnTo>
                    <a:pt x="266185" y="297815"/>
                  </a:lnTo>
                  <a:lnTo>
                    <a:pt x="270410" y="294603"/>
                  </a:lnTo>
                  <a:lnTo>
                    <a:pt x="274531" y="291259"/>
                  </a:lnTo>
                  <a:lnTo>
                    <a:pt x="278543" y="287786"/>
                  </a:lnTo>
                  <a:lnTo>
                    <a:pt x="282444" y="284188"/>
                  </a:lnTo>
                  <a:lnTo>
                    <a:pt x="286228" y="280467"/>
                  </a:lnTo>
                  <a:lnTo>
                    <a:pt x="289892" y="276628"/>
                  </a:lnTo>
                  <a:lnTo>
                    <a:pt x="293433" y="272675"/>
                  </a:lnTo>
                  <a:lnTo>
                    <a:pt x="296846" y="268611"/>
                  </a:lnTo>
                  <a:lnTo>
                    <a:pt x="300128" y="264441"/>
                  </a:lnTo>
                  <a:lnTo>
                    <a:pt x="303277" y="260169"/>
                  </a:lnTo>
                  <a:lnTo>
                    <a:pt x="306288" y="255799"/>
                  </a:lnTo>
                  <a:lnTo>
                    <a:pt x="309159" y="251336"/>
                  </a:lnTo>
                  <a:lnTo>
                    <a:pt x="311887" y="246783"/>
                  </a:lnTo>
                  <a:lnTo>
                    <a:pt x="314469" y="242147"/>
                  </a:lnTo>
                  <a:lnTo>
                    <a:pt x="316903" y="237431"/>
                  </a:lnTo>
                  <a:lnTo>
                    <a:pt x="319185" y="232640"/>
                  </a:lnTo>
                  <a:lnTo>
                    <a:pt x="321315" y="227779"/>
                  </a:lnTo>
                  <a:lnTo>
                    <a:pt x="323289" y="222853"/>
                  </a:lnTo>
                  <a:lnTo>
                    <a:pt x="325106" y="217867"/>
                  </a:lnTo>
                  <a:lnTo>
                    <a:pt x="326763" y="212825"/>
                  </a:lnTo>
                  <a:lnTo>
                    <a:pt x="328260" y="207734"/>
                  </a:lnTo>
                  <a:lnTo>
                    <a:pt x="329594" y="202597"/>
                  </a:lnTo>
                  <a:lnTo>
                    <a:pt x="330765" y="197421"/>
                  </a:lnTo>
                  <a:lnTo>
                    <a:pt x="331770" y="192210"/>
                  </a:lnTo>
                  <a:lnTo>
                    <a:pt x="332610" y="186970"/>
                  </a:lnTo>
                  <a:lnTo>
                    <a:pt x="333283" y="181706"/>
                  </a:lnTo>
                  <a:lnTo>
                    <a:pt x="333789" y="176423"/>
                  </a:lnTo>
                  <a:lnTo>
                    <a:pt x="334126" y="171127"/>
                  </a:lnTo>
                  <a:lnTo>
                    <a:pt x="334296" y="165822"/>
                  </a:lnTo>
                  <a:lnTo>
                    <a:pt x="334297" y="160516"/>
                  </a:lnTo>
                  <a:lnTo>
                    <a:pt x="334129" y="155211"/>
                  </a:lnTo>
                  <a:lnTo>
                    <a:pt x="333793" y="149915"/>
                  </a:lnTo>
                  <a:lnTo>
                    <a:pt x="333290" y="144632"/>
                  </a:lnTo>
                  <a:lnTo>
                    <a:pt x="332618" y="139368"/>
                  </a:lnTo>
                  <a:lnTo>
                    <a:pt x="331780" y="134127"/>
                  </a:lnTo>
                  <a:lnTo>
                    <a:pt x="330776" y="128916"/>
                  </a:lnTo>
                  <a:lnTo>
                    <a:pt x="329608" y="123739"/>
                  </a:lnTo>
                  <a:lnTo>
                    <a:pt x="328275" y="118602"/>
                  </a:lnTo>
                  <a:lnTo>
                    <a:pt x="326780" y="113510"/>
                  </a:lnTo>
                  <a:lnTo>
                    <a:pt x="325124" y="108468"/>
                  </a:lnTo>
                  <a:lnTo>
                    <a:pt x="323309" y="103481"/>
                  </a:lnTo>
                  <a:lnTo>
                    <a:pt x="321337" y="98555"/>
                  </a:lnTo>
                  <a:lnTo>
                    <a:pt x="319209" y="93693"/>
                  </a:lnTo>
                  <a:lnTo>
                    <a:pt x="316928" y="88901"/>
                  </a:lnTo>
                  <a:lnTo>
                    <a:pt x="314496" y="84184"/>
                  </a:lnTo>
                  <a:lnTo>
                    <a:pt x="311915" y="79547"/>
                  </a:lnTo>
                  <a:lnTo>
                    <a:pt x="309189" y="74994"/>
                  </a:lnTo>
                  <a:lnTo>
                    <a:pt x="306319" y="70530"/>
                  </a:lnTo>
                  <a:lnTo>
                    <a:pt x="303310" y="66159"/>
                  </a:lnTo>
                  <a:lnTo>
                    <a:pt x="300162" y="61886"/>
                  </a:lnTo>
                  <a:lnTo>
                    <a:pt x="296881" y="57714"/>
                  </a:lnTo>
                  <a:lnTo>
                    <a:pt x="293470" y="53650"/>
                  </a:lnTo>
                  <a:lnTo>
                    <a:pt x="289930" y="49695"/>
                  </a:lnTo>
                  <a:lnTo>
                    <a:pt x="286267" y="45855"/>
                  </a:lnTo>
                  <a:lnTo>
                    <a:pt x="282485" y="42133"/>
                  </a:lnTo>
                  <a:lnTo>
                    <a:pt x="278585" y="38533"/>
                  </a:lnTo>
                  <a:lnTo>
                    <a:pt x="274574" y="35059"/>
                  </a:lnTo>
                  <a:lnTo>
                    <a:pt x="270454" y="31713"/>
                  </a:lnTo>
                  <a:lnTo>
                    <a:pt x="266230" y="28500"/>
                  </a:lnTo>
                  <a:lnTo>
                    <a:pt x="261906" y="25423"/>
                  </a:lnTo>
                  <a:lnTo>
                    <a:pt x="257487" y="22485"/>
                  </a:lnTo>
                  <a:lnTo>
                    <a:pt x="252977" y="19688"/>
                  </a:lnTo>
                  <a:lnTo>
                    <a:pt x="248380" y="17036"/>
                  </a:lnTo>
                  <a:lnTo>
                    <a:pt x="243701" y="14531"/>
                  </a:lnTo>
                  <a:lnTo>
                    <a:pt x="238946" y="12176"/>
                  </a:lnTo>
                  <a:lnTo>
                    <a:pt x="234118" y="9973"/>
                  </a:lnTo>
                  <a:lnTo>
                    <a:pt x="229222" y="7925"/>
                  </a:lnTo>
                  <a:lnTo>
                    <a:pt x="224264" y="6033"/>
                  </a:lnTo>
                  <a:lnTo>
                    <a:pt x="219248" y="4299"/>
                  </a:lnTo>
                  <a:lnTo>
                    <a:pt x="214180" y="2725"/>
                  </a:lnTo>
                  <a:lnTo>
                    <a:pt x="209064" y="1313"/>
                  </a:lnTo>
                  <a:lnTo>
                    <a:pt x="167150" y="163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9011" y="2633064"/>
              <a:ext cx="41914" cy="167167"/>
            </a:xfrm>
            <a:custGeom>
              <a:avLst/>
              <a:pathLst>
                <a:path w="41914" h="167167">
                  <a:moveTo>
                    <a:pt x="41914" y="5339"/>
                  </a:moveTo>
                  <a:lnTo>
                    <a:pt x="36028" y="3928"/>
                  </a:lnTo>
                  <a:lnTo>
                    <a:pt x="30096" y="2731"/>
                  </a:lnTo>
                  <a:lnTo>
                    <a:pt x="24124" y="1749"/>
                  </a:lnTo>
                  <a:lnTo>
                    <a:pt x="18121" y="985"/>
                  </a:lnTo>
                  <a:lnTo>
                    <a:pt x="12094" y="438"/>
                  </a:lnTo>
                  <a:lnTo>
                    <a:pt x="6050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493" y="2126963"/>
              <a:ext cx="6979" cy="167167"/>
            </a:xfrm>
            <a:custGeom>
              <a:avLst/>
              <a:pathLst>
                <a:path w="6979" h="167167">
                  <a:moveTo>
                    <a:pt x="6979" y="0"/>
                  </a:moveTo>
                  <a:lnTo>
                    <a:pt x="0" y="145"/>
                  </a:lnTo>
                  <a:lnTo>
                    <a:pt x="697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561307" y="2127109"/>
              <a:ext cx="167165" cy="332841"/>
            </a:xfrm>
            <a:custGeom>
              <a:avLst/>
              <a:pathLst>
                <a:path w="167165" h="332841">
                  <a:moveTo>
                    <a:pt x="160186" y="0"/>
                  </a:moveTo>
                  <a:lnTo>
                    <a:pt x="154851" y="308"/>
                  </a:lnTo>
                  <a:lnTo>
                    <a:pt x="149529" y="787"/>
                  </a:lnTo>
                  <a:lnTo>
                    <a:pt x="144226" y="1435"/>
                  </a:lnTo>
                  <a:lnTo>
                    <a:pt x="138945" y="2253"/>
                  </a:lnTo>
                  <a:lnTo>
                    <a:pt x="133694" y="3239"/>
                  </a:lnTo>
                  <a:lnTo>
                    <a:pt x="128476" y="4392"/>
                  </a:lnTo>
                  <a:lnTo>
                    <a:pt x="123298" y="5712"/>
                  </a:lnTo>
                  <a:lnTo>
                    <a:pt x="118166" y="7196"/>
                  </a:lnTo>
                  <a:lnTo>
                    <a:pt x="113083" y="8844"/>
                  </a:lnTo>
                  <a:lnTo>
                    <a:pt x="108055" y="10653"/>
                  </a:lnTo>
                  <a:lnTo>
                    <a:pt x="103088" y="12622"/>
                  </a:lnTo>
                  <a:lnTo>
                    <a:pt x="98186" y="14749"/>
                  </a:lnTo>
                  <a:lnTo>
                    <a:pt x="93354" y="17031"/>
                  </a:lnTo>
                  <a:lnTo>
                    <a:pt x="88599" y="19467"/>
                  </a:lnTo>
                  <a:lnTo>
                    <a:pt x="83923" y="22053"/>
                  </a:lnTo>
                  <a:lnTo>
                    <a:pt x="79332" y="24787"/>
                  </a:lnTo>
                  <a:lnTo>
                    <a:pt x="74831" y="27667"/>
                  </a:lnTo>
                  <a:lnTo>
                    <a:pt x="70425" y="30689"/>
                  </a:lnTo>
                  <a:lnTo>
                    <a:pt x="66117" y="33851"/>
                  </a:lnTo>
                  <a:lnTo>
                    <a:pt x="61913" y="37148"/>
                  </a:lnTo>
                  <a:lnTo>
                    <a:pt x="57816" y="40578"/>
                  </a:lnTo>
                  <a:lnTo>
                    <a:pt x="53831" y="44138"/>
                  </a:lnTo>
                  <a:lnTo>
                    <a:pt x="49961" y="47823"/>
                  </a:lnTo>
                  <a:lnTo>
                    <a:pt x="46211" y="51629"/>
                  </a:lnTo>
                  <a:lnTo>
                    <a:pt x="42585" y="55554"/>
                  </a:lnTo>
                  <a:lnTo>
                    <a:pt x="39087" y="59592"/>
                  </a:lnTo>
                  <a:lnTo>
                    <a:pt x="35719" y="63741"/>
                  </a:lnTo>
                  <a:lnTo>
                    <a:pt x="32485" y="67994"/>
                  </a:lnTo>
                  <a:lnTo>
                    <a:pt x="29389" y="72349"/>
                  </a:lnTo>
                  <a:lnTo>
                    <a:pt x="26434" y="76801"/>
                  </a:lnTo>
                  <a:lnTo>
                    <a:pt x="23622" y="81345"/>
                  </a:lnTo>
                  <a:lnTo>
                    <a:pt x="20957" y="85976"/>
                  </a:lnTo>
                  <a:lnTo>
                    <a:pt x="18442" y="90690"/>
                  </a:lnTo>
                  <a:lnTo>
                    <a:pt x="16078" y="95482"/>
                  </a:lnTo>
                  <a:lnTo>
                    <a:pt x="13869" y="100347"/>
                  </a:lnTo>
                  <a:lnTo>
                    <a:pt x="11816" y="105281"/>
                  </a:lnTo>
                  <a:lnTo>
                    <a:pt x="9923" y="110277"/>
                  </a:lnTo>
                  <a:lnTo>
                    <a:pt x="8189" y="115332"/>
                  </a:lnTo>
                  <a:lnTo>
                    <a:pt x="6619" y="120439"/>
                  </a:lnTo>
                  <a:lnTo>
                    <a:pt x="5212" y="125594"/>
                  </a:lnTo>
                  <a:lnTo>
                    <a:pt x="3971" y="130791"/>
                  </a:lnTo>
                  <a:lnTo>
                    <a:pt x="2896" y="136025"/>
                  </a:lnTo>
                  <a:lnTo>
                    <a:pt x="1989" y="141291"/>
                  </a:lnTo>
                  <a:lnTo>
                    <a:pt x="1251" y="146583"/>
                  </a:lnTo>
                  <a:lnTo>
                    <a:pt x="683" y="151896"/>
                  </a:lnTo>
                  <a:lnTo>
                    <a:pt x="284" y="157224"/>
                  </a:lnTo>
                  <a:lnTo>
                    <a:pt x="57" y="162563"/>
                  </a:lnTo>
                  <a:lnTo>
                    <a:pt x="0" y="167906"/>
                  </a:lnTo>
                  <a:lnTo>
                    <a:pt x="113" y="173248"/>
                  </a:lnTo>
                  <a:lnTo>
                    <a:pt x="397" y="178583"/>
                  </a:lnTo>
                  <a:lnTo>
                    <a:pt x="852" y="183907"/>
                  </a:lnTo>
                  <a:lnTo>
                    <a:pt x="1477" y="189214"/>
                  </a:lnTo>
                  <a:lnTo>
                    <a:pt x="2271" y="194498"/>
                  </a:lnTo>
                  <a:lnTo>
                    <a:pt x="3233" y="199754"/>
                  </a:lnTo>
                  <a:lnTo>
                    <a:pt x="4363" y="204976"/>
                  </a:lnTo>
                  <a:lnTo>
                    <a:pt x="5659" y="210160"/>
                  </a:lnTo>
                  <a:lnTo>
                    <a:pt x="7120" y="215300"/>
                  </a:lnTo>
                  <a:lnTo>
                    <a:pt x="8745" y="220390"/>
                  </a:lnTo>
                  <a:lnTo>
                    <a:pt x="10532" y="225426"/>
                  </a:lnTo>
                  <a:lnTo>
                    <a:pt x="12478" y="230402"/>
                  </a:lnTo>
                  <a:lnTo>
                    <a:pt x="14583" y="235313"/>
                  </a:lnTo>
                  <a:lnTo>
                    <a:pt x="16843" y="240155"/>
                  </a:lnTo>
                  <a:lnTo>
                    <a:pt x="19258" y="244922"/>
                  </a:lnTo>
                  <a:lnTo>
                    <a:pt x="21823" y="249609"/>
                  </a:lnTo>
                  <a:lnTo>
                    <a:pt x="24537" y="254212"/>
                  </a:lnTo>
                  <a:lnTo>
                    <a:pt x="27396" y="258726"/>
                  </a:lnTo>
                  <a:lnTo>
                    <a:pt x="30398" y="263146"/>
                  </a:lnTo>
                  <a:lnTo>
                    <a:pt x="33540" y="267468"/>
                  </a:lnTo>
                  <a:lnTo>
                    <a:pt x="36819" y="271687"/>
                  </a:lnTo>
                  <a:lnTo>
                    <a:pt x="40230" y="275799"/>
                  </a:lnTo>
                  <a:lnTo>
                    <a:pt x="43772" y="279800"/>
                  </a:lnTo>
                  <a:lnTo>
                    <a:pt x="47439" y="283686"/>
                  </a:lnTo>
                  <a:lnTo>
                    <a:pt x="51229" y="287453"/>
                  </a:lnTo>
                  <a:lnTo>
                    <a:pt x="55137" y="291097"/>
                  </a:lnTo>
                  <a:lnTo>
                    <a:pt x="59160" y="294614"/>
                  </a:lnTo>
                  <a:lnTo>
                    <a:pt x="63293" y="298001"/>
                  </a:lnTo>
                  <a:lnTo>
                    <a:pt x="67532" y="301253"/>
                  </a:lnTo>
                  <a:lnTo>
                    <a:pt x="71873" y="304369"/>
                  </a:lnTo>
                  <a:lnTo>
                    <a:pt x="76311" y="307344"/>
                  </a:lnTo>
                  <a:lnTo>
                    <a:pt x="80842" y="310176"/>
                  </a:lnTo>
                  <a:lnTo>
                    <a:pt x="85461" y="312862"/>
                  </a:lnTo>
                  <a:lnTo>
                    <a:pt x="90164" y="315399"/>
                  </a:lnTo>
                  <a:lnTo>
                    <a:pt x="94946" y="317784"/>
                  </a:lnTo>
                  <a:lnTo>
                    <a:pt x="99801" y="320015"/>
                  </a:lnTo>
                  <a:lnTo>
                    <a:pt x="104725" y="322090"/>
                  </a:lnTo>
                  <a:lnTo>
                    <a:pt x="109713" y="324006"/>
                  </a:lnTo>
                  <a:lnTo>
                    <a:pt x="114759" y="325762"/>
                  </a:lnTo>
                  <a:lnTo>
                    <a:pt x="119859" y="327356"/>
                  </a:lnTo>
                  <a:lnTo>
                    <a:pt x="125008" y="328786"/>
                  </a:lnTo>
                  <a:lnTo>
                    <a:pt x="130199" y="330050"/>
                  </a:lnTo>
                  <a:lnTo>
                    <a:pt x="135428" y="331148"/>
                  </a:lnTo>
                  <a:lnTo>
                    <a:pt x="140690" y="332079"/>
                  </a:lnTo>
                  <a:lnTo>
                    <a:pt x="145979" y="332841"/>
                  </a:lnTo>
                  <a:lnTo>
                    <a:pt x="167165" y="1670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07286" y="2126963"/>
              <a:ext cx="188332" cy="334334"/>
            </a:xfrm>
            <a:custGeom>
              <a:avLst/>
              <a:pathLst>
                <a:path w="188332" h="334334">
                  <a:moveTo>
                    <a:pt x="0" y="332986"/>
                  </a:moveTo>
                  <a:lnTo>
                    <a:pt x="5272" y="333575"/>
                  </a:lnTo>
                  <a:lnTo>
                    <a:pt x="10560" y="333996"/>
                  </a:lnTo>
                  <a:lnTo>
                    <a:pt x="15858" y="334249"/>
                  </a:lnTo>
                  <a:lnTo>
                    <a:pt x="21162" y="334334"/>
                  </a:lnTo>
                  <a:lnTo>
                    <a:pt x="26466" y="334251"/>
                  </a:lnTo>
                  <a:lnTo>
                    <a:pt x="31765" y="333999"/>
                  </a:lnTo>
                  <a:lnTo>
                    <a:pt x="37053" y="333580"/>
                  </a:lnTo>
                  <a:lnTo>
                    <a:pt x="42326" y="332992"/>
                  </a:lnTo>
                  <a:lnTo>
                    <a:pt x="47576" y="332238"/>
                  </a:lnTo>
                  <a:lnTo>
                    <a:pt x="52801" y="331318"/>
                  </a:lnTo>
                  <a:lnTo>
                    <a:pt x="57993" y="330232"/>
                  </a:lnTo>
                  <a:lnTo>
                    <a:pt x="63149" y="328982"/>
                  </a:lnTo>
                  <a:lnTo>
                    <a:pt x="68262" y="327569"/>
                  </a:lnTo>
                  <a:lnTo>
                    <a:pt x="73328" y="325994"/>
                  </a:lnTo>
                  <a:lnTo>
                    <a:pt x="78341" y="324260"/>
                  </a:lnTo>
                  <a:lnTo>
                    <a:pt x="83296" y="322367"/>
                  </a:lnTo>
                  <a:lnTo>
                    <a:pt x="88190" y="320318"/>
                  </a:lnTo>
                  <a:lnTo>
                    <a:pt x="93015" y="318115"/>
                  </a:lnTo>
                  <a:lnTo>
                    <a:pt x="97769" y="315760"/>
                  </a:lnTo>
                  <a:lnTo>
                    <a:pt x="102445" y="313255"/>
                  </a:lnTo>
                  <a:lnTo>
                    <a:pt x="107039" y="310604"/>
                  </a:lnTo>
                  <a:lnTo>
                    <a:pt x="111547" y="307807"/>
                  </a:lnTo>
                  <a:lnTo>
                    <a:pt x="115964" y="304869"/>
                  </a:lnTo>
                  <a:lnTo>
                    <a:pt x="120285" y="301793"/>
                  </a:lnTo>
                  <a:lnTo>
                    <a:pt x="124507" y="298581"/>
                  </a:lnTo>
                  <a:lnTo>
                    <a:pt x="128625" y="295236"/>
                  </a:lnTo>
                  <a:lnTo>
                    <a:pt x="132634" y="291763"/>
                  </a:lnTo>
                  <a:lnTo>
                    <a:pt x="136531" y="288164"/>
                  </a:lnTo>
                  <a:lnTo>
                    <a:pt x="140313" y="284443"/>
                  </a:lnTo>
                  <a:lnTo>
                    <a:pt x="143974" y="280604"/>
                  </a:lnTo>
                  <a:lnTo>
                    <a:pt x="147511" y="276651"/>
                  </a:lnTo>
                  <a:lnTo>
                    <a:pt x="150921" y="272588"/>
                  </a:lnTo>
                  <a:lnTo>
                    <a:pt x="154201" y="268418"/>
                  </a:lnTo>
                  <a:lnTo>
                    <a:pt x="157347" y="264147"/>
                  </a:lnTo>
                  <a:lnTo>
                    <a:pt x="160355" y="259777"/>
                  </a:lnTo>
                  <a:lnTo>
                    <a:pt x="163224" y="255315"/>
                  </a:lnTo>
                  <a:lnTo>
                    <a:pt x="165949" y="250764"/>
                  </a:lnTo>
                  <a:lnTo>
                    <a:pt x="168529" y="246129"/>
                  </a:lnTo>
                  <a:lnTo>
                    <a:pt x="170960" y="241414"/>
                  </a:lnTo>
                  <a:lnTo>
                    <a:pt x="173240" y="236624"/>
                  </a:lnTo>
                  <a:lnTo>
                    <a:pt x="175367" y="231765"/>
                  </a:lnTo>
                  <a:lnTo>
                    <a:pt x="177339" y="226840"/>
                  </a:lnTo>
                  <a:lnTo>
                    <a:pt x="179154" y="221855"/>
                  </a:lnTo>
                  <a:lnTo>
                    <a:pt x="180810" y="216815"/>
                  </a:lnTo>
                  <a:lnTo>
                    <a:pt x="182305" y="211726"/>
                  </a:lnTo>
                  <a:lnTo>
                    <a:pt x="183637" y="206591"/>
                  </a:lnTo>
                  <a:lnTo>
                    <a:pt x="184807" y="201417"/>
                  </a:lnTo>
                  <a:lnTo>
                    <a:pt x="185811" y="196208"/>
                  </a:lnTo>
                  <a:lnTo>
                    <a:pt x="186649" y="190970"/>
                  </a:lnTo>
                  <a:lnTo>
                    <a:pt x="187321" y="185708"/>
                  </a:lnTo>
                  <a:lnTo>
                    <a:pt x="187826" y="180427"/>
                  </a:lnTo>
                  <a:lnTo>
                    <a:pt x="188163" y="175133"/>
                  </a:lnTo>
                  <a:lnTo>
                    <a:pt x="188332" y="169831"/>
                  </a:lnTo>
                  <a:lnTo>
                    <a:pt x="188332" y="164526"/>
                  </a:lnTo>
                  <a:lnTo>
                    <a:pt x="188164" y="159224"/>
                  </a:lnTo>
                  <a:lnTo>
                    <a:pt x="187828" y="153930"/>
                  </a:lnTo>
                  <a:lnTo>
                    <a:pt x="187324" y="148649"/>
                  </a:lnTo>
                  <a:lnTo>
                    <a:pt x="186653" y="143387"/>
                  </a:lnTo>
                  <a:lnTo>
                    <a:pt x="185815" y="138149"/>
                  </a:lnTo>
                  <a:lnTo>
                    <a:pt x="184811" y="132940"/>
                  </a:lnTo>
                  <a:lnTo>
                    <a:pt x="183643" y="127765"/>
                  </a:lnTo>
                  <a:lnTo>
                    <a:pt x="182311" y="122630"/>
                  </a:lnTo>
                  <a:lnTo>
                    <a:pt x="180817" y="117540"/>
                  </a:lnTo>
                  <a:lnTo>
                    <a:pt x="179162" y="112500"/>
                  </a:lnTo>
                  <a:lnTo>
                    <a:pt x="177348" y="107515"/>
                  </a:lnTo>
                  <a:lnTo>
                    <a:pt x="175376" y="102591"/>
                  </a:lnTo>
                  <a:lnTo>
                    <a:pt x="173250" y="97731"/>
                  </a:lnTo>
                  <a:lnTo>
                    <a:pt x="170970" y="92941"/>
                  </a:lnTo>
                  <a:lnTo>
                    <a:pt x="168539" y="88226"/>
                  </a:lnTo>
                  <a:lnTo>
                    <a:pt x="165960" y="83590"/>
                  </a:lnTo>
                  <a:lnTo>
                    <a:pt x="163236" y="79038"/>
                  </a:lnTo>
                  <a:lnTo>
                    <a:pt x="160368" y="74576"/>
                  </a:lnTo>
                  <a:lnTo>
                    <a:pt x="157360" y="70206"/>
                  </a:lnTo>
                  <a:lnTo>
                    <a:pt x="154215" y="65934"/>
                  </a:lnTo>
                  <a:lnTo>
                    <a:pt x="150936" y="61764"/>
                  </a:lnTo>
                  <a:lnTo>
                    <a:pt x="147526" y="57700"/>
                  </a:lnTo>
                  <a:lnTo>
                    <a:pt x="143989" y="53747"/>
                  </a:lnTo>
                  <a:lnTo>
                    <a:pt x="140329" y="49907"/>
                  </a:lnTo>
                  <a:lnTo>
                    <a:pt x="136548" y="46186"/>
                  </a:lnTo>
                  <a:lnTo>
                    <a:pt x="132651" y="42587"/>
                  </a:lnTo>
                  <a:lnTo>
                    <a:pt x="128642" y="39113"/>
                  </a:lnTo>
                  <a:lnTo>
                    <a:pt x="124525" y="35767"/>
                  </a:lnTo>
                  <a:lnTo>
                    <a:pt x="120304" y="32555"/>
                  </a:lnTo>
                  <a:lnTo>
                    <a:pt x="115983" y="29478"/>
                  </a:lnTo>
                  <a:lnTo>
                    <a:pt x="111566" y="26539"/>
                  </a:lnTo>
                  <a:lnTo>
                    <a:pt x="107059" y="23742"/>
                  </a:lnTo>
                  <a:lnTo>
                    <a:pt x="102465" y="21090"/>
                  </a:lnTo>
                  <a:lnTo>
                    <a:pt x="97789" y="18584"/>
                  </a:lnTo>
                  <a:lnTo>
                    <a:pt x="93036" y="16228"/>
                  </a:lnTo>
                  <a:lnTo>
                    <a:pt x="88211" y="14025"/>
                  </a:lnTo>
                  <a:lnTo>
                    <a:pt x="83318" y="11975"/>
                  </a:lnTo>
                  <a:lnTo>
                    <a:pt x="78362" y="10082"/>
                  </a:lnTo>
                  <a:lnTo>
                    <a:pt x="73349" y="8347"/>
                  </a:lnTo>
                  <a:lnTo>
                    <a:pt x="68284" y="6772"/>
                  </a:lnTo>
                  <a:lnTo>
                    <a:pt x="63171" y="5358"/>
                  </a:lnTo>
                  <a:lnTo>
                    <a:pt x="58016" y="4107"/>
                  </a:lnTo>
                  <a:lnTo>
                    <a:pt x="52823" y="3021"/>
                  </a:lnTo>
                  <a:lnTo>
                    <a:pt x="47599" y="2099"/>
                  </a:lnTo>
                  <a:lnTo>
                    <a:pt x="42348" y="1345"/>
                  </a:lnTo>
                  <a:lnTo>
                    <a:pt x="37076" y="757"/>
                  </a:lnTo>
                  <a:lnTo>
                    <a:pt x="31788" y="336"/>
                  </a:lnTo>
                  <a:lnTo>
                    <a:pt x="26489" y="84"/>
                  </a:lnTo>
                  <a:lnTo>
                    <a:pt x="21185" y="0"/>
                  </a:lnTo>
                  <a:lnTo>
                    <a:pt x="2118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8423" y="1681503"/>
              <a:ext cx="14811" cy="167167"/>
            </a:xfrm>
            <a:custGeom>
              <a:avLst/>
              <a:pathLst>
                <a:path w="14811" h="167167">
                  <a:moveTo>
                    <a:pt x="14811" y="0"/>
                  </a:moveTo>
                  <a:lnTo>
                    <a:pt x="0" y="657"/>
                  </a:lnTo>
                  <a:lnTo>
                    <a:pt x="1481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8423" y="1682160"/>
              <a:ext cx="14811" cy="166509"/>
            </a:xfrm>
            <a:custGeom>
              <a:avLst/>
              <a:pathLst>
                <a:path w="14811" h="166509">
                  <a:moveTo>
                    <a:pt x="0" y="0"/>
                  </a:moveTo>
                  <a:lnTo>
                    <a:pt x="14811" y="1665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8423" y="1682160"/>
              <a:ext cx="14811" cy="166509"/>
            </a:xfrm>
            <a:custGeom>
              <a:avLst/>
              <a:pathLst>
                <a:path w="14811" h="166509">
                  <a:moveTo>
                    <a:pt x="0" y="0"/>
                  </a:moveTo>
                  <a:lnTo>
                    <a:pt x="14811" y="1665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8423" y="1682160"/>
              <a:ext cx="14811" cy="166509"/>
            </a:xfrm>
            <a:custGeom>
              <a:avLst/>
              <a:pathLst>
                <a:path w="14811" h="166509">
                  <a:moveTo>
                    <a:pt x="0" y="0"/>
                  </a:moveTo>
                  <a:lnTo>
                    <a:pt x="14811" y="1665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8423" y="1682160"/>
              <a:ext cx="14811" cy="166509"/>
            </a:xfrm>
            <a:custGeom>
              <a:avLst/>
              <a:pathLst>
                <a:path w="14811" h="166509">
                  <a:moveTo>
                    <a:pt x="0" y="0"/>
                  </a:moveTo>
                  <a:lnTo>
                    <a:pt x="14811" y="1665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8423" y="1682160"/>
              <a:ext cx="14811" cy="166509"/>
            </a:xfrm>
            <a:custGeom>
              <a:avLst/>
              <a:pathLst>
                <a:path w="14811" h="166509">
                  <a:moveTo>
                    <a:pt x="0" y="0"/>
                  </a:moveTo>
                  <a:lnTo>
                    <a:pt x="14811" y="1665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8423" y="1682160"/>
              <a:ext cx="14811" cy="166509"/>
            </a:xfrm>
            <a:custGeom>
              <a:avLst/>
              <a:pathLst>
                <a:path w="14811" h="166509">
                  <a:moveTo>
                    <a:pt x="0" y="0"/>
                  </a:moveTo>
                  <a:lnTo>
                    <a:pt x="14811" y="1665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8423" y="1682160"/>
              <a:ext cx="14811" cy="166509"/>
            </a:xfrm>
            <a:custGeom>
              <a:avLst/>
              <a:pathLst>
                <a:path w="14811" h="166509">
                  <a:moveTo>
                    <a:pt x="0" y="0"/>
                  </a:moveTo>
                  <a:lnTo>
                    <a:pt x="14811" y="1665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8423" y="1682160"/>
              <a:ext cx="14811" cy="166509"/>
            </a:xfrm>
            <a:custGeom>
              <a:avLst/>
              <a:pathLst>
                <a:path w="14811" h="166509">
                  <a:moveTo>
                    <a:pt x="0" y="0"/>
                  </a:moveTo>
                  <a:lnTo>
                    <a:pt x="14811" y="1665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8423" y="1682160"/>
              <a:ext cx="14811" cy="166509"/>
            </a:xfrm>
            <a:custGeom>
              <a:avLst/>
              <a:pathLst>
                <a:path w="14811" h="166509">
                  <a:moveTo>
                    <a:pt x="0" y="0"/>
                  </a:moveTo>
                  <a:lnTo>
                    <a:pt x="14811" y="1665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8423" y="1682160"/>
              <a:ext cx="14811" cy="166509"/>
            </a:xfrm>
            <a:custGeom>
              <a:avLst/>
              <a:pathLst>
                <a:path w="14811" h="166509">
                  <a:moveTo>
                    <a:pt x="0" y="0"/>
                  </a:moveTo>
                  <a:lnTo>
                    <a:pt x="14811" y="1665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8423" y="1682160"/>
              <a:ext cx="14811" cy="166509"/>
            </a:xfrm>
            <a:custGeom>
              <a:avLst/>
              <a:pathLst>
                <a:path w="14811" h="166509">
                  <a:moveTo>
                    <a:pt x="0" y="0"/>
                  </a:moveTo>
                  <a:lnTo>
                    <a:pt x="14811" y="1665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8423" y="1682160"/>
              <a:ext cx="14811" cy="166509"/>
            </a:xfrm>
            <a:custGeom>
              <a:avLst/>
              <a:pathLst>
                <a:path w="14811" h="166509">
                  <a:moveTo>
                    <a:pt x="0" y="0"/>
                  </a:moveTo>
                  <a:lnTo>
                    <a:pt x="14811" y="1665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8423" y="1682160"/>
              <a:ext cx="14811" cy="166509"/>
            </a:xfrm>
            <a:custGeom>
              <a:avLst/>
              <a:pathLst>
                <a:path w="14811" h="166509">
                  <a:moveTo>
                    <a:pt x="0" y="0"/>
                  </a:moveTo>
                  <a:lnTo>
                    <a:pt x="14811" y="1665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8423" y="1682160"/>
              <a:ext cx="14811" cy="166509"/>
            </a:xfrm>
            <a:custGeom>
              <a:avLst/>
              <a:pathLst>
                <a:path w="14811" h="166509">
                  <a:moveTo>
                    <a:pt x="0" y="0"/>
                  </a:moveTo>
                  <a:lnTo>
                    <a:pt x="14811" y="1665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8423" y="1682160"/>
              <a:ext cx="14811" cy="166509"/>
            </a:xfrm>
            <a:custGeom>
              <a:avLst/>
              <a:pathLst>
                <a:path w="14811" h="166509">
                  <a:moveTo>
                    <a:pt x="0" y="0"/>
                  </a:moveTo>
                  <a:lnTo>
                    <a:pt x="14811" y="1665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8423" y="1682160"/>
              <a:ext cx="14811" cy="166509"/>
            </a:xfrm>
            <a:custGeom>
              <a:avLst/>
              <a:pathLst>
                <a:path w="14811" h="166509">
                  <a:moveTo>
                    <a:pt x="0" y="0"/>
                  </a:moveTo>
                  <a:lnTo>
                    <a:pt x="14811" y="1665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8423" y="1682160"/>
              <a:ext cx="14811" cy="166509"/>
            </a:xfrm>
            <a:custGeom>
              <a:avLst/>
              <a:pathLst>
                <a:path w="14811" h="166509">
                  <a:moveTo>
                    <a:pt x="0" y="0"/>
                  </a:moveTo>
                  <a:lnTo>
                    <a:pt x="14811" y="1665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8423" y="1682160"/>
              <a:ext cx="14811" cy="166509"/>
            </a:xfrm>
            <a:custGeom>
              <a:avLst/>
              <a:pathLst>
                <a:path w="14811" h="166509">
                  <a:moveTo>
                    <a:pt x="0" y="0"/>
                  </a:moveTo>
                  <a:lnTo>
                    <a:pt x="14811" y="1665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8423" y="1682160"/>
              <a:ext cx="14811" cy="166509"/>
            </a:xfrm>
            <a:custGeom>
              <a:avLst/>
              <a:pathLst>
                <a:path w="14811" h="166509">
                  <a:moveTo>
                    <a:pt x="0" y="0"/>
                  </a:moveTo>
                  <a:lnTo>
                    <a:pt x="14811" y="1665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8423" y="1682160"/>
              <a:ext cx="14811" cy="166509"/>
            </a:xfrm>
            <a:custGeom>
              <a:avLst/>
              <a:pathLst>
                <a:path w="14811" h="166509">
                  <a:moveTo>
                    <a:pt x="0" y="0"/>
                  </a:moveTo>
                  <a:lnTo>
                    <a:pt x="14811" y="1665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8423" y="1682160"/>
              <a:ext cx="14811" cy="166509"/>
            </a:xfrm>
            <a:custGeom>
              <a:avLst/>
              <a:pathLst>
                <a:path w="14811" h="166509">
                  <a:moveTo>
                    <a:pt x="0" y="0"/>
                  </a:moveTo>
                  <a:lnTo>
                    <a:pt x="14811" y="1665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08423" y="1682160"/>
              <a:ext cx="14811" cy="166509"/>
            </a:xfrm>
            <a:custGeom>
              <a:avLst/>
              <a:pathLst>
                <a:path w="14811" h="166509">
                  <a:moveTo>
                    <a:pt x="0" y="0"/>
                  </a:moveTo>
                  <a:lnTo>
                    <a:pt x="14811" y="1665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256068" y="1682160"/>
              <a:ext cx="334328" cy="333661"/>
            </a:xfrm>
            <a:custGeom>
              <a:avLst/>
              <a:pathLst>
                <a:path w="334328" h="333661">
                  <a:moveTo>
                    <a:pt x="152354" y="0"/>
                  </a:moveTo>
                  <a:lnTo>
                    <a:pt x="147098" y="551"/>
                  </a:lnTo>
                  <a:lnTo>
                    <a:pt x="141863" y="1268"/>
                  </a:lnTo>
                  <a:lnTo>
                    <a:pt x="136652" y="2150"/>
                  </a:lnTo>
                  <a:lnTo>
                    <a:pt x="131472" y="3197"/>
                  </a:lnTo>
                  <a:lnTo>
                    <a:pt x="126328" y="4407"/>
                  </a:lnTo>
                  <a:lnTo>
                    <a:pt x="121225" y="5779"/>
                  </a:lnTo>
                  <a:lnTo>
                    <a:pt x="116167" y="7311"/>
                  </a:lnTo>
                  <a:lnTo>
                    <a:pt x="111161" y="9003"/>
                  </a:lnTo>
                  <a:lnTo>
                    <a:pt x="106210" y="10852"/>
                  </a:lnTo>
                  <a:lnTo>
                    <a:pt x="101320" y="12856"/>
                  </a:lnTo>
                  <a:lnTo>
                    <a:pt x="96497" y="15014"/>
                  </a:lnTo>
                  <a:lnTo>
                    <a:pt x="91743" y="17324"/>
                  </a:lnTo>
                  <a:lnTo>
                    <a:pt x="87065" y="19782"/>
                  </a:lnTo>
                  <a:lnTo>
                    <a:pt x="82468" y="22387"/>
                  </a:lnTo>
                  <a:lnTo>
                    <a:pt x="77954" y="25137"/>
                  </a:lnTo>
                  <a:lnTo>
                    <a:pt x="73530" y="28027"/>
                  </a:lnTo>
                  <a:lnTo>
                    <a:pt x="69200" y="31056"/>
                  </a:lnTo>
                  <a:lnTo>
                    <a:pt x="64967" y="34220"/>
                  </a:lnTo>
                  <a:lnTo>
                    <a:pt x="60837" y="37517"/>
                  </a:lnTo>
                  <a:lnTo>
                    <a:pt x="56813" y="40942"/>
                  </a:lnTo>
                  <a:lnTo>
                    <a:pt x="52899" y="44493"/>
                  </a:lnTo>
                  <a:lnTo>
                    <a:pt x="49099" y="48166"/>
                  </a:lnTo>
                  <a:lnTo>
                    <a:pt x="45418" y="51957"/>
                  </a:lnTo>
                  <a:lnTo>
                    <a:pt x="41858" y="55862"/>
                  </a:lnTo>
                  <a:lnTo>
                    <a:pt x="38423" y="59878"/>
                  </a:lnTo>
                  <a:lnTo>
                    <a:pt x="35117" y="64001"/>
                  </a:lnTo>
                  <a:lnTo>
                    <a:pt x="31943" y="68226"/>
                  </a:lnTo>
                  <a:lnTo>
                    <a:pt x="28903" y="72549"/>
                  </a:lnTo>
                  <a:lnTo>
                    <a:pt x="26003" y="76967"/>
                  </a:lnTo>
                  <a:lnTo>
                    <a:pt x="23243" y="81473"/>
                  </a:lnTo>
                  <a:lnTo>
                    <a:pt x="20627" y="86065"/>
                  </a:lnTo>
                  <a:lnTo>
                    <a:pt x="18157" y="90737"/>
                  </a:lnTo>
                  <a:lnTo>
                    <a:pt x="15837" y="95485"/>
                  </a:lnTo>
                  <a:lnTo>
                    <a:pt x="13667" y="100304"/>
                  </a:lnTo>
                  <a:lnTo>
                    <a:pt x="11651" y="105189"/>
                  </a:lnTo>
                  <a:lnTo>
                    <a:pt x="9791" y="110135"/>
                  </a:lnTo>
                  <a:lnTo>
                    <a:pt x="8088" y="115137"/>
                  </a:lnTo>
                  <a:lnTo>
                    <a:pt x="6543" y="120191"/>
                  </a:lnTo>
                  <a:lnTo>
                    <a:pt x="5159" y="125291"/>
                  </a:lnTo>
                  <a:lnTo>
                    <a:pt x="3938" y="130433"/>
                  </a:lnTo>
                  <a:lnTo>
                    <a:pt x="2879" y="135610"/>
                  </a:lnTo>
                  <a:lnTo>
                    <a:pt x="1984" y="140819"/>
                  </a:lnTo>
                  <a:lnTo>
                    <a:pt x="1255" y="146053"/>
                  </a:lnTo>
                  <a:lnTo>
                    <a:pt x="691" y="151307"/>
                  </a:lnTo>
                  <a:lnTo>
                    <a:pt x="294" y="156577"/>
                  </a:lnTo>
                  <a:lnTo>
                    <a:pt x="63" y="161856"/>
                  </a:lnTo>
                  <a:lnTo>
                    <a:pt x="0" y="167140"/>
                  </a:lnTo>
                  <a:lnTo>
                    <a:pt x="103" y="172424"/>
                  </a:lnTo>
                  <a:lnTo>
                    <a:pt x="373" y="177702"/>
                  </a:lnTo>
                  <a:lnTo>
                    <a:pt x="811" y="182968"/>
                  </a:lnTo>
                  <a:lnTo>
                    <a:pt x="1414" y="188218"/>
                  </a:lnTo>
                  <a:lnTo>
                    <a:pt x="2183" y="193446"/>
                  </a:lnTo>
                  <a:lnTo>
                    <a:pt x="3117" y="198648"/>
                  </a:lnTo>
                  <a:lnTo>
                    <a:pt x="4215" y="203817"/>
                  </a:lnTo>
                  <a:lnTo>
                    <a:pt x="5475" y="208949"/>
                  </a:lnTo>
                  <a:lnTo>
                    <a:pt x="6897" y="214039"/>
                  </a:lnTo>
                  <a:lnTo>
                    <a:pt x="8480" y="219081"/>
                  </a:lnTo>
                  <a:lnTo>
                    <a:pt x="10221" y="224070"/>
                  </a:lnTo>
                  <a:lnTo>
                    <a:pt x="12119" y="229002"/>
                  </a:lnTo>
                  <a:lnTo>
                    <a:pt x="14172" y="233872"/>
                  </a:lnTo>
                  <a:lnTo>
                    <a:pt x="16377" y="238674"/>
                  </a:lnTo>
                  <a:lnTo>
                    <a:pt x="18734" y="243405"/>
                  </a:lnTo>
                  <a:lnTo>
                    <a:pt x="21238" y="248058"/>
                  </a:lnTo>
                  <a:lnTo>
                    <a:pt x="23889" y="252630"/>
                  </a:lnTo>
                  <a:lnTo>
                    <a:pt x="26683" y="257115"/>
                  </a:lnTo>
                  <a:lnTo>
                    <a:pt x="29617" y="261511"/>
                  </a:lnTo>
                  <a:lnTo>
                    <a:pt x="32688" y="265811"/>
                  </a:lnTo>
                  <a:lnTo>
                    <a:pt x="35894" y="270012"/>
                  </a:lnTo>
                  <a:lnTo>
                    <a:pt x="39231" y="274109"/>
                  </a:lnTo>
                  <a:lnTo>
                    <a:pt x="42696" y="278099"/>
                  </a:lnTo>
                  <a:lnTo>
                    <a:pt x="46286" y="281978"/>
                  </a:lnTo>
                  <a:lnTo>
                    <a:pt x="49996" y="285741"/>
                  </a:lnTo>
                  <a:lnTo>
                    <a:pt x="53823" y="289385"/>
                  </a:lnTo>
                  <a:lnTo>
                    <a:pt x="57764" y="292906"/>
                  </a:lnTo>
                  <a:lnTo>
                    <a:pt x="61814" y="296301"/>
                  </a:lnTo>
                  <a:lnTo>
                    <a:pt x="65969" y="299566"/>
                  </a:lnTo>
                  <a:lnTo>
                    <a:pt x="70225" y="302699"/>
                  </a:lnTo>
                  <a:lnTo>
                    <a:pt x="74578" y="305695"/>
                  </a:lnTo>
                  <a:lnTo>
                    <a:pt x="79024" y="308552"/>
                  </a:lnTo>
                  <a:lnTo>
                    <a:pt x="83558" y="311267"/>
                  </a:lnTo>
                  <a:lnTo>
                    <a:pt x="88175" y="313837"/>
                  </a:lnTo>
                  <a:lnTo>
                    <a:pt x="92872" y="316260"/>
                  </a:lnTo>
                  <a:lnTo>
                    <a:pt x="97642" y="318534"/>
                  </a:lnTo>
                  <a:lnTo>
                    <a:pt x="102482" y="320655"/>
                  </a:lnTo>
                  <a:lnTo>
                    <a:pt x="107387" y="322623"/>
                  </a:lnTo>
                  <a:lnTo>
                    <a:pt x="112351" y="324434"/>
                  </a:lnTo>
                  <a:lnTo>
                    <a:pt x="117370" y="326088"/>
                  </a:lnTo>
                  <a:lnTo>
                    <a:pt x="122439" y="327582"/>
                  </a:lnTo>
                  <a:lnTo>
                    <a:pt x="127553" y="328916"/>
                  </a:lnTo>
                  <a:lnTo>
                    <a:pt x="132706" y="330087"/>
                  </a:lnTo>
                  <a:lnTo>
                    <a:pt x="137894" y="331094"/>
                  </a:lnTo>
                  <a:lnTo>
                    <a:pt x="143111" y="331937"/>
                  </a:lnTo>
                  <a:lnTo>
                    <a:pt x="148352" y="332615"/>
                  </a:lnTo>
                  <a:lnTo>
                    <a:pt x="153611" y="333126"/>
                  </a:lnTo>
                  <a:lnTo>
                    <a:pt x="158885" y="333472"/>
                  </a:lnTo>
                  <a:lnTo>
                    <a:pt x="164166" y="333650"/>
                  </a:lnTo>
                  <a:lnTo>
                    <a:pt x="169451" y="333661"/>
                  </a:lnTo>
                  <a:lnTo>
                    <a:pt x="174733" y="333506"/>
                  </a:lnTo>
                  <a:lnTo>
                    <a:pt x="180008" y="333183"/>
                  </a:lnTo>
                  <a:lnTo>
                    <a:pt x="185270" y="332694"/>
                  </a:lnTo>
                  <a:lnTo>
                    <a:pt x="190514" y="332038"/>
                  </a:lnTo>
                  <a:lnTo>
                    <a:pt x="195734" y="331218"/>
                  </a:lnTo>
                  <a:lnTo>
                    <a:pt x="200926" y="330232"/>
                  </a:lnTo>
                  <a:lnTo>
                    <a:pt x="206084" y="329083"/>
                  </a:lnTo>
                  <a:lnTo>
                    <a:pt x="211203" y="327772"/>
                  </a:lnTo>
                  <a:lnTo>
                    <a:pt x="216279" y="326300"/>
                  </a:lnTo>
                  <a:lnTo>
                    <a:pt x="221305" y="324667"/>
                  </a:lnTo>
                  <a:lnTo>
                    <a:pt x="226277" y="322877"/>
                  </a:lnTo>
                  <a:lnTo>
                    <a:pt x="231190" y="320930"/>
                  </a:lnTo>
                  <a:lnTo>
                    <a:pt x="236039" y="318830"/>
                  </a:lnTo>
                  <a:lnTo>
                    <a:pt x="240819" y="316577"/>
                  </a:lnTo>
                  <a:lnTo>
                    <a:pt x="245526" y="314173"/>
                  </a:lnTo>
                  <a:lnTo>
                    <a:pt x="250154" y="311623"/>
                  </a:lnTo>
                  <a:lnTo>
                    <a:pt x="254699" y="308927"/>
                  </a:lnTo>
                  <a:lnTo>
                    <a:pt x="259157" y="306089"/>
                  </a:lnTo>
                  <a:lnTo>
                    <a:pt x="263523" y="303112"/>
                  </a:lnTo>
                  <a:lnTo>
                    <a:pt x="267793" y="299998"/>
                  </a:lnTo>
                  <a:lnTo>
                    <a:pt x="271962" y="296750"/>
                  </a:lnTo>
                  <a:lnTo>
                    <a:pt x="276026" y="293373"/>
                  </a:lnTo>
                  <a:lnTo>
                    <a:pt x="279982" y="289868"/>
                  </a:lnTo>
                  <a:lnTo>
                    <a:pt x="283825" y="286241"/>
                  </a:lnTo>
                  <a:lnTo>
                    <a:pt x="287551" y="282494"/>
                  </a:lnTo>
                  <a:lnTo>
                    <a:pt x="291157" y="278630"/>
                  </a:lnTo>
                  <a:lnTo>
                    <a:pt x="294639" y="274655"/>
                  </a:lnTo>
                  <a:lnTo>
                    <a:pt x="297994" y="270572"/>
                  </a:lnTo>
                  <a:lnTo>
                    <a:pt x="301218" y="266385"/>
                  </a:lnTo>
                  <a:lnTo>
                    <a:pt x="304308" y="262098"/>
                  </a:lnTo>
                  <a:lnTo>
                    <a:pt x="307260" y="257715"/>
                  </a:lnTo>
                  <a:lnTo>
                    <a:pt x="310073" y="253241"/>
                  </a:lnTo>
                  <a:lnTo>
                    <a:pt x="312743" y="248681"/>
                  </a:lnTo>
                  <a:lnTo>
                    <a:pt x="315268" y="244038"/>
                  </a:lnTo>
                  <a:lnTo>
                    <a:pt x="317644" y="239318"/>
                  </a:lnTo>
                  <a:lnTo>
                    <a:pt x="319871" y="234525"/>
                  </a:lnTo>
                  <a:lnTo>
                    <a:pt x="321944" y="229665"/>
                  </a:lnTo>
                  <a:lnTo>
                    <a:pt x="323863" y="224741"/>
                  </a:lnTo>
                  <a:lnTo>
                    <a:pt x="325625" y="219759"/>
                  </a:lnTo>
                  <a:lnTo>
                    <a:pt x="327229" y="214723"/>
                  </a:lnTo>
                  <a:lnTo>
                    <a:pt x="328673" y="209640"/>
                  </a:lnTo>
                  <a:lnTo>
                    <a:pt x="329956" y="204513"/>
                  </a:lnTo>
                  <a:lnTo>
                    <a:pt x="331076" y="199349"/>
                  </a:lnTo>
                  <a:lnTo>
                    <a:pt x="332032" y="194151"/>
                  </a:lnTo>
                  <a:lnTo>
                    <a:pt x="332823" y="188926"/>
                  </a:lnTo>
                  <a:lnTo>
                    <a:pt x="333449" y="183679"/>
                  </a:lnTo>
                  <a:lnTo>
                    <a:pt x="333909" y="178414"/>
                  </a:lnTo>
                  <a:lnTo>
                    <a:pt x="334202" y="173138"/>
                  </a:lnTo>
                  <a:lnTo>
                    <a:pt x="334328" y="167855"/>
                  </a:lnTo>
                  <a:lnTo>
                    <a:pt x="334287" y="162570"/>
                  </a:lnTo>
                  <a:lnTo>
                    <a:pt x="334079" y="157290"/>
                  </a:lnTo>
                  <a:lnTo>
                    <a:pt x="333704" y="152019"/>
                  </a:lnTo>
                  <a:lnTo>
                    <a:pt x="333163" y="146762"/>
                  </a:lnTo>
                  <a:lnTo>
                    <a:pt x="332456" y="141525"/>
                  </a:lnTo>
                  <a:lnTo>
                    <a:pt x="331583" y="136313"/>
                  </a:lnTo>
                  <a:lnTo>
                    <a:pt x="330547" y="131131"/>
                  </a:lnTo>
                  <a:lnTo>
                    <a:pt x="329347" y="125984"/>
                  </a:lnTo>
                  <a:lnTo>
                    <a:pt x="327985" y="120878"/>
                  </a:lnTo>
                  <a:lnTo>
                    <a:pt x="326462" y="115818"/>
                  </a:lnTo>
                  <a:lnTo>
                    <a:pt x="324780" y="110808"/>
                  </a:lnTo>
                  <a:lnTo>
                    <a:pt x="322941" y="105854"/>
                  </a:lnTo>
                  <a:lnTo>
                    <a:pt x="320946" y="100960"/>
                  </a:lnTo>
                  <a:lnTo>
                    <a:pt x="318797" y="96132"/>
                  </a:lnTo>
                  <a:lnTo>
                    <a:pt x="316497" y="91375"/>
                  </a:lnTo>
                  <a:lnTo>
                    <a:pt x="314047" y="86692"/>
                  </a:lnTo>
                  <a:lnTo>
                    <a:pt x="311451" y="82089"/>
                  </a:lnTo>
                  <a:lnTo>
                    <a:pt x="308710" y="77571"/>
                  </a:lnTo>
                  <a:lnTo>
                    <a:pt x="305828" y="73141"/>
                  </a:lnTo>
                  <a:lnTo>
                    <a:pt x="302808" y="68805"/>
                  </a:lnTo>
                  <a:lnTo>
                    <a:pt x="299652" y="64566"/>
                  </a:lnTo>
                  <a:lnTo>
                    <a:pt x="296363" y="60430"/>
                  </a:lnTo>
                  <a:lnTo>
                    <a:pt x="292946" y="56399"/>
                  </a:lnTo>
                  <a:lnTo>
                    <a:pt x="289402" y="52478"/>
                  </a:lnTo>
                  <a:lnTo>
                    <a:pt x="285737" y="48671"/>
                  </a:lnTo>
                  <a:lnTo>
                    <a:pt x="281953" y="44982"/>
                  </a:lnTo>
                  <a:lnTo>
                    <a:pt x="278054" y="41415"/>
                  </a:lnTo>
                  <a:lnTo>
                    <a:pt x="274045" y="37972"/>
                  </a:lnTo>
                  <a:lnTo>
                    <a:pt x="269929" y="34658"/>
                  </a:lnTo>
                  <a:lnTo>
                    <a:pt x="265710" y="31476"/>
                  </a:lnTo>
                  <a:lnTo>
                    <a:pt x="261392" y="28429"/>
                  </a:lnTo>
                  <a:lnTo>
                    <a:pt x="256981" y="25519"/>
                  </a:lnTo>
                  <a:lnTo>
                    <a:pt x="252479" y="22751"/>
                  </a:lnTo>
                  <a:lnTo>
                    <a:pt x="247893" y="20126"/>
                  </a:lnTo>
                  <a:lnTo>
                    <a:pt x="243225" y="17647"/>
                  </a:lnTo>
                  <a:lnTo>
                    <a:pt x="238482" y="15318"/>
                  </a:lnTo>
                  <a:lnTo>
                    <a:pt x="233667" y="13139"/>
                  </a:lnTo>
                  <a:lnTo>
                    <a:pt x="228786" y="11114"/>
                  </a:lnTo>
                  <a:lnTo>
                    <a:pt x="223844" y="9244"/>
                  </a:lnTo>
                  <a:lnTo>
                    <a:pt x="218844" y="7531"/>
                  </a:lnTo>
                  <a:lnTo>
                    <a:pt x="213793" y="5977"/>
                  </a:lnTo>
                  <a:lnTo>
                    <a:pt x="208696" y="4583"/>
                  </a:lnTo>
                  <a:lnTo>
                    <a:pt x="203557" y="3351"/>
                  </a:lnTo>
                  <a:lnTo>
                    <a:pt x="198381" y="2282"/>
                  </a:lnTo>
                  <a:lnTo>
                    <a:pt x="167166" y="1665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23235" y="1681503"/>
              <a:ext cx="31215" cy="167167"/>
            </a:xfrm>
            <a:custGeom>
              <a:avLst/>
              <a:pathLst>
                <a:path w="31215" h="167167">
                  <a:moveTo>
                    <a:pt x="31215" y="2940"/>
                  </a:moveTo>
                  <a:lnTo>
                    <a:pt x="23472" y="1656"/>
                  </a:lnTo>
                  <a:lnTo>
                    <a:pt x="15676" y="736"/>
                  </a:lnTo>
                  <a:lnTo>
                    <a:pt x="7847" y="1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853873" y="1322571"/>
              <a:ext cx="167165" cy="330948"/>
            </a:xfrm>
            <a:custGeom>
              <a:avLst/>
              <a:pathLst>
                <a:path w="167165" h="330948">
                  <a:moveTo>
                    <a:pt x="167165" y="0"/>
                  </a:moveTo>
                  <a:lnTo>
                    <a:pt x="161824" y="85"/>
                  </a:lnTo>
                  <a:lnTo>
                    <a:pt x="156488" y="341"/>
                  </a:lnTo>
                  <a:lnTo>
                    <a:pt x="151163" y="767"/>
                  </a:lnTo>
                  <a:lnTo>
                    <a:pt x="145855" y="1363"/>
                  </a:lnTo>
                  <a:lnTo>
                    <a:pt x="140568" y="2129"/>
                  </a:lnTo>
                  <a:lnTo>
                    <a:pt x="135309" y="3063"/>
                  </a:lnTo>
                  <a:lnTo>
                    <a:pt x="130082" y="4164"/>
                  </a:lnTo>
                  <a:lnTo>
                    <a:pt x="124893" y="5433"/>
                  </a:lnTo>
                  <a:lnTo>
                    <a:pt x="119747" y="6866"/>
                  </a:lnTo>
                  <a:lnTo>
                    <a:pt x="114649" y="8463"/>
                  </a:lnTo>
                  <a:lnTo>
                    <a:pt x="109605" y="10222"/>
                  </a:lnTo>
                  <a:lnTo>
                    <a:pt x="104620" y="12141"/>
                  </a:lnTo>
                  <a:lnTo>
                    <a:pt x="99699" y="14218"/>
                  </a:lnTo>
                  <a:lnTo>
                    <a:pt x="94847" y="16452"/>
                  </a:lnTo>
                  <a:lnTo>
                    <a:pt x="90068" y="18839"/>
                  </a:lnTo>
                  <a:lnTo>
                    <a:pt x="85368" y="21378"/>
                  </a:lnTo>
                  <a:lnTo>
                    <a:pt x="80752" y="24066"/>
                  </a:lnTo>
                  <a:lnTo>
                    <a:pt x="76224" y="26900"/>
                  </a:lnTo>
                  <a:lnTo>
                    <a:pt x="71789" y="29878"/>
                  </a:lnTo>
                  <a:lnTo>
                    <a:pt x="67451" y="32995"/>
                  </a:lnTo>
                  <a:lnTo>
                    <a:pt x="63215" y="36249"/>
                  </a:lnTo>
                  <a:lnTo>
                    <a:pt x="59085" y="39637"/>
                  </a:lnTo>
                  <a:lnTo>
                    <a:pt x="55066" y="43156"/>
                  </a:lnTo>
                  <a:lnTo>
                    <a:pt x="51161" y="46801"/>
                  </a:lnTo>
                  <a:lnTo>
                    <a:pt x="47374" y="50569"/>
                  </a:lnTo>
                  <a:lnTo>
                    <a:pt x="43710" y="54455"/>
                  </a:lnTo>
                  <a:lnTo>
                    <a:pt x="40172" y="58457"/>
                  </a:lnTo>
                  <a:lnTo>
                    <a:pt x="36763" y="62570"/>
                  </a:lnTo>
                  <a:lnTo>
                    <a:pt x="33488" y="66790"/>
                  </a:lnTo>
                  <a:lnTo>
                    <a:pt x="30349" y="71113"/>
                  </a:lnTo>
                  <a:lnTo>
                    <a:pt x="27350" y="75533"/>
                  </a:lnTo>
                  <a:lnTo>
                    <a:pt x="24494" y="80047"/>
                  </a:lnTo>
                  <a:lnTo>
                    <a:pt x="21783" y="84650"/>
                  </a:lnTo>
                  <a:lnTo>
                    <a:pt x="19221" y="89337"/>
                  </a:lnTo>
                  <a:lnTo>
                    <a:pt x="16810" y="94104"/>
                  </a:lnTo>
                  <a:lnTo>
                    <a:pt x="14552" y="98945"/>
                  </a:lnTo>
                  <a:lnTo>
                    <a:pt x="12450" y="103856"/>
                  </a:lnTo>
                  <a:lnTo>
                    <a:pt x="10506" y="108831"/>
                  </a:lnTo>
                  <a:lnTo>
                    <a:pt x="8722" y="113866"/>
                  </a:lnTo>
                  <a:lnTo>
                    <a:pt x="7100" y="118956"/>
                  </a:lnTo>
                  <a:lnTo>
                    <a:pt x="5642" y="124095"/>
                  </a:lnTo>
                  <a:lnTo>
                    <a:pt x="4348" y="129277"/>
                  </a:lnTo>
                  <a:lnTo>
                    <a:pt x="3221" y="134499"/>
                  </a:lnTo>
                  <a:lnTo>
                    <a:pt x="2260" y="139754"/>
                  </a:lnTo>
                  <a:lnTo>
                    <a:pt x="1469" y="145037"/>
                  </a:lnTo>
                  <a:lnTo>
                    <a:pt x="846" y="150342"/>
                  </a:lnTo>
                  <a:lnTo>
                    <a:pt x="394" y="155664"/>
                  </a:lnTo>
                  <a:lnTo>
                    <a:pt x="111" y="160999"/>
                  </a:lnTo>
                  <a:lnTo>
                    <a:pt x="0" y="166339"/>
                  </a:lnTo>
                  <a:lnTo>
                    <a:pt x="58" y="171681"/>
                  </a:lnTo>
                  <a:lnTo>
                    <a:pt x="288" y="177018"/>
                  </a:lnTo>
                  <a:lnTo>
                    <a:pt x="688" y="182345"/>
                  </a:lnTo>
                  <a:lnTo>
                    <a:pt x="1258" y="187656"/>
                  </a:lnTo>
                  <a:lnTo>
                    <a:pt x="1997" y="192946"/>
                  </a:lnTo>
                  <a:lnTo>
                    <a:pt x="2905" y="198210"/>
                  </a:lnTo>
                  <a:lnTo>
                    <a:pt x="3981" y="203443"/>
                  </a:lnTo>
                  <a:lnTo>
                    <a:pt x="5223" y="208638"/>
                  </a:lnTo>
                  <a:lnTo>
                    <a:pt x="6631" y="213791"/>
                  </a:lnTo>
                  <a:lnTo>
                    <a:pt x="8203" y="218896"/>
                  </a:lnTo>
                  <a:lnTo>
                    <a:pt x="9936" y="223949"/>
                  </a:lnTo>
                  <a:lnTo>
                    <a:pt x="11831" y="228943"/>
                  </a:lnTo>
                  <a:lnTo>
                    <a:pt x="13884" y="233875"/>
                  </a:lnTo>
                  <a:lnTo>
                    <a:pt x="16094" y="238738"/>
                  </a:lnTo>
                  <a:lnTo>
                    <a:pt x="18458" y="243528"/>
                  </a:lnTo>
                  <a:lnTo>
                    <a:pt x="20973" y="248241"/>
                  </a:lnTo>
                  <a:lnTo>
                    <a:pt x="23638" y="252870"/>
                  </a:lnTo>
                  <a:lnTo>
                    <a:pt x="26450" y="257412"/>
                  </a:lnTo>
                  <a:lnTo>
                    <a:pt x="29405" y="261862"/>
                  </a:lnTo>
                  <a:lnTo>
                    <a:pt x="32501" y="266215"/>
                  </a:lnTo>
                  <a:lnTo>
                    <a:pt x="35734" y="270467"/>
                  </a:lnTo>
                  <a:lnTo>
                    <a:pt x="39102" y="274614"/>
                  </a:lnTo>
                  <a:lnTo>
                    <a:pt x="42600" y="278651"/>
                  </a:lnTo>
                  <a:lnTo>
                    <a:pt x="46226" y="282574"/>
                  </a:lnTo>
                  <a:lnTo>
                    <a:pt x="49975" y="286379"/>
                  </a:lnTo>
                  <a:lnTo>
                    <a:pt x="53844" y="290062"/>
                  </a:lnTo>
                  <a:lnTo>
                    <a:pt x="57828" y="293620"/>
                  </a:lnTo>
                  <a:lnTo>
                    <a:pt x="61924" y="297049"/>
                  </a:lnTo>
                  <a:lnTo>
                    <a:pt x="66128" y="300345"/>
                  </a:lnTo>
                  <a:lnTo>
                    <a:pt x="70434" y="303505"/>
                  </a:lnTo>
                  <a:lnTo>
                    <a:pt x="74840" y="306526"/>
                  </a:lnTo>
                  <a:lnTo>
                    <a:pt x="79340" y="309405"/>
                  </a:lnTo>
                  <a:lnTo>
                    <a:pt x="83929" y="312138"/>
                  </a:lnTo>
                  <a:lnTo>
                    <a:pt x="88604" y="314724"/>
                  </a:lnTo>
                  <a:lnTo>
                    <a:pt x="93358" y="317159"/>
                  </a:lnTo>
                  <a:lnTo>
                    <a:pt x="98188" y="319440"/>
                  </a:lnTo>
                  <a:lnTo>
                    <a:pt x="103089" y="321566"/>
                  </a:lnTo>
                  <a:lnTo>
                    <a:pt x="108054" y="323535"/>
                  </a:lnTo>
                  <a:lnTo>
                    <a:pt x="113081" y="325344"/>
                  </a:lnTo>
                  <a:lnTo>
                    <a:pt x="118162" y="326991"/>
                  </a:lnTo>
                  <a:lnTo>
                    <a:pt x="123294" y="328475"/>
                  </a:lnTo>
                  <a:lnTo>
                    <a:pt x="128470" y="329794"/>
                  </a:lnTo>
                  <a:lnTo>
                    <a:pt x="133686" y="330948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87559" y="1489739"/>
              <a:ext cx="33479" cy="163780"/>
            </a:xfrm>
            <a:custGeom>
              <a:avLst/>
              <a:pathLst>
                <a:path w="33479" h="163780">
                  <a:moveTo>
                    <a:pt x="0" y="163780"/>
                  </a:moveTo>
                  <a:lnTo>
                    <a:pt x="334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87559" y="1489739"/>
              <a:ext cx="33479" cy="163780"/>
            </a:xfrm>
            <a:custGeom>
              <a:avLst/>
              <a:pathLst>
                <a:path w="33479" h="163780">
                  <a:moveTo>
                    <a:pt x="0" y="163780"/>
                  </a:moveTo>
                  <a:lnTo>
                    <a:pt x="334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87559" y="1489739"/>
              <a:ext cx="33479" cy="163780"/>
            </a:xfrm>
            <a:custGeom>
              <a:avLst/>
              <a:pathLst>
                <a:path w="33479" h="163780">
                  <a:moveTo>
                    <a:pt x="0" y="163780"/>
                  </a:moveTo>
                  <a:lnTo>
                    <a:pt x="334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87559" y="1489739"/>
              <a:ext cx="33479" cy="163780"/>
            </a:xfrm>
            <a:custGeom>
              <a:avLst/>
              <a:pathLst>
                <a:path w="33479" h="163780">
                  <a:moveTo>
                    <a:pt x="0" y="163780"/>
                  </a:moveTo>
                  <a:lnTo>
                    <a:pt x="3347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87559" y="1489739"/>
              <a:ext cx="33479" cy="163780"/>
            </a:xfrm>
            <a:custGeom>
              <a:avLst/>
              <a:pathLst>
                <a:path w="33479" h="163780">
                  <a:moveTo>
                    <a:pt x="0" y="163780"/>
                  </a:moveTo>
                  <a:lnTo>
                    <a:pt x="3347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87559" y="1489739"/>
              <a:ext cx="33479" cy="163780"/>
            </a:xfrm>
            <a:custGeom>
              <a:avLst/>
              <a:pathLst>
                <a:path w="33479" h="163780">
                  <a:moveTo>
                    <a:pt x="0" y="163780"/>
                  </a:moveTo>
                  <a:lnTo>
                    <a:pt x="3347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87559" y="1489739"/>
              <a:ext cx="33479" cy="163780"/>
            </a:xfrm>
            <a:custGeom>
              <a:avLst/>
              <a:pathLst>
                <a:path w="33479" h="163780">
                  <a:moveTo>
                    <a:pt x="0" y="163780"/>
                  </a:moveTo>
                  <a:lnTo>
                    <a:pt x="3347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87559" y="1489739"/>
              <a:ext cx="33479" cy="163780"/>
            </a:xfrm>
            <a:custGeom>
              <a:avLst/>
              <a:pathLst>
                <a:path w="33479" h="163780">
                  <a:moveTo>
                    <a:pt x="0" y="163780"/>
                  </a:moveTo>
                  <a:lnTo>
                    <a:pt x="334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87559" y="1489739"/>
              <a:ext cx="33479" cy="163780"/>
            </a:xfrm>
            <a:custGeom>
              <a:avLst/>
              <a:pathLst>
                <a:path w="33479" h="163780">
                  <a:moveTo>
                    <a:pt x="0" y="163780"/>
                  </a:moveTo>
                  <a:lnTo>
                    <a:pt x="334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87559" y="1489739"/>
              <a:ext cx="33479" cy="163780"/>
            </a:xfrm>
            <a:custGeom>
              <a:avLst/>
              <a:pathLst>
                <a:path w="33479" h="163780">
                  <a:moveTo>
                    <a:pt x="0" y="163780"/>
                  </a:moveTo>
                  <a:lnTo>
                    <a:pt x="334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87559" y="1489739"/>
              <a:ext cx="33479" cy="163780"/>
            </a:xfrm>
            <a:custGeom>
              <a:avLst/>
              <a:pathLst>
                <a:path w="33479" h="163780">
                  <a:moveTo>
                    <a:pt x="0" y="163780"/>
                  </a:moveTo>
                  <a:lnTo>
                    <a:pt x="334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87559" y="1489739"/>
              <a:ext cx="33479" cy="163780"/>
            </a:xfrm>
            <a:custGeom>
              <a:avLst/>
              <a:pathLst>
                <a:path w="33479" h="163780">
                  <a:moveTo>
                    <a:pt x="0" y="163780"/>
                  </a:moveTo>
                  <a:lnTo>
                    <a:pt x="3347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87559" y="1489739"/>
              <a:ext cx="33479" cy="163780"/>
            </a:xfrm>
            <a:custGeom>
              <a:avLst/>
              <a:pathLst>
                <a:path w="33479" h="163780">
                  <a:moveTo>
                    <a:pt x="0" y="163780"/>
                  </a:moveTo>
                  <a:lnTo>
                    <a:pt x="3347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87559" y="1489739"/>
              <a:ext cx="33479" cy="163780"/>
            </a:xfrm>
            <a:custGeom>
              <a:avLst/>
              <a:pathLst>
                <a:path w="33479" h="163780">
                  <a:moveTo>
                    <a:pt x="0" y="163780"/>
                  </a:moveTo>
                  <a:lnTo>
                    <a:pt x="3347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87559" y="1489739"/>
              <a:ext cx="33479" cy="163780"/>
            </a:xfrm>
            <a:custGeom>
              <a:avLst/>
              <a:pathLst>
                <a:path w="33479" h="163780">
                  <a:moveTo>
                    <a:pt x="0" y="163780"/>
                  </a:moveTo>
                  <a:lnTo>
                    <a:pt x="3347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87559" y="1489739"/>
              <a:ext cx="33479" cy="163780"/>
            </a:xfrm>
            <a:custGeom>
              <a:avLst/>
              <a:pathLst>
                <a:path w="33479" h="163780">
                  <a:moveTo>
                    <a:pt x="0" y="163780"/>
                  </a:moveTo>
                  <a:lnTo>
                    <a:pt x="334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87559" y="1489739"/>
              <a:ext cx="33479" cy="163780"/>
            </a:xfrm>
            <a:custGeom>
              <a:avLst/>
              <a:pathLst>
                <a:path w="33479" h="163780">
                  <a:moveTo>
                    <a:pt x="0" y="163780"/>
                  </a:moveTo>
                  <a:lnTo>
                    <a:pt x="334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87559" y="1489739"/>
              <a:ext cx="33479" cy="163780"/>
            </a:xfrm>
            <a:custGeom>
              <a:avLst/>
              <a:pathLst>
                <a:path w="33479" h="163780">
                  <a:moveTo>
                    <a:pt x="0" y="163780"/>
                  </a:moveTo>
                  <a:lnTo>
                    <a:pt x="334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87559" y="1489739"/>
              <a:ext cx="33479" cy="163780"/>
            </a:xfrm>
            <a:custGeom>
              <a:avLst/>
              <a:pathLst>
                <a:path w="33479" h="163780">
                  <a:moveTo>
                    <a:pt x="0" y="163780"/>
                  </a:moveTo>
                  <a:lnTo>
                    <a:pt x="334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87559" y="1489739"/>
              <a:ext cx="33479" cy="163780"/>
            </a:xfrm>
            <a:custGeom>
              <a:avLst/>
              <a:pathLst>
                <a:path w="33479" h="163780">
                  <a:moveTo>
                    <a:pt x="0" y="163780"/>
                  </a:moveTo>
                  <a:lnTo>
                    <a:pt x="3347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87559" y="1489739"/>
              <a:ext cx="33479" cy="163780"/>
            </a:xfrm>
            <a:custGeom>
              <a:avLst/>
              <a:pathLst>
                <a:path w="33479" h="163780">
                  <a:moveTo>
                    <a:pt x="0" y="163780"/>
                  </a:moveTo>
                  <a:lnTo>
                    <a:pt x="3347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87559" y="1325540"/>
              <a:ext cx="200634" cy="331357"/>
            </a:xfrm>
            <a:custGeom>
              <a:avLst/>
              <a:pathLst>
                <a:path w="200634" h="331357">
                  <a:moveTo>
                    <a:pt x="0" y="327979"/>
                  </a:moveTo>
                  <a:lnTo>
                    <a:pt x="5234" y="328963"/>
                  </a:lnTo>
                  <a:lnTo>
                    <a:pt x="10498" y="329779"/>
                  </a:lnTo>
                  <a:lnTo>
                    <a:pt x="15784" y="330427"/>
                  </a:lnTo>
                  <a:lnTo>
                    <a:pt x="21089" y="330906"/>
                  </a:lnTo>
                  <a:lnTo>
                    <a:pt x="26406" y="331216"/>
                  </a:lnTo>
                  <a:lnTo>
                    <a:pt x="31731" y="331357"/>
                  </a:lnTo>
                  <a:lnTo>
                    <a:pt x="37057" y="331328"/>
                  </a:lnTo>
                  <a:lnTo>
                    <a:pt x="42380" y="331129"/>
                  </a:lnTo>
                  <a:lnTo>
                    <a:pt x="47693" y="330761"/>
                  </a:lnTo>
                  <a:lnTo>
                    <a:pt x="52993" y="330223"/>
                  </a:lnTo>
                  <a:lnTo>
                    <a:pt x="58272" y="329517"/>
                  </a:lnTo>
                  <a:lnTo>
                    <a:pt x="63526" y="328643"/>
                  </a:lnTo>
                  <a:lnTo>
                    <a:pt x="68750" y="327603"/>
                  </a:lnTo>
                  <a:lnTo>
                    <a:pt x="73938" y="326396"/>
                  </a:lnTo>
                  <a:lnTo>
                    <a:pt x="79084" y="325025"/>
                  </a:lnTo>
                  <a:lnTo>
                    <a:pt x="84185" y="323490"/>
                  </a:lnTo>
                  <a:lnTo>
                    <a:pt x="89234" y="321794"/>
                  </a:lnTo>
                  <a:lnTo>
                    <a:pt x="94226" y="319938"/>
                  </a:lnTo>
                  <a:lnTo>
                    <a:pt x="99157" y="317923"/>
                  </a:lnTo>
                  <a:lnTo>
                    <a:pt x="104021" y="315753"/>
                  </a:lnTo>
                  <a:lnTo>
                    <a:pt x="108814" y="313429"/>
                  </a:lnTo>
                  <a:lnTo>
                    <a:pt x="113529" y="310953"/>
                  </a:lnTo>
                  <a:lnTo>
                    <a:pt x="118164" y="308328"/>
                  </a:lnTo>
                  <a:lnTo>
                    <a:pt x="122713" y="305557"/>
                  </a:lnTo>
                  <a:lnTo>
                    <a:pt x="127171" y="302642"/>
                  </a:lnTo>
                  <a:lnTo>
                    <a:pt x="131534" y="299587"/>
                  </a:lnTo>
                  <a:lnTo>
                    <a:pt x="135798" y="296395"/>
                  </a:lnTo>
                  <a:lnTo>
                    <a:pt x="139957" y="293068"/>
                  </a:lnTo>
                  <a:lnTo>
                    <a:pt x="144009" y="289610"/>
                  </a:lnTo>
                  <a:lnTo>
                    <a:pt x="147948" y="286025"/>
                  </a:lnTo>
                  <a:lnTo>
                    <a:pt x="151771" y="282317"/>
                  </a:lnTo>
                  <a:lnTo>
                    <a:pt x="155474" y="278488"/>
                  </a:lnTo>
                  <a:lnTo>
                    <a:pt x="159053" y="274544"/>
                  </a:lnTo>
                  <a:lnTo>
                    <a:pt x="162505" y="270487"/>
                  </a:lnTo>
                  <a:lnTo>
                    <a:pt x="165825" y="266322"/>
                  </a:lnTo>
                  <a:lnTo>
                    <a:pt x="169012" y="262054"/>
                  </a:lnTo>
                  <a:lnTo>
                    <a:pt x="172060" y="257687"/>
                  </a:lnTo>
                  <a:lnTo>
                    <a:pt x="174968" y="253224"/>
                  </a:lnTo>
                  <a:lnTo>
                    <a:pt x="177733" y="248672"/>
                  </a:lnTo>
                  <a:lnTo>
                    <a:pt x="180351" y="244033"/>
                  </a:lnTo>
                  <a:lnTo>
                    <a:pt x="182820" y="239313"/>
                  </a:lnTo>
                  <a:lnTo>
                    <a:pt x="185137" y="234518"/>
                  </a:lnTo>
                  <a:lnTo>
                    <a:pt x="187300" y="229650"/>
                  </a:lnTo>
                  <a:lnTo>
                    <a:pt x="189307" y="224717"/>
                  </a:lnTo>
                  <a:lnTo>
                    <a:pt x="191156" y="219721"/>
                  </a:lnTo>
                  <a:lnTo>
                    <a:pt x="192845" y="214670"/>
                  </a:lnTo>
                  <a:lnTo>
                    <a:pt x="194372" y="209567"/>
                  </a:lnTo>
                  <a:lnTo>
                    <a:pt x="195736" y="204418"/>
                  </a:lnTo>
                  <a:lnTo>
                    <a:pt x="196935" y="199229"/>
                  </a:lnTo>
                  <a:lnTo>
                    <a:pt x="197968" y="194004"/>
                  </a:lnTo>
                  <a:lnTo>
                    <a:pt x="198834" y="188748"/>
                  </a:lnTo>
                  <a:lnTo>
                    <a:pt x="199532" y="183468"/>
                  </a:lnTo>
                  <a:lnTo>
                    <a:pt x="200061" y="178168"/>
                  </a:lnTo>
                  <a:lnTo>
                    <a:pt x="200422" y="172854"/>
                  </a:lnTo>
                  <a:lnTo>
                    <a:pt x="200613" y="167531"/>
                  </a:lnTo>
                  <a:lnTo>
                    <a:pt x="200634" y="162204"/>
                  </a:lnTo>
                  <a:lnTo>
                    <a:pt x="200486" y="156880"/>
                  </a:lnTo>
                  <a:lnTo>
                    <a:pt x="200168" y="151563"/>
                  </a:lnTo>
                  <a:lnTo>
                    <a:pt x="199681" y="146259"/>
                  </a:lnTo>
                  <a:lnTo>
                    <a:pt x="199025" y="140974"/>
                  </a:lnTo>
                  <a:lnTo>
                    <a:pt x="198201" y="135711"/>
                  </a:lnTo>
                  <a:lnTo>
                    <a:pt x="197210" y="130478"/>
                  </a:lnTo>
                  <a:lnTo>
                    <a:pt x="196052" y="125279"/>
                  </a:lnTo>
                  <a:lnTo>
                    <a:pt x="194730" y="120119"/>
                  </a:lnTo>
                  <a:lnTo>
                    <a:pt x="193244" y="115005"/>
                  </a:lnTo>
                  <a:lnTo>
                    <a:pt x="191596" y="109940"/>
                  </a:lnTo>
                  <a:lnTo>
                    <a:pt x="189787" y="104930"/>
                  </a:lnTo>
                  <a:lnTo>
                    <a:pt x="187819" y="99980"/>
                  </a:lnTo>
                  <a:lnTo>
                    <a:pt x="185695" y="95096"/>
                  </a:lnTo>
                  <a:lnTo>
                    <a:pt x="183416" y="90282"/>
                  </a:lnTo>
                  <a:lnTo>
                    <a:pt x="180985" y="85542"/>
                  </a:lnTo>
                  <a:lnTo>
                    <a:pt x="178404" y="80883"/>
                  </a:lnTo>
                  <a:lnTo>
                    <a:pt x="175677" y="76308"/>
                  </a:lnTo>
                  <a:lnTo>
                    <a:pt x="172804" y="71823"/>
                  </a:lnTo>
                  <a:lnTo>
                    <a:pt x="169791" y="67431"/>
                  </a:lnTo>
                  <a:lnTo>
                    <a:pt x="166639" y="63137"/>
                  </a:lnTo>
                  <a:lnTo>
                    <a:pt x="163352" y="58946"/>
                  </a:lnTo>
                  <a:lnTo>
                    <a:pt x="159932" y="54862"/>
                  </a:lnTo>
                  <a:lnTo>
                    <a:pt x="156385" y="50889"/>
                  </a:lnTo>
                  <a:lnTo>
                    <a:pt x="152713" y="47031"/>
                  </a:lnTo>
                  <a:lnTo>
                    <a:pt x="148920" y="43292"/>
                  </a:lnTo>
                  <a:lnTo>
                    <a:pt x="145009" y="39676"/>
                  </a:lnTo>
                  <a:lnTo>
                    <a:pt x="140985" y="36186"/>
                  </a:lnTo>
                  <a:lnTo>
                    <a:pt x="136853" y="32826"/>
                  </a:lnTo>
                  <a:lnTo>
                    <a:pt x="132615" y="29599"/>
                  </a:lnTo>
                  <a:lnTo>
                    <a:pt x="128276" y="26509"/>
                  </a:lnTo>
                  <a:lnTo>
                    <a:pt x="123842" y="23559"/>
                  </a:lnTo>
                  <a:lnTo>
                    <a:pt x="119315" y="20752"/>
                  </a:lnTo>
                  <a:lnTo>
                    <a:pt x="114702" y="18090"/>
                  </a:lnTo>
                  <a:lnTo>
                    <a:pt x="110006" y="15576"/>
                  </a:lnTo>
                  <a:lnTo>
                    <a:pt x="105232" y="13214"/>
                  </a:lnTo>
                  <a:lnTo>
                    <a:pt x="100386" y="11004"/>
                  </a:lnTo>
                  <a:lnTo>
                    <a:pt x="95471" y="8951"/>
                  </a:lnTo>
                  <a:lnTo>
                    <a:pt x="90494" y="7055"/>
                  </a:lnTo>
                  <a:lnTo>
                    <a:pt x="85458" y="5318"/>
                  </a:lnTo>
                  <a:lnTo>
                    <a:pt x="80370" y="3743"/>
                  </a:lnTo>
                  <a:lnTo>
                    <a:pt x="75235" y="2330"/>
                  </a:lnTo>
                  <a:lnTo>
                    <a:pt x="70057" y="1082"/>
                  </a:lnTo>
                  <a:lnTo>
                    <a:pt x="64842" y="0"/>
                  </a:lnTo>
                  <a:lnTo>
                    <a:pt x="33479" y="1641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021039" y="1322571"/>
              <a:ext cx="31362" cy="167167"/>
            </a:xfrm>
            <a:custGeom>
              <a:avLst/>
              <a:pathLst>
                <a:path w="31362" h="167167">
                  <a:moveTo>
                    <a:pt x="31362" y="2968"/>
                  </a:moveTo>
                  <a:lnTo>
                    <a:pt x="25144" y="1901"/>
                  </a:lnTo>
                  <a:lnTo>
                    <a:pt x="18889" y="1070"/>
                  </a:lnTo>
                  <a:lnTo>
                    <a:pt x="12607" y="476"/>
                  </a:lnTo>
                  <a:lnTo>
                    <a:pt x="6308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378102" y="1071028"/>
              <a:ext cx="167155" cy="308392"/>
            </a:xfrm>
            <a:custGeom>
              <a:avLst/>
              <a:pathLst>
                <a:path w="167155" h="308392">
                  <a:moveTo>
                    <a:pt x="167155" y="0"/>
                  </a:moveTo>
                  <a:lnTo>
                    <a:pt x="161838" y="84"/>
                  </a:lnTo>
                  <a:lnTo>
                    <a:pt x="156526" y="338"/>
                  </a:lnTo>
                  <a:lnTo>
                    <a:pt x="151224" y="760"/>
                  </a:lnTo>
                  <a:lnTo>
                    <a:pt x="145939" y="1351"/>
                  </a:lnTo>
                  <a:lnTo>
                    <a:pt x="140675" y="2110"/>
                  </a:lnTo>
                  <a:lnTo>
                    <a:pt x="135438" y="3036"/>
                  </a:lnTo>
                  <a:lnTo>
                    <a:pt x="130233" y="4128"/>
                  </a:lnTo>
                  <a:lnTo>
                    <a:pt x="125066" y="5385"/>
                  </a:lnTo>
                  <a:lnTo>
                    <a:pt x="119941" y="6806"/>
                  </a:lnTo>
                  <a:lnTo>
                    <a:pt x="114864" y="8389"/>
                  </a:lnTo>
                  <a:lnTo>
                    <a:pt x="109839" y="10132"/>
                  </a:lnTo>
                  <a:lnTo>
                    <a:pt x="104873" y="12035"/>
                  </a:lnTo>
                  <a:lnTo>
                    <a:pt x="99970" y="14095"/>
                  </a:lnTo>
                  <a:lnTo>
                    <a:pt x="95135" y="16309"/>
                  </a:lnTo>
                  <a:lnTo>
                    <a:pt x="90373" y="18677"/>
                  </a:lnTo>
                  <a:lnTo>
                    <a:pt x="85688" y="21194"/>
                  </a:lnTo>
                  <a:lnTo>
                    <a:pt x="81086" y="23859"/>
                  </a:lnTo>
                  <a:lnTo>
                    <a:pt x="76571" y="26670"/>
                  </a:lnTo>
                  <a:lnTo>
                    <a:pt x="72148" y="29622"/>
                  </a:lnTo>
                  <a:lnTo>
                    <a:pt x="67821" y="32714"/>
                  </a:lnTo>
                  <a:lnTo>
                    <a:pt x="63594" y="35942"/>
                  </a:lnTo>
                  <a:lnTo>
                    <a:pt x="59472" y="39303"/>
                  </a:lnTo>
                  <a:lnTo>
                    <a:pt x="55459" y="42793"/>
                  </a:lnTo>
                  <a:lnTo>
                    <a:pt x="51560" y="46409"/>
                  </a:lnTo>
                  <a:lnTo>
                    <a:pt x="47777" y="50147"/>
                  </a:lnTo>
                  <a:lnTo>
                    <a:pt x="44115" y="54003"/>
                  </a:lnTo>
                  <a:lnTo>
                    <a:pt x="40577" y="57974"/>
                  </a:lnTo>
                  <a:lnTo>
                    <a:pt x="37168" y="62056"/>
                  </a:lnTo>
                  <a:lnTo>
                    <a:pt x="33890" y="66244"/>
                  </a:lnTo>
                  <a:lnTo>
                    <a:pt x="30747" y="70534"/>
                  </a:lnTo>
                  <a:lnTo>
                    <a:pt x="27743" y="74922"/>
                  </a:lnTo>
                  <a:lnTo>
                    <a:pt x="24879" y="79404"/>
                  </a:lnTo>
                  <a:lnTo>
                    <a:pt x="22159" y="83974"/>
                  </a:lnTo>
                  <a:lnTo>
                    <a:pt x="19586" y="88628"/>
                  </a:lnTo>
                  <a:lnTo>
                    <a:pt x="17163" y="93362"/>
                  </a:lnTo>
                  <a:lnTo>
                    <a:pt x="14891" y="98170"/>
                  </a:lnTo>
                  <a:lnTo>
                    <a:pt x="12773" y="103049"/>
                  </a:lnTo>
                  <a:lnTo>
                    <a:pt x="10812" y="107992"/>
                  </a:lnTo>
                  <a:lnTo>
                    <a:pt x="9008" y="112995"/>
                  </a:lnTo>
                  <a:lnTo>
                    <a:pt x="7365" y="118053"/>
                  </a:lnTo>
                  <a:lnTo>
                    <a:pt x="5884" y="123161"/>
                  </a:lnTo>
                  <a:lnTo>
                    <a:pt x="4566" y="128313"/>
                  </a:lnTo>
                  <a:lnTo>
                    <a:pt x="3412" y="133505"/>
                  </a:lnTo>
                  <a:lnTo>
                    <a:pt x="2424" y="138730"/>
                  </a:lnTo>
                  <a:lnTo>
                    <a:pt x="1603" y="143985"/>
                  </a:lnTo>
                  <a:lnTo>
                    <a:pt x="949" y="149263"/>
                  </a:lnTo>
                  <a:lnTo>
                    <a:pt x="464" y="154559"/>
                  </a:lnTo>
                  <a:lnTo>
                    <a:pt x="147" y="159867"/>
                  </a:lnTo>
                  <a:lnTo>
                    <a:pt x="0" y="165184"/>
                  </a:lnTo>
                  <a:lnTo>
                    <a:pt x="21" y="170502"/>
                  </a:lnTo>
                  <a:lnTo>
                    <a:pt x="212" y="175817"/>
                  </a:lnTo>
                  <a:lnTo>
                    <a:pt x="571" y="181123"/>
                  </a:lnTo>
                  <a:lnTo>
                    <a:pt x="1099" y="186414"/>
                  </a:lnTo>
                  <a:lnTo>
                    <a:pt x="1796" y="191687"/>
                  </a:lnTo>
                  <a:lnTo>
                    <a:pt x="2659" y="196934"/>
                  </a:lnTo>
                  <a:lnTo>
                    <a:pt x="3690" y="202152"/>
                  </a:lnTo>
                  <a:lnTo>
                    <a:pt x="4885" y="207334"/>
                  </a:lnTo>
                  <a:lnTo>
                    <a:pt x="6245" y="212475"/>
                  </a:lnTo>
                  <a:lnTo>
                    <a:pt x="7768" y="217571"/>
                  </a:lnTo>
                  <a:lnTo>
                    <a:pt x="9452" y="222616"/>
                  </a:lnTo>
                  <a:lnTo>
                    <a:pt x="11295" y="227604"/>
                  </a:lnTo>
                  <a:lnTo>
                    <a:pt x="13297" y="232531"/>
                  </a:lnTo>
                  <a:lnTo>
                    <a:pt x="15454" y="237392"/>
                  </a:lnTo>
                  <a:lnTo>
                    <a:pt x="17764" y="242182"/>
                  </a:lnTo>
                  <a:lnTo>
                    <a:pt x="20226" y="246896"/>
                  </a:lnTo>
                  <a:lnTo>
                    <a:pt x="22837" y="251530"/>
                  </a:lnTo>
                  <a:lnTo>
                    <a:pt x="25593" y="256078"/>
                  </a:lnTo>
                  <a:lnTo>
                    <a:pt x="28493" y="260536"/>
                  </a:lnTo>
                  <a:lnTo>
                    <a:pt x="31533" y="264899"/>
                  </a:lnTo>
                  <a:lnTo>
                    <a:pt x="34711" y="269164"/>
                  </a:lnTo>
                  <a:lnTo>
                    <a:pt x="38022" y="273325"/>
                  </a:lnTo>
                  <a:lnTo>
                    <a:pt x="41464" y="277379"/>
                  </a:lnTo>
                  <a:lnTo>
                    <a:pt x="45034" y="281322"/>
                  </a:lnTo>
                  <a:lnTo>
                    <a:pt x="48727" y="285149"/>
                  </a:lnTo>
                  <a:lnTo>
                    <a:pt x="52540" y="288856"/>
                  </a:lnTo>
                  <a:lnTo>
                    <a:pt x="56469" y="292440"/>
                  </a:lnTo>
                  <a:lnTo>
                    <a:pt x="60509" y="295898"/>
                  </a:lnTo>
                  <a:lnTo>
                    <a:pt x="64658" y="299225"/>
                  </a:lnTo>
                  <a:lnTo>
                    <a:pt x="68911" y="302419"/>
                  </a:lnTo>
                  <a:lnTo>
                    <a:pt x="73263" y="305475"/>
                  </a:lnTo>
                  <a:lnTo>
                    <a:pt x="77710" y="308392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55813" y="1238196"/>
              <a:ext cx="89445" cy="141224"/>
            </a:xfrm>
            <a:custGeom>
              <a:avLst/>
              <a:pathLst>
                <a:path w="89445" h="141224">
                  <a:moveTo>
                    <a:pt x="0" y="141224"/>
                  </a:moveTo>
                  <a:lnTo>
                    <a:pt x="8944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55813" y="1238196"/>
              <a:ext cx="89445" cy="141224"/>
            </a:xfrm>
            <a:custGeom>
              <a:avLst/>
              <a:pathLst>
                <a:path w="89445" h="141224">
                  <a:moveTo>
                    <a:pt x="0" y="141224"/>
                  </a:moveTo>
                  <a:lnTo>
                    <a:pt x="8944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55813" y="1238196"/>
              <a:ext cx="89445" cy="141224"/>
            </a:xfrm>
            <a:custGeom>
              <a:avLst/>
              <a:pathLst>
                <a:path w="89445" h="141224">
                  <a:moveTo>
                    <a:pt x="0" y="141224"/>
                  </a:moveTo>
                  <a:lnTo>
                    <a:pt x="8944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55813" y="1238196"/>
              <a:ext cx="89445" cy="141224"/>
            </a:xfrm>
            <a:custGeom>
              <a:avLst/>
              <a:pathLst>
                <a:path w="89445" h="141224">
                  <a:moveTo>
                    <a:pt x="0" y="141224"/>
                  </a:moveTo>
                  <a:lnTo>
                    <a:pt x="8944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55813" y="1238196"/>
              <a:ext cx="89445" cy="141224"/>
            </a:xfrm>
            <a:custGeom>
              <a:avLst/>
              <a:pathLst>
                <a:path w="89445" h="141224">
                  <a:moveTo>
                    <a:pt x="0" y="141224"/>
                  </a:moveTo>
                  <a:lnTo>
                    <a:pt x="8944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55813" y="1238196"/>
              <a:ext cx="89445" cy="141224"/>
            </a:xfrm>
            <a:custGeom>
              <a:avLst/>
              <a:pathLst>
                <a:path w="89445" h="141224">
                  <a:moveTo>
                    <a:pt x="0" y="141224"/>
                  </a:moveTo>
                  <a:lnTo>
                    <a:pt x="8944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55813" y="1238196"/>
              <a:ext cx="89445" cy="141224"/>
            </a:xfrm>
            <a:custGeom>
              <a:avLst/>
              <a:pathLst>
                <a:path w="89445" h="141224">
                  <a:moveTo>
                    <a:pt x="0" y="141224"/>
                  </a:moveTo>
                  <a:lnTo>
                    <a:pt x="894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55813" y="1238196"/>
              <a:ext cx="89445" cy="141224"/>
            </a:xfrm>
            <a:custGeom>
              <a:avLst/>
              <a:pathLst>
                <a:path w="89445" h="141224">
                  <a:moveTo>
                    <a:pt x="0" y="141224"/>
                  </a:moveTo>
                  <a:lnTo>
                    <a:pt x="894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55813" y="1238196"/>
              <a:ext cx="89445" cy="141224"/>
            </a:xfrm>
            <a:custGeom>
              <a:avLst/>
              <a:pathLst>
                <a:path w="89445" h="141224">
                  <a:moveTo>
                    <a:pt x="0" y="141224"/>
                  </a:moveTo>
                  <a:lnTo>
                    <a:pt x="894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55813" y="1238196"/>
              <a:ext cx="89445" cy="141224"/>
            </a:xfrm>
            <a:custGeom>
              <a:avLst/>
              <a:pathLst>
                <a:path w="89445" h="141224">
                  <a:moveTo>
                    <a:pt x="0" y="141224"/>
                  </a:moveTo>
                  <a:lnTo>
                    <a:pt x="894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55813" y="1238196"/>
              <a:ext cx="89445" cy="141224"/>
            </a:xfrm>
            <a:custGeom>
              <a:avLst/>
              <a:pathLst>
                <a:path w="89445" h="141224">
                  <a:moveTo>
                    <a:pt x="0" y="141224"/>
                  </a:moveTo>
                  <a:lnTo>
                    <a:pt x="8944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55813" y="1238196"/>
              <a:ext cx="89445" cy="141224"/>
            </a:xfrm>
            <a:custGeom>
              <a:avLst/>
              <a:pathLst>
                <a:path w="89445" h="141224">
                  <a:moveTo>
                    <a:pt x="0" y="141224"/>
                  </a:moveTo>
                  <a:lnTo>
                    <a:pt x="8944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55813" y="1238196"/>
              <a:ext cx="89445" cy="141224"/>
            </a:xfrm>
            <a:custGeom>
              <a:avLst/>
              <a:pathLst>
                <a:path w="89445" h="141224">
                  <a:moveTo>
                    <a:pt x="0" y="141224"/>
                  </a:moveTo>
                  <a:lnTo>
                    <a:pt x="8944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55813" y="1238196"/>
              <a:ext cx="89445" cy="141224"/>
            </a:xfrm>
            <a:custGeom>
              <a:avLst/>
              <a:pathLst>
                <a:path w="89445" h="141224">
                  <a:moveTo>
                    <a:pt x="0" y="141224"/>
                  </a:moveTo>
                  <a:lnTo>
                    <a:pt x="8944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55813" y="1238196"/>
              <a:ext cx="89445" cy="141224"/>
            </a:xfrm>
            <a:custGeom>
              <a:avLst/>
              <a:pathLst>
                <a:path w="89445" h="141224">
                  <a:moveTo>
                    <a:pt x="0" y="141224"/>
                  </a:moveTo>
                  <a:lnTo>
                    <a:pt x="894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55813" y="1238196"/>
              <a:ext cx="89445" cy="141224"/>
            </a:xfrm>
            <a:custGeom>
              <a:avLst/>
              <a:pathLst>
                <a:path w="89445" h="141224">
                  <a:moveTo>
                    <a:pt x="0" y="141224"/>
                  </a:moveTo>
                  <a:lnTo>
                    <a:pt x="894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55813" y="1238196"/>
              <a:ext cx="89445" cy="141224"/>
            </a:xfrm>
            <a:custGeom>
              <a:avLst/>
              <a:pathLst>
                <a:path w="89445" h="141224">
                  <a:moveTo>
                    <a:pt x="0" y="141224"/>
                  </a:moveTo>
                  <a:lnTo>
                    <a:pt x="894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55813" y="1238196"/>
              <a:ext cx="89445" cy="141224"/>
            </a:xfrm>
            <a:custGeom>
              <a:avLst/>
              <a:pathLst>
                <a:path w="89445" h="141224">
                  <a:moveTo>
                    <a:pt x="0" y="141224"/>
                  </a:moveTo>
                  <a:lnTo>
                    <a:pt x="894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55813" y="1238196"/>
              <a:ext cx="89445" cy="141224"/>
            </a:xfrm>
            <a:custGeom>
              <a:avLst/>
              <a:pathLst>
                <a:path w="89445" h="141224">
                  <a:moveTo>
                    <a:pt x="0" y="141224"/>
                  </a:moveTo>
                  <a:lnTo>
                    <a:pt x="8944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55813" y="1238196"/>
              <a:ext cx="89445" cy="141224"/>
            </a:xfrm>
            <a:custGeom>
              <a:avLst/>
              <a:pathLst>
                <a:path w="89445" h="141224">
                  <a:moveTo>
                    <a:pt x="0" y="141224"/>
                  </a:moveTo>
                  <a:lnTo>
                    <a:pt x="8944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455813" y="1116979"/>
              <a:ext cx="256603" cy="288371"/>
            </a:xfrm>
            <a:custGeom>
              <a:avLst/>
              <a:pathLst>
                <a:path w="256603" h="288371">
                  <a:moveTo>
                    <a:pt x="0" y="262441"/>
                  </a:moveTo>
                  <a:lnTo>
                    <a:pt x="4568" y="265233"/>
                  </a:lnTo>
                  <a:lnTo>
                    <a:pt x="9223" y="267877"/>
                  </a:lnTo>
                  <a:lnTo>
                    <a:pt x="13961" y="270371"/>
                  </a:lnTo>
                  <a:lnTo>
                    <a:pt x="18776" y="272711"/>
                  </a:lnTo>
                  <a:lnTo>
                    <a:pt x="23663" y="274897"/>
                  </a:lnTo>
                  <a:lnTo>
                    <a:pt x="28618" y="276924"/>
                  </a:lnTo>
                  <a:lnTo>
                    <a:pt x="33636" y="278792"/>
                  </a:lnTo>
                  <a:lnTo>
                    <a:pt x="38710" y="280499"/>
                  </a:lnTo>
                  <a:lnTo>
                    <a:pt x="43837" y="282041"/>
                  </a:lnTo>
                  <a:lnTo>
                    <a:pt x="49010" y="283419"/>
                  </a:lnTo>
                  <a:lnTo>
                    <a:pt x="54225" y="284631"/>
                  </a:lnTo>
                  <a:lnTo>
                    <a:pt x="59476" y="285675"/>
                  </a:lnTo>
                  <a:lnTo>
                    <a:pt x="64758" y="286550"/>
                  </a:lnTo>
                  <a:lnTo>
                    <a:pt x="70065" y="287256"/>
                  </a:lnTo>
                  <a:lnTo>
                    <a:pt x="75392" y="287792"/>
                  </a:lnTo>
                  <a:lnTo>
                    <a:pt x="80734" y="288156"/>
                  </a:lnTo>
                  <a:lnTo>
                    <a:pt x="86084" y="288350"/>
                  </a:lnTo>
                  <a:lnTo>
                    <a:pt x="91438" y="288371"/>
                  </a:lnTo>
                  <a:lnTo>
                    <a:pt x="96790" y="288222"/>
                  </a:lnTo>
                  <a:lnTo>
                    <a:pt x="102134" y="287901"/>
                  </a:lnTo>
                  <a:lnTo>
                    <a:pt x="107465" y="287409"/>
                  </a:lnTo>
                  <a:lnTo>
                    <a:pt x="112778" y="286747"/>
                  </a:lnTo>
                  <a:lnTo>
                    <a:pt x="118066" y="285915"/>
                  </a:lnTo>
                  <a:lnTo>
                    <a:pt x="123326" y="284914"/>
                  </a:lnTo>
                  <a:lnTo>
                    <a:pt x="128551" y="283745"/>
                  </a:lnTo>
                  <a:lnTo>
                    <a:pt x="133735" y="282409"/>
                  </a:lnTo>
                  <a:lnTo>
                    <a:pt x="138874" y="280908"/>
                  </a:lnTo>
                  <a:lnTo>
                    <a:pt x="143963" y="279244"/>
                  </a:lnTo>
                  <a:lnTo>
                    <a:pt x="148995" y="277417"/>
                  </a:lnTo>
                  <a:lnTo>
                    <a:pt x="153967" y="275430"/>
                  </a:lnTo>
                  <a:lnTo>
                    <a:pt x="158872" y="273284"/>
                  </a:lnTo>
                  <a:lnTo>
                    <a:pt x="163706" y="270983"/>
                  </a:lnTo>
                  <a:lnTo>
                    <a:pt x="168464" y="268528"/>
                  </a:lnTo>
                  <a:lnTo>
                    <a:pt x="173141" y="265922"/>
                  </a:lnTo>
                  <a:lnTo>
                    <a:pt x="177731" y="263168"/>
                  </a:lnTo>
                  <a:lnTo>
                    <a:pt x="182232" y="260268"/>
                  </a:lnTo>
                  <a:lnTo>
                    <a:pt x="186637" y="257225"/>
                  </a:lnTo>
                  <a:lnTo>
                    <a:pt x="190943" y="254043"/>
                  </a:lnTo>
                  <a:lnTo>
                    <a:pt x="195144" y="250725"/>
                  </a:lnTo>
                  <a:lnTo>
                    <a:pt x="199237" y="247274"/>
                  </a:lnTo>
                  <a:lnTo>
                    <a:pt x="203218" y="243693"/>
                  </a:lnTo>
                  <a:lnTo>
                    <a:pt x="207081" y="239987"/>
                  </a:lnTo>
                  <a:lnTo>
                    <a:pt x="210824" y="236159"/>
                  </a:lnTo>
                  <a:lnTo>
                    <a:pt x="214443" y="232213"/>
                  </a:lnTo>
                  <a:lnTo>
                    <a:pt x="217933" y="228154"/>
                  </a:lnTo>
                  <a:lnTo>
                    <a:pt x="221292" y="223984"/>
                  </a:lnTo>
                  <a:lnTo>
                    <a:pt x="224515" y="219709"/>
                  </a:lnTo>
                  <a:lnTo>
                    <a:pt x="227600" y="215334"/>
                  </a:lnTo>
                  <a:lnTo>
                    <a:pt x="230543" y="210861"/>
                  </a:lnTo>
                  <a:lnTo>
                    <a:pt x="233341" y="206297"/>
                  </a:lnTo>
                  <a:lnTo>
                    <a:pt x="235992" y="201645"/>
                  </a:lnTo>
                  <a:lnTo>
                    <a:pt x="238492" y="196911"/>
                  </a:lnTo>
                  <a:lnTo>
                    <a:pt x="240840" y="192100"/>
                  </a:lnTo>
                  <a:lnTo>
                    <a:pt x="243032" y="187215"/>
                  </a:lnTo>
                  <a:lnTo>
                    <a:pt x="245067" y="182263"/>
                  </a:lnTo>
                  <a:lnTo>
                    <a:pt x="246942" y="177248"/>
                  </a:lnTo>
                  <a:lnTo>
                    <a:pt x="248655" y="172176"/>
                  </a:lnTo>
                  <a:lnTo>
                    <a:pt x="250206" y="167052"/>
                  </a:lnTo>
                  <a:lnTo>
                    <a:pt x="251591" y="161880"/>
                  </a:lnTo>
                  <a:lnTo>
                    <a:pt x="252810" y="156667"/>
                  </a:lnTo>
                  <a:lnTo>
                    <a:pt x="253861" y="151417"/>
                  </a:lnTo>
                  <a:lnTo>
                    <a:pt x="254744" y="146137"/>
                  </a:lnTo>
                  <a:lnTo>
                    <a:pt x="255457" y="140831"/>
                  </a:lnTo>
                  <a:lnTo>
                    <a:pt x="256000" y="135505"/>
                  </a:lnTo>
                  <a:lnTo>
                    <a:pt x="256373" y="130164"/>
                  </a:lnTo>
                  <a:lnTo>
                    <a:pt x="256573" y="124814"/>
                  </a:lnTo>
                  <a:lnTo>
                    <a:pt x="256603" y="119460"/>
                  </a:lnTo>
                  <a:lnTo>
                    <a:pt x="256461" y="114108"/>
                  </a:lnTo>
                  <a:lnTo>
                    <a:pt x="256148" y="108763"/>
                  </a:lnTo>
                  <a:lnTo>
                    <a:pt x="255663" y="103431"/>
                  </a:lnTo>
                  <a:lnTo>
                    <a:pt x="255009" y="98118"/>
                  </a:lnTo>
                  <a:lnTo>
                    <a:pt x="254184" y="92828"/>
                  </a:lnTo>
                  <a:lnTo>
                    <a:pt x="253191" y="87567"/>
                  </a:lnTo>
                  <a:lnTo>
                    <a:pt x="252029" y="82341"/>
                  </a:lnTo>
                  <a:lnTo>
                    <a:pt x="250701" y="77154"/>
                  </a:lnTo>
                  <a:lnTo>
                    <a:pt x="249207" y="72013"/>
                  </a:lnTo>
                  <a:lnTo>
                    <a:pt x="247550" y="66922"/>
                  </a:lnTo>
                  <a:lnTo>
                    <a:pt x="245730" y="61887"/>
                  </a:lnTo>
                  <a:lnTo>
                    <a:pt x="243750" y="56913"/>
                  </a:lnTo>
                  <a:lnTo>
                    <a:pt x="241612" y="52005"/>
                  </a:lnTo>
                  <a:lnTo>
                    <a:pt x="239317" y="47167"/>
                  </a:lnTo>
                  <a:lnTo>
                    <a:pt x="236869" y="42406"/>
                  </a:lnTo>
                  <a:lnTo>
                    <a:pt x="234270" y="37725"/>
                  </a:lnTo>
                  <a:lnTo>
                    <a:pt x="231522" y="33131"/>
                  </a:lnTo>
                  <a:lnTo>
                    <a:pt x="228628" y="28626"/>
                  </a:lnTo>
                  <a:lnTo>
                    <a:pt x="225592" y="24216"/>
                  </a:lnTo>
                  <a:lnTo>
                    <a:pt x="222416" y="19906"/>
                  </a:lnTo>
                  <a:lnTo>
                    <a:pt x="219104" y="15700"/>
                  </a:lnTo>
                  <a:lnTo>
                    <a:pt x="215658" y="11602"/>
                  </a:lnTo>
                  <a:lnTo>
                    <a:pt x="212083" y="7617"/>
                  </a:lnTo>
                  <a:lnTo>
                    <a:pt x="208383" y="3748"/>
                  </a:lnTo>
                  <a:lnTo>
                    <a:pt x="204560" y="0"/>
                  </a:lnTo>
                  <a:lnTo>
                    <a:pt x="89445" y="1212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45258" y="1071028"/>
              <a:ext cx="115115" cy="167167"/>
            </a:xfrm>
            <a:custGeom>
              <a:avLst/>
              <a:pathLst>
                <a:path w="115115" h="167167">
                  <a:moveTo>
                    <a:pt x="115115" y="45951"/>
                  </a:moveTo>
                  <a:lnTo>
                    <a:pt x="111050" y="42216"/>
                  </a:lnTo>
                  <a:lnTo>
                    <a:pt x="106863" y="38617"/>
                  </a:lnTo>
                  <a:lnTo>
                    <a:pt x="102560" y="35158"/>
                  </a:lnTo>
                  <a:lnTo>
                    <a:pt x="98145" y="31844"/>
                  </a:lnTo>
                  <a:lnTo>
                    <a:pt x="93624" y="28677"/>
                  </a:lnTo>
                  <a:lnTo>
                    <a:pt x="89000" y="25661"/>
                  </a:lnTo>
                  <a:lnTo>
                    <a:pt x="84279" y="22799"/>
                  </a:lnTo>
                  <a:lnTo>
                    <a:pt x="79466" y="20095"/>
                  </a:lnTo>
                  <a:lnTo>
                    <a:pt x="74566" y="17552"/>
                  </a:lnTo>
                  <a:lnTo>
                    <a:pt x="69585" y="15171"/>
                  </a:lnTo>
                  <a:lnTo>
                    <a:pt x="64529" y="12956"/>
                  </a:lnTo>
                  <a:lnTo>
                    <a:pt x="59401" y="10910"/>
                  </a:lnTo>
                  <a:lnTo>
                    <a:pt x="54209" y="9033"/>
                  </a:lnTo>
                  <a:lnTo>
                    <a:pt x="48958" y="7330"/>
                  </a:lnTo>
                  <a:lnTo>
                    <a:pt x="43654" y="5800"/>
                  </a:lnTo>
                  <a:lnTo>
                    <a:pt x="38302" y="4447"/>
                  </a:lnTo>
                  <a:lnTo>
                    <a:pt x="32908" y="3271"/>
                  </a:lnTo>
                  <a:lnTo>
                    <a:pt x="27478" y="2273"/>
                  </a:lnTo>
                  <a:lnTo>
                    <a:pt x="22019" y="1456"/>
                  </a:lnTo>
                  <a:lnTo>
                    <a:pt x="16535" y="819"/>
                  </a:lnTo>
                  <a:lnTo>
                    <a:pt x="11033" y="364"/>
                  </a:lnTo>
                  <a:lnTo>
                    <a:pt x="5519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8752" y="941493"/>
              <a:ext cx="84791" cy="167167"/>
            </a:xfrm>
            <a:custGeom>
              <a:avLst/>
              <a:pathLst>
                <a:path w="84791" h="167167">
                  <a:moveTo>
                    <a:pt x="84791" y="0"/>
                  </a:moveTo>
                  <a:lnTo>
                    <a:pt x="78864" y="105"/>
                  </a:lnTo>
                  <a:lnTo>
                    <a:pt x="72944" y="420"/>
                  </a:lnTo>
                  <a:lnTo>
                    <a:pt x="67039" y="945"/>
                  </a:lnTo>
                  <a:lnTo>
                    <a:pt x="61157" y="1679"/>
                  </a:lnTo>
                  <a:lnTo>
                    <a:pt x="55304" y="2621"/>
                  </a:lnTo>
                  <a:lnTo>
                    <a:pt x="49488" y="3770"/>
                  </a:lnTo>
                  <a:lnTo>
                    <a:pt x="43717" y="5124"/>
                  </a:lnTo>
                  <a:lnTo>
                    <a:pt x="37997" y="6682"/>
                  </a:lnTo>
                  <a:lnTo>
                    <a:pt x="32336" y="8443"/>
                  </a:lnTo>
                  <a:lnTo>
                    <a:pt x="26742" y="10402"/>
                  </a:lnTo>
                  <a:lnTo>
                    <a:pt x="21220" y="12559"/>
                  </a:lnTo>
                  <a:lnTo>
                    <a:pt x="15778" y="14910"/>
                  </a:lnTo>
                  <a:lnTo>
                    <a:pt x="10423" y="17453"/>
                  </a:lnTo>
                  <a:lnTo>
                    <a:pt x="5161" y="20184"/>
                  </a:lnTo>
                  <a:lnTo>
                    <a:pt x="0" y="23100"/>
                  </a:lnTo>
                  <a:lnTo>
                    <a:pt x="8479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8752" y="964593"/>
              <a:ext cx="84791" cy="144067"/>
            </a:xfrm>
            <a:custGeom>
              <a:avLst/>
              <a:pathLst>
                <a:path w="84791" h="144067">
                  <a:moveTo>
                    <a:pt x="0" y="0"/>
                  </a:moveTo>
                  <a:lnTo>
                    <a:pt x="84791" y="1440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8752" y="964593"/>
              <a:ext cx="84791" cy="144067"/>
            </a:xfrm>
            <a:custGeom>
              <a:avLst/>
              <a:pathLst>
                <a:path w="84791" h="144067">
                  <a:moveTo>
                    <a:pt x="0" y="0"/>
                  </a:moveTo>
                  <a:lnTo>
                    <a:pt x="84791" y="1440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8752" y="964593"/>
              <a:ext cx="84791" cy="144067"/>
            </a:xfrm>
            <a:custGeom>
              <a:avLst/>
              <a:pathLst>
                <a:path w="84791" h="144067">
                  <a:moveTo>
                    <a:pt x="0" y="0"/>
                  </a:moveTo>
                  <a:lnTo>
                    <a:pt x="84791" y="1440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8752" y="964593"/>
              <a:ext cx="84791" cy="144067"/>
            </a:xfrm>
            <a:custGeom>
              <a:avLst/>
              <a:pathLst>
                <a:path w="84791" h="144067">
                  <a:moveTo>
                    <a:pt x="0" y="0"/>
                  </a:moveTo>
                  <a:lnTo>
                    <a:pt x="84791" y="1440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8752" y="964593"/>
              <a:ext cx="84791" cy="144067"/>
            </a:xfrm>
            <a:custGeom>
              <a:avLst/>
              <a:pathLst>
                <a:path w="84791" h="144067">
                  <a:moveTo>
                    <a:pt x="0" y="0"/>
                  </a:moveTo>
                  <a:lnTo>
                    <a:pt x="84791" y="1440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8752" y="964593"/>
              <a:ext cx="84791" cy="144067"/>
            </a:xfrm>
            <a:custGeom>
              <a:avLst/>
              <a:pathLst>
                <a:path w="84791" h="144067">
                  <a:moveTo>
                    <a:pt x="0" y="0"/>
                  </a:moveTo>
                  <a:lnTo>
                    <a:pt x="84791" y="1440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8752" y="964593"/>
              <a:ext cx="84791" cy="144067"/>
            </a:xfrm>
            <a:custGeom>
              <a:avLst/>
              <a:pathLst>
                <a:path w="84791" h="144067">
                  <a:moveTo>
                    <a:pt x="0" y="0"/>
                  </a:moveTo>
                  <a:lnTo>
                    <a:pt x="84791" y="1440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8752" y="964593"/>
              <a:ext cx="84791" cy="144067"/>
            </a:xfrm>
            <a:custGeom>
              <a:avLst/>
              <a:pathLst>
                <a:path w="84791" h="144067">
                  <a:moveTo>
                    <a:pt x="0" y="0"/>
                  </a:moveTo>
                  <a:lnTo>
                    <a:pt x="84791" y="1440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8752" y="964593"/>
              <a:ext cx="84791" cy="144067"/>
            </a:xfrm>
            <a:custGeom>
              <a:avLst/>
              <a:pathLst>
                <a:path w="84791" h="144067">
                  <a:moveTo>
                    <a:pt x="0" y="0"/>
                  </a:moveTo>
                  <a:lnTo>
                    <a:pt x="84791" y="1440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8752" y="964593"/>
              <a:ext cx="84791" cy="144067"/>
            </a:xfrm>
            <a:custGeom>
              <a:avLst/>
              <a:pathLst>
                <a:path w="84791" h="144067">
                  <a:moveTo>
                    <a:pt x="0" y="0"/>
                  </a:moveTo>
                  <a:lnTo>
                    <a:pt x="84791" y="1440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8752" y="964593"/>
              <a:ext cx="84791" cy="144067"/>
            </a:xfrm>
            <a:custGeom>
              <a:avLst/>
              <a:pathLst>
                <a:path w="84791" h="144067">
                  <a:moveTo>
                    <a:pt x="0" y="0"/>
                  </a:moveTo>
                  <a:lnTo>
                    <a:pt x="84791" y="1440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8752" y="964593"/>
              <a:ext cx="84791" cy="144067"/>
            </a:xfrm>
            <a:custGeom>
              <a:avLst/>
              <a:pathLst>
                <a:path w="84791" h="144067">
                  <a:moveTo>
                    <a:pt x="0" y="0"/>
                  </a:moveTo>
                  <a:lnTo>
                    <a:pt x="84791" y="1440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8752" y="964593"/>
              <a:ext cx="84791" cy="144067"/>
            </a:xfrm>
            <a:custGeom>
              <a:avLst/>
              <a:pathLst>
                <a:path w="84791" h="144067">
                  <a:moveTo>
                    <a:pt x="0" y="0"/>
                  </a:moveTo>
                  <a:lnTo>
                    <a:pt x="84791" y="1440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8752" y="964593"/>
              <a:ext cx="84791" cy="144067"/>
            </a:xfrm>
            <a:custGeom>
              <a:avLst/>
              <a:pathLst>
                <a:path w="84791" h="144067">
                  <a:moveTo>
                    <a:pt x="0" y="0"/>
                  </a:moveTo>
                  <a:lnTo>
                    <a:pt x="84791" y="144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8752" y="964593"/>
              <a:ext cx="84791" cy="144067"/>
            </a:xfrm>
            <a:custGeom>
              <a:avLst/>
              <a:pathLst>
                <a:path w="84791" h="144067">
                  <a:moveTo>
                    <a:pt x="0" y="0"/>
                  </a:moveTo>
                  <a:lnTo>
                    <a:pt x="84791" y="144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8752" y="964593"/>
              <a:ext cx="84791" cy="144067"/>
            </a:xfrm>
            <a:custGeom>
              <a:avLst/>
              <a:pathLst>
                <a:path w="84791" h="144067">
                  <a:moveTo>
                    <a:pt x="0" y="0"/>
                  </a:moveTo>
                  <a:lnTo>
                    <a:pt x="84791" y="144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8752" y="964593"/>
              <a:ext cx="84791" cy="144067"/>
            </a:xfrm>
            <a:custGeom>
              <a:avLst/>
              <a:pathLst>
                <a:path w="84791" h="144067">
                  <a:moveTo>
                    <a:pt x="0" y="0"/>
                  </a:moveTo>
                  <a:lnTo>
                    <a:pt x="84791" y="144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8752" y="964593"/>
              <a:ext cx="84791" cy="144067"/>
            </a:xfrm>
            <a:custGeom>
              <a:avLst/>
              <a:pathLst>
                <a:path w="84791" h="144067">
                  <a:moveTo>
                    <a:pt x="0" y="0"/>
                  </a:moveTo>
                  <a:lnTo>
                    <a:pt x="84791" y="1440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38752" y="964593"/>
              <a:ext cx="84791" cy="144067"/>
            </a:xfrm>
            <a:custGeom>
              <a:avLst/>
              <a:pathLst>
                <a:path w="84791" h="144067">
                  <a:moveTo>
                    <a:pt x="0" y="0"/>
                  </a:moveTo>
                  <a:lnTo>
                    <a:pt x="84791" y="1440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856383" y="950004"/>
              <a:ext cx="334316" cy="325821"/>
            </a:xfrm>
            <a:custGeom>
              <a:avLst/>
              <a:pathLst>
                <a:path w="334316" h="325821">
                  <a:moveTo>
                    <a:pt x="82368" y="14589"/>
                  </a:moveTo>
                  <a:lnTo>
                    <a:pt x="77836" y="17354"/>
                  </a:lnTo>
                  <a:lnTo>
                    <a:pt x="73395" y="20262"/>
                  </a:lnTo>
                  <a:lnTo>
                    <a:pt x="69047" y="23309"/>
                  </a:lnTo>
                  <a:lnTo>
                    <a:pt x="64799" y="26493"/>
                  </a:lnTo>
                  <a:lnTo>
                    <a:pt x="60654" y="29809"/>
                  </a:lnTo>
                  <a:lnTo>
                    <a:pt x="56616" y="33256"/>
                  </a:lnTo>
                  <a:lnTo>
                    <a:pt x="52690" y="36830"/>
                  </a:lnTo>
                  <a:lnTo>
                    <a:pt x="48880" y="40526"/>
                  </a:lnTo>
                  <a:lnTo>
                    <a:pt x="45188" y="44341"/>
                  </a:lnTo>
                  <a:lnTo>
                    <a:pt x="41620" y="48272"/>
                  </a:lnTo>
                  <a:lnTo>
                    <a:pt x="38178" y="52314"/>
                  </a:lnTo>
                  <a:lnTo>
                    <a:pt x="34866" y="56463"/>
                  </a:lnTo>
                  <a:lnTo>
                    <a:pt x="31688" y="60716"/>
                  </a:lnTo>
                  <a:lnTo>
                    <a:pt x="28646" y="65067"/>
                  </a:lnTo>
                  <a:lnTo>
                    <a:pt x="25744" y="69512"/>
                  </a:lnTo>
                  <a:lnTo>
                    <a:pt x="22985" y="74048"/>
                  </a:lnTo>
                  <a:lnTo>
                    <a:pt x="20371" y="78668"/>
                  </a:lnTo>
                  <a:lnTo>
                    <a:pt x="17905" y="83370"/>
                  </a:lnTo>
                  <a:lnTo>
                    <a:pt x="15590" y="88147"/>
                  </a:lnTo>
                  <a:lnTo>
                    <a:pt x="13428" y="92995"/>
                  </a:lnTo>
                  <a:lnTo>
                    <a:pt x="11420" y="97910"/>
                  </a:lnTo>
                  <a:lnTo>
                    <a:pt x="9570" y="102886"/>
                  </a:lnTo>
                  <a:lnTo>
                    <a:pt x="7878" y="107918"/>
                  </a:lnTo>
                  <a:lnTo>
                    <a:pt x="6348" y="113001"/>
                  </a:lnTo>
                  <a:lnTo>
                    <a:pt x="4979" y="118131"/>
                  </a:lnTo>
                  <a:lnTo>
                    <a:pt x="3774" y="123301"/>
                  </a:lnTo>
                  <a:lnTo>
                    <a:pt x="2734" y="128507"/>
                  </a:lnTo>
                  <a:lnTo>
                    <a:pt x="1859" y="133743"/>
                  </a:lnTo>
                  <a:lnTo>
                    <a:pt x="1152" y="139005"/>
                  </a:lnTo>
                  <a:lnTo>
                    <a:pt x="611" y="144286"/>
                  </a:lnTo>
                  <a:lnTo>
                    <a:pt x="239" y="149582"/>
                  </a:lnTo>
                  <a:lnTo>
                    <a:pt x="35" y="154886"/>
                  </a:lnTo>
                  <a:lnTo>
                    <a:pt x="0" y="160195"/>
                  </a:lnTo>
                  <a:lnTo>
                    <a:pt x="133" y="165502"/>
                  </a:lnTo>
                  <a:lnTo>
                    <a:pt x="434" y="170803"/>
                  </a:lnTo>
                  <a:lnTo>
                    <a:pt x="904" y="176091"/>
                  </a:lnTo>
                  <a:lnTo>
                    <a:pt x="1541" y="181361"/>
                  </a:lnTo>
                  <a:lnTo>
                    <a:pt x="2346" y="186608"/>
                  </a:lnTo>
                  <a:lnTo>
                    <a:pt x="3317" y="191828"/>
                  </a:lnTo>
                  <a:lnTo>
                    <a:pt x="4453" y="197014"/>
                  </a:lnTo>
                  <a:lnTo>
                    <a:pt x="5753" y="202161"/>
                  </a:lnTo>
                  <a:lnTo>
                    <a:pt x="7215" y="207264"/>
                  </a:lnTo>
                  <a:lnTo>
                    <a:pt x="8840" y="212318"/>
                  </a:lnTo>
                  <a:lnTo>
                    <a:pt x="10623" y="217319"/>
                  </a:lnTo>
                  <a:lnTo>
                    <a:pt x="12565" y="222260"/>
                  </a:lnTo>
                  <a:lnTo>
                    <a:pt x="14663" y="227136"/>
                  </a:lnTo>
                  <a:lnTo>
                    <a:pt x="16914" y="231944"/>
                  </a:lnTo>
                  <a:lnTo>
                    <a:pt x="19317" y="236678"/>
                  </a:lnTo>
                  <a:lnTo>
                    <a:pt x="21869" y="241333"/>
                  </a:lnTo>
                  <a:lnTo>
                    <a:pt x="24567" y="245905"/>
                  </a:lnTo>
                  <a:lnTo>
                    <a:pt x="27410" y="250389"/>
                  </a:lnTo>
                  <a:lnTo>
                    <a:pt x="30393" y="254780"/>
                  </a:lnTo>
                  <a:lnTo>
                    <a:pt x="33514" y="259074"/>
                  </a:lnTo>
                  <a:lnTo>
                    <a:pt x="36770" y="263268"/>
                  </a:lnTo>
                  <a:lnTo>
                    <a:pt x="40158" y="267355"/>
                  </a:lnTo>
                  <a:lnTo>
                    <a:pt x="43674" y="271333"/>
                  </a:lnTo>
                  <a:lnTo>
                    <a:pt x="47314" y="275197"/>
                  </a:lnTo>
                  <a:lnTo>
                    <a:pt x="51075" y="278944"/>
                  </a:lnTo>
                  <a:lnTo>
                    <a:pt x="54953" y="282570"/>
                  </a:lnTo>
                  <a:lnTo>
                    <a:pt x="58944" y="286070"/>
                  </a:lnTo>
                  <a:lnTo>
                    <a:pt x="63044" y="289442"/>
                  </a:lnTo>
                  <a:lnTo>
                    <a:pt x="67250" y="292682"/>
                  </a:lnTo>
                  <a:lnTo>
                    <a:pt x="71556" y="295787"/>
                  </a:lnTo>
                  <a:lnTo>
                    <a:pt x="75959" y="298754"/>
                  </a:lnTo>
                  <a:lnTo>
                    <a:pt x="80453" y="301579"/>
                  </a:lnTo>
                  <a:lnTo>
                    <a:pt x="85035" y="304260"/>
                  </a:lnTo>
                  <a:lnTo>
                    <a:pt x="89700" y="306794"/>
                  </a:lnTo>
                  <a:lnTo>
                    <a:pt x="94443" y="309179"/>
                  </a:lnTo>
                  <a:lnTo>
                    <a:pt x="99259" y="311412"/>
                  </a:lnTo>
                  <a:lnTo>
                    <a:pt x="104144" y="313491"/>
                  </a:lnTo>
                  <a:lnTo>
                    <a:pt x="109092" y="315414"/>
                  </a:lnTo>
                  <a:lnTo>
                    <a:pt x="114099" y="317179"/>
                  </a:lnTo>
                  <a:lnTo>
                    <a:pt x="119160" y="318784"/>
                  </a:lnTo>
                  <a:lnTo>
                    <a:pt x="124269" y="320227"/>
                  </a:lnTo>
                  <a:lnTo>
                    <a:pt x="129421" y="321508"/>
                  </a:lnTo>
                  <a:lnTo>
                    <a:pt x="134611" y="322624"/>
                  </a:lnTo>
                  <a:lnTo>
                    <a:pt x="139834" y="323575"/>
                  </a:lnTo>
                  <a:lnTo>
                    <a:pt x="145084" y="324360"/>
                  </a:lnTo>
                  <a:lnTo>
                    <a:pt x="150357" y="324977"/>
                  </a:lnTo>
                  <a:lnTo>
                    <a:pt x="155647" y="325427"/>
                  </a:lnTo>
                  <a:lnTo>
                    <a:pt x="160948" y="325708"/>
                  </a:lnTo>
                  <a:lnTo>
                    <a:pt x="166256" y="325821"/>
                  </a:lnTo>
                  <a:lnTo>
                    <a:pt x="171564" y="325766"/>
                  </a:lnTo>
                  <a:lnTo>
                    <a:pt x="176868" y="325541"/>
                  </a:lnTo>
                  <a:lnTo>
                    <a:pt x="182163" y="325149"/>
                  </a:lnTo>
                  <a:lnTo>
                    <a:pt x="187442" y="324589"/>
                  </a:lnTo>
                  <a:lnTo>
                    <a:pt x="192701" y="323861"/>
                  </a:lnTo>
                  <a:lnTo>
                    <a:pt x="197933" y="322967"/>
                  </a:lnTo>
                  <a:lnTo>
                    <a:pt x="203135" y="321907"/>
                  </a:lnTo>
                  <a:lnTo>
                    <a:pt x="208301" y="320682"/>
                  </a:lnTo>
                  <a:lnTo>
                    <a:pt x="213425" y="319294"/>
                  </a:lnTo>
                  <a:lnTo>
                    <a:pt x="218503" y="317744"/>
                  </a:lnTo>
                  <a:lnTo>
                    <a:pt x="223528" y="316033"/>
                  </a:lnTo>
                  <a:lnTo>
                    <a:pt x="228497" y="314164"/>
                  </a:lnTo>
                  <a:lnTo>
                    <a:pt x="233404" y="312138"/>
                  </a:lnTo>
                  <a:lnTo>
                    <a:pt x="238244" y="309957"/>
                  </a:lnTo>
                  <a:lnTo>
                    <a:pt x="243013" y="307624"/>
                  </a:lnTo>
                  <a:lnTo>
                    <a:pt x="247705" y="305140"/>
                  </a:lnTo>
                  <a:lnTo>
                    <a:pt x="252315" y="302508"/>
                  </a:lnTo>
                  <a:lnTo>
                    <a:pt x="256840" y="299732"/>
                  </a:lnTo>
                  <a:lnTo>
                    <a:pt x="261275" y="296813"/>
                  </a:lnTo>
                  <a:lnTo>
                    <a:pt x="265614" y="293755"/>
                  </a:lnTo>
                  <a:lnTo>
                    <a:pt x="269854" y="290561"/>
                  </a:lnTo>
                  <a:lnTo>
                    <a:pt x="273991" y="287233"/>
                  </a:lnTo>
                  <a:lnTo>
                    <a:pt x="278020" y="283776"/>
                  </a:lnTo>
                  <a:lnTo>
                    <a:pt x="281937" y="280193"/>
                  </a:lnTo>
                  <a:lnTo>
                    <a:pt x="285738" y="276487"/>
                  </a:lnTo>
                  <a:lnTo>
                    <a:pt x="289420" y="272662"/>
                  </a:lnTo>
                  <a:lnTo>
                    <a:pt x="292979" y="268722"/>
                  </a:lnTo>
                  <a:lnTo>
                    <a:pt x="296410" y="264672"/>
                  </a:lnTo>
                  <a:lnTo>
                    <a:pt x="299711" y="260514"/>
                  </a:lnTo>
                  <a:lnTo>
                    <a:pt x="302879" y="256254"/>
                  </a:lnTo>
                  <a:lnTo>
                    <a:pt x="305909" y="251895"/>
                  </a:lnTo>
                  <a:lnTo>
                    <a:pt x="308800" y="247442"/>
                  </a:lnTo>
                  <a:lnTo>
                    <a:pt x="311548" y="242900"/>
                  </a:lnTo>
                  <a:lnTo>
                    <a:pt x="314150" y="238273"/>
                  </a:lnTo>
                  <a:lnTo>
                    <a:pt x="316604" y="233565"/>
                  </a:lnTo>
                  <a:lnTo>
                    <a:pt x="318907" y="228782"/>
                  </a:lnTo>
                  <a:lnTo>
                    <a:pt x="321058" y="223928"/>
                  </a:lnTo>
                  <a:lnTo>
                    <a:pt x="323053" y="219008"/>
                  </a:lnTo>
                  <a:lnTo>
                    <a:pt x="324890" y="214028"/>
                  </a:lnTo>
                  <a:lnTo>
                    <a:pt x="326569" y="208991"/>
                  </a:lnTo>
                  <a:lnTo>
                    <a:pt x="328087" y="203904"/>
                  </a:lnTo>
                  <a:lnTo>
                    <a:pt x="329443" y="198771"/>
                  </a:lnTo>
                  <a:lnTo>
                    <a:pt x="330635" y="193598"/>
                  </a:lnTo>
                  <a:lnTo>
                    <a:pt x="331662" y="188390"/>
                  </a:lnTo>
                  <a:lnTo>
                    <a:pt x="332523" y="183151"/>
                  </a:lnTo>
                  <a:lnTo>
                    <a:pt x="333217" y="177888"/>
                  </a:lnTo>
                  <a:lnTo>
                    <a:pt x="333744" y="172605"/>
                  </a:lnTo>
                  <a:lnTo>
                    <a:pt x="334103" y="167309"/>
                  </a:lnTo>
                  <a:lnTo>
                    <a:pt x="334294" y="162003"/>
                  </a:lnTo>
                  <a:lnTo>
                    <a:pt x="334316" y="156694"/>
                  </a:lnTo>
                  <a:lnTo>
                    <a:pt x="334169" y="151388"/>
                  </a:lnTo>
                  <a:lnTo>
                    <a:pt x="333854" y="146088"/>
                  </a:lnTo>
                  <a:lnTo>
                    <a:pt x="333371" y="140801"/>
                  </a:lnTo>
                  <a:lnTo>
                    <a:pt x="332720" y="135533"/>
                  </a:lnTo>
                  <a:lnTo>
                    <a:pt x="331903" y="130287"/>
                  </a:lnTo>
                  <a:lnTo>
                    <a:pt x="330919" y="125070"/>
                  </a:lnTo>
                  <a:lnTo>
                    <a:pt x="329770" y="119887"/>
                  </a:lnTo>
                  <a:lnTo>
                    <a:pt x="328457" y="114743"/>
                  </a:lnTo>
                  <a:lnTo>
                    <a:pt x="326981" y="109644"/>
                  </a:lnTo>
                  <a:lnTo>
                    <a:pt x="325344" y="104594"/>
                  </a:lnTo>
                  <a:lnTo>
                    <a:pt x="323548" y="99598"/>
                  </a:lnTo>
                  <a:lnTo>
                    <a:pt x="321593" y="94662"/>
                  </a:lnTo>
                  <a:lnTo>
                    <a:pt x="319483" y="89791"/>
                  </a:lnTo>
                  <a:lnTo>
                    <a:pt x="317220" y="84988"/>
                  </a:lnTo>
                  <a:lnTo>
                    <a:pt x="314805" y="80261"/>
                  </a:lnTo>
                  <a:lnTo>
                    <a:pt x="312241" y="75612"/>
                  </a:lnTo>
                  <a:lnTo>
                    <a:pt x="309531" y="71047"/>
                  </a:lnTo>
                  <a:lnTo>
                    <a:pt x="306678" y="66570"/>
                  </a:lnTo>
                  <a:lnTo>
                    <a:pt x="303683" y="62187"/>
                  </a:lnTo>
                  <a:lnTo>
                    <a:pt x="300551" y="57900"/>
                  </a:lnTo>
                  <a:lnTo>
                    <a:pt x="297284" y="53715"/>
                  </a:lnTo>
                  <a:lnTo>
                    <a:pt x="293887" y="49636"/>
                  </a:lnTo>
                  <a:lnTo>
                    <a:pt x="290361" y="45667"/>
                  </a:lnTo>
                  <a:lnTo>
                    <a:pt x="286711" y="41812"/>
                  </a:lnTo>
                  <a:lnTo>
                    <a:pt x="282941" y="38075"/>
                  </a:lnTo>
                  <a:lnTo>
                    <a:pt x="279053" y="34459"/>
                  </a:lnTo>
                  <a:lnTo>
                    <a:pt x="275053" y="30969"/>
                  </a:lnTo>
                  <a:lnTo>
                    <a:pt x="270944" y="27607"/>
                  </a:lnTo>
                  <a:lnTo>
                    <a:pt x="266731" y="24378"/>
                  </a:lnTo>
                  <a:lnTo>
                    <a:pt x="262417" y="21284"/>
                  </a:lnTo>
                  <a:lnTo>
                    <a:pt x="258007" y="18329"/>
                  </a:lnTo>
                  <a:lnTo>
                    <a:pt x="253505" y="15515"/>
                  </a:lnTo>
                  <a:lnTo>
                    <a:pt x="248916" y="12845"/>
                  </a:lnTo>
                  <a:lnTo>
                    <a:pt x="244245" y="10323"/>
                  </a:lnTo>
                  <a:lnTo>
                    <a:pt x="239496" y="7950"/>
                  </a:lnTo>
                  <a:lnTo>
                    <a:pt x="234674" y="5729"/>
                  </a:lnTo>
                  <a:lnTo>
                    <a:pt x="229784" y="3662"/>
                  </a:lnTo>
                  <a:lnTo>
                    <a:pt x="224831" y="1752"/>
                  </a:lnTo>
                  <a:lnTo>
                    <a:pt x="219819" y="0"/>
                  </a:lnTo>
                  <a:lnTo>
                    <a:pt x="167160" y="1586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023544" y="941493"/>
              <a:ext cx="52659" cy="167167"/>
            </a:xfrm>
            <a:custGeom>
              <a:avLst/>
              <a:pathLst>
                <a:path w="52659" h="167167">
                  <a:moveTo>
                    <a:pt x="52659" y="8510"/>
                  </a:moveTo>
                  <a:lnTo>
                    <a:pt x="46978" y="6736"/>
                  </a:lnTo>
                  <a:lnTo>
                    <a:pt x="41236" y="5165"/>
                  </a:lnTo>
                  <a:lnTo>
                    <a:pt x="35443" y="3800"/>
                  </a:lnTo>
                  <a:lnTo>
                    <a:pt x="29605" y="2642"/>
                  </a:lnTo>
                  <a:lnTo>
                    <a:pt x="23729" y="1692"/>
                  </a:lnTo>
                  <a:lnTo>
                    <a:pt x="17823" y="952"/>
                  </a:lnTo>
                  <a:lnTo>
                    <a:pt x="11894" y="423"/>
                  </a:lnTo>
                  <a:lnTo>
                    <a:pt x="5951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319103" y="941493"/>
              <a:ext cx="167112" cy="167167"/>
            </a:xfrm>
            <a:custGeom>
              <a:avLst/>
              <a:pathLst>
                <a:path w="167112" h="167167">
                  <a:moveTo>
                    <a:pt x="167112" y="0"/>
                  </a:moveTo>
                  <a:lnTo>
                    <a:pt x="161732" y="86"/>
                  </a:lnTo>
                  <a:lnTo>
                    <a:pt x="156357" y="346"/>
                  </a:lnTo>
                  <a:lnTo>
                    <a:pt x="150993" y="778"/>
                  </a:lnTo>
                  <a:lnTo>
                    <a:pt x="145646" y="1383"/>
                  </a:lnTo>
                  <a:lnTo>
                    <a:pt x="140322" y="2160"/>
                  </a:lnTo>
                  <a:lnTo>
                    <a:pt x="135025" y="3108"/>
                  </a:lnTo>
                  <a:lnTo>
                    <a:pt x="129761" y="4226"/>
                  </a:lnTo>
                  <a:lnTo>
                    <a:pt x="124536" y="5512"/>
                  </a:lnTo>
                  <a:lnTo>
                    <a:pt x="119355" y="6966"/>
                  </a:lnTo>
                  <a:lnTo>
                    <a:pt x="114224" y="8586"/>
                  </a:lnTo>
                  <a:lnTo>
                    <a:pt x="109147" y="10371"/>
                  </a:lnTo>
                  <a:lnTo>
                    <a:pt x="104131" y="12318"/>
                  </a:lnTo>
                  <a:lnTo>
                    <a:pt x="99179" y="14425"/>
                  </a:lnTo>
                  <a:lnTo>
                    <a:pt x="94299" y="16691"/>
                  </a:lnTo>
                  <a:lnTo>
                    <a:pt x="89493" y="19112"/>
                  </a:lnTo>
                  <a:lnTo>
                    <a:pt x="84768" y="21687"/>
                  </a:lnTo>
                  <a:lnTo>
                    <a:pt x="80129" y="24413"/>
                  </a:lnTo>
                  <a:lnTo>
                    <a:pt x="75579" y="27286"/>
                  </a:lnTo>
                  <a:lnTo>
                    <a:pt x="71124" y="30305"/>
                  </a:lnTo>
                  <a:lnTo>
                    <a:pt x="66769" y="33465"/>
                  </a:lnTo>
                  <a:lnTo>
                    <a:pt x="62518" y="36764"/>
                  </a:lnTo>
                  <a:lnTo>
                    <a:pt x="58375" y="40198"/>
                  </a:lnTo>
                  <a:lnTo>
                    <a:pt x="54345" y="43763"/>
                  </a:lnTo>
                  <a:lnTo>
                    <a:pt x="50431" y="47457"/>
                  </a:lnTo>
                  <a:lnTo>
                    <a:pt x="46639" y="51274"/>
                  </a:lnTo>
                  <a:lnTo>
                    <a:pt x="42971" y="55212"/>
                  </a:lnTo>
                  <a:lnTo>
                    <a:pt x="39432" y="59265"/>
                  </a:lnTo>
                  <a:lnTo>
                    <a:pt x="36025" y="63430"/>
                  </a:lnTo>
                  <a:lnTo>
                    <a:pt x="32755" y="67703"/>
                  </a:lnTo>
                  <a:lnTo>
                    <a:pt x="29623" y="72079"/>
                  </a:lnTo>
                  <a:lnTo>
                    <a:pt x="26634" y="76554"/>
                  </a:lnTo>
                  <a:lnTo>
                    <a:pt x="23790" y="81122"/>
                  </a:lnTo>
                  <a:lnTo>
                    <a:pt x="21095" y="85779"/>
                  </a:lnTo>
                  <a:lnTo>
                    <a:pt x="18551" y="90521"/>
                  </a:lnTo>
                  <a:lnTo>
                    <a:pt x="16161" y="95342"/>
                  </a:lnTo>
                  <a:lnTo>
                    <a:pt x="13928" y="100238"/>
                  </a:lnTo>
                  <a:lnTo>
                    <a:pt x="11853" y="105203"/>
                  </a:lnTo>
                  <a:lnTo>
                    <a:pt x="9939" y="110232"/>
                  </a:lnTo>
                  <a:lnTo>
                    <a:pt x="8188" y="115320"/>
                  </a:lnTo>
                  <a:lnTo>
                    <a:pt x="6602" y="120462"/>
                  </a:lnTo>
                  <a:lnTo>
                    <a:pt x="5181" y="125652"/>
                  </a:lnTo>
                  <a:lnTo>
                    <a:pt x="3929" y="130886"/>
                  </a:lnTo>
                  <a:lnTo>
                    <a:pt x="2846" y="136157"/>
                  </a:lnTo>
                  <a:lnTo>
                    <a:pt x="1933" y="141460"/>
                  </a:lnTo>
                  <a:lnTo>
                    <a:pt x="1191" y="146789"/>
                  </a:lnTo>
                  <a:lnTo>
                    <a:pt x="621" y="152140"/>
                  </a:lnTo>
                  <a:lnTo>
                    <a:pt x="224" y="157506"/>
                  </a:lnTo>
                  <a:lnTo>
                    <a:pt x="0" y="162883"/>
                  </a:lnTo>
                  <a:lnTo>
                    <a:pt x="16711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103" y="1104376"/>
              <a:ext cx="167112" cy="4284"/>
            </a:xfrm>
            <a:custGeom>
              <a:avLst/>
              <a:pathLst>
                <a:path w="167112" h="4284">
                  <a:moveTo>
                    <a:pt x="0" y="0"/>
                  </a:moveTo>
                  <a:lnTo>
                    <a:pt x="167112" y="42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319052" y="1104376"/>
              <a:ext cx="167163" cy="170651"/>
            </a:xfrm>
            <a:custGeom>
              <a:avLst/>
              <a:pathLst>
                <a:path w="167163" h="170651">
                  <a:moveTo>
                    <a:pt x="50" y="0"/>
                  </a:moveTo>
                  <a:lnTo>
                    <a:pt x="0" y="5445"/>
                  </a:lnTo>
                  <a:lnTo>
                    <a:pt x="126" y="10889"/>
                  </a:lnTo>
                  <a:lnTo>
                    <a:pt x="430" y="16326"/>
                  </a:lnTo>
                  <a:lnTo>
                    <a:pt x="911" y="21751"/>
                  </a:lnTo>
                  <a:lnTo>
                    <a:pt x="1568" y="27157"/>
                  </a:lnTo>
                  <a:lnTo>
                    <a:pt x="2401" y="32538"/>
                  </a:lnTo>
                  <a:lnTo>
                    <a:pt x="3408" y="37890"/>
                  </a:lnTo>
                  <a:lnTo>
                    <a:pt x="4590" y="43206"/>
                  </a:lnTo>
                  <a:lnTo>
                    <a:pt x="5944" y="48480"/>
                  </a:lnTo>
                  <a:lnTo>
                    <a:pt x="7469" y="53708"/>
                  </a:lnTo>
                  <a:lnTo>
                    <a:pt x="9163" y="58883"/>
                  </a:lnTo>
                  <a:lnTo>
                    <a:pt x="11026" y="64001"/>
                  </a:lnTo>
                  <a:lnTo>
                    <a:pt x="13054" y="69055"/>
                  </a:lnTo>
                  <a:lnTo>
                    <a:pt x="15245" y="74040"/>
                  </a:lnTo>
                  <a:lnTo>
                    <a:pt x="17598" y="78951"/>
                  </a:lnTo>
                  <a:lnTo>
                    <a:pt x="20109" y="83783"/>
                  </a:lnTo>
                  <a:lnTo>
                    <a:pt x="22777" y="88531"/>
                  </a:lnTo>
                  <a:lnTo>
                    <a:pt x="25597" y="93189"/>
                  </a:lnTo>
                  <a:lnTo>
                    <a:pt x="28568" y="97753"/>
                  </a:lnTo>
                  <a:lnTo>
                    <a:pt x="31686" y="102217"/>
                  </a:lnTo>
                  <a:lnTo>
                    <a:pt x="34948" y="106578"/>
                  </a:lnTo>
                  <a:lnTo>
                    <a:pt x="38350" y="110830"/>
                  </a:lnTo>
                  <a:lnTo>
                    <a:pt x="41889" y="114970"/>
                  </a:lnTo>
                  <a:lnTo>
                    <a:pt x="45561" y="118991"/>
                  </a:lnTo>
                  <a:lnTo>
                    <a:pt x="49361" y="122891"/>
                  </a:lnTo>
                  <a:lnTo>
                    <a:pt x="53287" y="126665"/>
                  </a:lnTo>
                  <a:lnTo>
                    <a:pt x="57334" y="130309"/>
                  </a:lnTo>
                  <a:lnTo>
                    <a:pt x="61497" y="133820"/>
                  </a:lnTo>
                  <a:lnTo>
                    <a:pt x="65772" y="137193"/>
                  </a:lnTo>
                  <a:lnTo>
                    <a:pt x="70155" y="140425"/>
                  </a:lnTo>
                  <a:lnTo>
                    <a:pt x="74641" y="143512"/>
                  </a:lnTo>
                  <a:lnTo>
                    <a:pt x="79225" y="146452"/>
                  </a:lnTo>
                  <a:lnTo>
                    <a:pt x="83902" y="149241"/>
                  </a:lnTo>
                  <a:lnTo>
                    <a:pt x="88668" y="151876"/>
                  </a:lnTo>
                  <a:lnTo>
                    <a:pt x="93517" y="154354"/>
                  </a:lnTo>
                  <a:lnTo>
                    <a:pt x="98444" y="156673"/>
                  </a:lnTo>
                  <a:lnTo>
                    <a:pt x="103444" y="158831"/>
                  </a:lnTo>
                  <a:lnTo>
                    <a:pt x="108512" y="160824"/>
                  </a:lnTo>
                  <a:lnTo>
                    <a:pt x="113642" y="162652"/>
                  </a:lnTo>
                  <a:lnTo>
                    <a:pt x="118828" y="164311"/>
                  </a:lnTo>
                  <a:lnTo>
                    <a:pt x="124066" y="165800"/>
                  </a:lnTo>
                  <a:lnTo>
                    <a:pt x="129350" y="167118"/>
                  </a:lnTo>
                  <a:lnTo>
                    <a:pt x="134674" y="168264"/>
                  </a:lnTo>
                  <a:lnTo>
                    <a:pt x="140032" y="169235"/>
                  </a:lnTo>
                  <a:lnTo>
                    <a:pt x="145420" y="170031"/>
                  </a:lnTo>
                  <a:lnTo>
                    <a:pt x="150830" y="170651"/>
                  </a:lnTo>
                  <a:lnTo>
                    <a:pt x="167163" y="4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469882" y="941493"/>
              <a:ext cx="183482" cy="334334"/>
            </a:xfrm>
            <a:custGeom>
              <a:avLst/>
              <a:pathLst>
                <a:path w="183482" h="334334">
                  <a:moveTo>
                    <a:pt x="0" y="333535"/>
                  </a:moveTo>
                  <a:lnTo>
                    <a:pt x="5291" y="333969"/>
                  </a:lnTo>
                  <a:lnTo>
                    <a:pt x="10593" y="334236"/>
                  </a:lnTo>
                  <a:lnTo>
                    <a:pt x="15901" y="334334"/>
                  </a:lnTo>
                  <a:lnTo>
                    <a:pt x="21209" y="334263"/>
                  </a:lnTo>
                  <a:lnTo>
                    <a:pt x="26513" y="334024"/>
                  </a:lnTo>
                  <a:lnTo>
                    <a:pt x="31806" y="333617"/>
                  </a:lnTo>
                  <a:lnTo>
                    <a:pt x="37084" y="333041"/>
                  </a:lnTo>
                  <a:lnTo>
                    <a:pt x="42340" y="332299"/>
                  </a:lnTo>
                  <a:lnTo>
                    <a:pt x="47571" y="331390"/>
                  </a:lnTo>
                  <a:lnTo>
                    <a:pt x="52770" y="330315"/>
                  </a:lnTo>
                  <a:lnTo>
                    <a:pt x="57932" y="329076"/>
                  </a:lnTo>
                  <a:lnTo>
                    <a:pt x="63052" y="327673"/>
                  </a:lnTo>
                  <a:lnTo>
                    <a:pt x="68125" y="326109"/>
                  </a:lnTo>
                  <a:lnTo>
                    <a:pt x="73146" y="324384"/>
                  </a:lnTo>
                  <a:lnTo>
                    <a:pt x="78110" y="322500"/>
                  </a:lnTo>
                  <a:lnTo>
                    <a:pt x="83011" y="320460"/>
                  </a:lnTo>
                  <a:lnTo>
                    <a:pt x="87845" y="318266"/>
                  </a:lnTo>
                  <a:lnTo>
                    <a:pt x="92607" y="315919"/>
                  </a:lnTo>
                  <a:lnTo>
                    <a:pt x="97292" y="313422"/>
                  </a:lnTo>
                  <a:lnTo>
                    <a:pt x="101896" y="310777"/>
                  </a:lnTo>
                  <a:lnTo>
                    <a:pt x="106413" y="307988"/>
                  </a:lnTo>
                  <a:lnTo>
                    <a:pt x="110839" y="305056"/>
                  </a:lnTo>
                  <a:lnTo>
                    <a:pt x="115170" y="301986"/>
                  </a:lnTo>
                  <a:lnTo>
                    <a:pt x="119401" y="298779"/>
                  </a:lnTo>
                  <a:lnTo>
                    <a:pt x="123528" y="295440"/>
                  </a:lnTo>
                  <a:lnTo>
                    <a:pt x="127547" y="291972"/>
                  </a:lnTo>
                  <a:lnTo>
                    <a:pt x="131454" y="288377"/>
                  </a:lnTo>
                  <a:lnTo>
                    <a:pt x="135245" y="284661"/>
                  </a:lnTo>
                  <a:lnTo>
                    <a:pt x="138916" y="280825"/>
                  </a:lnTo>
                  <a:lnTo>
                    <a:pt x="142463" y="276875"/>
                  </a:lnTo>
                  <a:lnTo>
                    <a:pt x="145884" y="272815"/>
                  </a:lnTo>
                  <a:lnTo>
                    <a:pt x="149173" y="268648"/>
                  </a:lnTo>
                  <a:lnTo>
                    <a:pt x="152328" y="264379"/>
                  </a:lnTo>
                  <a:lnTo>
                    <a:pt x="155347" y="260011"/>
                  </a:lnTo>
                  <a:lnTo>
                    <a:pt x="158225" y="255550"/>
                  </a:lnTo>
                  <a:lnTo>
                    <a:pt x="160960" y="251000"/>
                  </a:lnTo>
                  <a:lnTo>
                    <a:pt x="163549" y="246365"/>
                  </a:lnTo>
                  <a:lnTo>
                    <a:pt x="165989" y="241650"/>
                  </a:lnTo>
                  <a:lnTo>
                    <a:pt x="168279" y="236861"/>
                  </a:lnTo>
                  <a:lnTo>
                    <a:pt x="170416" y="232001"/>
                  </a:lnTo>
                  <a:lnTo>
                    <a:pt x="172397" y="227075"/>
                  </a:lnTo>
                  <a:lnTo>
                    <a:pt x="174220" y="222089"/>
                  </a:lnTo>
                  <a:lnTo>
                    <a:pt x="175885" y="217048"/>
                  </a:lnTo>
                  <a:lnTo>
                    <a:pt x="177388" y="211956"/>
                  </a:lnTo>
                  <a:lnTo>
                    <a:pt x="178729" y="206820"/>
                  </a:lnTo>
                  <a:lnTo>
                    <a:pt x="179906" y="201643"/>
                  </a:lnTo>
                  <a:lnTo>
                    <a:pt x="180919" y="196431"/>
                  </a:lnTo>
                  <a:lnTo>
                    <a:pt x="181765" y="191190"/>
                  </a:lnTo>
                  <a:lnTo>
                    <a:pt x="182444" y="185925"/>
                  </a:lnTo>
                  <a:lnTo>
                    <a:pt x="182956" y="180641"/>
                  </a:lnTo>
                  <a:lnTo>
                    <a:pt x="183300" y="175343"/>
                  </a:lnTo>
                  <a:lnTo>
                    <a:pt x="183475" y="170037"/>
                  </a:lnTo>
                  <a:lnTo>
                    <a:pt x="183482" y="164728"/>
                  </a:lnTo>
                  <a:lnTo>
                    <a:pt x="183321" y="159422"/>
                  </a:lnTo>
                  <a:lnTo>
                    <a:pt x="182990" y="154123"/>
                  </a:lnTo>
                  <a:lnTo>
                    <a:pt x="182492" y="148838"/>
                  </a:lnTo>
                  <a:lnTo>
                    <a:pt x="181826" y="143571"/>
                  </a:lnTo>
                  <a:lnTo>
                    <a:pt x="180994" y="138328"/>
                  </a:lnTo>
                  <a:lnTo>
                    <a:pt x="179995" y="133114"/>
                  </a:lnTo>
                  <a:lnTo>
                    <a:pt x="178831" y="127934"/>
                  </a:lnTo>
                  <a:lnTo>
                    <a:pt x="177503" y="122794"/>
                  </a:lnTo>
                  <a:lnTo>
                    <a:pt x="176013" y="117698"/>
                  </a:lnTo>
                  <a:lnTo>
                    <a:pt x="174362" y="112653"/>
                  </a:lnTo>
                  <a:lnTo>
                    <a:pt x="172551" y="107662"/>
                  </a:lnTo>
                  <a:lnTo>
                    <a:pt x="170582" y="102731"/>
                  </a:lnTo>
                  <a:lnTo>
                    <a:pt x="168459" y="97866"/>
                  </a:lnTo>
                  <a:lnTo>
                    <a:pt x="166181" y="93070"/>
                  </a:lnTo>
                  <a:lnTo>
                    <a:pt x="163753" y="88349"/>
                  </a:lnTo>
                  <a:lnTo>
                    <a:pt x="161176" y="83708"/>
                  </a:lnTo>
                  <a:lnTo>
                    <a:pt x="158453" y="79151"/>
                  </a:lnTo>
                  <a:lnTo>
                    <a:pt x="155586" y="74682"/>
                  </a:lnTo>
                  <a:lnTo>
                    <a:pt x="152579" y="70307"/>
                  </a:lnTo>
                  <a:lnTo>
                    <a:pt x="149435" y="66029"/>
                  </a:lnTo>
                  <a:lnTo>
                    <a:pt x="146156" y="61854"/>
                  </a:lnTo>
                  <a:lnTo>
                    <a:pt x="142746" y="57785"/>
                  </a:lnTo>
                  <a:lnTo>
                    <a:pt x="139209" y="53826"/>
                  </a:lnTo>
                  <a:lnTo>
                    <a:pt x="135548" y="49981"/>
                  </a:lnTo>
                  <a:lnTo>
                    <a:pt x="131767" y="46254"/>
                  </a:lnTo>
                  <a:lnTo>
                    <a:pt x="127869" y="42650"/>
                  </a:lnTo>
                  <a:lnTo>
                    <a:pt x="123859" y="39171"/>
                  </a:lnTo>
                  <a:lnTo>
                    <a:pt x="119741" y="35821"/>
                  </a:lnTo>
                  <a:lnTo>
                    <a:pt x="115518" y="32604"/>
                  </a:lnTo>
                  <a:lnTo>
                    <a:pt x="111195" y="29522"/>
                  </a:lnTo>
                  <a:lnTo>
                    <a:pt x="106776" y="26579"/>
                  </a:lnTo>
                  <a:lnTo>
                    <a:pt x="102266" y="23778"/>
                  </a:lnTo>
                  <a:lnTo>
                    <a:pt x="97670" y="21122"/>
                  </a:lnTo>
                  <a:lnTo>
                    <a:pt x="92991" y="18613"/>
                  </a:lnTo>
                  <a:lnTo>
                    <a:pt x="88235" y="16253"/>
                  </a:lnTo>
                  <a:lnTo>
                    <a:pt x="83407" y="14046"/>
                  </a:lnTo>
                  <a:lnTo>
                    <a:pt x="78511" y="11994"/>
                  </a:lnTo>
                  <a:lnTo>
                    <a:pt x="73552" y="10097"/>
                  </a:lnTo>
                  <a:lnTo>
                    <a:pt x="68536" y="8360"/>
                  </a:lnTo>
                  <a:lnTo>
                    <a:pt x="63467" y="6782"/>
                  </a:lnTo>
                  <a:lnTo>
                    <a:pt x="58350" y="5366"/>
                  </a:lnTo>
                  <a:lnTo>
                    <a:pt x="53191" y="4114"/>
                  </a:lnTo>
                  <a:lnTo>
                    <a:pt x="47995" y="3025"/>
                  </a:lnTo>
                  <a:lnTo>
                    <a:pt x="42767" y="2103"/>
                  </a:lnTo>
                  <a:lnTo>
                    <a:pt x="37512" y="1347"/>
                  </a:lnTo>
                  <a:lnTo>
                    <a:pt x="32236" y="758"/>
                  </a:lnTo>
                  <a:lnTo>
                    <a:pt x="26944" y="337"/>
                  </a:lnTo>
                  <a:lnTo>
                    <a:pt x="21641" y="84"/>
                  </a:lnTo>
                  <a:lnTo>
                    <a:pt x="16333" y="0"/>
                  </a:lnTo>
                  <a:lnTo>
                    <a:pt x="1633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338" y="1071028"/>
              <a:ext cx="167162" cy="200529"/>
            </a:xfrm>
            <a:custGeom>
              <a:avLst/>
              <a:pathLst>
                <a:path w="167162" h="200529">
                  <a:moveTo>
                    <a:pt x="167162" y="0"/>
                  </a:moveTo>
                  <a:lnTo>
                    <a:pt x="161778" y="86"/>
                  </a:lnTo>
                  <a:lnTo>
                    <a:pt x="156400" y="346"/>
                  </a:lnTo>
                  <a:lnTo>
                    <a:pt x="151032" y="779"/>
                  </a:lnTo>
                  <a:lnTo>
                    <a:pt x="145682" y="1385"/>
                  </a:lnTo>
                  <a:lnTo>
                    <a:pt x="140353" y="2163"/>
                  </a:lnTo>
                  <a:lnTo>
                    <a:pt x="135053" y="3112"/>
                  </a:lnTo>
                  <a:lnTo>
                    <a:pt x="129786" y="4231"/>
                  </a:lnTo>
                  <a:lnTo>
                    <a:pt x="124558" y="5520"/>
                  </a:lnTo>
                  <a:lnTo>
                    <a:pt x="119373" y="6976"/>
                  </a:lnTo>
                  <a:lnTo>
                    <a:pt x="114239" y="8598"/>
                  </a:lnTo>
                  <a:lnTo>
                    <a:pt x="109159" y="10385"/>
                  </a:lnTo>
                  <a:lnTo>
                    <a:pt x="104140" y="12334"/>
                  </a:lnTo>
                  <a:lnTo>
                    <a:pt x="99186" y="14444"/>
                  </a:lnTo>
                  <a:lnTo>
                    <a:pt x="94302" y="16713"/>
                  </a:lnTo>
                  <a:lnTo>
                    <a:pt x="89494" y="19138"/>
                  </a:lnTo>
                  <a:lnTo>
                    <a:pt x="84767" y="21716"/>
                  </a:lnTo>
                  <a:lnTo>
                    <a:pt x="80125" y="24445"/>
                  </a:lnTo>
                  <a:lnTo>
                    <a:pt x="75573" y="27322"/>
                  </a:lnTo>
                  <a:lnTo>
                    <a:pt x="71117" y="30345"/>
                  </a:lnTo>
                  <a:lnTo>
                    <a:pt x="66760" y="33509"/>
                  </a:lnTo>
                  <a:lnTo>
                    <a:pt x="62507" y="36812"/>
                  </a:lnTo>
                  <a:lnTo>
                    <a:pt x="58363" y="40251"/>
                  </a:lnTo>
                  <a:lnTo>
                    <a:pt x="54332" y="43820"/>
                  </a:lnTo>
                  <a:lnTo>
                    <a:pt x="50418" y="47518"/>
                  </a:lnTo>
                  <a:lnTo>
                    <a:pt x="46625" y="51341"/>
                  </a:lnTo>
                  <a:lnTo>
                    <a:pt x="42957" y="55283"/>
                  </a:lnTo>
                  <a:lnTo>
                    <a:pt x="39418" y="59341"/>
                  </a:lnTo>
                  <a:lnTo>
                    <a:pt x="36011" y="63511"/>
                  </a:lnTo>
                  <a:lnTo>
                    <a:pt x="32741" y="67789"/>
                  </a:lnTo>
                  <a:lnTo>
                    <a:pt x="29610" y="72170"/>
                  </a:lnTo>
                  <a:lnTo>
                    <a:pt x="26622" y="76650"/>
                  </a:lnTo>
                  <a:lnTo>
                    <a:pt x="23779" y="81223"/>
                  </a:lnTo>
                  <a:lnTo>
                    <a:pt x="21086" y="85886"/>
                  </a:lnTo>
                  <a:lnTo>
                    <a:pt x="18544" y="90633"/>
                  </a:lnTo>
                  <a:lnTo>
                    <a:pt x="16156" y="95459"/>
                  </a:lnTo>
                  <a:lnTo>
                    <a:pt x="13925" y="100360"/>
                  </a:lnTo>
                  <a:lnTo>
                    <a:pt x="11852" y="105330"/>
                  </a:lnTo>
                  <a:lnTo>
                    <a:pt x="9941" y="110364"/>
                  </a:lnTo>
                  <a:lnTo>
                    <a:pt x="8193" y="115457"/>
                  </a:lnTo>
                  <a:lnTo>
                    <a:pt x="6610" y="120604"/>
                  </a:lnTo>
                  <a:lnTo>
                    <a:pt x="5194" y="125799"/>
                  </a:lnTo>
                  <a:lnTo>
                    <a:pt x="3946" y="131037"/>
                  </a:lnTo>
                  <a:lnTo>
                    <a:pt x="2867" y="136313"/>
                  </a:lnTo>
                  <a:lnTo>
                    <a:pt x="1958" y="141620"/>
                  </a:lnTo>
                  <a:lnTo>
                    <a:pt x="1221" y="146954"/>
                  </a:lnTo>
                  <a:lnTo>
                    <a:pt x="656" y="152309"/>
                  </a:lnTo>
                  <a:lnTo>
                    <a:pt x="264" y="157680"/>
                  </a:lnTo>
                  <a:lnTo>
                    <a:pt x="45" y="163060"/>
                  </a:lnTo>
                  <a:lnTo>
                    <a:pt x="0" y="168444"/>
                  </a:lnTo>
                  <a:lnTo>
                    <a:pt x="127" y="173828"/>
                  </a:lnTo>
                  <a:lnTo>
                    <a:pt x="429" y="179204"/>
                  </a:lnTo>
                  <a:lnTo>
                    <a:pt x="903" y="184568"/>
                  </a:lnTo>
                  <a:lnTo>
                    <a:pt x="1549" y="189913"/>
                  </a:lnTo>
                  <a:lnTo>
                    <a:pt x="2368" y="195236"/>
                  </a:lnTo>
                  <a:lnTo>
                    <a:pt x="3357" y="200529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800696" y="1238196"/>
              <a:ext cx="163804" cy="33361"/>
            </a:xfrm>
            <a:custGeom>
              <a:avLst/>
              <a:pathLst>
                <a:path w="163804" h="33361">
                  <a:moveTo>
                    <a:pt x="0" y="33361"/>
                  </a:moveTo>
                  <a:lnTo>
                    <a:pt x="16380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800696" y="1238196"/>
              <a:ext cx="163804" cy="33361"/>
            </a:xfrm>
            <a:custGeom>
              <a:avLst/>
              <a:pathLst>
                <a:path w="163804" h="33361">
                  <a:moveTo>
                    <a:pt x="0" y="33361"/>
                  </a:moveTo>
                  <a:lnTo>
                    <a:pt x="16380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800696" y="1238196"/>
              <a:ext cx="163804" cy="33361"/>
            </a:xfrm>
            <a:custGeom>
              <a:avLst/>
              <a:pathLst>
                <a:path w="163804" h="33361">
                  <a:moveTo>
                    <a:pt x="0" y="33361"/>
                  </a:moveTo>
                  <a:lnTo>
                    <a:pt x="16380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800696" y="1238196"/>
              <a:ext cx="163804" cy="33361"/>
            </a:xfrm>
            <a:custGeom>
              <a:avLst/>
              <a:pathLst>
                <a:path w="163804" h="33361">
                  <a:moveTo>
                    <a:pt x="0" y="33361"/>
                  </a:moveTo>
                  <a:lnTo>
                    <a:pt x="16380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800696" y="1238196"/>
              <a:ext cx="163804" cy="33361"/>
            </a:xfrm>
            <a:custGeom>
              <a:avLst/>
              <a:pathLst>
                <a:path w="163804" h="33361">
                  <a:moveTo>
                    <a:pt x="0" y="33361"/>
                  </a:moveTo>
                  <a:lnTo>
                    <a:pt x="16380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800696" y="1238196"/>
              <a:ext cx="163804" cy="33361"/>
            </a:xfrm>
            <a:custGeom>
              <a:avLst/>
              <a:pathLst>
                <a:path w="163804" h="33361">
                  <a:moveTo>
                    <a:pt x="0" y="33361"/>
                  </a:moveTo>
                  <a:lnTo>
                    <a:pt x="16380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800696" y="1238196"/>
              <a:ext cx="163804" cy="33361"/>
            </a:xfrm>
            <a:custGeom>
              <a:avLst/>
              <a:pathLst>
                <a:path w="163804" h="33361">
                  <a:moveTo>
                    <a:pt x="0" y="33361"/>
                  </a:moveTo>
                  <a:lnTo>
                    <a:pt x="16380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800696" y="1238196"/>
              <a:ext cx="163804" cy="33361"/>
            </a:xfrm>
            <a:custGeom>
              <a:avLst/>
              <a:pathLst>
                <a:path w="163804" h="33361">
                  <a:moveTo>
                    <a:pt x="0" y="33361"/>
                  </a:moveTo>
                  <a:lnTo>
                    <a:pt x="16380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800696" y="1238196"/>
              <a:ext cx="163804" cy="33361"/>
            </a:xfrm>
            <a:custGeom>
              <a:avLst/>
              <a:pathLst>
                <a:path w="163804" h="33361">
                  <a:moveTo>
                    <a:pt x="0" y="33361"/>
                  </a:moveTo>
                  <a:lnTo>
                    <a:pt x="16380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800696" y="1238196"/>
              <a:ext cx="163804" cy="33361"/>
            </a:xfrm>
            <a:custGeom>
              <a:avLst/>
              <a:pathLst>
                <a:path w="163804" h="33361">
                  <a:moveTo>
                    <a:pt x="0" y="33361"/>
                  </a:moveTo>
                  <a:lnTo>
                    <a:pt x="16380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800696" y="1238196"/>
              <a:ext cx="163804" cy="33361"/>
            </a:xfrm>
            <a:custGeom>
              <a:avLst/>
              <a:pathLst>
                <a:path w="163804" h="33361">
                  <a:moveTo>
                    <a:pt x="0" y="33361"/>
                  </a:moveTo>
                  <a:lnTo>
                    <a:pt x="16380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800696" y="1238196"/>
              <a:ext cx="163804" cy="33361"/>
            </a:xfrm>
            <a:custGeom>
              <a:avLst/>
              <a:pathLst>
                <a:path w="163804" h="33361">
                  <a:moveTo>
                    <a:pt x="0" y="33361"/>
                  </a:moveTo>
                  <a:lnTo>
                    <a:pt x="1638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800696" y="1238196"/>
              <a:ext cx="163804" cy="33361"/>
            </a:xfrm>
            <a:custGeom>
              <a:avLst/>
              <a:pathLst>
                <a:path w="163804" h="33361">
                  <a:moveTo>
                    <a:pt x="0" y="33361"/>
                  </a:moveTo>
                  <a:lnTo>
                    <a:pt x="1638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800696" y="1238196"/>
              <a:ext cx="163804" cy="33361"/>
            </a:xfrm>
            <a:custGeom>
              <a:avLst/>
              <a:pathLst>
                <a:path w="163804" h="33361">
                  <a:moveTo>
                    <a:pt x="0" y="33361"/>
                  </a:moveTo>
                  <a:lnTo>
                    <a:pt x="1638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800696" y="1238196"/>
              <a:ext cx="163804" cy="33361"/>
            </a:xfrm>
            <a:custGeom>
              <a:avLst/>
              <a:pathLst>
                <a:path w="163804" h="33361">
                  <a:moveTo>
                    <a:pt x="0" y="33361"/>
                  </a:moveTo>
                  <a:lnTo>
                    <a:pt x="1638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800696" y="1238196"/>
              <a:ext cx="163804" cy="33361"/>
            </a:xfrm>
            <a:custGeom>
              <a:avLst/>
              <a:pathLst>
                <a:path w="163804" h="33361">
                  <a:moveTo>
                    <a:pt x="0" y="33361"/>
                  </a:moveTo>
                  <a:lnTo>
                    <a:pt x="16380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800696" y="1238196"/>
              <a:ext cx="163804" cy="33361"/>
            </a:xfrm>
            <a:custGeom>
              <a:avLst/>
              <a:pathLst>
                <a:path w="163804" h="33361">
                  <a:moveTo>
                    <a:pt x="0" y="33361"/>
                  </a:moveTo>
                  <a:lnTo>
                    <a:pt x="16380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800696" y="1071251"/>
              <a:ext cx="330963" cy="334112"/>
            </a:xfrm>
            <a:custGeom>
              <a:avLst/>
              <a:pathLst>
                <a:path w="330963" h="334112">
                  <a:moveTo>
                    <a:pt x="0" y="200306"/>
                  </a:moveTo>
                  <a:lnTo>
                    <a:pt x="1145" y="205506"/>
                  </a:lnTo>
                  <a:lnTo>
                    <a:pt x="2456" y="210668"/>
                  </a:lnTo>
                  <a:lnTo>
                    <a:pt x="3930" y="215784"/>
                  </a:lnTo>
                  <a:lnTo>
                    <a:pt x="5567" y="220852"/>
                  </a:lnTo>
                  <a:lnTo>
                    <a:pt x="7364" y="225864"/>
                  </a:lnTo>
                  <a:lnTo>
                    <a:pt x="9320" y="230817"/>
                  </a:lnTo>
                  <a:lnTo>
                    <a:pt x="11433" y="235705"/>
                  </a:lnTo>
                  <a:lnTo>
                    <a:pt x="13701" y="240523"/>
                  </a:lnTo>
                  <a:lnTo>
                    <a:pt x="16120" y="245267"/>
                  </a:lnTo>
                  <a:lnTo>
                    <a:pt x="18690" y="249931"/>
                  </a:lnTo>
                  <a:lnTo>
                    <a:pt x="21407" y="254511"/>
                  </a:lnTo>
                  <a:lnTo>
                    <a:pt x="24268" y="259002"/>
                  </a:lnTo>
                  <a:lnTo>
                    <a:pt x="27271" y="263400"/>
                  </a:lnTo>
                  <a:lnTo>
                    <a:pt x="30412" y="267699"/>
                  </a:lnTo>
                  <a:lnTo>
                    <a:pt x="33689" y="271897"/>
                  </a:lnTo>
                  <a:lnTo>
                    <a:pt x="37098" y="275988"/>
                  </a:lnTo>
                  <a:lnTo>
                    <a:pt x="40635" y="279968"/>
                  </a:lnTo>
                  <a:lnTo>
                    <a:pt x="44298" y="283834"/>
                  </a:lnTo>
                  <a:lnTo>
                    <a:pt x="48081" y="287581"/>
                  </a:lnTo>
                  <a:lnTo>
                    <a:pt x="51982" y="291206"/>
                  </a:lnTo>
                  <a:lnTo>
                    <a:pt x="55997" y="294704"/>
                  </a:lnTo>
                  <a:lnTo>
                    <a:pt x="60121" y="298073"/>
                  </a:lnTo>
                  <a:lnTo>
                    <a:pt x="64350" y="301309"/>
                  </a:lnTo>
                  <a:lnTo>
                    <a:pt x="68680" y="304408"/>
                  </a:lnTo>
                  <a:lnTo>
                    <a:pt x="73107" y="307368"/>
                  </a:lnTo>
                  <a:lnTo>
                    <a:pt x="77625" y="310186"/>
                  </a:lnTo>
                  <a:lnTo>
                    <a:pt x="82231" y="312858"/>
                  </a:lnTo>
                  <a:lnTo>
                    <a:pt x="86920" y="315382"/>
                  </a:lnTo>
                  <a:lnTo>
                    <a:pt x="91687" y="317756"/>
                  </a:lnTo>
                  <a:lnTo>
                    <a:pt x="96527" y="319976"/>
                  </a:lnTo>
                  <a:lnTo>
                    <a:pt x="101435" y="322041"/>
                  </a:lnTo>
                  <a:lnTo>
                    <a:pt x="106407" y="323949"/>
                  </a:lnTo>
                  <a:lnTo>
                    <a:pt x="111437" y="325698"/>
                  </a:lnTo>
                  <a:lnTo>
                    <a:pt x="116520" y="327285"/>
                  </a:lnTo>
                  <a:lnTo>
                    <a:pt x="121651" y="328710"/>
                  </a:lnTo>
                  <a:lnTo>
                    <a:pt x="126825" y="329970"/>
                  </a:lnTo>
                  <a:lnTo>
                    <a:pt x="132036" y="331065"/>
                  </a:lnTo>
                  <a:lnTo>
                    <a:pt x="137279" y="331994"/>
                  </a:lnTo>
                  <a:lnTo>
                    <a:pt x="142550" y="332755"/>
                  </a:lnTo>
                  <a:lnTo>
                    <a:pt x="147842" y="333348"/>
                  </a:lnTo>
                  <a:lnTo>
                    <a:pt x="153150" y="333772"/>
                  </a:lnTo>
                  <a:lnTo>
                    <a:pt x="158469" y="334027"/>
                  </a:lnTo>
                  <a:lnTo>
                    <a:pt x="163793" y="334112"/>
                  </a:lnTo>
                  <a:lnTo>
                    <a:pt x="169118" y="334027"/>
                  </a:lnTo>
                  <a:lnTo>
                    <a:pt x="174437" y="333773"/>
                  </a:lnTo>
                  <a:lnTo>
                    <a:pt x="179745" y="333350"/>
                  </a:lnTo>
                  <a:lnTo>
                    <a:pt x="185037" y="332758"/>
                  </a:lnTo>
                  <a:lnTo>
                    <a:pt x="190307" y="331997"/>
                  </a:lnTo>
                  <a:lnTo>
                    <a:pt x="195551" y="331070"/>
                  </a:lnTo>
                  <a:lnTo>
                    <a:pt x="200762" y="329975"/>
                  </a:lnTo>
                  <a:lnTo>
                    <a:pt x="205936" y="328715"/>
                  </a:lnTo>
                  <a:lnTo>
                    <a:pt x="211067" y="327291"/>
                  </a:lnTo>
                  <a:lnTo>
                    <a:pt x="216151" y="325704"/>
                  </a:lnTo>
                  <a:lnTo>
                    <a:pt x="221181" y="323957"/>
                  </a:lnTo>
                  <a:lnTo>
                    <a:pt x="226152" y="322050"/>
                  </a:lnTo>
                  <a:lnTo>
                    <a:pt x="231061" y="319985"/>
                  </a:lnTo>
                  <a:lnTo>
                    <a:pt x="235901" y="317765"/>
                  </a:lnTo>
                  <a:lnTo>
                    <a:pt x="240669" y="315392"/>
                  </a:lnTo>
                  <a:lnTo>
                    <a:pt x="245358" y="312869"/>
                  </a:lnTo>
                  <a:lnTo>
                    <a:pt x="249964" y="310197"/>
                  </a:lnTo>
                  <a:lnTo>
                    <a:pt x="254483" y="307380"/>
                  </a:lnTo>
                  <a:lnTo>
                    <a:pt x="258910" y="304421"/>
                  </a:lnTo>
                  <a:lnTo>
                    <a:pt x="263241" y="301322"/>
                  </a:lnTo>
                  <a:lnTo>
                    <a:pt x="267470" y="298087"/>
                  </a:lnTo>
                  <a:lnTo>
                    <a:pt x="271595" y="294718"/>
                  </a:lnTo>
                  <a:lnTo>
                    <a:pt x="275610" y="291220"/>
                  </a:lnTo>
                  <a:lnTo>
                    <a:pt x="279511" y="287596"/>
                  </a:lnTo>
                  <a:lnTo>
                    <a:pt x="283295" y="283849"/>
                  </a:lnTo>
                  <a:lnTo>
                    <a:pt x="286958" y="279984"/>
                  </a:lnTo>
                  <a:lnTo>
                    <a:pt x="290496" y="276004"/>
                  </a:lnTo>
                  <a:lnTo>
                    <a:pt x="293905" y="271914"/>
                  </a:lnTo>
                  <a:lnTo>
                    <a:pt x="297183" y="267717"/>
                  </a:lnTo>
                  <a:lnTo>
                    <a:pt x="300325" y="263417"/>
                  </a:lnTo>
                  <a:lnTo>
                    <a:pt x="303328" y="259020"/>
                  </a:lnTo>
                  <a:lnTo>
                    <a:pt x="306190" y="254530"/>
                  </a:lnTo>
                  <a:lnTo>
                    <a:pt x="308907" y="249950"/>
                  </a:lnTo>
                  <a:lnTo>
                    <a:pt x="311478" y="245286"/>
                  </a:lnTo>
                  <a:lnTo>
                    <a:pt x="313898" y="240543"/>
                  </a:lnTo>
                  <a:lnTo>
                    <a:pt x="316166" y="235725"/>
                  </a:lnTo>
                  <a:lnTo>
                    <a:pt x="318279" y="230837"/>
                  </a:lnTo>
                  <a:lnTo>
                    <a:pt x="320236" y="225885"/>
                  </a:lnTo>
                  <a:lnTo>
                    <a:pt x="322034" y="220872"/>
                  </a:lnTo>
                  <a:lnTo>
                    <a:pt x="323671" y="215805"/>
                  </a:lnTo>
                  <a:lnTo>
                    <a:pt x="325147" y="210689"/>
                  </a:lnTo>
                  <a:lnTo>
                    <a:pt x="326458" y="205528"/>
                  </a:lnTo>
                  <a:lnTo>
                    <a:pt x="327604" y="200327"/>
                  </a:lnTo>
                  <a:lnTo>
                    <a:pt x="328585" y="195093"/>
                  </a:lnTo>
                  <a:lnTo>
                    <a:pt x="329397" y="189831"/>
                  </a:lnTo>
                  <a:lnTo>
                    <a:pt x="330042" y="184545"/>
                  </a:lnTo>
                  <a:lnTo>
                    <a:pt x="330519" y="179241"/>
                  </a:lnTo>
                  <a:lnTo>
                    <a:pt x="330826" y="173925"/>
                  </a:lnTo>
                  <a:lnTo>
                    <a:pt x="330963" y="168602"/>
                  </a:lnTo>
                  <a:lnTo>
                    <a:pt x="330931" y="163277"/>
                  </a:lnTo>
                  <a:lnTo>
                    <a:pt x="330730" y="157955"/>
                  </a:lnTo>
                  <a:lnTo>
                    <a:pt x="330359" y="152643"/>
                  </a:lnTo>
                  <a:lnTo>
                    <a:pt x="329819" y="147346"/>
                  </a:lnTo>
                  <a:lnTo>
                    <a:pt x="329110" y="142068"/>
                  </a:lnTo>
                  <a:lnTo>
                    <a:pt x="328234" y="136815"/>
                  </a:lnTo>
                  <a:lnTo>
                    <a:pt x="327191" y="131593"/>
                  </a:lnTo>
                  <a:lnTo>
                    <a:pt x="325982" y="126407"/>
                  </a:lnTo>
                  <a:lnTo>
                    <a:pt x="324609" y="121262"/>
                  </a:lnTo>
                  <a:lnTo>
                    <a:pt x="323072" y="116164"/>
                  </a:lnTo>
                  <a:lnTo>
                    <a:pt x="321374" y="111117"/>
                  </a:lnTo>
                  <a:lnTo>
                    <a:pt x="319516" y="106127"/>
                  </a:lnTo>
                  <a:lnTo>
                    <a:pt x="317500" y="101198"/>
                  </a:lnTo>
                  <a:lnTo>
                    <a:pt x="315328" y="96336"/>
                  </a:lnTo>
                  <a:lnTo>
                    <a:pt x="313002" y="91546"/>
                  </a:lnTo>
                  <a:lnTo>
                    <a:pt x="310525" y="86832"/>
                  </a:lnTo>
                  <a:lnTo>
                    <a:pt x="307899" y="82199"/>
                  </a:lnTo>
                  <a:lnTo>
                    <a:pt x="305126" y="77653"/>
                  </a:lnTo>
                  <a:lnTo>
                    <a:pt x="302211" y="73197"/>
                  </a:lnTo>
                  <a:lnTo>
                    <a:pt x="299155" y="68836"/>
                  </a:lnTo>
                  <a:lnTo>
                    <a:pt x="295961" y="64575"/>
                  </a:lnTo>
                  <a:lnTo>
                    <a:pt x="292633" y="60417"/>
                  </a:lnTo>
                  <a:lnTo>
                    <a:pt x="289175" y="56368"/>
                  </a:lnTo>
                  <a:lnTo>
                    <a:pt x="285590" y="52431"/>
                  </a:lnTo>
                  <a:lnTo>
                    <a:pt x="281880" y="48610"/>
                  </a:lnTo>
                  <a:lnTo>
                    <a:pt x="278052" y="44910"/>
                  </a:lnTo>
                  <a:lnTo>
                    <a:pt x="274107" y="41333"/>
                  </a:lnTo>
                  <a:lnTo>
                    <a:pt x="270050" y="37883"/>
                  </a:lnTo>
                  <a:lnTo>
                    <a:pt x="265885" y="34565"/>
                  </a:lnTo>
                  <a:lnTo>
                    <a:pt x="261617" y="31380"/>
                  </a:lnTo>
                  <a:lnTo>
                    <a:pt x="257250" y="28334"/>
                  </a:lnTo>
                  <a:lnTo>
                    <a:pt x="252787" y="25428"/>
                  </a:lnTo>
                  <a:lnTo>
                    <a:pt x="248235" y="22665"/>
                  </a:lnTo>
                  <a:lnTo>
                    <a:pt x="243597" y="20049"/>
                  </a:lnTo>
                  <a:lnTo>
                    <a:pt x="238878" y="17583"/>
                  </a:lnTo>
                  <a:lnTo>
                    <a:pt x="234082" y="15267"/>
                  </a:lnTo>
                  <a:lnTo>
                    <a:pt x="229215" y="13106"/>
                  </a:lnTo>
                  <a:lnTo>
                    <a:pt x="224282" y="11100"/>
                  </a:lnTo>
                  <a:lnTo>
                    <a:pt x="219288" y="9253"/>
                  </a:lnTo>
                  <a:lnTo>
                    <a:pt x="214237" y="7566"/>
                  </a:lnTo>
                  <a:lnTo>
                    <a:pt x="209135" y="6041"/>
                  </a:lnTo>
                  <a:lnTo>
                    <a:pt x="203988" y="4678"/>
                  </a:lnTo>
                  <a:lnTo>
                    <a:pt x="198799" y="3481"/>
                  </a:lnTo>
                  <a:lnTo>
                    <a:pt x="193575" y="2449"/>
                  </a:lnTo>
                  <a:lnTo>
                    <a:pt x="188320" y="1584"/>
                  </a:lnTo>
                  <a:lnTo>
                    <a:pt x="183041" y="887"/>
                  </a:lnTo>
                  <a:lnTo>
                    <a:pt x="177742" y="359"/>
                  </a:lnTo>
                  <a:lnTo>
                    <a:pt x="172429" y="0"/>
                  </a:lnTo>
                  <a:lnTo>
                    <a:pt x="163804" y="1669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964501" y="1071028"/>
              <a:ext cx="8625" cy="167167"/>
            </a:xfrm>
            <a:custGeom>
              <a:avLst/>
              <a:pathLst>
                <a:path w="8625" h="167167">
                  <a:moveTo>
                    <a:pt x="8625" y="22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3141" y="1322571"/>
              <a:ext cx="55579" cy="167167"/>
            </a:xfrm>
            <a:custGeom>
              <a:avLst/>
              <a:pathLst>
                <a:path w="55579" h="167167">
                  <a:moveTo>
                    <a:pt x="55579" y="0"/>
                  </a:moveTo>
                  <a:lnTo>
                    <a:pt x="49285" y="118"/>
                  </a:lnTo>
                  <a:lnTo>
                    <a:pt x="43000" y="473"/>
                  </a:lnTo>
                  <a:lnTo>
                    <a:pt x="36733" y="1065"/>
                  </a:lnTo>
                  <a:lnTo>
                    <a:pt x="30493" y="1893"/>
                  </a:lnTo>
                  <a:lnTo>
                    <a:pt x="24288" y="2954"/>
                  </a:lnTo>
                  <a:lnTo>
                    <a:pt x="18128" y="4249"/>
                  </a:lnTo>
                  <a:lnTo>
                    <a:pt x="12020" y="5774"/>
                  </a:lnTo>
                  <a:lnTo>
                    <a:pt x="5975" y="7529"/>
                  </a:lnTo>
                  <a:lnTo>
                    <a:pt x="0" y="9509"/>
                  </a:lnTo>
                  <a:lnTo>
                    <a:pt x="5557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3141" y="1332081"/>
              <a:ext cx="55579" cy="157657"/>
            </a:xfrm>
            <a:custGeom>
              <a:avLst/>
              <a:pathLst>
                <a:path w="55579" h="157657">
                  <a:moveTo>
                    <a:pt x="0" y="0"/>
                  </a:moveTo>
                  <a:lnTo>
                    <a:pt x="55579" y="1576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3141" y="1332081"/>
              <a:ext cx="55579" cy="157657"/>
            </a:xfrm>
            <a:custGeom>
              <a:avLst/>
              <a:pathLst>
                <a:path w="55579" h="157657">
                  <a:moveTo>
                    <a:pt x="0" y="0"/>
                  </a:moveTo>
                  <a:lnTo>
                    <a:pt x="55579" y="1576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3141" y="1332081"/>
              <a:ext cx="55579" cy="157657"/>
            </a:xfrm>
            <a:custGeom>
              <a:avLst/>
              <a:pathLst>
                <a:path w="55579" h="157657">
                  <a:moveTo>
                    <a:pt x="0" y="0"/>
                  </a:moveTo>
                  <a:lnTo>
                    <a:pt x="55579" y="157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3141" y="1332081"/>
              <a:ext cx="55579" cy="157657"/>
            </a:xfrm>
            <a:custGeom>
              <a:avLst/>
              <a:pathLst>
                <a:path w="55579" h="157657">
                  <a:moveTo>
                    <a:pt x="0" y="0"/>
                  </a:moveTo>
                  <a:lnTo>
                    <a:pt x="55579" y="157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3141" y="1332081"/>
              <a:ext cx="55579" cy="157657"/>
            </a:xfrm>
            <a:custGeom>
              <a:avLst/>
              <a:pathLst>
                <a:path w="55579" h="157657">
                  <a:moveTo>
                    <a:pt x="0" y="0"/>
                  </a:moveTo>
                  <a:lnTo>
                    <a:pt x="55579" y="157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3141" y="1332081"/>
              <a:ext cx="55579" cy="157657"/>
            </a:xfrm>
            <a:custGeom>
              <a:avLst/>
              <a:pathLst>
                <a:path w="55579" h="157657">
                  <a:moveTo>
                    <a:pt x="0" y="0"/>
                  </a:moveTo>
                  <a:lnTo>
                    <a:pt x="55579" y="157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3141" y="1332081"/>
              <a:ext cx="55579" cy="157657"/>
            </a:xfrm>
            <a:custGeom>
              <a:avLst/>
              <a:pathLst>
                <a:path w="55579" h="157657">
                  <a:moveTo>
                    <a:pt x="0" y="0"/>
                  </a:moveTo>
                  <a:lnTo>
                    <a:pt x="55579" y="1576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3141" y="1332081"/>
              <a:ext cx="55579" cy="157657"/>
            </a:xfrm>
            <a:custGeom>
              <a:avLst/>
              <a:pathLst>
                <a:path w="55579" h="157657">
                  <a:moveTo>
                    <a:pt x="0" y="0"/>
                  </a:moveTo>
                  <a:lnTo>
                    <a:pt x="55579" y="1576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33141" y="1332081"/>
              <a:ext cx="55579" cy="157657"/>
            </a:xfrm>
            <a:custGeom>
              <a:avLst/>
              <a:pathLst>
                <a:path w="55579" h="157657">
                  <a:moveTo>
                    <a:pt x="0" y="0"/>
                  </a:moveTo>
                  <a:lnTo>
                    <a:pt x="55579" y="1576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33141" y="1332081"/>
              <a:ext cx="55579" cy="157657"/>
            </a:xfrm>
            <a:custGeom>
              <a:avLst/>
              <a:pathLst>
                <a:path w="55579" h="157657">
                  <a:moveTo>
                    <a:pt x="0" y="0"/>
                  </a:moveTo>
                  <a:lnTo>
                    <a:pt x="55579" y="1576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33141" y="1332081"/>
              <a:ext cx="55579" cy="157657"/>
            </a:xfrm>
            <a:custGeom>
              <a:avLst/>
              <a:pathLst>
                <a:path w="55579" h="157657">
                  <a:moveTo>
                    <a:pt x="0" y="0"/>
                  </a:moveTo>
                  <a:lnTo>
                    <a:pt x="55579" y="157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33141" y="1332081"/>
              <a:ext cx="55579" cy="157657"/>
            </a:xfrm>
            <a:custGeom>
              <a:avLst/>
              <a:pathLst>
                <a:path w="55579" h="157657">
                  <a:moveTo>
                    <a:pt x="0" y="0"/>
                  </a:moveTo>
                  <a:lnTo>
                    <a:pt x="55579" y="157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33141" y="1332081"/>
              <a:ext cx="55579" cy="157657"/>
            </a:xfrm>
            <a:custGeom>
              <a:avLst/>
              <a:pathLst>
                <a:path w="55579" h="157657">
                  <a:moveTo>
                    <a:pt x="0" y="0"/>
                  </a:moveTo>
                  <a:lnTo>
                    <a:pt x="55579" y="157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33141" y="1332081"/>
              <a:ext cx="55579" cy="157657"/>
            </a:xfrm>
            <a:custGeom>
              <a:avLst/>
              <a:pathLst>
                <a:path w="55579" h="157657">
                  <a:moveTo>
                    <a:pt x="0" y="0"/>
                  </a:moveTo>
                  <a:lnTo>
                    <a:pt x="55579" y="157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33141" y="1332081"/>
              <a:ext cx="55579" cy="157657"/>
            </a:xfrm>
            <a:custGeom>
              <a:avLst/>
              <a:pathLst>
                <a:path w="55579" h="157657">
                  <a:moveTo>
                    <a:pt x="0" y="0"/>
                  </a:moveTo>
                  <a:lnTo>
                    <a:pt x="55579" y="1576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33141" y="1332081"/>
              <a:ext cx="55579" cy="157657"/>
            </a:xfrm>
            <a:custGeom>
              <a:avLst/>
              <a:pathLst>
                <a:path w="55579" h="157657">
                  <a:moveTo>
                    <a:pt x="0" y="0"/>
                  </a:moveTo>
                  <a:lnTo>
                    <a:pt x="55579" y="1576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321555" y="1332081"/>
              <a:ext cx="334331" cy="324813"/>
            </a:xfrm>
            <a:custGeom>
              <a:avLst/>
              <a:pathLst>
                <a:path w="334331" h="324813">
                  <a:moveTo>
                    <a:pt x="111585" y="0"/>
                  </a:moveTo>
                  <a:lnTo>
                    <a:pt x="106614" y="1841"/>
                  </a:lnTo>
                  <a:lnTo>
                    <a:pt x="101703" y="3840"/>
                  </a:lnTo>
                  <a:lnTo>
                    <a:pt x="96859" y="5993"/>
                  </a:lnTo>
                  <a:lnTo>
                    <a:pt x="92085" y="8299"/>
                  </a:lnTo>
                  <a:lnTo>
                    <a:pt x="87386" y="10755"/>
                  </a:lnTo>
                  <a:lnTo>
                    <a:pt x="82768" y="13358"/>
                  </a:lnTo>
                  <a:lnTo>
                    <a:pt x="78234" y="16107"/>
                  </a:lnTo>
                  <a:lnTo>
                    <a:pt x="73791" y="18998"/>
                  </a:lnTo>
                  <a:lnTo>
                    <a:pt x="69441" y="22029"/>
                  </a:lnTo>
                  <a:lnTo>
                    <a:pt x="65189" y="25196"/>
                  </a:lnTo>
                  <a:lnTo>
                    <a:pt x="61040" y="28497"/>
                  </a:lnTo>
                  <a:lnTo>
                    <a:pt x="56997" y="31927"/>
                  </a:lnTo>
                  <a:lnTo>
                    <a:pt x="53066" y="35484"/>
                  </a:lnTo>
                  <a:lnTo>
                    <a:pt x="49249" y="39163"/>
                  </a:lnTo>
                  <a:lnTo>
                    <a:pt x="45551" y="42962"/>
                  </a:lnTo>
                  <a:lnTo>
                    <a:pt x="41975" y="46876"/>
                  </a:lnTo>
                  <a:lnTo>
                    <a:pt x="38525" y="50902"/>
                  </a:lnTo>
                  <a:lnTo>
                    <a:pt x="35204" y="55035"/>
                  </a:lnTo>
                  <a:lnTo>
                    <a:pt x="32016" y="59271"/>
                  </a:lnTo>
                  <a:lnTo>
                    <a:pt x="28964" y="63606"/>
                  </a:lnTo>
                  <a:lnTo>
                    <a:pt x="26051" y="68036"/>
                  </a:lnTo>
                  <a:lnTo>
                    <a:pt x="23280" y="72556"/>
                  </a:lnTo>
                  <a:lnTo>
                    <a:pt x="20654" y="77161"/>
                  </a:lnTo>
                  <a:lnTo>
                    <a:pt x="18175" y="81848"/>
                  </a:lnTo>
                  <a:lnTo>
                    <a:pt x="15846" y="86610"/>
                  </a:lnTo>
                  <a:lnTo>
                    <a:pt x="13669" y="91444"/>
                  </a:lnTo>
                  <a:lnTo>
                    <a:pt x="11647" y="96345"/>
                  </a:lnTo>
                  <a:lnTo>
                    <a:pt x="9781" y="101308"/>
                  </a:lnTo>
                  <a:lnTo>
                    <a:pt x="8073" y="106327"/>
                  </a:lnTo>
                  <a:lnTo>
                    <a:pt x="6525" y="111397"/>
                  </a:lnTo>
                  <a:lnTo>
                    <a:pt x="5139" y="116515"/>
                  </a:lnTo>
                  <a:lnTo>
                    <a:pt x="3916" y="121673"/>
                  </a:lnTo>
                  <a:lnTo>
                    <a:pt x="2857" y="126868"/>
                  </a:lnTo>
                  <a:lnTo>
                    <a:pt x="1963" y="132094"/>
                  </a:lnTo>
                  <a:lnTo>
                    <a:pt x="1236" y="137345"/>
                  </a:lnTo>
                  <a:lnTo>
                    <a:pt x="675" y="142617"/>
                  </a:lnTo>
                  <a:lnTo>
                    <a:pt x="282" y="147904"/>
                  </a:lnTo>
                  <a:lnTo>
                    <a:pt x="57" y="153201"/>
                  </a:lnTo>
                  <a:lnTo>
                    <a:pt x="0" y="158503"/>
                  </a:lnTo>
                  <a:lnTo>
                    <a:pt x="110" y="163803"/>
                  </a:lnTo>
                  <a:lnTo>
                    <a:pt x="389" y="169098"/>
                  </a:lnTo>
                  <a:lnTo>
                    <a:pt x="836" y="174380"/>
                  </a:lnTo>
                  <a:lnTo>
                    <a:pt x="1450" y="179646"/>
                  </a:lnTo>
                  <a:lnTo>
                    <a:pt x="2231" y="184890"/>
                  </a:lnTo>
                  <a:lnTo>
                    <a:pt x="3177" y="190107"/>
                  </a:lnTo>
                  <a:lnTo>
                    <a:pt x="4289" y="195291"/>
                  </a:lnTo>
                  <a:lnTo>
                    <a:pt x="5564" y="200437"/>
                  </a:lnTo>
                  <a:lnTo>
                    <a:pt x="7002" y="205540"/>
                  </a:lnTo>
                  <a:lnTo>
                    <a:pt x="8601" y="210594"/>
                  </a:lnTo>
                  <a:lnTo>
                    <a:pt x="10359" y="215596"/>
                  </a:lnTo>
                  <a:lnTo>
                    <a:pt x="12275" y="220539"/>
                  </a:lnTo>
                  <a:lnTo>
                    <a:pt x="14347" y="225419"/>
                  </a:lnTo>
                  <a:lnTo>
                    <a:pt x="16573" y="230231"/>
                  </a:lnTo>
                  <a:lnTo>
                    <a:pt x="18950" y="234970"/>
                  </a:lnTo>
                  <a:lnTo>
                    <a:pt x="21476" y="239631"/>
                  </a:lnTo>
                  <a:lnTo>
                    <a:pt x="24149" y="244210"/>
                  </a:lnTo>
                  <a:lnTo>
                    <a:pt x="26965" y="248701"/>
                  </a:lnTo>
                  <a:lnTo>
                    <a:pt x="29923" y="253101"/>
                  </a:lnTo>
                  <a:lnTo>
                    <a:pt x="33019" y="257406"/>
                  </a:lnTo>
                  <a:lnTo>
                    <a:pt x="36249" y="261609"/>
                  </a:lnTo>
                  <a:lnTo>
                    <a:pt x="39611" y="265708"/>
                  </a:lnTo>
                  <a:lnTo>
                    <a:pt x="43102" y="269699"/>
                  </a:lnTo>
                  <a:lnTo>
                    <a:pt x="46717" y="273577"/>
                  </a:lnTo>
                  <a:lnTo>
                    <a:pt x="50454" y="277338"/>
                  </a:lnTo>
                  <a:lnTo>
                    <a:pt x="54308" y="280979"/>
                  </a:lnTo>
                  <a:lnTo>
                    <a:pt x="58275" y="284495"/>
                  </a:lnTo>
                  <a:lnTo>
                    <a:pt x="62352" y="287885"/>
                  </a:lnTo>
                  <a:lnTo>
                    <a:pt x="66534" y="291143"/>
                  </a:lnTo>
                  <a:lnTo>
                    <a:pt x="70818" y="294267"/>
                  </a:lnTo>
                  <a:lnTo>
                    <a:pt x="75198" y="297253"/>
                  </a:lnTo>
                  <a:lnTo>
                    <a:pt x="79671" y="300099"/>
                  </a:lnTo>
                  <a:lnTo>
                    <a:pt x="84232" y="302802"/>
                  </a:lnTo>
                  <a:lnTo>
                    <a:pt x="88877" y="305359"/>
                  </a:lnTo>
                  <a:lnTo>
                    <a:pt x="93600" y="307767"/>
                  </a:lnTo>
                  <a:lnTo>
                    <a:pt x="98397" y="310025"/>
                  </a:lnTo>
                  <a:lnTo>
                    <a:pt x="103263" y="312129"/>
                  </a:lnTo>
                  <a:lnTo>
                    <a:pt x="108194" y="314077"/>
                  </a:lnTo>
                  <a:lnTo>
                    <a:pt x="113183" y="315869"/>
                  </a:lnTo>
                  <a:lnTo>
                    <a:pt x="118228" y="317501"/>
                  </a:lnTo>
                  <a:lnTo>
                    <a:pt x="123321" y="318972"/>
                  </a:lnTo>
                  <a:lnTo>
                    <a:pt x="128459" y="320282"/>
                  </a:lnTo>
                  <a:lnTo>
                    <a:pt x="133635" y="321427"/>
                  </a:lnTo>
                  <a:lnTo>
                    <a:pt x="138845" y="322408"/>
                  </a:lnTo>
                  <a:lnTo>
                    <a:pt x="144084" y="323223"/>
                  </a:lnTo>
                  <a:lnTo>
                    <a:pt x="149346" y="323872"/>
                  </a:lnTo>
                  <a:lnTo>
                    <a:pt x="154625" y="324353"/>
                  </a:lnTo>
                  <a:lnTo>
                    <a:pt x="159918" y="324667"/>
                  </a:lnTo>
                  <a:lnTo>
                    <a:pt x="165217" y="324813"/>
                  </a:lnTo>
                  <a:lnTo>
                    <a:pt x="170519" y="324791"/>
                  </a:lnTo>
                  <a:lnTo>
                    <a:pt x="175817" y="324600"/>
                  </a:lnTo>
                  <a:lnTo>
                    <a:pt x="181107" y="324242"/>
                  </a:lnTo>
                  <a:lnTo>
                    <a:pt x="186382" y="323716"/>
                  </a:lnTo>
                  <a:lnTo>
                    <a:pt x="191638" y="323023"/>
                  </a:lnTo>
                  <a:lnTo>
                    <a:pt x="196870" y="322164"/>
                  </a:lnTo>
                  <a:lnTo>
                    <a:pt x="202072" y="321139"/>
                  </a:lnTo>
                  <a:lnTo>
                    <a:pt x="207238" y="319950"/>
                  </a:lnTo>
                  <a:lnTo>
                    <a:pt x="212365" y="318598"/>
                  </a:lnTo>
                  <a:lnTo>
                    <a:pt x="217445" y="317083"/>
                  </a:lnTo>
                  <a:lnTo>
                    <a:pt x="222476" y="315409"/>
                  </a:lnTo>
                  <a:lnTo>
                    <a:pt x="227450" y="313576"/>
                  </a:lnTo>
                  <a:lnTo>
                    <a:pt x="232364" y="311585"/>
                  </a:lnTo>
                  <a:lnTo>
                    <a:pt x="237213" y="309441"/>
                  </a:lnTo>
                  <a:lnTo>
                    <a:pt x="241991" y="307143"/>
                  </a:lnTo>
                  <a:lnTo>
                    <a:pt x="246693" y="304695"/>
                  </a:lnTo>
                  <a:lnTo>
                    <a:pt x="251316" y="302099"/>
                  </a:lnTo>
                  <a:lnTo>
                    <a:pt x="255854" y="299358"/>
                  </a:lnTo>
                  <a:lnTo>
                    <a:pt x="260303" y="296474"/>
                  </a:lnTo>
                  <a:lnTo>
                    <a:pt x="264658" y="293451"/>
                  </a:lnTo>
                  <a:lnTo>
                    <a:pt x="268915" y="290291"/>
                  </a:lnTo>
                  <a:lnTo>
                    <a:pt x="273070" y="286998"/>
                  </a:lnTo>
                  <a:lnTo>
                    <a:pt x="277118" y="283575"/>
                  </a:lnTo>
                  <a:lnTo>
                    <a:pt x="281056" y="280024"/>
                  </a:lnTo>
                  <a:lnTo>
                    <a:pt x="284879" y="276351"/>
                  </a:lnTo>
                  <a:lnTo>
                    <a:pt x="288584" y="272559"/>
                  </a:lnTo>
                  <a:lnTo>
                    <a:pt x="292166" y="268651"/>
                  </a:lnTo>
                  <a:lnTo>
                    <a:pt x="295623" y="264631"/>
                  </a:lnTo>
                  <a:lnTo>
                    <a:pt x="298951" y="260504"/>
                  </a:lnTo>
                  <a:lnTo>
                    <a:pt x="302146" y="256273"/>
                  </a:lnTo>
                  <a:lnTo>
                    <a:pt x="305205" y="251943"/>
                  </a:lnTo>
                  <a:lnTo>
                    <a:pt x="308125" y="247518"/>
                  </a:lnTo>
                  <a:lnTo>
                    <a:pt x="310904" y="243003"/>
                  </a:lnTo>
                  <a:lnTo>
                    <a:pt x="313538" y="238402"/>
                  </a:lnTo>
                  <a:lnTo>
                    <a:pt x="316025" y="233720"/>
                  </a:lnTo>
                  <a:lnTo>
                    <a:pt x="318362" y="228961"/>
                  </a:lnTo>
                  <a:lnTo>
                    <a:pt x="320547" y="224131"/>
                  </a:lnTo>
                  <a:lnTo>
                    <a:pt x="322578" y="219234"/>
                  </a:lnTo>
                  <a:lnTo>
                    <a:pt x="324453" y="214274"/>
                  </a:lnTo>
                  <a:lnTo>
                    <a:pt x="326169" y="209258"/>
                  </a:lnTo>
                  <a:lnTo>
                    <a:pt x="327725" y="204190"/>
                  </a:lnTo>
                  <a:lnTo>
                    <a:pt x="329120" y="199075"/>
                  </a:lnTo>
                  <a:lnTo>
                    <a:pt x="330352" y="193919"/>
                  </a:lnTo>
                  <a:lnTo>
                    <a:pt x="331420" y="188726"/>
                  </a:lnTo>
                  <a:lnTo>
                    <a:pt x="332322" y="183501"/>
                  </a:lnTo>
                  <a:lnTo>
                    <a:pt x="333059" y="178251"/>
                  </a:lnTo>
                  <a:lnTo>
                    <a:pt x="333628" y="172980"/>
                  </a:lnTo>
                  <a:lnTo>
                    <a:pt x="334031" y="167694"/>
                  </a:lnTo>
                  <a:lnTo>
                    <a:pt x="334265" y="162397"/>
                  </a:lnTo>
                  <a:lnTo>
                    <a:pt x="334331" y="157096"/>
                  </a:lnTo>
                  <a:lnTo>
                    <a:pt x="334229" y="151795"/>
                  </a:lnTo>
                  <a:lnTo>
                    <a:pt x="333960" y="146500"/>
                  </a:lnTo>
                  <a:lnTo>
                    <a:pt x="333522" y="141217"/>
                  </a:lnTo>
                  <a:lnTo>
                    <a:pt x="332917" y="135950"/>
                  </a:lnTo>
                  <a:lnTo>
                    <a:pt x="332145" y="130705"/>
                  </a:lnTo>
                  <a:lnTo>
                    <a:pt x="331208" y="125486"/>
                  </a:lnTo>
                  <a:lnTo>
                    <a:pt x="330105" y="120301"/>
                  </a:lnTo>
                  <a:lnTo>
                    <a:pt x="328838" y="115153"/>
                  </a:lnTo>
                  <a:lnTo>
                    <a:pt x="327409" y="110047"/>
                  </a:lnTo>
                  <a:lnTo>
                    <a:pt x="325819" y="104990"/>
                  </a:lnTo>
                  <a:lnTo>
                    <a:pt x="324069" y="99985"/>
                  </a:lnTo>
                  <a:lnTo>
                    <a:pt x="322161" y="95039"/>
                  </a:lnTo>
                  <a:lnTo>
                    <a:pt x="320098" y="90155"/>
                  </a:lnTo>
                  <a:lnTo>
                    <a:pt x="317880" y="85339"/>
                  </a:lnTo>
                  <a:lnTo>
                    <a:pt x="315511" y="80596"/>
                  </a:lnTo>
                  <a:lnTo>
                    <a:pt x="312993" y="75931"/>
                  </a:lnTo>
                  <a:lnTo>
                    <a:pt x="310328" y="71348"/>
                  </a:lnTo>
                  <a:lnTo>
                    <a:pt x="307519" y="66851"/>
                  </a:lnTo>
                  <a:lnTo>
                    <a:pt x="304569" y="62446"/>
                  </a:lnTo>
                  <a:lnTo>
                    <a:pt x="301481" y="58137"/>
                  </a:lnTo>
                  <a:lnTo>
                    <a:pt x="298257" y="53928"/>
                  </a:lnTo>
                  <a:lnTo>
                    <a:pt x="294902" y="49823"/>
                  </a:lnTo>
                  <a:lnTo>
                    <a:pt x="291418" y="45827"/>
                  </a:lnTo>
                  <a:lnTo>
                    <a:pt x="287809" y="41943"/>
                  </a:lnTo>
                  <a:lnTo>
                    <a:pt x="284079" y="38175"/>
                  </a:lnTo>
                  <a:lnTo>
                    <a:pt x="280232" y="34528"/>
                  </a:lnTo>
                  <a:lnTo>
                    <a:pt x="276270" y="31004"/>
                  </a:lnTo>
                  <a:lnTo>
                    <a:pt x="272199" y="27608"/>
                  </a:lnTo>
                  <a:lnTo>
                    <a:pt x="268022" y="24343"/>
                  </a:lnTo>
                  <a:lnTo>
                    <a:pt x="263744" y="21212"/>
                  </a:lnTo>
                  <a:lnTo>
                    <a:pt x="259369" y="18218"/>
                  </a:lnTo>
                  <a:lnTo>
                    <a:pt x="254901" y="15364"/>
                  </a:lnTo>
                  <a:lnTo>
                    <a:pt x="250344" y="12653"/>
                  </a:lnTo>
                  <a:lnTo>
                    <a:pt x="245704" y="10088"/>
                  </a:lnTo>
                  <a:lnTo>
                    <a:pt x="240985" y="7672"/>
                  </a:lnTo>
                  <a:lnTo>
                    <a:pt x="236192" y="5407"/>
                  </a:lnTo>
                  <a:lnTo>
                    <a:pt x="231329" y="3294"/>
                  </a:lnTo>
                  <a:lnTo>
                    <a:pt x="226402" y="1337"/>
                  </a:lnTo>
                  <a:lnTo>
                    <a:pt x="167165" y="1576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88720" y="1322571"/>
              <a:ext cx="59237" cy="167167"/>
            </a:xfrm>
            <a:custGeom>
              <a:avLst/>
              <a:pathLst>
                <a:path w="59237" h="167167">
                  <a:moveTo>
                    <a:pt x="59237" y="10847"/>
                  </a:moveTo>
                  <a:lnTo>
                    <a:pt x="53537" y="8804"/>
                  </a:lnTo>
                  <a:lnTo>
                    <a:pt x="47767" y="6969"/>
                  </a:lnTo>
                  <a:lnTo>
                    <a:pt x="41934" y="5345"/>
                  </a:lnTo>
                  <a:lnTo>
                    <a:pt x="36046" y="3932"/>
                  </a:lnTo>
                  <a:lnTo>
                    <a:pt x="30111" y="2734"/>
                  </a:lnTo>
                  <a:lnTo>
                    <a:pt x="24136" y="1751"/>
                  </a:lnTo>
                  <a:lnTo>
                    <a:pt x="18130" y="986"/>
                  </a:lnTo>
                  <a:lnTo>
                    <a:pt x="12100" y="438"/>
                  </a:lnTo>
                  <a:lnTo>
                    <a:pt x="6053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48947" y="1681503"/>
              <a:ext cx="37577" cy="167167"/>
            </a:xfrm>
            <a:custGeom>
              <a:avLst/>
              <a:pathLst>
                <a:path w="37577" h="167167">
                  <a:moveTo>
                    <a:pt x="37577" y="0"/>
                  </a:moveTo>
                  <a:lnTo>
                    <a:pt x="31262" y="119"/>
                  </a:lnTo>
                  <a:lnTo>
                    <a:pt x="24955" y="477"/>
                  </a:lnTo>
                  <a:lnTo>
                    <a:pt x="18667" y="1073"/>
                  </a:lnTo>
                  <a:lnTo>
                    <a:pt x="12406" y="1906"/>
                  </a:lnTo>
                  <a:lnTo>
                    <a:pt x="6180" y="2974"/>
                  </a:lnTo>
                  <a:lnTo>
                    <a:pt x="0" y="4278"/>
                  </a:lnTo>
                  <a:lnTo>
                    <a:pt x="3757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48947" y="1685781"/>
              <a:ext cx="37577" cy="162889"/>
            </a:xfrm>
            <a:custGeom>
              <a:avLst/>
              <a:pathLst>
                <a:path w="37577" h="162889">
                  <a:moveTo>
                    <a:pt x="0" y="0"/>
                  </a:moveTo>
                  <a:lnTo>
                    <a:pt x="37577" y="1628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48947" y="1685781"/>
              <a:ext cx="37577" cy="162889"/>
            </a:xfrm>
            <a:custGeom>
              <a:avLst/>
              <a:pathLst>
                <a:path w="37577" h="162889">
                  <a:moveTo>
                    <a:pt x="0" y="0"/>
                  </a:moveTo>
                  <a:lnTo>
                    <a:pt x="37577" y="1628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48947" y="1685781"/>
              <a:ext cx="37577" cy="162889"/>
            </a:xfrm>
            <a:custGeom>
              <a:avLst/>
              <a:pathLst>
                <a:path w="37577" h="162889">
                  <a:moveTo>
                    <a:pt x="0" y="0"/>
                  </a:moveTo>
                  <a:lnTo>
                    <a:pt x="37577" y="1628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48947" y="1685781"/>
              <a:ext cx="37577" cy="162889"/>
            </a:xfrm>
            <a:custGeom>
              <a:avLst/>
              <a:pathLst>
                <a:path w="37577" h="162889">
                  <a:moveTo>
                    <a:pt x="0" y="0"/>
                  </a:moveTo>
                  <a:lnTo>
                    <a:pt x="37577" y="1628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48947" y="1685781"/>
              <a:ext cx="37577" cy="162889"/>
            </a:xfrm>
            <a:custGeom>
              <a:avLst/>
              <a:pathLst>
                <a:path w="37577" h="162889">
                  <a:moveTo>
                    <a:pt x="0" y="0"/>
                  </a:moveTo>
                  <a:lnTo>
                    <a:pt x="37577" y="1628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48947" y="1685781"/>
              <a:ext cx="37577" cy="162889"/>
            </a:xfrm>
            <a:custGeom>
              <a:avLst/>
              <a:pathLst>
                <a:path w="37577" h="162889">
                  <a:moveTo>
                    <a:pt x="0" y="0"/>
                  </a:moveTo>
                  <a:lnTo>
                    <a:pt x="37577" y="1628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48947" y="1685781"/>
              <a:ext cx="37577" cy="162889"/>
            </a:xfrm>
            <a:custGeom>
              <a:avLst/>
              <a:pathLst>
                <a:path w="37577" h="162889">
                  <a:moveTo>
                    <a:pt x="0" y="0"/>
                  </a:moveTo>
                  <a:lnTo>
                    <a:pt x="37577" y="1628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48947" y="1685781"/>
              <a:ext cx="37577" cy="162889"/>
            </a:xfrm>
            <a:custGeom>
              <a:avLst/>
              <a:pathLst>
                <a:path w="37577" h="162889">
                  <a:moveTo>
                    <a:pt x="0" y="0"/>
                  </a:moveTo>
                  <a:lnTo>
                    <a:pt x="37577" y="1628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48947" y="1685781"/>
              <a:ext cx="37577" cy="162889"/>
            </a:xfrm>
            <a:custGeom>
              <a:avLst/>
              <a:pathLst>
                <a:path w="37577" h="162889">
                  <a:moveTo>
                    <a:pt x="0" y="0"/>
                  </a:moveTo>
                  <a:lnTo>
                    <a:pt x="37577" y="1628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48947" y="1685781"/>
              <a:ext cx="37577" cy="162889"/>
            </a:xfrm>
            <a:custGeom>
              <a:avLst/>
              <a:pathLst>
                <a:path w="37577" h="162889">
                  <a:moveTo>
                    <a:pt x="0" y="0"/>
                  </a:moveTo>
                  <a:lnTo>
                    <a:pt x="37577" y="162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48947" y="1685781"/>
              <a:ext cx="37577" cy="162889"/>
            </a:xfrm>
            <a:custGeom>
              <a:avLst/>
              <a:pathLst>
                <a:path w="37577" h="162889">
                  <a:moveTo>
                    <a:pt x="0" y="0"/>
                  </a:moveTo>
                  <a:lnTo>
                    <a:pt x="37577" y="162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48947" y="1685781"/>
              <a:ext cx="37577" cy="162889"/>
            </a:xfrm>
            <a:custGeom>
              <a:avLst/>
              <a:pathLst>
                <a:path w="37577" h="162889">
                  <a:moveTo>
                    <a:pt x="0" y="0"/>
                  </a:moveTo>
                  <a:lnTo>
                    <a:pt x="37577" y="162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48947" y="1685781"/>
              <a:ext cx="37577" cy="162889"/>
            </a:xfrm>
            <a:custGeom>
              <a:avLst/>
              <a:pathLst>
                <a:path w="37577" h="162889">
                  <a:moveTo>
                    <a:pt x="0" y="0"/>
                  </a:moveTo>
                  <a:lnTo>
                    <a:pt x="37577" y="162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48947" y="1685781"/>
              <a:ext cx="37577" cy="162889"/>
            </a:xfrm>
            <a:custGeom>
              <a:avLst/>
              <a:pathLst>
                <a:path w="37577" h="162889">
                  <a:moveTo>
                    <a:pt x="0" y="0"/>
                  </a:moveTo>
                  <a:lnTo>
                    <a:pt x="37577" y="1628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048947" y="1685781"/>
              <a:ext cx="37577" cy="162889"/>
            </a:xfrm>
            <a:custGeom>
              <a:avLst/>
              <a:pathLst>
                <a:path w="37577" h="162889">
                  <a:moveTo>
                    <a:pt x="0" y="0"/>
                  </a:moveTo>
                  <a:lnTo>
                    <a:pt x="37577" y="1628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92794" y="1685781"/>
              <a:ext cx="93730" cy="162889"/>
            </a:xfrm>
            <a:custGeom>
              <a:avLst/>
              <a:pathLst>
                <a:path w="93730" h="162889">
                  <a:moveTo>
                    <a:pt x="56153" y="0"/>
                  </a:moveTo>
                  <a:lnTo>
                    <a:pt x="50177" y="1495"/>
                  </a:lnTo>
                  <a:lnTo>
                    <a:pt x="44260" y="3209"/>
                  </a:lnTo>
                  <a:lnTo>
                    <a:pt x="38411" y="5140"/>
                  </a:lnTo>
                  <a:lnTo>
                    <a:pt x="32637" y="7285"/>
                  </a:lnTo>
                  <a:lnTo>
                    <a:pt x="26946" y="9641"/>
                  </a:lnTo>
                  <a:lnTo>
                    <a:pt x="21345" y="12206"/>
                  </a:lnTo>
                  <a:lnTo>
                    <a:pt x="15843" y="14975"/>
                  </a:lnTo>
                  <a:lnTo>
                    <a:pt x="10446" y="17945"/>
                  </a:lnTo>
                  <a:lnTo>
                    <a:pt x="5163" y="21112"/>
                  </a:lnTo>
                  <a:lnTo>
                    <a:pt x="0" y="24471"/>
                  </a:lnTo>
                  <a:lnTo>
                    <a:pt x="93730" y="1628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919358" y="1681503"/>
              <a:ext cx="334326" cy="334320"/>
            </a:xfrm>
            <a:custGeom>
              <a:avLst/>
              <a:pathLst>
                <a:path w="334326" h="334320">
                  <a:moveTo>
                    <a:pt x="73435" y="28749"/>
                  </a:moveTo>
                  <a:lnTo>
                    <a:pt x="69108" y="31780"/>
                  </a:lnTo>
                  <a:lnTo>
                    <a:pt x="64880" y="34945"/>
                  </a:lnTo>
                  <a:lnTo>
                    <a:pt x="60753" y="38243"/>
                  </a:lnTo>
                  <a:lnTo>
                    <a:pt x="56733" y="41669"/>
                  </a:lnTo>
                  <a:lnTo>
                    <a:pt x="52823" y="45221"/>
                  </a:lnTo>
                  <a:lnTo>
                    <a:pt x="49027" y="48895"/>
                  </a:lnTo>
                  <a:lnTo>
                    <a:pt x="45350" y="52686"/>
                  </a:lnTo>
                  <a:lnTo>
                    <a:pt x="41794" y="56592"/>
                  </a:lnTo>
                  <a:lnTo>
                    <a:pt x="38363" y="60608"/>
                  </a:lnTo>
                  <a:lnTo>
                    <a:pt x="35060" y="64731"/>
                  </a:lnTo>
                  <a:lnTo>
                    <a:pt x="31890" y="68956"/>
                  </a:lnTo>
                  <a:lnTo>
                    <a:pt x="28854" y="73279"/>
                  </a:lnTo>
                  <a:lnTo>
                    <a:pt x="25957" y="77696"/>
                  </a:lnTo>
                  <a:lnTo>
                    <a:pt x="23201" y="82202"/>
                  </a:lnTo>
                  <a:lnTo>
                    <a:pt x="20588" y="86793"/>
                  </a:lnTo>
                  <a:lnTo>
                    <a:pt x="18122" y="91464"/>
                  </a:lnTo>
                  <a:lnTo>
                    <a:pt x="15805" y="96211"/>
                  </a:lnTo>
                  <a:lnTo>
                    <a:pt x="13638" y="101028"/>
                  </a:lnTo>
                  <a:lnTo>
                    <a:pt x="11625" y="105912"/>
                  </a:lnTo>
                  <a:lnTo>
                    <a:pt x="9768" y="110857"/>
                  </a:lnTo>
                  <a:lnTo>
                    <a:pt x="8067" y="115858"/>
                  </a:lnTo>
                  <a:lnTo>
                    <a:pt x="6526" y="120910"/>
                  </a:lnTo>
                  <a:lnTo>
                    <a:pt x="5144" y="126008"/>
                  </a:lnTo>
                  <a:lnTo>
                    <a:pt x="3925" y="131148"/>
                  </a:lnTo>
                  <a:lnTo>
                    <a:pt x="2868" y="136323"/>
                  </a:lnTo>
                  <a:lnTo>
                    <a:pt x="1976" y="141530"/>
                  </a:lnTo>
                  <a:lnTo>
                    <a:pt x="1248" y="146761"/>
                  </a:lnTo>
                  <a:lnTo>
                    <a:pt x="686" y="152014"/>
                  </a:lnTo>
                  <a:lnTo>
                    <a:pt x="291" y="157281"/>
                  </a:lnTo>
                  <a:lnTo>
                    <a:pt x="62" y="162558"/>
                  </a:lnTo>
                  <a:lnTo>
                    <a:pt x="0" y="167840"/>
                  </a:lnTo>
                  <a:lnTo>
                    <a:pt x="104" y="173121"/>
                  </a:lnTo>
                  <a:lnTo>
                    <a:pt x="376" y="178397"/>
                  </a:lnTo>
                  <a:lnTo>
                    <a:pt x="814" y="183661"/>
                  </a:lnTo>
                  <a:lnTo>
                    <a:pt x="1418" y="188908"/>
                  </a:lnTo>
                  <a:lnTo>
                    <a:pt x="2188" y="194134"/>
                  </a:lnTo>
                  <a:lnTo>
                    <a:pt x="3122" y="199333"/>
                  </a:lnTo>
                  <a:lnTo>
                    <a:pt x="4220" y="204500"/>
                  </a:lnTo>
                  <a:lnTo>
                    <a:pt x="5481" y="209629"/>
                  </a:lnTo>
                  <a:lnTo>
                    <a:pt x="6903" y="214717"/>
                  </a:lnTo>
                  <a:lnTo>
                    <a:pt x="8486" y="219756"/>
                  </a:lnTo>
                  <a:lnTo>
                    <a:pt x="10226" y="224743"/>
                  </a:lnTo>
                  <a:lnTo>
                    <a:pt x="12124" y="229673"/>
                  </a:lnTo>
                  <a:lnTo>
                    <a:pt x="14176" y="234540"/>
                  </a:lnTo>
                  <a:lnTo>
                    <a:pt x="16381" y="239340"/>
                  </a:lnTo>
                  <a:lnTo>
                    <a:pt x="18737" y="244068"/>
                  </a:lnTo>
                  <a:lnTo>
                    <a:pt x="21240" y="248719"/>
                  </a:lnTo>
                  <a:lnTo>
                    <a:pt x="23890" y="253289"/>
                  </a:lnTo>
                  <a:lnTo>
                    <a:pt x="26682" y="257773"/>
                  </a:lnTo>
                  <a:lnTo>
                    <a:pt x="29615" y="262166"/>
                  </a:lnTo>
                  <a:lnTo>
                    <a:pt x="32685" y="266464"/>
                  </a:lnTo>
                  <a:lnTo>
                    <a:pt x="35890" y="270664"/>
                  </a:lnTo>
                  <a:lnTo>
                    <a:pt x="39225" y="274760"/>
                  </a:lnTo>
                  <a:lnTo>
                    <a:pt x="42688" y="278748"/>
                  </a:lnTo>
                  <a:lnTo>
                    <a:pt x="46276" y="282625"/>
                  </a:lnTo>
                  <a:lnTo>
                    <a:pt x="49984" y="286387"/>
                  </a:lnTo>
                  <a:lnTo>
                    <a:pt x="53809" y="290030"/>
                  </a:lnTo>
                  <a:lnTo>
                    <a:pt x="57748" y="293550"/>
                  </a:lnTo>
                  <a:lnTo>
                    <a:pt x="61795" y="296944"/>
                  </a:lnTo>
                  <a:lnTo>
                    <a:pt x="65948" y="300208"/>
                  </a:lnTo>
                  <a:lnTo>
                    <a:pt x="70202" y="303340"/>
                  </a:lnTo>
                  <a:lnTo>
                    <a:pt x="74553" y="306335"/>
                  </a:lnTo>
                  <a:lnTo>
                    <a:pt x="78996" y="309192"/>
                  </a:lnTo>
                  <a:lnTo>
                    <a:pt x="83527" y="311907"/>
                  </a:lnTo>
                  <a:lnTo>
                    <a:pt x="88142" y="314477"/>
                  </a:lnTo>
                  <a:lnTo>
                    <a:pt x="92835" y="316900"/>
                  </a:lnTo>
                  <a:lnTo>
                    <a:pt x="97603" y="319174"/>
                  </a:lnTo>
                  <a:lnTo>
                    <a:pt x="102441" y="321296"/>
                  </a:lnTo>
                  <a:lnTo>
                    <a:pt x="107343" y="323264"/>
                  </a:lnTo>
                  <a:lnTo>
                    <a:pt x="112304" y="325076"/>
                  </a:lnTo>
                  <a:lnTo>
                    <a:pt x="117321" y="326730"/>
                  </a:lnTo>
                  <a:lnTo>
                    <a:pt x="122387" y="328225"/>
                  </a:lnTo>
                  <a:lnTo>
                    <a:pt x="127498" y="329560"/>
                  </a:lnTo>
                  <a:lnTo>
                    <a:pt x="132648" y="330732"/>
                  </a:lnTo>
                  <a:lnTo>
                    <a:pt x="137833" y="331741"/>
                  </a:lnTo>
                  <a:lnTo>
                    <a:pt x="143048" y="332585"/>
                  </a:lnTo>
                  <a:lnTo>
                    <a:pt x="148286" y="333265"/>
                  </a:lnTo>
                  <a:lnTo>
                    <a:pt x="153543" y="333778"/>
                  </a:lnTo>
                  <a:lnTo>
                    <a:pt x="158814" y="334126"/>
                  </a:lnTo>
                  <a:lnTo>
                    <a:pt x="164093" y="334306"/>
                  </a:lnTo>
                  <a:lnTo>
                    <a:pt x="169375" y="334320"/>
                  </a:lnTo>
                  <a:lnTo>
                    <a:pt x="174655" y="334167"/>
                  </a:lnTo>
                  <a:lnTo>
                    <a:pt x="179928" y="333847"/>
                  </a:lnTo>
                  <a:lnTo>
                    <a:pt x="185188" y="333360"/>
                  </a:lnTo>
                  <a:lnTo>
                    <a:pt x="190429" y="332708"/>
                  </a:lnTo>
                  <a:lnTo>
                    <a:pt x="195648" y="331890"/>
                  </a:lnTo>
                  <a:lnTo>
                    <a:pt x="200838" y="330908"/>
                  </a:lnTo>
                  <a:lnTo>
                    <a:pt x="205995" y="329762"/>
                  </a:lnTo>
                  <a:lnTo>
                    <a:pt x="211112" y="328454"/>
                  </a:lnTo>
                  <a:lnTo>
                    <a:pt x="216186" y="326985"/>
                  </a:lnTo>
                  <a:lnTo>
                    <a:pt x="221211" y="325357"/>
                  </a:lnTo>
                  <a:lnTo>
                    <a:pt x="226182" y="323570"/>
                  </a:lnTo>
                  <a:lnTo>
                    <a:pt x="231094" y="321628"/>
                  </a:lnTo>
                  <a:lnTo>
                    <a:pt x="235942" y="319531"/>
                  </a:lnTo>
                  <a:lnTo>
                    <a:pt x="240722" y="317282"/>
                  </a:lnTo>
                  <a:lnTo>
                    <a:pt x="245428" y="314883"/>
                  </a:lnTo>
                  <a:lnTo>
                    <a:pt x="250056" y="312336"/>
                  </a:lnTo>
                  <a:lnTo>
                    <a:pt x="254601" y="309645"/>
                  </a:lnTo>
                  <a:lnTo>
                    <a:pt x="259059" y="306811"/>
                  </a:lnTo>
                  <a:lnTo>
                    <a:pt x="263425" y="303838"/>
                  </a:lnTo>
                  <a:lnTo>
                    <a:pt x="267695" y="300729"/>
                  </a:lnTo>
                  <a:lnTo>
                    <a:pt x="271865" y="297486"/>
                  </a:lnTo>
                  <a:lnTo>
                    <a:pt x="275930" y="294113"/>
                  </a:lnTo>
                  <a:lnTo>
                    <a:pt x="279886" y="290613"/>
                  </a:lnTo>
                  <a:lnTo>
                    <a:pt x="283730" y="286990"/>
                  </a:lnTo>
                  <a:lnTo>
                    <a:pt x="287458" y="283248"/>
                  </a:lnTo>
                  <a:lnTo>
                    <a:pt x="291065" y="279389"/>
                  </a:lnTo>
                  <a:lnTo>
                    <a:pt x="294549" y="275419"/>
                  </a:lnTo>
                  <a:lnTo>
                    <a:pt x="297905" y="271340"/>
                  </a:lnTo>
                  <a:lnTo>
                    <a:pt x="301131" y="267157"/>
                  </a:lnTo>
                  <a:lnTo>
                    <a:pt x="304224" y="262875"/>
                  </a:lnTo>
                  <a:lnTo>
                    <a:pt x="307179" y="258497"/>
                  </a:lnTo>
                  <a:lnTo>
                    <a:pt x="309995" y="254028"/>
                  </a:lnTo>
                  <a:lnTo>
                    <a:pt x="312668" y="249472"/>
                  </a:lnTo>
                  <a:lnTo>
                    <a:pt x="315196" y="244834"/>
                  </a:lnTo>
                  <a:lnTo>
                    <a:pt x="317575" y="240118"/>
                  </a:lnTo>
                  <a:lnTo>
                    <a:pt x="319805" y="235329"/>
                  </a:lnTo>
                  <a:lnTo>
                    <a:pt x="321883" y="230473"/>
                  </a:lnTo>
                  <a:lnTo>
                    <a:pt x="323805" y="225553"/>
                  </a:lnTo>
                  <a:lnTo>
                    <a:pt x="325572" y="220575"/>
                  </a:lnTo>
                  <a:lnTo>
                    <a:pt x="327180" y="215543"/>
                  </a:lnTo>
                  <a:lnTo>
                    <a:pt x="328629" y="210464"/>
                  </a:lnTo>
                  <a:lnTo>
                    <a:pt x="329916" y="205341"/>
                  </a:lnTo>
                  <a:lnTo>
                    <a:pt x="331041" y="200180"/>
                  </a:lnTo>
                  <a:lnTo>
                    <a:pt x="332002" y="194986"/>
                  </a:lnTo>
                  <a:lnTo>
                    <a:pt x="332799" y="189764"/>
                  </a:lnTo>
                  <a:lnTo>
                    <a:pt x="333430" y="184519"/>
                  </a:lnTo>
                  <a:lnTo>
                    <a:pt x="333895" y="179258"/>
                  </a:lnTo>
                  <a:lnTo>
                    <a:pt x="334194" y="173984"/>
                  </a:lnTo>
                  <a:lnTo>
                    <a:pt x="334326" y="168703"/>
                  </a:lnTo>
                  <a:lnTo>
                    <a:pt x="334291" y="163421"/>
                  </a:lnTo>
                  <a:lnTo>
                    <a:pt x="334089" y="158143"/>
                  </a:lnTo>
                  <a:lnTo>
                    <a:pt x="333721" y="152873"/>
                  </a:lnTo>
                  <a:lnTo>
                    <a:pt x="333186" y="147618"/>
                  </a:lnTo>
                  <a:lnTo>
                    <a:pt x="332486" y="142383"/>
                  </a:lnTo>
                  <a:lnTo>
                    <a:pt x="331620" y="137172"/>
                  </a:lnTo>
                  <a:lnTo>
                    <a:pt x="330590" y="131991"/>
                  </a:lnTo>
                  <a:lnTo>
                    <a:pt x="329397" y="126845"/>
                  </a:lnTo>
                  <a:lnTo>
                    <a:pt x="328042" y="121740"/>
                  </a:lnTo>
                  <a:lnTo>
                    <a:pt x="326527" y="116680"/>
                  </a:lnTo>
                  <a:lnTo>
                    <a:pt x="324852" y="111670"/>
                  </a:lnTo>
                  <a:lnTo>
                    <a:pt x="323020" y="106716"/>
                  </a:lnTo>
                  <a:lnTo>
                    <a:pt x="321032" y="101822"/>
                  </a:lnTo>
                  <a:lnTo>
                    <a:pt x="318891" y="96993"/>
                  </a:lnTo>
                  <a:lnTo>
                    <a:pt x="316598" y="92234"/>
                  </a:lnTo>
                  <a:lnTo>
                    <a:pt x="314156" y="87550"/>
                  </a:lnTo>
                  <a:lnTo>
                    <a:pt x="311567" y="82946"/>
                  </a:lnTo>
                  <a:lnTo>
                    <a:pt x="308834" y="78426"/>
                  </a:lnTo>
                  <a:lnTo>
                    <a:pt x="305960" y="73994"/>
                  </a:lnTo>
                  <a:lnTo>
                    <a:pt x="302947" y="69656"/>
                  </a:lnTo>
                  <a:lnTo>
                    <a:pt x="299798" y="65414"/>
                  </a:lnTo>
                  <a:lnTo>
                    <a:pt x="296517" y="61275"/>
                  </a:lnTo>
                  <a:lnTo>
                    <a:pt x="293107" y="57241"/>
                  </a:lnTo>
                  <a:lnTo>
                    <a:pt x="289571" y="53317"/>
                  </a:lnTo>
                  <a:lnTo>
                    <a:pt x="285913" y="49506"/>
                  </a:lnTo>
                  <a:lnTo>
                    <a:pt x="282136" y="45813"/>
                  </a:lnTo>
                  <a:lnTo>
                    <a:pt x="278245" y="42241"/>
                  </a:lnTo>
                  <a:lnTo>
                    <a:pt x="274242" y="38794"/>
                  </a:lnTo>
                  <a:lnTo>
                    <a:pt x="270133" y="35475"/>
                  </a:lnTo>
                  <a:lnTo>
                    <a:pt x="265921" y="32288"/>
                  </a:lnTo>
                  <a:lnTo>
                    <a:pt x="261610" y="29235"/>
                  </a:lnTo>
                  <a:lnTo>
                    <a:pt x="257205" y="26320"/>
                  </a:lnTo>
                  <a:lnTo>
                    <a:pt x="252710" y="23546"/>
                  </a:lnTo>
                  <a:lnTo>
                    <a:pt x="248130" y="20914"/>
                  </a:lnTo>
                  <a:lnTo>
                    <a:pt x="243468" y="18429"/>
                  </a:lnTo>
                  <a:lnTo>
                    <a:pt x="238731" y="16093"/>
                  </a:lnTo>
                  <a:lnTo>
                    <a:pt x="233922" y="13907"/>
                  </a:lnTo>
                  <a:lnTo>
                    <a:pt x="229047" y="11875"/>
                  </a:lnTo>
                  <a:lnTo>
                    <a:pt x="224109" y="9997"/>
                  </a:lnTo>
                  <a:lnTo>
                    <a:pt x="219115" y="8276"/>
                  </a:lnTo>
                  <a:lnTo>
                    <a:pt x="214069" y="6714"/>
                  </a:lnTo>
                  <a:lnTo>
                    <a:pt x="208976" y="5313"/>
                  </a:lnTo>
                  <a:lnTo>
                    <a:pt x="203842" y="4072"/>
                  </a:lnTo>
                  <a:lnTo>
                    <a:pt x="198671" y="2995"/>
                  </a:lnTo>
                  <a:lnTo>
                    <a:pt x="193468" y="2082"/>
                  </a:lnTo>
                  <a:lnTo>
                    <a:pt x="188239" y="1333"/>
                  </a:lnTo>
                  <a:lnTo>
                    <a:pt x="182989" y="750"/>
                  </a:lnTo>
                  <a:lnTo>
                    <a:pt x="177723" y="333"/>
                  </a:lnTo>
                  <a:lnTo>
                    <a:pt x="172447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1662" y="2126963"/>
              <a:ext cx="29624" cy="167167"/>
            </a:xfrm>
            <a:custGeom>
              <a:avLst/>
              <a:pathLst>
                <a:path w="29624" h="167167">
                  <a:moveTo>
                    <a:pt x="29624" y="0"/>
                  </a:moveTo>
                  <a:lnTo>
                    <a:pt x="22181" y="165"/>
                  </a:lnTo>
                  <a:lnTo>
                    <a:pt x="14753" y="662"/>
                  </a:lnTo>
                  <a:lnTo>
                    <a:pt x="7354" y="1490"/>
                  </a:lnTo>
                  <a:lnTo>
                    <a:pt x="0" y="2645"/>
                  </a:lnTo>
                  <a:lnTo>
                    <a:pt x="2962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1662" y="2129609"/>
              <a:ext cx="29624" cy="164521"/>
            </a:xfrm>
            <a:custGeom>
              <a:avLst/>
              <a:pathLst>
                <a:path w="29624" h="164521">
                  <a:moveTo>
                    <a:pt x="0" y="0"/>
                  </a:moveTo>
                  <a:lnTo>
                    <a:pt x="29624" y="164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1662" y="2129609"/>
              <a:ext cx="29624" cy="164521"/>
            </a:xfrm>
            <a:custGeom>
              <a:avLst/>
              <a:pathLst>
                <a:path w="29624" h="164521">
                  <a:moveTo>
                    <a:pt x="0" y="0"/>
                  </a:moveTo>
                  <a:lnTo>
                    <a:pt x="29624" y="164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1662" y="2129609"/>
              <a:ext cx="29624" cy="164521"/>
            </a:xfrm>
            <a:custGeom>
              <a:avLst/>
              <a:pathLst>
                <a:path w="29624" h="164521">
                  <a:moveTo>
                    <a:pt x="0" y="0"/>
                  </a:moveTo>
                  <a:lnTo>
                    <a:pt x="29624" y="164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1662" y="2129609"/>
              <a:ext cx="29624" cy="164521"/>
            </a:xfrm>
            <a:custGeom>
              <a:avLst/>
              <a:pathLst>
                <a:path w="29624" h="164521">
                  <a:moveTo>
                    <a:pt x="0" y="0"/>
                  </a:moveTo>
                  <a:lnTo>
                    <a:pt x="29624" y="164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1662" y="2129609"/>
              <a:ext cx="29624" cy="164521"/>
            </a:xfrm>
            <a:custGeom>
              <a:avLst/>
              <a:pathLst>
                <a:path w="29624" h="164521">
                  <a:moveTo>
                    <a:pt x="0" y="0"/>
                  </a:moveTo>
                  <a:lnTo>
                    <a:pt x="29624" y="1645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1662" y="2129609"/>
              <a:ext cx="29624" cy="164521"/>
            </a:xfrm>
            <a:custGeom>
              <a:avLst/>
              <a:pathLst>
                <a:path w="29624" h="164521">
                  <a:moveTo>
                    <a:pt x="0" y="0"/>
                  </a:moveTo>
                  <a:lnTo>
                    <a:pt x="29624" y="164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51662" y="2129609"/>
              <a:ext cx="29624" cy="164521"/>
            </a:xfrm>
            <a:custGeom>
              <a:avLst/>
              <a:pathLst>
                <a:path w="29624" h="164521">
                  <a:moveTo>
                    <a:pt x="0" y="0"/>
                  </a:moveTo>
                  <a:lnTo>
                    <a:pt x="29624" y="164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51662" y="2129609"/>
              <a:ext cx="29624" cy="164521"/>
            </a:xfrm>
            <a:custGeom>
              <a:avLst/>
              <a:pathLst>
                <a:path w="29624" h="164521">
                  <a:moveTo>
                    <a:pt x="0" y="0"/>
                  </a:moveTo>
                  <a:lnTo>
                    <a:pt x="29624" y="1645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51662" y="2129609"/>
              <a:ext cx="29624" cy="164521"/>
            </a:xfrm>
            <a:custGeom>
              <a:avLst/>
              <a:pathLst>
                <a:path w="29624" h="164521">
                  <a:moveTo>
                    <a:pt x="0" y="0"/>
                  </a:moveTo>
                  <a:lnTo>
                    <a:pt x="29624" y="164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51662" y="2129609"/>
              <a:ext cx="29624" cy="164521"/>
            </a:xfrm>
            <a:custGeom>
              <a:avLst/>
              <a:pathLst>
                <a:path w="29624" h="164521">
                  <a:moveTo>
                    <a:pt x="0" y="0"/>
                  </a:moveTo>
                  <a:lnTo>
                    <a:pt x="29624" y="164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51662" y="2129609"/>
              <a:ext cx="29624" cy="164521"/>
            </a:xfrm>
            <a:custGeom>
              <a:avLst/>
              <a:pathLst>
                <a:path w="29624" h="164521">
                  <a:moveTo>
                    <a:pt x="0" y="0"/>
                  </a:moveTo>
                  <a:lnTo>
                    <a:pt x="29624" y="164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51662" y="2129609"/>
              <a:ext cx="29624" cy="164521"/>
            </a:xfrm>
            <a:custGeom>
              <a:avLst/>
              <a:pathLst>
                <a:path w="29624" h="164521">
                  <a:moveTo>
                    <a:pt x="0" y="0"/>
                  </a:moveTo>
                  <a:lnTo>
                    <a:pt x="29624" y="164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51662" y="2129609"/>
              <a:ext cx="29624" cy="164521"/>
            </a:xfrm>
            <a:custGeom>
              <a:avLst/>
              <a:pathLst>
                <a:path w="29624" h="164521">
                  <a:moveTo>
                    <a:pt x="0" y="0"/>
                  </a:moveTo>
                  <a:lnTo>
                    <a:pt x="29624" y="1645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51662" y="2129609"/>
              <a:ext cx="29624" cy="164521"/>
            </a:xfrm>
            <a:custGeom>
              <a:avLst/>
              <a:pathLst>
                <a:path w="29624" h="164521">
                  <a:moveTo>
                    <a:pt x="0" y="0"/>
                  </a:moveTo>
                  <a:lnTo>
                    <a:pt x="29624" y="1645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614121" y="2128561"/>
              <a:ext cx="334332" cy="332725"/>
            </a:xfrm>
            <a:custGeom>
              <a:avLst/>
              <a:pathLst>
                <a:path w="334332" h="332725">
                  <a:moveTo>
                    <a:pt x="137541" y="1048"/>
                  </a:moveTo>
                  <a:lnTo>
                    <a:pt x="132335" y="2071"/>
                  </a:lnTo>
                  <a:lnTo>
                    <a:pt x="127165" y="3258"/>
                  </a:lnTo>
                  <a:lnTo>
                    <a:pt x="122034" y="4609"/>
                  </a:lnTo>
                  <a:lnTo>
                    <a:pt x="116949" y="6122"/>
                  </a:lnTo>
                  <a:lnTo>
                    <a:pt x="111915" y="7796"/>
                  </a:lnTo>
                  <a:lnTo>
                    <a:pt x="106936" y="9629"/>
                  </a:lnTo>
                  <a:lnTo>
                    <a:pt x="102018" y="11619"/>
                  </a:lnTo>
                  <a:lnTo>
                    <a:pt x="97166" y="13763"/>
                  </a:lnTo>
                  <a:lnTo>
                    <a:pt x="92384" y="16061"/>
                  </a:lnTo>
                  <a:lnTo>
                    <a:pt x="87678" y="18509"/>
                  </a:lnTo>
                  <a:lnTo>
                    <a:pt x="83051" y="21106"/>
                  </a:lnTo>
                  <a:lnTo>
                    <a:pt x="78509" y="23848"/>
                  </a:lnTo>
                  <a:lnTo>
                    <a:pt x="74057" y="26732"/>
                  </a:lnTo>
                  <a:lnTo>
                    <a:pt x="69698" y="29757"/>
                  </a:lnTo>
                  <a:lnTo>
                    <a:pt x="65437" y="32918"/>
                  </a:lnTo>
                  <a:lnTo>
                    <a:pt x="61279" y="36213"/>
                  </a:lnTo>
                  <a:lnTo>
                    <a:pt x="57228" y="39638"/>
                  </a:lnTo>
                  <a:lnTo>
                    <a:pt x="53287" y="43190"/>
                  </a:lnTo>
                  <a:lnTo>
                    <a:pt x="49461" y="46865"/>
                  </a:lnTo>
                  <a:lnTo>
                    <a:pt x="45754" y="50660"/>
                  </a:lnTo>
                  <a:lnTo>
                    <a:pt x="42169" y="54571"/>
                  </a:lnTo>
                  <a:lnTo>
                    <a:pt x="38709" y="58593"/>
                  </a:lnTo>
                  <a:lnTo>
                    <a:pt x="35379" y="62723"/>
                  </a:lnTo>
                  <a:lnTo>
                    <a:pt x="32182" y="66957"/>
                  </a:lnTo>
                  <a:lnTo>
                    <a:pt x="29121" y="71290"/>
                  </a:lnTo>
                  <a:lnTo>
                    <a:pt x="26199" y="75718"/>
                  </a:lnTo>
                  <a:lnTo>
                    <a:pt x="23419" y="80236"/>
                  </a:lnTo>
                  <a:lnTo>
                    <a:pt x="20783" y="84841"/>
                  </a:lnTo>
                  <a:lnTo>
                    <a:pt x="18295" y="89526"/>
                  </a:lnTo>
                  <a:lnTo>
                    <a:pt x="15957" y="94289"/>
                  </a:lnTo>
                  <a:lnTo>
                    <a:pt x="13771" y="99123"/>
                  </a:lnTo>
                  <a:lnTo>
                    <a:pt x="11740" y="104024"/>
                  </a:lnTo>
                  <a:lnTo>
                    <a:pt x="9865" y="108987"/>
                  </a:lnTo>
                  <a:lnTo>
                    <a:pt x="8149" y="114007"/>
                  </a:lnTo>
                  <a:lnTo>
                    <a:pt x="6593" y="119079"/>
                  </a:lnTo>
                  <a:lnTo>
                    <a:pt x="5199" y="124197"/>
                  </a:lnTo>
                  <a:lnTo>
                    <a:pt x="3967" y="129358"/>
                  </a:lnTo>
                  <a:lnTo>
                    <a:pt x="2901" y="134555"/>
                  </a:lnTo>
                  <a:lnTo>
                    <a:pt x="1999" y="139783"/>
                  </a:lnTo>
                  <a:lnTo>
                    <a:pt x="1264" y="145037"/>
                  </a:lnTo>
                  <a:lnTo>
                    <a:pt x="696" y="150312"/>
                  </a:lnTo>
                  <a:lnTo>
                    <a:pt x="296" y="155602"/>
                  </a:lnTo>
                  <a:lnTo>
                    <a:pt x="63" y="160902"/>
                  </a:lnTo>
                  <a:lnTo>
                    <a:pt x="0" y="166207"/>
                  </a:lnTo>
                  <a:lnTo>
                    <a:pt x="104" y="171511"/>
                  </a:lnTo>
                  <a:lnTo>
                    <a:pt x="377" y="176809"/>
                  </a:lnTo>
                  <a:lnTo>
                    <a:pt x="817" y="182096"/>
                  </a:lnTo>
                  <a:lnTo>
                    <a:pt x="1425" y="187366"/>
                  </a:lnTo>
                  <a:lnTo>
                    <a:pt x="2201" y="192615"/>
                  </a:lnTo>
                  <a:lnTo>
                    <a:pt x="3142" y="197836"/>
                  </a:lnTo>
                  <a:lnTo>
                    <a:pt x="4248" y="203024"/>
                  </a:lnTo>
                  <a:lnTo>
                    <a:pt x="5519" y="208175"/>
                  </a:lnTo>
                  <a:lnTo>
                    <a:pt x="6952" y="213283"/>
                  </a:lnTo>
                  <a:lnTo>
                    <a:pt x="8547" y="218343"/>
                  </a:lnTo>
                  <a:lnTo>
                    <a:pt x="10302" y="223350"/>
                  </a:lnTo>
                  <a:lnTo>
                    <a:pt x="12214" y="228298"/>
                  </a:lnTo>
                  <a:lnTo>
                    <a:pt x="14283" y="233184"/>
                  </a:lnTo>
                  <a:lnTo>
                    <a:pt x="16505" y="238001"/>
                  </a:lnTo>
                  <a:lnTo>
                    <a:pt x="18880" y="242745"/>
                  </a:lnTo>
                  <a:lnTo>
                    <a:pt x="21403" y="247412"/>
                  </a:lnTo>
                  <a:lnTo>
                    <a:pt x="24074" y="251996"/>
                  </a:lnTo>
                  <a:lnTo>
                    <a:pt x="26888" y="256493"/>
                  </a:lnTo>
                  <a:lnTo>
                    <a:pt x="29844" y="260899"/>
                  </a:lnTo>
                  <a:lnTo>
                    <a:pt x="32938" y="265208"/>
                  </a:lnTo>
                  <a:lnTo>
                    <a:pt x="36168" y="269417"/>
                  </a:lnTo>
                  <a:lnTo>
                    <a:pt x="39529" y="273522"/>
                  </a:lnTo>
                  <a:lnTo>
                    <a:pt x="43019" y="277518"/>
                  </a:lnTo>
                  <a:lnTo>
                    <a:pt x="46634" y="281401"/>
                  </a:lnTo>
                  <a:lnTo>
                    <a:pt x="50370" y="285167"/>
                  </a:lnTo>
                  <a:lnTo>
                    <a:pt x="54224" y="288813"/>
                  </a:lnTo>
                  <a:lnTo>
                    <a:pt x="58192" y="292335"/>
                  </a:lnTo>
                  <a:lnTo>
                    <a:pt x="62269" y="295729"/>
                  </a:lnTo>
                  <a:lnTo>
                    <a:pt x="66452" y="298992"/>
                  </a:lnTo>
                  <a:lnTo>
                    <a:pt x="70737" y="302121"/>
                  </a:lnTo>
                  <a:lnTo>
                    <a:pt x="75118" y="305112"/>
                  </a:lnTo>
                  <a:lnTo>
                    <a:pt x="79593" y="307963"/>
                  </a:lnTo>
                  <a:lnTo>
                    <a:pt x="84155" y="310670"/>
                  </a:lnTo>
                  <a:lnTo>
                    <a:pt x="88801" y="313231"/>
                  </a:lnTo>
                  <a:lnTo>
                    <a:pt x="93527" y="315643"/>
                  </a:lnTo>
                  <a:lnTo>
                    <a:pt x="98326" y="317904"/>
                  </a:lnTo>
                  <a:lnTo>
                    <a:pt x="103194" y="320012"/>
                  </a:lnTo>
                  <a:lnTo>
                    <a:pt x="108127" y="321964"/>
                  </a:lnTo>
                  <a:lnTo>
                    <a:pt x="113120" y="323759"/>
                  </a:lnTo>
                  <a:lnTo>
                    <a:pt x="118167" y="325394"/>
                  </a:lnTo>
                  <a:lnTo>
                    <a:pt x="123263" y="326869"/>
                  </a:lnTo>
                  <a:lnTo>
                    <a:pt x="128404" y="328181"/>
                  </a:lnTo>
                  <a:lnTo>
                    <a:pt x="133583" y="329329"/>
                  </a:lnTo>
                  <a:lnTo>
                    <a:pt x="138797" y="330312"/>
                  </a:lnTo>
                  <a:lnTo>
                    <a:pt x="144038" y="331129"/>
                  </a:lnTo>
                  <a:lnTo>
                    <a:pt x="149304" y="331780"/>
                  </a:lnTo>
                  <a:lnTo>
                    <a:pt x="154587" y="332263"/>
                  </a:lnTo>
                  <a:lnTo>
                    <a:pt x="159883" y="332578"/>
                  </a:lnTo>
                  <a:lnTo>
                    <a:pt x="165186" y="332725"/>
                  </a:lnTo>
                  <a:lnTo>
                    <a:pt x="170491" y="332704"/>
                  </a:lnTo>
                  <a:lnTo>
                    <a:pt x="175793" y="332514"/>
                  </a:lnTo>
                  <a:lnTo>
                    <a:pt x="181086" y="332156"/>
                  </a:lnTo>
                  <a:lnTo>
                    <a:pt x="186365" y="331630"/>
                  </a:lnTo>
                  <a:lnTo>
                    <a:pt x="191625" y="330938"/>
                  </a:lnTo>
                  <a:lnTo>
                    <a:pt x="196860" y="330078"/>
                  </a:lnTo>
                  <a:lnTo>
                    <a:pt x="202066" y="329053"/>
                  </a:lnTo>
                  <a:lnTo>
                    <a:pt x="207236" y="327863"/>
                  </a:lnTo>
                  <a:lnTo>
                    <a:pt x="212366" y="326510"/>
                  </a:lnTo>
                  <a:lnTo>
                    <a:pt x="217450" y="324995"/>
                  </a:lnTo>
                  <a:lnTo>
                    <a:pt x="222484" y="323319"/>
                  </a:lnTo>
                  <a:lnTo>
                    <a:pt x="227461" y="321484"/>
                  </a:lnTo>
                  <a:lnTo>
                    <a:pt x="232379" y="319492"/>
                  </a:lnTo>
                  <a:lnTo>
                    <a:pt x="237230" y="317345"/>
                  </a:lnTo>
                  <a:lnTo>
                    <a:pt x="242011" y="315045"/>
                  </a:lnTo>
                  <a:lnTo>
                    <a:pt x="246716" y="312595"/>
                  </a:lnTo>
                  <a:lnTo>
                    <a:pt x="251342" y="309997"/>
                  </a:lnTo>
                  <a:lnTo>
                    <a:pt x="255882" y="307253"/>
                  </a:lnTo>
                  <a:lnTo>
                    <a:pt x="260334" y="304366"/>
                  </a:lnTo>
                  <a:lnTo>
                    <a:pt x="264691" y="301340"/>
                  </a:lnTo>
                  <a:lnTo>
                    <a:pt x="268950" y="298177"/>
                  </a:lnTo>
                  <a:lnTo>
                    <a:pt x="273107" y="294880"/>
                  </a:lnTo>
                  <a:lnTo>
                    <a:pt x="277157" y="291454"/>
                  </a:lnTo>
                  <a:lnTo>
                    <a:pt x="281096" y="287900"/>
                  </a:lnTo>
                  <a:lnTo>
                    <a:pt x="284921" y="284223"/>
                  </a:lnTo>
                  <a:lnTo>
                    <a:pt x="288627" y="280427"/>
                  </a:lnTo>
                  <a:lnTo>
                    <a:pt x="292210" y="276515"/>
                  </a:lnTo>
                  <a:lnTo>
                    <a:pt x="295668" y="272491"/>
                  </a:lnTo>
                  <a:lnTo>
                    <a:pt x="298996" y="268359"/>
                  </a:lnTo>
                  <a:lnTo>
                    <a:pt x="302191" y="264124"/>
                  </a:lnTo>
                  <a:lnTo>
                    <a:pt x="305251" y="259790"/>
                  </a:lnTo>
                  <a:lnTo>
                    <a:pt x="308171" y="255361"/>
                  </a:lnTo>
                  <a:lnTo>
                    <a:pt x="310949" y="250841"/>
                  </a:lnTo>
                  <a:lnTo>
                    <a:pt x="313583" y="246236"/>
                  </a:lnTo>
                  <a:lnTo>
                    <a:pt x="316069" y="241549"/>
                  </a:lnTo>
                  <a:lnTo>
                    <a:pt x="318405" y="236786"/>
                  </a:lnTo>
                  <a:lnTo>
                    <a:pt x="320588" y="231951"/>
                  </a:lnTo>
                  <a:lnTo>
                    <a:pt x="322617" y="227049"/>
                  </a:lnTo>
                  <a:lnTo>
                    <a:pt x="324490" y="222085"/>
                  </a:lnTo>
                  <a:lnTo>
                    <a:pt x="326204" y="217064"/>
                  </a:lnTo>
                  <a:lnTo>
                    <a:pt x="327758" y="211992"/>
                  </a:lnTo>
                  <a:lnTo>
                    <a:pt x="329150" y="206872"/>
                  </a:lnTo>
                  <a:lnTo>
                    <a:pt x="330379" y="201711"/>
                  </a:lnTo>
                  <a:lnTo>
                    <a:pt x="331444" y="196514"/>
                  </a:lnTo>
                  <a:lnTo>
                    <a:pt x="332343" y="191286"/>
                  </a:lnTo>
                  <a:lnTo>
                    <a:pt x="333076" y="186031"/>
                  </a:lnTo>
                  <a:lnTo>
                    <a:pt x="333642" y="180756"/>
                  </a:lnTo>
                  <a:lnTo>
                    <a:pt x="334040" y="175466"/>
                  </a:lnTo>
                  <a:lnTo>
                    <a:pt x="334270" y="170166"/>
                  </a:lnTo>
                  <a:lnTo>
                    <a:pt x="334332" y="164861"/>
                  </a:lnTo>
                  <a:lnTo>
                    <a:pt x="334225" y="159556"/>
                  </a:lnTo>
                  <a:lnTo>
                    <a:pt x="333950" y="154258"/>
                  </a:lnTo>
                  <a:lnTo>
                    <a:pt x="333507" y="148972"/>
                  </a:lnTo>
                  <a:lnTo>
                    <a:pt x="332897" y="143702"/>
                  </a:lnTo>
                  <a:lnTo>
                    <a:pt x="332119" y="138454"/>
                  </a:lnTo>
                  <a:lnTo>
                    <a:pt x="331176" y="133233"/>
                  </a:lnTo>
                  <a:lnTo>
                    <a:pt x="330067" y="128045"/>
                  </a:lnTo>
                  <a:lnTo>
                    <a:pt x="328794" y="122894"/>
                  </a:lnTo>
                  <a:lnTo>
                    <a:pt x="327359" y="117787"/>
                  </a:lnTo>
                  <a:lnTo>
                    <a:pt x="325762" y="112728"/>
                  </a:lnTo>
                  <a:lnTo>
                    <a:pt x="324005" y="107722"/>
                  </a:lnTo>
                  <a:lnTo>
                    <a:pt x="322091" y="102774"/>
                  </a:lnTo>
                  <a:lnTo>
                    <a:pt x="320020" y="97890"/>
                  </a:lnTo>
                  <a:lnTo>
                    <a:pt x="317795" y="93073"/>
                  </a:lnTo>
                  <a:lnTo>
                    <a:pt x="315419" y="88330"/>
                  </a:lnTo>
                  <a:lnTo>
                    <a:pt x="312893" y="83665"/>
                  </a:lnTo>
                  <a:lnTo>
                    <a:pt x="310221" y="79081"/>
                  </a:lnTo>
                  <a:lnTo>
                    <a:pt x="307405" y="74586"/>
                  </a:lnTo>
                  <a:lnTo>
                    <a:pt x="304447" y="70181"/>
                  </a:lnTo>
                  <a:lnTo>
                    <a:pt x="301351" y="65873"/>
                  </a:lnTo>
                  <a:lnTo>
                    <a:pt x="298120" y="61665"/>
                  </a:lnTo>
                  <a:lnTo>
                    <a:pt x="294757" y="57562"/>
                  </a:lnTo>
                  <a:lnTo>
                    <a:pt x="291265" y="53568"/>
                  </a:lnTo>
                  <a:lnTo>
                    <a:pt x="287648" y="49686"/>
                  </a:lnTo>
                  <a:lnTo>
                    <a:pt x="283911" y="45921"/>
                  </a:lnTo>
                  <a:lnTo>
                    <a:pt x="280055" y="42277"/>
                  </a:lnTo>
                  <a:lnTo>
                    <a:pt x="276086" y="38757"/>
                  </a:lnTo>
                  <a:lnTo>
                    <a:pt x="272007" y="35365"/>
                  </a:lnTo>
                  <a:lnTo>
                    <a:pt x="267823" y="32103"/>
                  </a:lnTo>
                  <a:lnTo>
                    <a:pt x="263537" y="28976"/>
                  </a:lnTo>
                  <a:lnTo>
                    <a:pt x="259154" y="25987"/>
                  </a:lnTo>
                  <a:lnTo>
                    <a:pt x="254678" y="23138"/>
                  </a:lnTo>
                  <a:lnTo>
                    <a:pt x="250114" y="20433"/>
                  </a:lnTo>
                  <a:lnTo>
                    <a:pt x="245467" y="17874"/>
                  </a:lnTo>
                  <a:lnTo>
                    <a:pt x="240741" y="15464"/>
                  </a:lnTo>
                  <a:lnTo>
                    <a:pt x="235941" y="13205"/>
                  </a:lnTo>
                  <a:lnTo>
                    <a:pt x="231071" y="11099"/>
                  </a:lnTo>
                  <a:lnTo>
                    <a:pt x="226138" y="9149"/>
                  </a:lnTo>
                  <a:lnTo>
                    <a:pt x="221144" y="7356"/>
                  </a:lnTo>
                  <a:lnTo>
                    <a:pt x="216097" y="5723"/>
                  </a:lnTo>
                  <a:lnTo>
                    <a:pt x="211000" y="4251"/>
                  </a:lnTo>
                  <a:lnTo>
                    <a:pt x="205859" y="2941"/>
                  </a:lnTo>
                  <a:lnTo>
                    <a:pt x="200679" y="1795"/>
                  </a:lnTo>
                  <a:lnTo>
                    <a:pt x="195465" y="815"/>
                  </a:lnTo>
                  <a:lnTo>
                    <a:pt x="190223" y="0"/>
                  </a:lnTo>
                  <a:lnTo>
                    <a:pt x="167166" y="1655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781287" y="2126963"/>
              <a:ext cx="23056" cy="167167"/>
            </a:xfrm>
            <a:custGeom>
              <a:avLst/>
              <a:pathLst>
                <a:path w="23056" h="167167">
                  <a:moveTo>
                    <a:pt x="23056" y="1597"/>
                  </a:moveTo>
                  <a:lnTo>
                    <a:pt x="15398" y="710"/>
                  </a:lnTo>
                  <a:lnTo>
                    <a:pt x="7707" y="17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5715" y="2633064"/>
              <a:ext cx="5032" cy="167167"/>
            </a:xfrm>
            <a:custGeom>
              <a:avLst/>
              <a:pathLst>
                <a:path w="5032" h="167167">
                  <a:moveTo>
                    <a:pt x="5032" y="0"/>
                  </a:moveTo>
                  <a:lnTo>
                    <a:pt x="0" y="75"/>
                  </a:lnTo>
                  <a:lnTo>
                    <a:pt x="503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5715" y="2633140"/>
              <a:ext cx="5032" cy="167091"/>
            </a:xfrm>
            <a:custGeom>
              <a:avLst/>
              <a:pathLst>
                <a:path w="5032" h="167091">
                  <a:moveTo>
                    <a:pt x="0" y="0"/>
                  </a:moveTo>
                  <a:lnTo>
                    <a:pt x="5032" y="1670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5715" y="2633140"/>
              <a:ext cx="5032" cy="167091"/>
            </a:xfrm>
            <a:custGeom>
              <a:avLst/>
              <a:pathLst>
                <a:path w="5032" h="167091">
                  <a:moveTo>
                    <a:pt x="0" y="0"/>
                  </a:moveTo>
                  <a:lnTo>
                    <a:pt x="5032" y="1670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5715" y="2633140"/>
              <a:ext cx="5032" cy="167091"/>
            </a:xfrm>
            <a:custGeom>
              <a:avLst/>
              <a:pathLst>
                <a:path w="5032" h="167091">
                  <a:moveTo>
                    <a:pt x="0" y="0"/>
                  </a:moveTo>
                  <a:lnTo>
                    <a:pt x="5032" y="1670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5715" y="2633140"/>
              <a:ext cx="5032" cy="167091"/>
            </a:xfrm>
            <a:custGeom>
              <a:avLst/>
              <a:pathLst>
                <a:path w="5032" h="167091">
                  <a:moveTo>
                    <a:pt x="0" y="0"/>
                  </a:moveTo>
                  <a:lnTo>
                    <a:pt x="5032" y="1670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5715" y="2633140"/>
              <a:ext cx="5032" cy="167091"/>
            </a:xfrm>
            <a:custGeom>
              <a:avLst/>
              <a:pathLst>
                <a:path w="5032" h="167091">
                  <a:moveTo>
                    <a:pt x="0" y="0"/>
                  </a:moveTo>
                  <a:lnTo>
                    <a:pt x="5032" y="1670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5715" y="2633140"/>
              <a:ext cx="5032" cy="167091"/>
            </a:xfrm>
            <a:custGeom>
              <a:avLst/>
              <a:pathLst>
                <a:path w="5032" h="167091">
                  <a:moveTo>
                    <a:pt x="0" y="0"/>
                  </a:moveTo>
                  <a:lnTo>
                    <a:pt x="5032" y="1670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5715" y="2633140"/>
              <a:ext cx="5032" cy="167091"/>
            </a:xfrm>
            <a:custGeom>
              <a:avLst/>
              <a:pathLst>
                <a:path w="5032" h="167091">
                  <a:moveTo>
                    <a:pt x="0" y="0"/>
                  </a:moveTo>
                  <a:lnTo>
                    <a:pt x="5032" y="1670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5715" y="2633140"/>
              <a:ext cx="5032" cy="167091"/>
            </a:xfrm>
            <a:custGeom>
              <a:avLst/>
              <a:pathLst>
                <a:path w="5032" h="167091">
                  <a:moveTo>
                    <a:pt x="0" y="0"/>
                  </a:moveTo>
                  <a:lnTo>
                    <a:pt x="5032" y="1670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5715" y="2633140"/>
              <a:ext cx="5032" cy="167091"/>
            </a:xfrm>
            <a:custGeom>
              <a:avLst/>
              <a:pathLst>
                <a:path w="5032" h="167091">
                  <a:moveTo>
                    <a:pt x="0" y="0"/>
                  </a:moveTo>
                  <a:lnTo>
                    <a:pt x="5032" y="1670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5715" y="2633140"/>
              <a:ext cx="5032" cy="167091"/>
            </a:xfrm>
            <a:custGeom>
              <a:avLst/>
              <a:pathLst>
                <a:path w="5032" h="167091">
                  <a:moveTo>
                    <a:pt x="0" y="0"/>
                  </a:moveTo>
                  <a:lnTo>
                    <a:pt x="5032" y="1670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5715" y="2633140"/>
              <a:ext cx="5032" cy="167091"/>
            </a:xfrm>
            <a:custGeom>
              <a:avLst/>
              <a:pathLst>
                <a:path w="5032" h="167091">
                  <a:moveTo>
                    <a:pt x="0" y="0"/>
                  </a:moveTo>
                  <a:lnTo>
                    <a:pt x="5032" y="1670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5715" y="2633140"/>
              <a:ext cx="5032" cy="167091"/>
            </a:xfrm>
            <a:custGeom>
              <a:avLst/>
              <a:pathLst>
                <a:path w="5032" h="167091">
                  <a:moveTo>
                    <a:pt x="0" y="0"/>
                  </a:moveTo>
                  <a:lnTo>
                    <a:pt x="5032" y="1670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85715" y="2633140"/>
              <a:ext cx="5032" cy="167091"/>
            </a:xfrm>
            <a:custGeom>
              <a:avLst/>
              <a:pathLst>
                <a:path w="5032" h="167091">
                  <a:moveTo>
                    <a:pt x="0" y="0"/>
                  </a:moveTo>
                  <a:lnTo>
                    <a:pt x="5032" y="1670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423587" y="2633140"/>
              <a:ext cx="334328" cy="334244"/>
            </a:xfrm>
            <a:custGeom>
              <a:avLst/>
              <a:pathLst>
                <a:path w="334328" h="334244">
                  <a:moveTo>
                    <a:pt x="162128" y="0"/>
                  </a:moveTo>
                  <a:lnTo>
                    <a:pt x="156849" y="242"/>
                  </a:lnTo>
                  <a:lnTo>
                    <a:pt x="151580" y="651"/>
                  </a:lnTo>
                  <a:lnTo>
                    <a:pt x="146326" y="1227"/>
                  </a:lnTo>
                  <a:lnTo>
                    <a:pt x="141094" y="1969"/>
                  </a:lnTo>
                  <a:lnTo>
                    <a:pt x="135887" y="2875"/>
                  </a:lnTo>
                  <a:lnTo>
                    <a:pt x="130712" y="3946"/>
                  </a:lnTo>
                  <a:lnTo>
                    <a:pt x="125573" y="5179"/>
                  </a:lnTo>
                  <a:lnTo>
                    <a:pt x="120476" y="6575"/>
                  </a:lnTo>
                  <a:lnTo>
                    <a:pt x="115425" y="8131"/>
                  </a:lnTo>
                  <a:lnTo>
                    <a:pt x="110426" y="9846"/>
                  </a:lnTo>
                  <a:lnTo>
                    <a:pt x="105484" y="11718"/>
                  </a:lnTo>
                  <a:lnTo>
                    <a:pt x="100604" y="13745"/>
                  </a:lnTo>
                  <a:lnTo>
                    <a:pt x="95789" y="15925"/>
                  </a:lnTo>
                  <a:lnTo>
                    <a:pt x="91047" y="18257"/>
                  </a:lnTo>
                  <a:lnTo>
                    <a:pt x="86380" y="20737"/>
                  </a:lnTo>
                  <a:lnTo>
                    <a:pt x="81794" y="23364"/>
                  </a:lnTo>
                  <a:lnTo>
                    <a:pt x="77294" y="26134"/>
                  </a:lnTo>
                  <a:lnTo>
                    <a:pt x="72883" y="29046"/>
                  </a:lnTo>
                  <a:lnTo>
                    <a:pt x="68566" y="32095"/>
                  </a:lnTo>
                  <a:lnTo>
                    <a:pt x="64348" y="35279"/>
                  </a:lnTo>
                  <a:lnTo>
                    <a:pt x="60233" y="38595"/>
                  </a:lnTo>
                  <a:lnTo>
                    <a:pt x="56225" y="42039"/>
                  </a:lnTo>
                  <a:lnTo>
                    <a:pt x="52327" y="45608"/>
                  </a:lnTo>
                  <a:lnTo>
                    <a:pt x="48544" y="49299"/>
                  </a:lnTo>
                  <a:lnTo>
                    <a:pt x="44880" y="53107"/>
                  </a:lnTo>
                  <a:lnTo>
                    <a:pt x="41338" y="57029"/>
                  </a:lnTo>
                  <a:lnTo>
                    <a:pt x="37922" y="61062"/>
                  </a:lnTo>
                  <a:lnTo>
                    <a:pt x="34635" y="65200"/>
                  </a:lnTo>
                  <a:lnTo>
                    <a:pt x="31480" y="69440"/>
                  </a:lnTo>
                  <a:lnTo>
                    <a:pt x="28461" y="73778"/>
                  </a:lnTo>
                  <a:lnTo>
                    <a:pt x="25581" y="78209"/>
                  </a:lnTo>
                  <a:lnTo>
                    <a:pt x="22842" y="82728"/>
                  </a:lnTo>
                  <a:lnTo>
                    <a:pt x="20248" y="87332"/>
                  </a:lnTo>
                  <a:lnTo>
                    <a:pt x="17800" y="92016"/>
                  </a:lnTo>
                  <a:lnTo>
                    <a:pt x="15501" y="96775"/>
                  </a:lnTo>
                  <a:lnTo>
                    <a:pt x="13354" y="101604"/>
                  </a:lnTo>
                  <a:lnTo>
                    <a:pt x="11361" y="106499"/>
                  </a:lnTo>
                  <a:lnTo>
                    <a:pt x="9524" y="111454"/>
                  </a:lnTo>
                  <a:lnTo>
                    <a:pt x="7844" y="116465"/>
                  </a:lnTo>
                  <a:lnTo>
                    <a:pt x="6323" y="121526"/>
                  </a:lnTo>
                  <a:lnTo>
                    <a:pt x="4963" y="126633"/>
                  </a:lnTo>
                  <a:lnTo>
                    <a:pt x="3765" y="131780"/>
                  </a:lnTo>
                  <a:lnTo>
                    <a:pt x="2731" y="136963"/>
                  </a:lnTo>
                  <a:lnTo>
                    <a:pt x="1861" y="142176"/>
                  </a:lnTo>
                  <a:lnTo>
                    <a:pt x="1156" y="147413"/>
                  </a:lnTo>
                  <a:lnTo>
                    <a:pt x="617" y="152671"/>
                  </a:lnTo>
                  <a:lnTo>
                    <a:pt x="244" y="157942"/>
                  </a:lnTo>
                  <a:lnTo>
                    <a:pt x="38" y="163223"/>
                  </a:lnTo>
                  <a:lnTo>
                    <a:pt x="0" y="168508"/>
                  </a:lnTo>
                  <a:lnTo>
                    <a:pt x="128" y="173791"/>
                  </a:lnTo>
                  <a:lnTo>
                    <a:pt x="423" y="179068"/>
                  </a:lnTo>
                  <a:lnTo>
                    <a:pt x="885" y="184333"/>
                  </a:lnTo>
                  <a:lnTo>
                    <a:pt x="1513" y="189580"/>
                  </a:lnTo>
                  <a:lnTo>
                    <a:pt x="2307" y="194805"/>
                  </a:lnTo>
                  <a:lnTo>
                    <a:pt x="3265" y="200002"/>
                  </a:lnTo>
                  <a:lnTo>
                    <a:pt x="4387" y="205166"/>
                  </a:lnTo>
                  <a:lnTo>
                    <a:pt x="5672" y="210293"/>
                  </a:lnTo>
                  <a:lnTo>
                    <a:pt x="7119" y="215376"/>
                  </a:lnTo>
                  <a:lnTo>
                    <a:pt x="8725" y="220411"/>
                  </a:lnTo>
                  <a:lnTo>
                    <a:pt x="10490" y="225392"/>
                  </a:lnTo>
                  <a:lnTo>
                    <a:pt x="12411" y="230316"/>
                  </a:lnTo>
                  <a:lnTo>
                    <a:pt x="14487" y="235176"/>
                  </a:lnTo>
                  <a:lnTo>
                    <a:pt x="16715" y="239968"/>
                  </a:lnTo>
                  <a:lnTo>
                    <a:pt x="19094" y="244687"/>
                  </a:lnTo>
                  <a:lnTo>
                    <a:pt x="21621" y="249329"/>
                  </a:lnTo>
                  <a:lnTo>
                    <a:pt x="24293" y="253888"/>
                  </a:lnTo>
                  <a:lnTo>
                    <a:pt x="27108" y="258361"/>
                  </a:lnTo>
                  <a:lnTo>
                    <a:pt x="30063" y="262742"/>
                  </a:lnTo>
                  <a:lnTo>
                    <a:pt x="33155" y="267028"/>
                  </a:lnTo>
                  <a:lnTo>
                    <a:pt x="36381" y="271214"/>
                  </a:lnTo>
                  <a:lnTo>
                    <a:pt x="39738" y="275296"/>
                  </a:lnTo>
                  <a:lnTo>
                    <a:pt x="43222" y="279270"/>
                  </a:lnTo>
                  <a:lnTo>
                    <a:pt x="46830" y="283132"/>
                  </a:lnTo>
                  <a:lnTo>
                    <a:pt x="50558" y="286877"/>
                  </a:lnTo>
                  <a:lnTo>
                    <a:pt x="54403" y="290503"/>
                  </a:lnTo>
                  <a:lnTo>
                    <a:pt x="58360" y="294006"/>
                  </a:lnTo>
                  <a:lnTo>
                    <a:pt x="62426" y="297382"/>
                  </a:lnTo>
                  <a:lnTo>
                    <a:pt x="66597" y="300627"/>
                  </a:lnTo>
                  <a:lnTo>
                    <a:pt x="70869" y="303739"/>
                  </a:lnTo>
                  <a:lnTo>
                    <a:pt x="75236" y="306715"/>
                  </a:lnTo>
                  <a:lnTo>
                    <a:pt x="79696" y="309551"/>
                  </a:lnTo>
                  <a:lnTo>
                    <a:pt x="84243" y="312245"/>
                  </a:lnTo>
                  <a:lnTo>
                    <a:pt x="88872" y="314793"/>
                  </a:lnTo>
                  <a:lnTo>
                    <a:pt x="93580" y="317194"/>
                  </a:lnTo>
                  <a:lnTo>
                    <a:pt x="98362" y="319445"/>
                  </a:lnTo>
                  <a:lnTo>
                    <a:pt x="103212" y="321543"/>
                  </a:lnTo>
                  <a:lnTo>
                    <a:pt x="108127" y="323488"/>
                  </a:lnTo>
                  <a:lnTo>
                    <a:pt x="113100" y="325276"/>
                  </a:lnTo>
                  <a:lnTo>
                    <a:pt x="118127" y="326906"/>
                  </a:lnTo>
                  <a:lnTo>
                    <a:pt x="123203" y="328376"/>
                  </a:lnTo>
                  <a:lnTo>
                    <a:pt x="128324" y="329685"/>
                  </a:lnTo>
                  <a:lnTo>
                    <a:pt x="133483" y="330831"/>
                  </a:lnTo>
                  <a:lnTo>
                    <a:pt x="138675" y="331814"/>
                  </a:lnTo>
                  <a:lnTo>
                    <a:pt x="143896" y="332632"/>
                  </a:lnTo>
                  <a:lnTo>
                    <a:pt x="149141" y="333285"/>
                  </a:lnTo>
                  <a:lnTo>
                    <a:pt x="154403" y="333771"/>
                  </a:lnTo>
                  <a:lnTo>
                    <a:pt x="159678" y="334091"/>
                  </a:lnTo>
                  <a:lnTo>
                    <a:pt x="164961" y="334244"/>
                  </a:lnTo>
                  <a:lnTo>
                    <a:pt x="170246" y="334230"/>
                  </a:lnTo>
                  <a:lnTo>
                    <a:pt x="175528" y="334049"/>
                  </a:lnTo>
                  <a:lnTo>
                    <a:pt x="180801" y="333701"/>
                  </a:lnTo>
                  <a:lnTo>
                    <a:pt x="186061" y="333187"/>
                  </a:lnTo>
                  <a:lnTo>
                    <a:pt x="191302" y="332506"/>
                  </a:lnTo>
                  <a:lnTo>
                    <a:pt x="196518" y="331661"/>
                  </a:lnTo>
                  <a:lnTo>
                    <a:pt x="201706" y="330650"/>
                  </a:lnTo>
                  <a:lnTo>
                    <a:pt x="206859" y="329477"/>
                  </a:lnTo>
                  <a:lnTo>
                    <a:pt x="211972" y="328141"/>
                  </a:lnTo>
                  <a:lnTo>
                    <a:pt x="217040" y="326644"/>
                  </a:lnTo>
                  <a:lnTo>
                    <a:pt x="222059" y="324987"/>
                  </a:lnTo>
                  <a:lnTo>
                    <a:pt x="227023" y="323173"/>
                  </a:lnTo>
                  <a:lnTo>
                    <a:pt x="231927" y="321203"/>
                  </a:lnTo>
                  <a:lnTo>
                    <a:pt x="236766" y="319078"/>
                  </a:lnTo>
                  <a:lnTo>
                    <a:pt x="241535" y="316802"/>
                  </a:lnTo>
                  <a:lnTo>
                    <a:pt x="246230" y="314376"/>
                  </a:lnTo>
                  <a:lnTo>
                    <a:pt x="250847" y="311803"/>
                  </a:lnTo>
                  <a:lnTo>
                    <a:pt x="255379" y="309086"/>
                  </a:lnTo>
                  <a:lnTo>
                    <a:pt x="259824" y="306226"/>
                  </a:lnTo>
                  <a:lnTo>
                    <a:pt x="264175" y="303228"/>
                  </a:lnTo>
                  <a:lnTo>
                    <a:pt x="268430" y="300093"/>
                  </a:lnTo>
                  <a:lnTo>
                    <a:pt x="272584" y="296825"/>
                  </a:lnTo>
                  <a:lnTo>
                    <a:pt x="276632" y="293428"/>
                  </a:lnTo>
                  <a:lnTo>
                    <a:pt x="280571" y="289905"/>
                  </a:lnTo>
                  <a:lnTo>
                    <a:pt x="284396" y="286258"/>
                  </a:lnTo>
                  <a:lnTo>
                    <a:pt x="288105" y="282493"/>
                  </a:lnTo>
                  <a:lnTo>
                    <a:pt x="291692" y="278612"/>
                  </a:lnTo>
                  <a:lnTo>
                    <a:pt x="295155" y="274620"/>
                  </a:lnTo>
                  <a:lnTo>
                    <a:pt x="298490" y="270520"/>
                  </a:lnTo>
                  <a:lnTo>
                    <a:pt x="301694" y="266317"/>
                  </a:lnTo>
                  <a:lnTo>
                    <a:pt x="304763" y="262015"/>
                  </a:lnTo>
                  <a:lnTo>
                    <a:pt x="307695" y="257618"/>
                  </a:lnTo>
                  <a:lnTo>
                    <a:pt x="310486" y="253130"/>
                  </a:lnTo>
                  <a:lnTo>
                    <a:pt x="313135" y="248557"/>
                  </a:lnTo>
                  <a:lnTo>
                    <a:pt x="315637" y="243902"/>
                  </a:lnTo>
                  <a:lnTo>
                    <a:pt x="317991" y="239170"/>
                  </a:lnTo>
                  <a:lnTo>
                    <a:pt x="320194" y="234366"/>
                  </a:lnTo>
                  <a:lnTo>
                    <a:pt x="322244" y="229495"/>
                  </a:lnTo>
                  <a:lnTo>
                    <a:pt x="324139" y="224562"/>
                  </a:lnTo>
                  <a:lnTo>
                    <a:pt x="325877" y="219571"/>
                  </a:lnTo>
                  <a:lnTo>
                    <a:pt x="327457" y="214528"/>
                  </a:lnTo>
                  <a:lnTo>
                    <a:pt x="328876" y="209437"/>
                  </a:lnTo>
                  <a:lnTo>
                    <a:pt x="330134" y="204304"/>
                  </a:lnTo>
                  <a:lnTo>
                    <a:pt x="331229" y="199134"/>
                  </a:lnTo>
                  <a:lnTo>
                    <a:pt x="332160" y="193932"/>
                  </a:lnTo>
                  <a:lnTo>
                    <a:pt x="332926" y="188703"/>
                  </a:lnTo>
                  <a:lnTo>
                    <a:pt x="333526" y="183452"/>
                  </a:lnTo>
                  <a:lnTo>
                    <a:pt x="333960" y="178185"/>
                  </a:lnTo>
                  <a:lnTo>
                    <a:pt x="334227" y="172907"/>
                  </a:lnTo>
                  <a:lnTo>
                    <a:pt x="334328" y="167623"/>
                  </a:lnTo>
                  <a:lnTo>
                    <a:pt x="334261" y="162338"/>
                  </a:lnTo>
                  <a:lnTo>
                    <a:pt x="334027" y="157059"/>
                  </a:lnTo>
                  <a:lnTo>
                    <a:pt x="333627" y="151789"/>
                  </a:lnTo>
                  <a:lnTo>
                    <a:pt x="333060" y="146535"/>
                  </a:lnTo>
                  <a:lnTo>
                    <a:pt x="332327" y="141301"/>
                  </a:lnTo>
                  <a:lnTo>
                    <a:pt x="331429" y="136093"/>
                  </a:lnTo>
                  <a:lnTo>
                    <a:pt x="330367" y="130916"/>
                  </a:lnTo>
                  <a:lnTo>
                    <a:pt x="329142" y="125775"/>
                  </a:lnTo>
                  <a:lnTo>
                    <a:pt x="327755" y="120675"/>
                  </a:lnTo>
                  <a:lnTo>
                    <a:pt x="326208" y="115622"/>
                  </a:lnTo>
                  <a:lnTo>
                    <a:pt x="324501" y="110620"/>
                  </a:lnTo>
                  <a:lnTo>
                    <a:pt x="322638" y="105675"/>
                  </a:lnTo>
                  <a:lnTo>
                    <a:pt x="320618" y="100791"/>
                  </a:lnTo>
                  <a:lnTo>
                    <a:pt x="318446" y="95973"/>
                  </a:lnTo>
                  <a:lnTo>
                    <a:pt x="316122" y="91227"/>
                  </a:lnTo>
                  <a:lnTo>
                    <a:pt x="313650" y="86556"/>
                  </a:lnTo>
                  <a:lnTo>
                    <a:pt x="311031" y="81965"/>
                  </a:lnTo>
                  <a:lnTo>
                    <a:pt x="308268" y="77460"/>
                  </a:lnTo>
                  <a:lnTo>
                    <a:pt x="305364" y="73045"/>
                  </a:lnTo>
                  <a:lnTo>
                    <a:pt x="302322" y="68723"/>
                  </a:lnTo>
                  <a:lnTo>
                    <a:pt x="299145" y="64500"/>
                  </a:lnTo>
                  <a:lnTo>
                    <a:pt x="295837" y="60379"/>
                  </a:lnTo>
                  <a:lnTo>
                    <a:pt x="292399" y="56365"/>
                  </a:lnTo>
                  <a:lnTo>
                    <a:pt x="288836" y="52461"/>
                  </a:lnTo>
                  <a:lnTo>
                    <a:pt x="285152" y="48672"/>
                  </a:lnTo>
                  <a:lnTo>
                    <a:pt x="281350" y="45002"/>
                  </a:lnTo>
                  <a:lnTo>
                    <a:pt x="277434" y="41453"/>
                  </a:lnTo>
                  <a:lnTo>
                    <a:pt x="273407" y="38030"/>
                  </a:lnTo>
                  <a:lnTo>
                    <a:pt x="269274" y="34736"/>
                  </a:lnTo>
                  <a:lnTo>
                    <a:pt x="265039" y="31575"/>
                  </a:lnTo>
                  <a:lnTo>
                    <a:pt x="260707" y="28548"/>
                  </a:lnTo>
                  <a:lnTo>
                    <a:pt x="256281" y="25661"/>
                  </a:lnTo>
                  <a:lnTo>
                    <a:pt x="251765" y="22914"/>
                  </a:lnTo>
                  <a:lnTo>
                    <a:pt x="247166" y="20312"/>
                  </a:lnTo>
                  <a:lnTo>
                    <a:pt x="242486" y="17856"/>
                  </a:lnTo>
                  <a:lnTo>
                    <a:pt x="237731" y="15550"/>
                  </a:lnTo>
                  <a:lnTo>
                    <a:pt x="232905" y="13395"/>
                  </a:lnTo>
                  <a:lnTo>
                    <a:pt x="228014" y="11393"/>
                  </a:lnTo>
                  <a:lnTo>
                    <a:pt x="223062" y="9548"/>
                  </a:lnTo>
                  <a:lnTo>
                    <a:pt x="218054" y="7859"/>
                  </a:lnTo>
                  <a:lnTo>
                    <a:pt x="167161" y="1670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90748" y="2633064"/>
              <a:ext cx="50893" cy="167167"/>
            </a:xfrm>
            <a:custGeom>
              <a:avLst/>
              <a:pathLst>
                <a:path w="50893" h="167167">
                  <a:moveTo>
                    <a:pt x="50893" y="7935"/>
                  </a:moveTo>
                  <a:lnTo>
                    <a:pt x="44699" y="6086"/>
                  </a:lnTo>
                  <a:lnTo>
                    <a:pt x="38438" y="4479"/>
                  </a:lnTo>
                  <a:lnTo>
                    <a:pt x="32120" y="3114"/>
                  </a:lnTo>
                  <a:lnTo>
                    <a:pt x="25754" y="1995"/>
                  </a:lnTo>
                  <a:lnTo>
                    <a:pt x="19349" y="1123"/>
                  </a:lnTo>
                  <a:lnTo>
                    <a:pt x="12915" y="499"/>
                  </a:lnTo>
                  <a:lnTo>
                    <a:pt x="6462" y="12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1500" y="3170392"/>
              <a:ext cx="24480" cy="167167"/>
            </a:xfrm>
            <a:custGeom>
              <a:avLst/>
              <a:pathLst>
                <a:path w="24480" h="167167">
                  <a:moveTo>
                    <a:pt x="24480" y="0"/>
                  </a:moveTo>
                  <a:lnTo>
                    <a:pt x="16294" y="200"/>
                  </a:lnTo>
                  <a:lnTo>
                    <a:pt x="8127" y="801"/>
                  </a:lnTo>
                  <a:lnTo>
                    <a:pt x="0" y="1802"/>
                  </a:lnTo>
                  <a:lnTo>
                    <a:pt x="2448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1500" y="3172194"/>
              <a:ext cx="24480" cy="165365"/>
            </a:xfrm>
            <a:custGeom>
              <a:avLst/>
              <a:pathLst>
                <a:path w="24480" h="165365">
                  <a:moveTo>
                    <a:pt x="0" y="0"/>
                  </a:moveTo>
                  <a:lnTo>
                    <a:pt x="24480" y="1653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1500" y="3172194"/>
              <a:ext cx="24480" cy="165365"/>
            </a:xfrm>
            <a:custGeom>
              <a:avLst/>
              <a:pathLst>
                <a:path w="24480" h="165365">
                  <a:moveTo>
                    <a:pt x="0" y="0"/>
                  </a:moveTo>
                  <a:lnTo>
                    <a:pt x="24480" y="1653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1500" y="3172194"/>
              <a:ext cx="24480" cy="165365"/>
            </a:xfrm>
            <a:custGeom>
              <a:avLst/>
              <a:pathLst>
                <a:path w="24480" h="165365">
                  <a:moveTo>
                    <a:pt x="0" y="0"/>
                  </a:moveTo>
                  <a:lnTo>
                    <a:pt x="24480" y="1653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1500" y="3172194"/>
              <a:ext cx="24480" cy="165365"/>
            </a:xfrm>
            <a:custGeom>
              <a:avLst/>
              <a:pathLst>
                <a:path w="24480" h="165365">
                  <a:moveTo>
                    <a:pt x="0" y="0"/>
                  </a:moveTo>
                  <a:lnTo>
                    <a:pt x="24480" y="1653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1500" y="3172194"/>
              <a:ext cx="24480" cy="165365"/>
            </a:xfrm>
            <a:custGeom>
              <a:avLst/>
              <a:pathLst>
                <a:path w="24480" h="165365">
                  <a:moveTo>
                    <a:pt x="0" y="0"/>
                  </a:moveTo>
                  <a:lnTo>
                    <a:pt x="24480" y="1653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1500" y="3172194"/>
              <a:ext cx="24480" cy="165365"/>
            </a:xfrm>
            <a:custGeom>
              <a:avLst/>
              <a:pathLst>
                <a:path w="24480" h="165365">
                  <a:moveTo>
                    <a:pt x="0" y="0"/>
                  </a:moveTo>
                  <a:lnTo>
                    <a:pt x="24480" y="1653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1500" y="3172194"/>
              <a:ext cx="24480" cy="165365"/>
            </a:xfrm>
            <a:custGeom>
              <a:avLst/>
              <a:pathLst>
                <a:path w="24480" h="165365">
                  <a:moveTo>
                    <a:pt x="0" y="0"/>
                  </a:moveTo>
                  <a:lnTo>
                    <a:pt x="24480" y="1653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1500" y="3172194"/>
              <a:ext cx="24480" cy="165365"/>
            </a:xfrm>
            <a:custGeom>
              <a:avLst/>
              <a:pathLst>
                <a:path w="24480" h="165365">
                  <a:moveTo>
                    <a:pt x="0" y="0"/>
                  </a:moveTo>
                  <a:lnTo>
                    <a:pt x="24480" y="1653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1500" y="3172194"/>
              <a:ext cx="24480" cy="165365"/>
            </a:xfrm>
            <a:custGeom>
              <a:avLst/>
              <a:pathLst>
                <a:path w="24480" h="165365">
                  <a:moveTo>
                    <a:pt x="0" y="0"/>
                  </a:moveTo>
                  <a:lnTo>
                    <a:pt x="24480" y="1653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1500" y="3172194"/>
              <a:ext cx="24480" cy="165365"/>
            </a:xfrm>
            <a:custGeom>
              <a:avLst/>
              <a:pathLst>
                <a:path w="24480" h="165365">
                  <a:moveTo>
                    <a:pt x="0" y="0"/>
                  </a:moveTo>
                  <a:lnTo>
                    <a:pt x="24480" y="1653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1500" y="3172194"/>
              <a:ext cx="24480" cy="165365"/>
            </a:xfrm>
            <a:custGeom>
              <a:avLst/>
              <a:pathLst>
                <a:path w="24480" h="165365">
                  <a:moveTo>
                    <a:pt x="0" y="0"/>
                  </a:moveTo>
                  <a:lnTo>
                    <a:pt x="24480" y="1653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01500" y="3172194"/>
              <a:ext cx="24480" cy="165365"/>
            </a:xfrm>
            <a:custGeom>
              <a:avLst/>
              <a:pathLst>
                <a:path w="24480" h="165365">
                  <a:moveTo>
                    <a:pt x="0" y="0"/>
                  </a:moveTo>
                  <a:lnTo>
                    <a:pt x="24480" y="1653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358814" y="3172194"/>
              <a:ext cx="334331" cy="332521"/>
            </a:xfrm>
            <a:custGeom>
              <a:avLst/>
              <a:pathLst>
                <a:path w="334331" h="332521">
                  <a:moveTo>
                    <a:pt x="142685" y="0"/>
                  </a:moveTo>
                  <a:lnTo>
                    <a:pt x="137451" y="859"/>
                  </a:lnTo>
                  <a:lnTo>
                    <a:pt x="132246" y="1885"/>
                  </a:lnTo>
                  <a:lnTo>
                    <a:pt x="127077" y="3075"/>
                  </a:lnTo>
                  <a:lnTo>
                    <a:pt x="121948" y="4429"/>
                  </a:lnTo>
                  <a:lnTo>
                    <a:pt x="116864" y="5945"/>
                  </a:lnTo>
                  <a:lnTo>
                    <a:pt x="111831" y="7621"/>
                  </a:lnTo>
                  <a:lnTo>
                    <a:pt x="106854" y="9456"/>
                  </a:lnTo>
                  <a:lnTo>
                    <a:pt x="101938" y="11448"/>
                  </a:lnTo>
                  <a:lnTo>
                    <a:pt x="97087" y="13595"/>
                  </a:lnTo>
                  <a:lnTo>
                    <a:pt x="92307" y="15895"/>
                  </a:lnTo>
                  <a:lnTo>
                    <a:pt x="87602" y="18346"/>
                  </a:lnTo>
                  <a:lnTo>
                    <a:pt x="82977" y="20944"/>
                  </a:lnTo>
                  <a:lnTo>
                    <a:pt x="78437" y="23688"/>
                  </a:lnTo>
                  <a:lnTo>
                    <a:pt x="73987" y="26575"/>
                  </a:lnTo>
                  <a:lnTo>
                    <a:pt x="69630" y="29601"/>
                  </a:lnTo>
                  <a:lnTo>
                    <a:pt x="65372" y="32764"/>
                  </a:lnTo>
                  <a:lnTo>
                    <a:pt x="61216" y="36061"/>
                  </a:lnTo>
                  <a:lnTo>
                    <a:pt x="57166" y="39487"/>
                  </a:lnTo>
                  <a:lnTo>
                    <a:pt x="53228" y="43041"/>
                  </a:lnTo>
                  <a:lnTo>
                    <a:pt x="49404" y="46718"/>
                  </a:lnTo>
                  <a:lnTo>
                    <a:pt x="45699" y="50514"/>
                  </a:lnTo>
                  <a:lnTo>
                    <a:pt x="42116" y="54426"/>
                  </a:lnTo>
                  <a:lnTo>
                    <a:pt x="38659" y="58449"/>
                  </a:lnTo>
                  <a:lnTo>
                    <a:pt x="35331" y="62580"/>
                  </a:lnTo>
                  <a:lnTo>
                    <a:pt x="32136" y="66815"/>
                  </a:lnTo>
                  <a:lnTo>
                    <a:pt x="29077" y="71149"/>
                  </a:lnTo>
                  <a:lnTo>
                    <a:pt x="26158" y="75578"/>
                  </a:lnTo>
                  <a:lnTo>
                    <a:pt x="23380" y="80097"/>
                  </a:lnTo>
                  <a:lnTo>
                    <a:pt x="20747" y="84702"/>
                  </a:lnTo>
                  <a:lnTo>
                    <a:pt x="18261" y="89388"/>
                  </a:lnTo>
                  <a:lnTo>
                    <a:pt x="15925" y="94151"/>
                  </a:lnTo>
                  <a:lnTo>
                    <a:pt x="13742" y="98985"/>
                  </a:lnTo>
                  <a:lnTo>
                    <a:pt x="11713" y="103887"/>
                  </a:lnTo>
                  <a:lnTo>
                    <a:pt x="9841" y="108850"/>
                  </a:lnTo>
                  <a:lnTo>
                    <a:pt x="8127" y="113870"/>
                  </a:lnTo>
                  <a:lnTo>
                    <a:pt x="6573" y="118942"/>
                  </a:lnTo>
                  <a:lnTo>
                    <a:pt x="5181" y="124061"/>
                  </a:lnTo>
                  <a:lnTo>
                    <a:pt x="3952" y="129221"/>
                  </a:lnTo>
                  <a:lnTo>
                    <a:pt x="2887" y="134418"/>
                  </a:lnTo>
                  <a:lnTo>
                    <a:pt x="1988" y="139646"/>
                  </a:lnTo>
                  <a:lnTo>
                    <a:pt x="1255" y="144900"/>
                  </a:lnTo>
                  <a:lnTo>
                    <a:pt x="690" y="150174"/>
                  </a:lnTo>
                  <a:lnTo>
                    <a:pt x="291" y="155464"/>
                  </a:lnTo>
                  <a:lnTo>
                    <a:pt x="61" y="160764"/>
                  </a:lnTo>
                  <a:lnTo>
                    <a:pt x="0" y="166068"/>
                  </a:lnTo>
                  <a:lnTo>
                    <a:pt x="106" y="171372"/>
                  </a:lnTo>
                  <a:lnTo>
                    <a:pt x="381" y="176669"/>
                  </a:lnTo>
                  <a:lnTo>
                    <a:pt x="823" y="181955"/>
                  </a:lnTo>
                  <a:lnTo>
                    <a:pt x="1433" y="187225"/>
                  </a:lnTo>
                  <a:lnTo>
                    <a:pt x="2211" y="192472"/>
                  </a:lnTo>
                  <a:lnTo>
                    <a:pt x="3154" y="197692"/>
                  </a:lnTo>
                  <a:lnTo>
                    <a:pt x="4262" y="202880"/>
                  </a:lnTo>
                  <a:lnTo>
                    <a:pt x="5534" y="208030"/>
                  </a:lnTo>
                  <a:lnTo>
                    <a:pt x="6969" y="213137"/>
                  </a:lnTo>
                  <a:lnTo>
                    <a:pt x="8566" y="218196"/>
                  </a:lnTo>
                  <a:lnTo>
                    <a:pt x="10322" y="223201"/>
                  </a:lnTo>
                  <a:lnTo>
                    <a:pt x="12236" y="228148"/>
                  </a:lnTo>
                  <a:lnTo>
                    <a:pt x="14306" y="233033"/>
                  </a:lnTo>
                  <a:lnTo>
                    <a:pt x="16530" y="237849"/>
                  </a:lnTo>
                  <a:lnTo>
                    <a:pt x="18906" y="242591"/>
                  </a:lnTo>
                  <a:lnTo>
                    <a:pt x="21431" y="247257"/>
                  </a:lnTo>
                  <a:lnTo>
                    <a:pt x="24102" y="251839"/>
                  </a:lnTo>
                  <a:lnTo>
                    <a:pt x="26918" y="256335"/>
                  </a:lnTo>
                  <a:lnTo>
                    <a:pt x="29875" y="260739"/>
                  </a:lnTo>
                  <a:lnTo>
                    <a:pt x="32970" y="265047"/>
                  </a:lnTo>
                  <a:lnTo>
                    <a:pt x="36201" y="269255"/>
                  </a:lnTo>
                  <a:lnTo>
                    <a:pt x="39563" y="273358"/>
                  </a:lnTo>
                  <a:lnTo>
                    <a:pt x="43054" y="277352"/>
                  </a:lnTo>
                  <a:lnTo>
                    <a:pt x="46669" y="281234"/>
                  </a:lnTo>
                  <a:lnTo>
                    <a:pt x="50406" y="284999"/>
                  </a:lnTo>
                  <a:lnTo>
                    <a:pt x="54261" y="288643"/>
                  </a:lnTo>
                  <a:lnTo>
                    <a:pt x="58229" y="292163"/>
                  </a:lnTo>
                  <a:lnTo>
                    <a:pt x="62307" y="295556"/>
                  </a:lnTo>
                  <a:lnTo>
                    <a:pt x="66491" y="298817"/>
                  </a:lnTo>
                  <a:lnTo>
                    <a:pt x="70776" y="301944"/>
                  </a:lnTo>
                  <a:lnTo>
                    <a:pt x="75158" y="304934"/>
                  </a:lnTo>
                  <a:lnTo>
                    <a:pt x="79633" y="307783"/>
                  </a:lnTo>
                  <a:lnTo>
                    <a:pt x="84195" y="310489"/>
                  </a:lnTo>
                  <a:lnTo>
                    <a:pt x="88842" y="313048"/>
                  </a:lnTo>
                  <a:lnTo>
                    <a:pt x="93567" y="315459"/>
                  </a:lnTo>
                  <a:lnTo>
                    <a:pt x="98366" y="317718"/>
                  </a:lnTo>
                  <a:lnTo>
                    <a:pt x="103235" y="319825"/>
                  </a:lnTo>
                  <a:lnTo>
                    <a:pt x="108168" y="321775"/>
                  </a:lnTo>
                  <a:lnTo>
                    <a:pt x="113160" y="323568"/>
                  </a:lnTo>
                  <a:lnTo>
                    <a:pt x="118207" y="325202"/>
                  </a:lnTo>
                  <a:lnTo>
                    <a:pt x="123303" y="326675"/>
                  </a:lnTo>
                  <a:lnTo>
                    <a:pt x="128443" y="327986"/>
                  </a:lnTo>
                  <a:lnTo>
                    <a:pt x="133623" y="329132"/>
                  </a:lnTo>
                  <a:lnTo>
                    <a:pt x="138836" y="330114"/>
                  </a:lnTo>
                  <a:lnTo>
                    <a:pt x="144077" y="330930"/>
                  </a:lnTo>
                  <a:lnTo>
                    <a:pt x="149342" y="331579"/>
                  </a:lnTo>
                  <a:lnTo>
                    <a:pt x="154625" y="332061"/>
                  </a:lnTo>
                  <a:lnTo>
                    <a:pt x="159920" y="332375"/>
                  </a:lnTo>
                  <a:lnTo>
                    <a:pt x="165223" y="332521"/>
                  </a:lnTo>
                  <a:lnTo>
                    <a:pt x="170528" y="332498"/>
                  </a:lnTo>
                  <a:lnTo>
                    <a:pt x="175829" y="332308"/>
                  </a:lnTo>
                  <a:lnTo>
                    <a:pt x="181121" y="331949"/>
                  </a:lnTo>
                  <a:lnTo>
                    <a:pt x="186400" y="331422"/>
                  </a:lnTo>
                  <a:lnTo>
                    <a:pt x="191659" y="330728"/>
                  </a:lnTo>
                  <a:lnTo>
                    <a:pt x="196893" y="329868"/>
                  </a:lnTo>
                  <a:lnTo>
                    <a:pt x="202098" y="328842"/>
                  </a:lnTo>
                  <a:lnTo>
                    <a:pt x="207267" y="327651"/>
                  </a:lnTo>
                  <a:lnTo>
                    <a:pt x="212396" y="326297"/>
                  </a:lnTo>
                  <a:lnTo>
                    <a:pt x="217479" y="324781"/>
                  </a:lnTo>
                  <a:lnTo>
                    <a:pt x="222512" y="323104"/>
                  </a:lnTo>
                  <a:lnTo>
                    <a:pt x="227489" y="321269"/>
                  </a:lnTo>
                  <a:lnTo>
                    <a:pt x="232405" y="319276"/>
                  </a:lnTo>
                  <a:lnTo>
                    <a:pt x="237256" y="317129"/>
                  </a:lnTo>
                  <a:lnTo>
                    <a:pt x="242036" y="314828"/>
                  </a:lnTo>
                  <a:lnTo>
                    <a:pt x="246741" y="312377"/>
                  </a:lnTo>
                  <a:lnTo>
                    <a:pt x="251365" y="309779"/>
                  </a:lnTo>
                  <a:lnTo>
                    <a:pt x="255905" y="307034"/>
                  </a:lnTo>
                  <a:lnTo>
                    <a:pt x="260355" y="304147"/>
                  </a:lnTo>
                  <a:lnTo>
                    <a:pt x="264712" y="301121"/>
                  </a:lnTo>
                  <a:lnTo>
                    <a:pt x="268970" y="297957"/>
                  </a:lnTo>
                  <a:lnTo>
                    <a:pt x="273126" y="294661"/>
                  </a:lnTo>
                  <a:lnTo>
                    <a:pt x="277175" y="291233"/>
                  </a:lnTo>
                  <a:lnTo>
                    <a:pt x="281113" y="287680"/>
                  </a:lnTo>
                  <a:lnTo>
                    <a:pt x="284936" y="284003"/>
                  </a:lnTo>
                  <a:lnTo>
                    <a:pt x="288641" y="280206"/>
                  </a:lnTo>
                  <a:lnTo>
                    <a:pt x="292224" y="276294"/>
                  </a:lnTo>
                  <a:lnTo>
                    <a:pt x="295681" y="272270"/>
                  </a:lnTo>
                  <a:lnTo>
                    <a:pt x="299008" y="268139"/>
                  </a:lnTo>
                  <a:lnTo>
                    <a:pt x="302202" y="263904"/>
                  </a:lnTo>
                  <a:lnTo>
                    <a:pt x="305261" y="259570"/>
                  </a:lnTo>
                  <a:lnTo>
                    <a:pt x="308180" y="255141"/>
                  </a:lnTo>
                  <a:lnTo>
                    <a:pt x="310958" y="250621"/>
                  </a:lnTo>
                  <a:lnTo>
                    <a:pt x="313591" y="246016"/>
                  </a:lnTo>
                  <a:lnTo>
                    <a:pt x="316076" y="241330"/>
                  </a:lnTo>
                  <a:lnTo>
                    <a:pt x="318411" y="236567"/>
                  </a:lnTo>
                  <a:lnTo>
                    <a:pt x="320594" y="231732"/>
                  </a:lnTo>
                  <a:lnTo>
                    <a:pt x="322623" y="226830"/>
                  </a:lnTo>
                  <a:lnTo>
                    <a:pt x="324495" y="221867"/>
                  </a:lnTo>
                  <a:lnTo>
                    <a:pt x="326208" y="216847"/>
                  </a:lnTo>
                  <a:lnTo>
                    <a:pt x="327761" y="211775"/>
                  </a:lnTo>
                  <a:lnTo>
                    <a:pt x="329153" y="206656"/>
                  </a:lnTo>
                  <a:lnTo>
                    <a:pt x="330382" y="201495"/>
                  </a:lnTo>
                  <a:lnTo>
                    <a:pt x="331446" y="196298"/>
                  </a:lnTo>
                  <a:lnTo>
                    <a:pt x="332345" y="191070"/>
                  </a:lnTo>
                  <a:lnTo>
                    <a:pt x="333077" y="185817"/>
                  </a:lnTo>
                  <a:lnTo>
                    <a:pt x="333642" y="180542"/>
                  </a:lnTo>
                  <a:lnTo>
                    <a:pt x="334040" y="175252"/>
                  </a:lnTo>
                  <a:lnTo>
                    <a:pt x="334270" y="169953"/>
                  </a:lnTo>
                  <a:lnTo>
                    <a:pt x="334331" y="164648"/>
                  </a:lnTo>
                  <a:lnTo>
                    <a:pt x="334224" y="159345"/>
                  </a:lnTo>
                  <a:lnTo>
                    <a:pt x="333949" y="154047"/>
                  </a:lnTo>
                  <a:lnTo>
                    <a:pt x="333506" y="148761"/>
                  </a:lnTo>
                  <a:lnTo>
                    <a:pt x="332896" y="143492"/>
                  </a:lnTo>
                  <a:lnTo>
                    <a:pt x="332118" y="138244"/>
                  </a:lnTo>
                  <a:lnTo>
                    <a:pt x="331175" y="133024"/>
                  </a:lnTo>
                  <a:lnTo>
                    <a:pt x="330066" y="127837"/>
                  </a:lnTo>
                  <a:lnTo>
                    <a:pt x="328793" y="122687"/>
                  </a:lnTo>
                  <a:lnTo>
                    <a:pt x="327358" y="117580"/>
                  </a:lnTo>
                  <a:lnTo>
                    <a:pt x="325761" y="112521"/>
                  </a:lnTo>
                  <a:lnTo>
                    <a:pt x="324004" y="107516"/>
                  </a:lnTo>
                  <a:lnTo>
                    <a:pt x="322090" y="102569"/>
                  </a:lnTo>
                  <a:lnTo>
                    <a:pt x="320020" y="97685"/>
                  </a:lnTo>
                  <a:lnTo>
                    <a:pt x="317795" y="92869"/>
                  </a:lnTo>
                  <a:lnTo>
                    <a:pt x="315419" y="88126"/>
                  </a:lnTo>
                  <a:lnTo>
                    <a:pt x="312894" y="83461"/>
                  </a:lnTo>
                  <a:lnTo>
                    <a:pt x="310222" y="78879"/>
                  </a:lnTo>
                  <a:lnTo>
                    <a:pt x="307406" y="74383"/>
                  </a:lnTo>
                  <a:lnTo>
                    <a:pt x="304448" y="69979"/>
                  </a:lnTo>
                  <a:lnTo>
                    <a:pt x="301353" y="65672"/>
                  </a:lnTo>
                  <a:lnTo>
                    <a:pt x="298122" y="61464"/>
                  </a:lnTo>
                  <a:lnTo>
                    <a:pt x="294760" y="57362"/>
                  </a:lnTo>
                  <a:lnTo>
                    <a:pt x="291269" y="53367"/>
                  </a:lnTo>
                  <a:lnTo>
                    <a:pt x="287652" y="49486"/>
                  </a:lnTo>
                  <a:lnTo>
                    <a:pt x="283915" y="45722"/>
                  </a:lnTo>
                  <a:lnTo>
                    <a:pt x="280060" y="42078"/>
                  </a:lnTo>
                  <a:lnTo>
                    <a:pt x="276092" y="38558"/>
                  </a:lnTo>
                  <a:lnTo>
                    <a:pt x="272013" y="35165"/>
                  </a:lnTo>
                  <a:lnTo>
                    <a:pt x="267830" y="31904"/>
                  </a:lnTo>
                  <a:lnTo>
                    <a:pt x="263544" y="28778"/>
                  </a:lnTo>
                  <a:lnTo>
                    <a:pt x="259162" y="25788"/>
                  </a:lnTo>
                  <a:lnTo>
                    <a:pt x="254687" y="22940"/>
                  </a:lnTo>
                  <a:lnTo>
                    <a:pt x="250124" y="20234"/>
                  </a:lnTo>
                  <a:lnTo>
                    <a:pt x="245478" y="17675"/>
                  </a:lnTo>
                  <a:lnTo>
                    <a:pt x="240752" y="15265"/>
                  </a:lnTo>
                  <a:lnTo>
                    <a:pt x="235953" y="13006"/>
                  </a:lnTo>
                  <a:lnTo>
                    <a:pt x="231084" y="10900"/>
                  </a:lnTo>
                  <a:lnTo>
                    <a:pt x="226151" y="8950"/>
                  </a:lnTo>
                  <a:lnTo>
                    <a:pt x="167165" y="1653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5980" y="3170392"/>
              <a:ext cx="58985" cy="167167"/>
            </a:xfrm>
            <a:custGeom>
              <a:avLst/>
              <a:pathLst>
                <a:path w="58985" h="167167">
                  <a:moveTo>
                    <a:pt x="58985" y="10752"/>
                  </a:moveTo>
                  <a:lnTo>
                    <a:pt x="53307" y="8727"/>
                  </a:lnTo>
                  <a:lnTo>
                    <a:pt x="47560" y="6908"/>
                  </a:lnTo>
                  <a:lnTo>
                    <a:pt x="41751" y="5297"/>
                  </a:lnTo>
                  <a:lnTo>
                    <a:pt x="35888" y="3897"/>
                  </a:lnTo>
                  <a:lnTo>
                    <a:pt x="29978" y="2710"/>
                  </a:lnTo>
                  <a:lnTo>
                    <a:pt x="24029" y="1736"/>
                  </a:lnTo>
                  <a:lnTo>
                    <a:pt x="18049" y="977"/>
                  </a:lnTo>
                  <a:lnTo>
                    <a:pt x="12046" y="434"/>
                  </a:lnTo>
                  <a:lnTo>
                    <a:pt x="6027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5536" y="3707720"/>
              <a:ext cx="5212" cy="167167"/>
            </a:xfrm>
            <a:custGeom>
              <a:avLst/>
              <a:pathLst>
                <a:path w="5212" h="167167">
                  <a:moveTo>
                    <a:pt x="5212" y="0"/>
                  </a:moveTo>
                  <a:lnTo>
                    <a:pt x="0" y="81"/>
                  </a:lnTo>
                  <a:lnTo>
                    <a:pt x="521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5536" y="3707802"/>
              <a:ext cx="5212" cy="167086"/>
            </a:xfrm>
            <a:custGeom>
              <a:avLst/>
              <a:pathLst>
                <a:path w="5212" h="167086">
                  <a:moveTo>
                    <a:pt x="0" y="0"/>
                  </a:moveTo>
                  <a:lnTo>
                    <a:pt x="5212" y="167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5536" y="3707802"/>
              <a:ext cx="5212" cy="167086"/>
            </a:xfrm>
            <a:custGeom>
              <a:avLst/>
              <a:pathLst>
                <a:path w="5212" h="167086">
                  <a:moveTo>
                    <a:pt x="0" y="0"/>
                  </a:moveTo>
                  <a:lnTo>
                    <a:pt x="5212" y="1670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5536" y="3707802"/>
              <a:ext cx="5212" cy="167086"/>
            </a:xfrm>
            <a:custGeom>
              <a:avLst/>
              <a:pathLst>
                <a:path w="5212" h="167086">
                  <a:moveTo>
                    <a:pt x="0" y="0"/>
                  </a:moveTo>
                  <a:lnTo>
                    <a:pt x="5212" y="1670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5536" y="3707802"/>
              <a:ext cx="5212" cy="167086"/>
            </a:xfrm>
            <a:custGeom>
              <a:avLst/>
              <a:pathLst>
                <a:path w="5212" h="167086">
                  <a:moveTo>
                    <a:pt x="0" y="0"/>
                  </a:moveTo>
                  <a:lnTo>
                    <a:pt x="5212" y="1670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5536" y="3707802"/>
              <a:ext cx="5212" cy="167086"/>
            </a:xfrm>
            <a:custGeom>
              <a:avLst/>
              <a:pathLst>
                <a:path w="5212" h="167086">
                  <a:moveTo>
                    <a:pt x="0" y="0"/>
                  </a:moveTo>
                  <a:lnTo>
                    <a:pt x="5212" y="1670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5536" y="3707802"/>
              <a:ext cx="5212" cy="167086"/>
            </a:xfrm>
            <a:custGeom>
              <a:avLst/>
              <a:pathLst>
                <a:path w="5212" h="167086">
                  <a:moveTo>
                    <a:pt x="0" y="0"/>
                  </a:moveTo>
                  <a:lnTo>
                    <a:pt x="5212" y="16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5536" y="3707802"/>
              <a:ext cx="5212" cy="167086"/>
            </a:xfrm>
            <a:custGeom>
              <a:avLst/>
              <a:pathLst>
                <a:path w="5212" h="167086">
                  <a:moveTo>
                    <a:pt x="0" y="0"/>
                  </a:moveTo>
                  <a:lnTo>
                    <a:pt x="5212" y="16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5536" y="3707802"/>
              <a:ext cx="5212" cy="167086"/>
            </a:xfrm>
            <a:custGeom>
              <a:avLst/>
              <a:pathLst>
                <a:path w="5212" h="167086">
                  <a:moveTo>
                    <a:pt x="0" y="0"/>
                  </a:moveTo>
                  <a:lnTo>
                    <a:pt x="5212" y="16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5536" y="3707802"/>
              <a:ext cx="5212" cy="167086"/>
            </a:xfrm>
            <a:custGeom>
              <a:avLst/>
              <a:pathLst>
                <a:path w="5212" h="167086">
                  <a:moveTo>
                    <a:pt x="0" y="0"/>
                  </a:moveTo>
                  <a:lnTo>
                    <a:pt x="5212" y="16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5536" y="3707802"/>
              <a:ext cx="5212" cy="167086"/>
            </a:xfrm>
            <a:custGeom>
              <a:avLst/>
              <a:pathLst>
                <a:path w="5212" h="167086">
                  <a:moveTo>
                    <a:pt x="0" y="0"/>
                  </a:moveTo>
                  <a:lnTo>
                    <a:pt x="5212" y="1670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85536" y="3707802"/>
              <a:ext cx="5212" cy="167086"/>
            </a:xfrm>
            <a:custGeom>
              <a:avLst/>
              <a:pathLst>
                <a:path w="5212" h="167086">
                  <a:moveTo>
                    <a:pt x="0" y="0"/>
                  </a:moveTo>
                  <a:lnTo>
                    <a:pt x="5212" y="1670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423585" y="3707720"/>
              <a:ext cx="334324" cy="334314"/>
            </a:xfrm>
            <a:custGeom>
              <a:avLst/>
              <a:pathLst>
                <a:path w="334324" h="334314">
                  <a:moveTo>
                    <a:pt x="161950" y="81"/>
                  </a:moveTo>
                  <a:lnTo>
                    <a:pt x="156677" y="329"/>
                  </a:lnTo>
                  <a:lnTo>
                    <a:pt x="151415" y="743"/>
                  </a:lnTo>
                  <a:lnTo>
                    <a:pt x="146169" y="1323"/>
                  </a:lnTo>
                  <a:lnTo>
                    <a:pt x="140944" y="2068"/>
                  </a:lnTo>
                  <a:lnTo>
                    <a:pt x="135745" y="2978"/>
                  </a:lnTo>
                  <a:lnTo>
                    <a:pt x="130577" y="4052"/>
                  </a:lnTo>
                  <a:lnTo>
                    <a:pt x="125445" y="5288"/>
                  </a:lnTo>
                  <a:lnTo>
                    <a:pt x="120355" y="6686"/>
                  </a:lnTo>
                  <a:lnTo>
                    <a:pt x="115312" y="8244"/>
                  </a:lnTo>
                  <a:lnTo>
                    <a:pt x="110321" y="9960"/>
                  </a:lnTo>
                  <a:lnTo>
                    <a:pt x="105386" y="11833"/>
                  </a:lnTo>
                  <a:lnTo>
                    <a:pt x="100513" y="13861"/>
                  </a:lnTo>
                  <a:lnTo>
                    <a:pt x="95706" y="16041"/>
                  </a:lnTo>
                  <a:lnTo>
                    <a:pt x="90971" y="18372"/>
                  </a:lnTo>
                  <a:lnTo>
                    <a:pt x="86311" y="20852"/>
                  </a:lnTo>
                  <a:lnTo>
                    <a:pt x="81732" y="23477"/>
                  </a:lnTo>
                  <a:lnTo>
                    <a:pt x="77238" y="26246"/>
                  </a:lnTo>
                  <a:lnTo>
                    <a:pt x="72834" y="29155"/>
                  </a:lnTo>
                  <a:lnTo>
                    <a:pt x="68524" y="32202"/>
                  </a:lnTo>
                  <a:lnTo>
                    <a:pt x="64313" y="35383"/>
                  </a:lnTo>
                  <a:lnTo>
                    <a:pt x="60203" y="38696"/>
                  </a:lnTo>
                  <a:lnTo>
                    <a:pt x="56201" y="42137"/>
                  </a:lnTo>
                  <a:lnTo>
                    <a:pt x="52309" y="45702"/>
                  </a:lnTo>
                  <a:lnTo>
                    <a:pt x="48531" y="49389"/>
                  </a:lnTo>
                  <a:lnTo>
                    <a:pt x="44872" y="53193"/>
                  </a:lnTo>
                  <a:lnTo>
                    <a:pt x="41335" y="57110"/>
                  </a:lnTo>
                  <a:lnTo>
                    <a:pt x="37923" y="61138"/>
                  </a:lnTo>
                  <a:lnTo>
                    <a:pt x="34640" y="65271"/>
                  </a:lnTo>
                  <a:lnTo>
                    <a:pt x="31489" y="69505"/>
                  </a:lnTo>
                  <a:lnTo>
                    <a:pt x="28474" y="73837"/>
                  </a:lnTo>
                  <a:lnTo>
                    <a:pt x="25596" y="78262"/>
                  </a:lnTo>
                  <a:lnTo>
                    <a:pt x="22860" y="82776"/>
                  </a:lnTo>
                  <a:lnTo>
                    <a:pt x="20268" y="87373"/>
                  </a:lnTo>
                  <a:lnTo>
                    <a:pt x="17822" y="92051"/>
                  </a:lnTo>
                  <a:lnTo>
                    <a:pt x="15525" y="96803"/>
                  </a:lnTo>
                  <a:lnTo>
                    <a:pt x="13379" y="101625"/>
                  </a:lnTo>
                  <a:lnTo>
                    <a:pt x="11386" y="106513"/>
                  </a:lnTo>
                  <a:lnTo>
                    <a:pt x="9549" y="111461"/>
                  </a:lnTo>
                  <a:lnTo>
                    <a:pt x="7869" y="116465"/>
                  </a:lnTo>
                  <a:lnTo>
                    <a:pt x="6348" y="121519"/>
                  </a:lnTo>
                  <a:lnTo>
                    <a:pt x="4987" y="126619"/>
                  </a:lnTo>
                  <a:lnTo>
                    <a:pt x="3788" y="131759"/>
                  </a:lnTo>
                  <a:lnTo>
                    <a:pt x="2751" y="136934"/>
                  </a:lnTo>
                  <a:lnTo>
                    <a:pt x="1879" y="142140"/>
                  </a:lnTo>
                  <a:lnTo>
                    <a:pt x="1171" y="147371"/>
                  </a:lnTo>
                  <a:lnTo>
                    <a:pt x="629" y="152621"/>
                  </a:lnTo>
                  <a:lnTo>
                    <a:pt x="253" y="157886"/>
                  </a:lnTo>
                  <a:lnTo>
                    <a:pt x="43" y="163160"/>
                  </a:lnTo>
                  <a:lnTo>
                    <a:pt x="0" y="168438"/>
                  </a:lnTo>
                  <a:lnTo>
                    <a:pt x="123" y="173715"/>
                  </a:lnTo>
                  <a:lnTo>
                    <a:pt x="413" y="178985"/>
                  </a:lnTo>
                  <a:lnTo>
                    <a:pt x="869" y="184243"/>
                  </a:lnTo>
                  <a:lnTo>
                    <a:pt x="1491" y="189485"/>
                  </a:lnTo>
                  <a:lnTo>
                    <a:pt x="2278" y="194704"/>
                  </a:lnTo>
                  <a:lnTo>
                    <a:pt x="3230" y="199896"/>
                  </a:lnTo>
                  <a:lnTo>
                    <a:pt x="4345" y="205055"/>
                  </a:lnTo>
                  <a:lnTo>
                    <a:pt x="5622" y="210176"/>
                  </a:lnTo>
                  <a:lnTo>
                    <a:pt x="7060" y="215255"/>
                  </a:lnTo>
                  <a:lnTo>
                    <a:pt x="8658" y="220285"/>
                  </a:lnTo>
                  <a:lnTo>
                    <a:pt x="10414" y="225263"/>
                  </a:lnTo>
                  <a:lnTo>
                    <a:pt x="12327" y="230182"/>
                  </a:lnTo>
                  <a:lnTo>
                    <a:pt x="14393" y="235039"/>
                  </a:lnTo>
                  <a:lnTo>
                    <a:pt x="16612" y="239828"/>
                  </a:lnTo>
                  <a:lnTo>
                    <a:pt x="18981" y="244545"/>
                  </a:lnTo>
                  <a:lnTo>
                    <a:pt x="21498" y="249185"/>
                  </a:lnTo>
                  <a:lnTo>
                    <a:pt x="24160" y="253742"/>
                  </a:lnTo>
                  <a:lnTo>
                    <a:pt x="26964" y="258214"/>
                  </a:lnTo>
                  <a:lnTo>
                    <a:pt x="29909" y="262595"/>
                  </a:lnTo>
                  <a:lnTo>
                    <a:pt x="32990" y="266880"/>
                  </a:lnTo>
                  <a:lnTo>
                    <a:pt x="36205" y="271066"/>
                  </a:lnTo>
                  <a:lnTo>
                    <a:pt x="39550" y="275149"/>
                  </a:lnTo>
                  <a:lnTo>
                    <a:pt x="43023" y="279124"/>
                  </a:lnTo>
                  <a:lnTo>
                    <a:pt x="46619" y="282987"/>
                  </a:lnTo>
                  <a:lnTo>
                    <a:pt x="50336" y="286735"/>
                  </a:lnTo>
                  <a:lnTo>
                    <a:pt x="54169" y="290364"/>
                  </a:lnTo>
                  <a:lnTo>
                    <a:pt x="58114" y="293870"/>
                  </a:lnTo>
                  <a:lnTo>
                    <a:pt x="62169" y="297249"/>
                  </a:lnTo>
                  <a:lnTo>
                    <a:pt x="66328" y="300499"/>
                  </a:lnTo>
                  <a:lnTo>
                    <a:pt x="70588" y="303616"/>
                  </a:lnTo>
                  <a:lnTo>
                    <a:pt x="74944" y="306597"/>
                  </a:lnTo>
                  <a:lnTo>
                    <a:pt x="79391" y="309439"/>
                  </a:lnTo>
                  <a:lnTo>
                    <a:pt x="83927" y="312139"/>
                  </a:lnTo>
                  <a:lnTo>
                    <a:pt x="88545" y="314694"/>
                  </a:lnTo>
                  <a:lnTo>
                    <a:pt x="93242" y="317103"/>
                  </a:lnTo>
                  <a:lnTo>
                    <a:pt x="98012" y="319362"/>
                  </a:lnTo>
                  <a:lnTo>
                    <a:pt x="102851" y="321469"/>
                  </a:lnTo>
                  <a:lnTo>
                    <a:pt x="107755" y="323422"/>
                  </a:lnTo>
                  <a:lnTo>
                    <a:pt x="112718" y="325220"/>
                  </a:lnTo>
                  <a:lnTo>
                    <a:pt x="117735" y="326860"/>
                  </a:lnTo>
                  <a:lnTo>
                    <a:pt x="122801" y="328341"/>
                  </a:lnTo>
                  <a:lnTo>
                    <a:pt x="127911" y="329661"/>
                  </a:lnTo>
                  <a:lnTo>
                    <a:pt x="133061" y="330819"/>
                  </a:lnTo>
                  <a:lnTo>
                    <a:pt x="138244" y="331814"/>
                  </a:lnTo>
                  <a:lnTo>
                    <a:pt x="143457" y="332645"/>
                  </a:lnTo>
                  <a:lnTo>
                    <a:pt x="148693" y="333311"/>
                  </a:lnTo>
                  <a:lnTo>
                    <a:pt x="153947" y="333811"/>
                  </a:lnTo>
                  <a:lnTo>
                    <a:pt x="159215" y="334145"/>
                  </a:lnTo>
                  <a:lnTo>
                    <a:pt x="164490" y="334313"/>
                  </a:lnTo>
                  <a:lnTo>
                    <a:pt x="169769" y="334314"/>
                  </a:lnTo>
                  <a:lnTo>
                    <a:pt x="175044" y="334148"/>
                  </a:lnTo>
                  <a:lnTo>
                    <a:pt x="180312" y="333816"/>
                  </a:lnTo>
                  <a:lnTo>
                    <a:pt x="185567" y="333318"/>
                  </a:lnTo>
                  <a:lnTo>
                    <a:pt x="190803" y="332654"/>
                  </a:lnTo>
                  <a:lnTo>
                    <a:pt x="196016" y="331825"/>
                  </a:lnTo>
                  <a:lnTo>
                    <a:pt x="201200" y="330832"/>
                  </a:lnTo>
                  <a:lnTo>
                    <a:pt x="206350" y="329676"/>
                  </a:lnTo>
                  <a:lnTo>
                    <a:pt x="211461" y="328358"/>
                  </a:lnTo>
                  <a:lnTo>
                    <a:pt x="216528" y="326879"/>
                  </a:lnTo>
                  <a:lnTo>
                    <a:pt x="221545" y="325241"/>
                  </a:lnTo>
                  <a:lnTo>
                    <a:pt x="226508" y="323445"/>
                  </a:lnTo>
                  <a:lnTo>
                    <a:pt x="231413" y="321494"/>
                  </a:lnTo>
                  <a:lnTo>
                    <a:pt x="236253" y="319389"/>
                  </a:lnTo>
                  <a:lnTo>
                    <a:pt x="241024" y="317131"/>
                  </a:lnTo>
                  <a:lnTo>
                    <a:pt x="245722" y="314725"/>
                  </a:lnTo>
                  <a:lnTo>
                    <a:pt x="250341" y="312171"/>
                  </a:lnTo>
                  <a:lnTo>
                    <a:pt x="254877" y="309473"/>
                  </a:lnTo>
                  <a:lnTo>
                    <a:pt x="259326" y="306633"/>
                  </a:lnTo>
                  <a:lnTo>
                    <a:pt x="263683" y="303653"/>
                  </a:lnTo>
                  <a:lnTo>
                    <a:pt x="267944" y="300538"/>
                  </a:lnTo>
                  <a:lnTo>
                    <a:pt x="272105" y="297290"/>
                  </a:lnTo>
                  <a:lnTo>
                    <a:pt x="276160" y="293912"/>
                  </a:lnTo>
                  <a:lnTo>
                    <a:pt x="280108" y="290408"/>
                  </a:lnTo>
                  <a:lnTo>
                    <a:pt x="283942" y="286781"/>
                  </a:lnTo>
                  <a:lnTo>
                    <a:pt x="287660" y="283034"/>
                  </a:lnTo>
                  <a:lnTo>
                    <a:pt x="291258" y="279172"/>
                  </a:lnTo>
                  <a:lnTo>
                    <a:pt x="294732" y="275199"/>
                  </a:lnTo>
                  <a:lnTo>
                    <a:pt x="298079" y="271117"/>
                  </a:lnTo>
                  <a:lnTo>
                    <a:pt x="301296" y="266932"/>
                  </a:lnTo>
                  <a:lnTo>
                    <a:pt x="304378" y="262648"/>
                  </a:lnTo>
                  <a:lnTo>
                    <a:pt x="307324" y="258268"/>
                  </a:lnTo>
                  <a:lnTo>
                    <a:pt x="310131" y="253798"/>
                  </a:lnTo>
                  <a:lnTo>
                    <a:pt x="312794" y="249241"/>
                  </a:lnTo>
                  <a:lnTo>
                    <a:pt x="315313" y="244603"/>
                  </a:lnTo>
                  <a:lnTo>
                    <a:pt x="317684" y="239887"/>
                  </a:lnTo>
                  <a:lnTo>
                    <a:pt x="319905" y="235099"/>
                  </a:lnTo>
                  <a:lnTo>
                    <a:pt x="321973" y="230242"/>
                  </a:lnTo>
                  <a:lnTo>
                    <a:pt x="323887" y="225324"/>
                  </a:lnTo>
                  <a:lnTo>
                    <a:pt x="325645" y="220347"/>
                  </a:lnTo>
                  <a:lnTo>
                    <a:pt x="327245" y="215317"/>
                  </a:lnTo>
                  <a:lnTo>
                    <a:pt x="328685" y="210239"/>
                  </a:lnTo>
                  <a:lnTo>
                    <a:pt x="329965" y="205118"/>
                  </a:lnTo>
                  <a:lnTo>
                    <a:pt x="331082" y="199959"/>
                  </a:lnTo>
                  <a:lnTo>
                    <a:pt x="332035" y="194768"/>
                  </a:lnTo>
                  <a:lnTo>
                    <a:pt x="332824" y="189549"/>
                  </a:lnTo>
                  <a:lnTo>
                    <a:pt x="333448" y="184308"/>
                  </a:lnTo>
                  <a:lnTo>
                    <a:pt x="333907" y="179050"/>
                  </a:lnTo>
                  <a:lnTo>
                    <a:pt x="334199" y="173780"/>
                  </a:lnTo>
                  <a:lnTo>
                    <a:pt x="334324" y="168503"/>
                  </a:lnTo>
                  <a:lnTo>
                    <a:pt x="334283" y="163225"/>
                  </a:lnTo>
                  <a:lnTo>
                    <a:pt x="334075" y="157951"/>
                  </a:lnTo>
                  <a:lnTo>
                    <a:pt x="333701" y="152686"/>
                  </a:lnTo>
                  <a:lnTo>
                    <a:pt x="333161" y="147435"/>
                  </a:lnTo>
                  <a:lnTo>
                    <a:pt x="332455" y="142204"/>
                  </a:lnTo>
                  <a:lnTo>
                    <a:pt x="331585" y="136998"/>
                  </a:lnTo>
                  <a:lnTo>
                    <a:pt x="330550" y="131823"/>
                  </a:lnTo>
                  <a:lnTo>
                    <a:pt x="329353" y="126682"/>
                  </a:lnTo>
                  <a:lnTo>
                    <a:pt x="327994" y="121582"/>
                  </a:lnTo>
                  <a:lnTo>
                    <a:pt x="326475" y="116527"/>
                  </a:lnTo>
                  <a:lnTo>
                    <a:pt x="324797" y="111522"/>
                  </a:lnTo>
                  <a:lnTo>
                    <a:pt x="322961" y="106574"/>
                  </a:lnTo>
                  <a:lnTo>
                    <a:pt x="320971" y="101685"/>
                  </a:lnTo>
                  <a:lnTo>
                    <a:pt x="318827" y="96862"/>
                  </a:lnTo>
                  <a:lnTo>
                    <a:pt x="316532" y="92109"/>
                  </a:lnTo>
                  <a:lnTo>
                    <a:pt x="314088" y="87431"/>
                  </a:lnTo>
                  <a:lnTo>
                    <a:pt x="311497" y="82832"/>
                  </a:lnTo>
                  <a:lnTo>
                    <a:pt x="308763" y="78317"/>
                  </a:lnTo>
                  <a:lnTo>
                    <a:pt x="305887" y="73891"/>
                  </a:lnTo>
                  <a:lnTo>
                    <a:pt x="302873" y="69558"/>
                  </a:lnTo>
                  <a:lnTo>
                    <a:pt x="299724" y="65322"/>
                  </a:lnTo>
                  <a:lnTo>
                    <a:pt x="296442" y="61188"/>
                  </a:lnTo>
                  <a:lnTo>
                    <a:pt x="293032" y="57159"/>
                  </a:lnTo>
                  <a:lnTo>
                    <a:pt x="289496" y="53240"/>
                  </a:lnTo>
                  <a:lnTo>
                    <a:pt x="285839" y="49435"/>
                  </a:lnTo>
                  <a:lnTo>
                    <a:pt x="282063" y="45747"/>
                  </a:lnTo>
                  <a:lnTo>
                    <a:pt x="278172" y="42180"/>
                  </a:lnTo>
                  <a:lnTo>
                    <a:pt x="274171" y="38738"/>
                  </a:lnTo>
                  <a:lnTo>
                    <a:pt x="270063" y="35423"/>
                  </a:lnTo>
                  <a:lnTo>
                    <a:pt x="265852" y="32240"/>
                  </a:lnTo>
                  <a:lnTo>
                    <a:pt x="261544" y="29192"/>
                  </a:lnTo>
                  <a:lnTo>
                    <a:pt x="257141" y="26281"/>
                  </a:lnTo>
                  <a:lnTo>
                    <a:pt x="252648" y="23511"/>
                  </a:lnTo>
                  <a:lnTo>
                    <a:pt x="248070" y="20883"/>
                  </a:lnTo>
                  <a:lnTo>
                    <a:pt x="243411" y="18402"/>
                  </a:lnTo>
                  <a:lnTo>
                    <a:pt x="238677" y="16069"/>
                  </a:lnTo>
                  <a:lnTo>
                    <a:pt x="233871" y="13887"/>
                  </a:lnTo>
                  <a:lnTo>
                    <a:pt x="228999" y="11857"/>
                  </a:lnTo>
                  <a:lnTo>
                    <a:pt x="224064" y="9982"/>
                  </a:lnTo>
                  <a:lnTo>
                    <a:pt x="219074" y="8264"/>
                  </a:lnTo>
                  <a:lnTo>
                    <a:pt x="214031" y="6704"/>
                  </a:lnTo>
                  <a:lnTo>
                    <a:pt x="208942" y="5305"/>
                  </a:lnTo>
                  <a:lnTo>
                    <a:pt x="203811" y="4066"/>
                  </a:lnTo>
                  <a:lnTo>
                    <a:pt x="198644" y="2991"/>
                  </a:lnTo>
                  <a:lnTo>
                    <a:pt x="193445" y="2079"/>
                  </a:lnTo>
                  <a:lnTo>
                    <a:pt x="188220" y="1331"/>
                  </a:lnTo>
                  <a:lnTo>
                    <a:pt x="182974" y="749"/>
                  </a:lnTo>
                  <a:lnTo>
                    <a:pt x="177712" y="333"/>
                  </a:lnTo>
                  <a:lnTo>
                    <a:pt x="172440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075" y="4213821"/>
              <a:ext cx="5212" cy="167167"/>
            </a:xfrm>
            <a:custGeom>
              <a:avLst/>
              <a:pathLst>
                <a:path w="5212" h="167167">
                  <a:moveTo>
                    <a:pt x="5212" y="0"/>
                  </a:moveTo>
                  <a:lnTo>
                    <a:pt x="0" y="81"/>
                  </a:lnTo>
                  <a:lnTo>
                    <a:pt x="521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075" y="4213902"/>
              <a:ext cx="5212" cy="167086"/>
            </a:xfrm>
            <a:custGeom>
              <a:avLst/>
              <a:pathLst>
                <a:path w="5212" h="167086">
                  <a:moveTo>
                    <a:pt x="0" y="0"/>
                  </a:moveTo>
                  <a:lnTo>
                    <a:pt x="5212" y="1670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075" y="4213902"/>
              <a:ext cx="5212" cy="167086"/>
            </a:xfrm>
            <a:custGeom>
              <a:avLst/>
              <a:pathLst>
                <a:path w="5212" h="167086">
                  <a:moveTo>
                    <a:pt x="0" y="0"/>
                  </a:moveTo>
                  <a:lnTo>
                    <a:pt x="5212" y="1670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075" y="4213902"/>
              <a:ext cx="5212" cy="167086"/>
            </a:xfrm>
            <a:custGeom>
              <a:avLst/>
              <a:pathLst>
                <a:path w="5212" h="167086">
                  <a:moveTo>
                    <a:pt x="0" y="0"/>
                  </a:moveTo>
                  <a:lnTo>
                    <a:pt x="5212" y="1670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6075" y="4213902"/>
              <a:ext cx="5212" cy="167086"/>
            </a:xfrm>
            <a:custGeom>
              <a:avLst/>
              <a:pathLst>
                <a:path w="5212" h="167086">
                  <a:moveTo>
                    <a:pt x="0" y="0"/>
                  </a:moveTo>
                  <a:lnTo>
                    <a:pt x="5212" y="1670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6075" y="4213902"/>
              <a:ext cx="5212" cy="167086"/>
            </a:xfrm>
            <a:custGeom>
              <a:avLst/>
              <a:pathLst>
                <a:path w="5212" h="167086">
                  <a:moveTo>
                    <a:pt x="0" y="0"/>
                  </a:moveTo>
                  <a:lnTo>
                    <a:pt x="5212" y="16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6075" y="4213902"/>
              <a:ext cx="5212" cy="167086"/>
            </a:xfrm>
            <a:custGeom>
              <a:avLst/>
              <a:pathLst>
                <a:path w="5212" h="167086">
                  <a:moveTo>
                    <a:pt x="0" y="0"/>
                  </a:moveTo>
                  <a:lnTo>
                    <a:pt x="5212" y="16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6075" y="4213902"/>
              <a:ext cx="5212" cy="167086"/>
            </a:xfrm>
            <a:custGeom>
              <a:avLst/>
              <a:pathLst>
                <a:path w="5212" h="167086">
                  <a:moveTo>
                    <a:pt x="0" y="0"/>
                  </a:moveTo>
                  <a:lnTo>
                    <a:pt x="5212" y="16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6075" y="4213902"/>
              <a:ext cx="5212" cy="167086"/>
            </a:xfrm>
            <a:custGeom>
              <a:avLst/>
              <a:pathLst>
                <a:path w="5212" h="167086">
                  <a:moveTo>
                    <a:pt x="0" y="0"/>
                  </a:moveTo>
                  <a:lnTo>
                    <a:pt x="5212" y="16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6075" y="4213902"/>
              <a:ext cx="5212" cy="167086"/>
            </a:xfrm>
            <a:custGeom>
              <a:avLst/>
              <a:pathLst>
                <a:path w="5212" h="167086">
                  <a:moveTo>
                    <a:pt x="0" y="0"/>
                  </a:moveTo>
                  <a:lnTo>
                    <a:pt x="5212" y="1670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76075" y="4213902"/>
              <a:ext cx="5212" cy="167086"/>
            </a:xfrm>
            <a:custGeom>
              <a:avLst/>
              <a:pathLst>
                <a:path w="5212" h="167086">
                  <a:moveTo>
                    <a:pt x="0" y="0"/>
                  </a:moveTo>
                  <a:lnTo>
                    <a:pt x="5212" y="1670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14125" y="4213821"/>
              <a:ext cx="334324" cy="334314"/>
            </a:xfrm>
            <a:custGeom>
              <a:avLst/>
              <a:pathLst>
                <a:path w="334324" h="334314">
                  <a:moveTo>
                    <a:pt x="161950" y="81"/>
                  </a:moveTo>
                  <a:lnTo>
                    <a:pt x="156677" y="329"/>
                  </a:lnTo>
                  <a:lnTo>
                    <a:pt x="151415" y="743"/>
                  </a:lnTo>
                  <a:lnTo>
                    <a:pt x="146169" y="1323"/>
                  </a:lnTo>
                  <a:lnTo>
                    <a:pt x="140944" y="2068"/>
                  </a:lnTo>
                  <a:lnTo>
                    <a:pt x="135745" y="2978"/>
                  </a:lnTo>
                  <a:lnTo>
                    <a:pt x="130577" y="4052"/>
                  </a:lnTo>
                  <a:lnTo>
                    <a:pt x="125445" y="5288"/>
                  </a:lnTo>
                  <a:lnTo>
                    <a:pt x="120355" y="6686"/>
                  </a:lnTo>
                  <a:lnTo>
                    <a:pt x="115312" y="8244"/>
                  </a:lnTo>
                  <a:lnTo>
                    <a:pt x="110321" y="9960"/>
                  </a:lnTo>
                  <a:lnTo>
                    <a:pt x="105386" y="11833"/>
                  </a:lnTo>
                  <a:lnTo>
                    <a:pt x="100513" y="13861"/>
                  </a:lnTo>
                  <a:lnTo>
                    <a:pt x="95706" y="16041"/>
                  </a:lnTo>
                  <a:lnTo>
                    <a:pt x="90971" y="18372"/>
                  </a:lnTo>
                  <a:lnTo>
                    <a:pt x="86311" y="20852"/>
                  </a:lnTo>
                  <a:lnTo>
                    <a:pt x="81732" y="23477"/>
                  </a:lnTo>
                  <a:lnTo>
                    <a:pt x="77238" y="26246"/>
                  </a:lnTo>
                  <a:lnTo>
                    <a:pt x="72834" y="29155"/>
                  </a:lnTo>
                  <a:lnTo>
                    <a:pt x="68524" y="32202"/>
                  </a:lnTo>
                  <a:lnTo>
                    <a:pt x="64313" y="35383"/>
                  </a:lnTo>
                  <a:lnTo>
                    <a:pt x="60203" y="38696"/>
                  </a:lnTo>
                  <a:lnTo>
                    <a:pt x="56201" y="42137"/>
                  </a:lnTo>
                  <a:lnTo>
                    <a:pt x="52309" y="45702"/>
                  </a:lnTo>
                  <a:lnTo>
                    <a:pt x="48531" y="49389"/>
                  </a:lnTo>
                  <a:lnTo>
                    <a:pt x="44872" y="53193"/>
                  </a:lnTo>
                  <a:lnTo>
                    <a:pt x="41335" y="57110"/>
                  </a:lnTo>
                  <a:lnTo>
                    <a:pt x="37923" y="61138"/>
                  </a:lnTo>
                  <a:lnTo>
                    <a:pt x="34640" y="65271"/>
                  </a:lnTo>
                  <a:lnTo>
                    <a:pt x="31489" y="69505"/>
                  </a:lnTo>
                  <a:lnTo>
                    <a:pt x="28474" y="73837"/>
                  </a:lnTo>
                  <a:lnTo>
                    <a:pt x="25596" y="78262"/>
                  </a:lnTo>
                  <a:lnTo>
                    <a:pt x="22860" y="82776"/>
                  </a:lnTo>
                  <a:lnTo>
                    <a:pt x="20268" y="87373"/>
                  </a:lnTo>
                  <a:lnTo>
                    <a:pt x="17822" y="92051"/>
                  </a:lnTo>
                  <a:lnTo>
                    <a:pt x="15525" y="96803"/>
                  </a:lnTo>
                  <a:lnTo>
                    <a:pt x="13379" y="101625"/>
                  </a:lnTo>
                  <a:lnTo>
                    <a:pt x="11386" y="106513"/>
                  </a:lnTo>
                  <a:lnTo>
                    <a:pt x="9549" y="111461"/>
                  </a:lnTo>
                  <a:lnTo>
                    <a:pt x="7869" y="116465"/>
                  </a:lnTo>
                  <a:lnTo>
                    <a:pt x="6348" y="121519"/>
                  </a:lnTo>
                  <a:lnTo>
                    <a:pt x="4987" y="126619"/>
                  </a:lnTo>
                  <a:lnTo>
                    <a:pt x="3788" y="131759"/>
                  </a:lnTo>
                  <a:lnTo>
                    <a:pt x="2751" y="136934"/>
                  </a:lnTo>
                  <a:lnTo>
                    <a:pt x="1879" y="142140"/>
                  </a:lnTo>
                  <a:lnTo>
                    <a:pt x="1171" y="147371"/>
                  </a:lnTo>
                  <a:lnTo>
                    <a:pt x="629" y="152621"/>
                  </a:lnTo>
                  <a:lnTo>
                    <a:pt x="253" y="157886"/>
                  </a:lnTo>
                  <a:lnTo>
                    <a:pt x="43" y="163160"/>
                  </a:lnTo>
                  <a:lnTo>
                    <a:pt x="0" y="168438"/>
                  </a:lnTo>
                  <a:lnTo>
                    <a:pt x="123" y="173715"/>
                  </a:lnTo>
                  <a:lnTo>
                    <a:pt x="413" y="178985"/>
                  </a:lnTo>
                  <a:lnTo>
                    <a:pt x="869" y="184243"/>
                  </a:lnTo>
                  <a:lnTo>
                    <a:pt x="1491" y="189485"/>
                  </a:lnTo>
                  <a:lnTo>
                    <a:pt x="2278" y="194704"/>
                  </a:lnTo>
                  <a:lnTo>
                    <a:pt x="3230" y="199896"/>
                  </a:lnTo>
                  <a:lnTo>
                    <a:pt x="4345" y="205055"/>
                  </a:lnTo>
                  <a:lnTo>
                    <a:pt x="5622" y="210176"/>
                  </a:lnTo>
                  <a:lnTo>
                    <a:pt x="7060" y="215255"/>
                  </a:lnTo>
                  <a:lnTo>
                    <a:pt x="8658" y="220285"/>
                  </a:lnTo>
                  <a:lnTo>
                    <a:pt x="10414" y="225263"/>
                  </a:lnTo>
                  <a:lnTo>
                    <a:pt x="12327" y="230182"/>
                  </a:lnTo>
                  <a:lnTo>
                    <a:pt x="14393" y="235039"/>
                  </a:lnTo>
                  <a:lnTo>
                    <a:pt x="16612" y="239828"/>
                  </a:lnTo>
                  <a:lnTo>
                    <a:pt x="18981" y="244545"/>
                  </a:lnTo>
                  <a:lnTo>
                    <a:pt x="21498" y="249185"/>
                  </a:lnTo>
                  <a:lnTo>
                    <a:pt x="24160" y="253742"/>
                  </a:lnTo>
                  <a:lnTo>
                    <a:pt x="26964" y="258214"/>
                  </a:lnTo>
                  <a:lnTo>
                    <a:pt x="29909" y="262595"/>
                  </a:lnTo>
                  <a:lnTo>
                    <a:pt x="32990" y="266880"/>
                  </a:lnTo>
                  <a:lnTo>
                    <a:pt x="36205" y="271066"/>
                  </a:lnTo>
                  <a:lnTo>
                    <a:pt x="39550" y="275149"/>
                  </a:lnTo>
                  <a:lnTo>
                    <a:pt x="43023" y="279124"/>
                  </a:lnTo>
                  <a:lnTo>
                    <a:pt x="46619" y="282987"/>
                  </a:lnTo>
                  <a:lnTo>
                    <a:pt x="50336" y="286735"/>
                  </a:lnTo>
                  <a:lnTo>
                    <a:pt x="54169" y="290364"/>
                  </a:lnTo>
                  <a:lnTo>
                    <a:pt x="58114" y="293870"/>
                  </a:lnTo>
                  <a:lnTo>
                    <a:pt x="62169" y="297249"/>
                  </a:lnTo>
                  <a:lnTo>
                    <a:pt x="66328" y="300499"/>
                  </a:lnTo>
                  <a:lnTo>
                    <a:pt x="70588" y="303616"/>
                  </a:lnTo>
                  <a:lnTo>
                    <a:pt x="74944" y="306597"/>
                  </a:lnTo>
                  <a:lnTo>
                    <a:pt x="79391" y="309439"/>
                  </a:lnTo>
                  <a:lnTo>
                    <a:pt x="83927" y="312139"/>
                  </a:lnTo>
                  <a:lnTo>
                    <a:pt x="88545" y="314694"/>
                  </a:lnTo>
                  <a:lnTo>
                    <a:pt x="93242" y="317103"/>
                  </a:lnTo>
                  <a:lnTo>
                    <a:pt x="98012" y="319362"/>
                  </a:lnTo>
                  <a:lnTo>
                    <a:pt x="102851" y="321469"/>
                  </a:lnTo>
                  <a:lnTo>
                    <a:pt x="107755" y="323422"/>
                  </a:lnTo>
                  <a:lnTo>
                    <a:pt x="112718" y="325220"/>
                  </a:lnTo>
                  <a:lnTo>
                    <a:pt x="117735" y="326860"/>
                  </a:lnTo>
                  <a:lnTo>
                    <a:pt x="122801" y="328341"/>
                  </a:lnTo>
                  <a:lnTo>
                    <a:pt x="127911" y="329661"/>
                  </a:lnTo>
                  <a:lnTo>
                    <a:pt x="133061" y="330819"/>
                  </a:lnTo>
                  <a:lnTo>
                    <a:pt x="138244" y="331814"/>
                  </a:lnTo>
                  <a:lnTo>
                    <a:pt x="143457" y="332645"/>
                  </a:lnTo>
                  <a:lnTo>
                    <a:pt x="148693" y="333311"/>
                  </a:lnTo>
                  <a:lnTo>
                    <a:pt x="153947" y="333811"/>
                  </a:lnTo>
                  <a:lnTo>
                    <a:pt x="159215" y="334145"/>
                  </a:lnTo>
                  <a:lnTo>
                    <a:pt x="164490" y="334313"/>
                  </a:lnTo>
                  <a:lnTo>
                    <a:pt x="169769" y="334314"/>
                  </a:lnTo>
                  <a:lnTo>
                    <a:pt x="175044" y="334148"/>
                  </a:lnTo>
                  <a:lnTo>
                    <a:pt x="180312" y="333816"/>
                  </a:lnTo>
                  <a:lnTo>
                    <a:pt x="185567" y="333318"/>
                  </a:lnTo>
                  <a:lnTo>
                    <a:pt x="190803" y="332654"/>
                  </a:lnTo>
                  <a:lnTo>
                    <a:pt x="196016" y="331825"/>
                  </a:lnTo>
                  <a:lnTo>
                    <a:pt x="201200" y="330832"/>
                  </a:lnTo>
                  <a:lnTo>
                    <a:pt x="206350" y="329676"/>
                  </a:lnTo>
                  <a:lnTo>
                    <a:pt x="211461" y="328358"/>
                  </a:lnTo>
                  <a:lnTo>
                    <a:pt x="216528" y="326879"/>
                  </a:lnTo>
                  <a:lnTo>
                    <a:pt x="221545" y="325241"/>
                  </a:lnTo>
                  <a:lnTo>
                    <a:pt x="226508" y="323445"/>
                  </a:lnTo>
                  <a:lnTo>
                    <a:pt x="231413" y="321494"/>
                  </a:lnTo>
                  <a:lnTo>
                    <a:pt x="236253" y="319389"/>
                  </a:lnTo>
                  <a:lnTo>
                    <a:pt x="241024" y="317131"/>
                  </a:lnTo>
                  <a:lnTo>
                    <a:pt x="245722" y="314725"/>
                  </a:lnTo>
                  <a:lnTo>
                    <a:pt x="250341" y="312171"/>
                  </a:lnTo>
                  <a:lnTo>
                    <a:pt x="254877" y="309473"/>
                  </a:lnTo>
                  <a:lnTo>
                    <a:pt x="259326" y="306633"/>
                  </a:lnTo>
                  <a:lnTo>
                    <a:pt x="263683" y="303653"/>
                  </a:lnTo>
                  <a:lnTo>
                    <a:pt x="267944" y="300538"/>
                  </a:lnTo>
                  <a:lnTo>
                    <a:pt x="272105" y="297290"/>
                  </a:lnTo>
                  <a:lnTo>
                    <a:pt x="276160" y="293912"/>
                  </a:lnTo>
                  <a:lnTo>
                    <a:pt x="280108" y="290408"/>
                  </a:lnTo>
                  <a:lnTo>
                    <a:pt x="283942" y="286781"/>
                  </a:lnTo>
                  <a:lnTo>
                    <a:pt x="287660" y="283034"/>
                  </a:lnTo>
                  <a:lnTo>
                    <a:pt x="291258" y="279172"/>
                  </a:lnTo>
                  <a:lnTo>
                    <a:pt x="294732" y="275199"/>
                  </a:lnTo>
                  <a:lnTo>
                    <a:pt x="298079" y="271117"/>
                  </a:lnTo>
                  <a:lnTo>
                    <a:pt x="301296" y="266932"/>
                  </a:lnTo>
                  <a:lnTo>
                    <a:pt x="304378" y="262648"/>
                  </a:lnTo>
                  <a:lnTo>
                    <a:pt x="307324" y="258268"/>
                  </a:lnTo>
                  <a:lnTo>
                    <a:pt x="310131" y="253798"/>
                  </a:lnTo>
                  <a:lnTo>
                    <a:pt x="312794" y="249241"/>
                  </a:lnTo>
                  <a:lnTo>
                    <a:pt x="315313" y="244603"/>
                  </a:lnTo>
                  <a:lnTo>
                    <a:pt x="317684" y="239887"/>
                  </a:lnTo>
                  <a:lnTo>
                    <a:pt x="319905" y="235099"/>
                  </a:lnTo>
                  <a:lnTo>
                    <a:pt x="321973" y="230242"/>
                  </a:lnTo>
                  <a:lnTo>
                    <a:pt x="323887" y="225324"/>
                  </a:lnTo>
                  <a:lnTo>
                    <a:pt x="325645" y="220347"/>
                  </a:lnTo>
                  <a:lnTo>
                    <a:pt x="327245" y="215317"/>
                  </a:lnTo>
                  <a:lnTo>
                    <a:pt x="328685" y="210239"/>
                  </a:lnTo>
                  <a:lnTo>
                    <a:pt x="329965" y="205118"/>
                  </a:lnTo>
                  <a:lnTo>
                    <a:pt x="331082" y="199959"/>
                  </a:lnTo>
                  <a:lnTo>
                    <a:pt x="332035" y="194768"/>
                  </a:lnTo>
                  <a:lnTo>
                    <a:pt x="332824" y="189549"/>
                  </a:lnTo>
                  <a:lnTo>
                    <a:pt x="333448" y="184308"/>
                  </a:lnTo>
                  <a:lnTo>
                    <a:pt x="333907" y="179050"/>
                  </a:lnTo>
                  <a:lnTo>
                    <a:pt x="334199" y="173780"/>
                  </a:lnTo>
                  <a:lnTo>
                    <a:pt x="334324" y="168503"/>
                  </a:lnTo>
                  <a:lnTo>
                    <a:pt x="334283" y="163225"/>
                  </a:lnTo>
                  <a:lnTo>
                    <a:pt x="334075" y="157951"/>
                  </a:lnTo>
                  <a:lnTo>
                    <a:pt x="333701" y="152686"/>
                  </a:lnTo>
                  <a:lnTo>
                    <a:pt x="333161" y="147435"/>
                  </a:lnTo>
                  <a:lnTo>
                    <a:pt x="332455" y="142204"/>
                  </a:lnTo>
                  <a:lnTo>
                    <a:pt x="331585" y="136998"/>
                  </a:lnTo>
                  <a:lnTo>
                    <a:pt x="330550" y="131823"/>
                  </a:lnTo>
                  <a:lnTo>
                    <a:pt x="329353" y="126682"/>
                  </a:lnTo>
                  <a:lnTo>
                    <a:pt x="327994" y="121582"/>
                  </a:lnTo>
                  <a:lnTo>
                    <a:pt x="326475" y="116527"/>
                  </a:lnTo>
                  <a:lnTo>
                    <a:pt x="324797" y="111522"/>
                  </a:lnTo>
                  <a:lnTo>
                    <a:pt x="322961" y="106574"/>
                  </a:lnTo>
                  <a:lnTo>
                    <a:pt x="320971" y="101685"/>
                  </a:lnTo>
                  <a:lnTo>
                    <a:pt x="318827" y="96862"/>
                  </a:lnTo>
                  <a:lnTo>
                    <a:pt x="316532" y="92109"/>
                  </a:lnTo>
                  <a:lnTo>
                    <a:pt x="314088" y="87431"/>
                  </a:lnTo>
                  <a:lnTo>
                    <a:pt x="311497" y="82832"/>
                  </a:lnTo>
                  <a:lnTo>
                    <a:pt x="308763" y="78317"/>
                  </a:lnTo>
                  <a:lnTo>
                    <a:pt x="305887" y="73891"/>
                  </a:lnTo>
                  <a:lnTo>
                    <a:pt x="302873" y="69558"/>
                  </a:lnTo>
                  <a:lnTo>
                    <a:pt x="299724" y="65322"/>
                  </a:lnTo>
                  <a:lnTo>
                    <a:pt x="296442" y="61188"/>
                  </a:lnTo>
                  <a:lnTo>
                    <a:pt x="293032" y="57159"/>
                  </a:lnTo>
                  <a:lnTo>
                    <a:pt x="289496" y="53240"/>
                  </a:lnTo>
                  <a:lnTo>
                    <a:pt x="285839" y="49435"/>
                  </a:lnTo>
                  <a:lnTo>
                    <a:pt x="282063" y="45747"/>
                  </a:lnTo>
                  <a:lnTo>
                    <a:pt x="278172" y="42180"/>
                  </a:lnTo>
                  <a:lnTo>
                    <a:pt x="274171" y="38738"/>
                  </a:lnTo>
                  <a:lnTo>
                    <a:pt x="270063" y="35423"/>
                  </a:lnTo>
                  <a:lnTo>
                    <a:pt x="265852" y="32240"/>
                  </a:lnTo>
                  <a:lnTo>
                    <a:pt x="261544" y="29192"/>
                  </a:lnTo>
                  <a:lnTo>
                    <a:pt x="257141" y="26281"/>
                  </a:lnTo>
                  <a:lnTo>
                    <a:pt x="252648" y="23511"/>
                  </a:lnTo>
                  <a:lnTo>
                    <a:pt x="248070" y="20883"/>
                  </a:lnTo>
                  <a:lnTo>
                    <a:pt x="243411" y="18402"/>
                  </a:lnTo>
                  <a:lnTo>
                    <a:pt x="238677" y="16069"/>
                  </a:lnTo>
                  <a:lnTo>
                    <a:pt x="233871" y="13887"/>
                  </a:lnTo>
                  <a:lnTo>
                    <a:pt x="228999" y="11857"/>
                  </a:lnTo>
                  <a:lnTo>
                    <a:pt x="224064" y="9982"/>
                  </a:lnTo>
                  <a:lnTo>
                    <a:pt x="219074" y="8264"/>
                  </a:lnTo>
                  <a:lnTo>
                    <a:pt x="214031" y="6704"/>
                  </a:lnTo>
                  <a:lnTo>
                    <a:pt x="208942" y="5305"/>
                  </a:lnTo>
                  <a:lnTo>
                    <a:pt x="203811" y="4066"/>
                  </a:lnTo>
                  <a:lnTo>
                    <a:pt x="198644" y="2991"/>
                  </a:lnTo>
                  <a:lnTo>
                    <a:pt x="193445" y="2079"/>
                  </a:lnTo>
                  <a:lnTo>
                    <a:pt x="188220" y="1331"/>
                  </a:lnTo>
                  <a:lnTo>
                    <a:pt x="182974" y="749"/>
                  </a:lnTo>
                  <a:lnTo>
                    <a:pt x="177712" y="333"/>
                  </a:lnTo>
                  <a:lnTo>
                    <a:pt x="172440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086" y="4659281"/>
              <a:ext cx="1438" cy="167167"/>
            </a:xfrm>
            <a:custGeom>
              <a:avLst/>
              <a:pathLst>
                <a:path w="1438" h="167167">
                  <a:moveTo>
                    <a:pt x="1438" y="0"/>
                  </a:moveTo>
                  <a:lnTo>
                    <a:pt x="0" y="6"/>
                  </a:lnTo>
                  <a:lnTo>
                    <a:pt x="143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086" y="4659288"/>
              <a:ext cx="1438" cy="167161"/>
            </a:xfrm>
            <a:custGeom>
              <a:avLst/>
              <a:pathLst>
                <a:path w="1438" h="167161">
                  <a:moveTo>
                    <a:pt x="0" y="0"/>
                  </a:moveTo>
                  <a:lnTo>
                    <a:pt x="1438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086" y="4659288"/>
              <a:ext cx="1438" cy="167161"/>
            </a:xfrm>
            <a:custGeom>
              <a:avLst/>
              <a:pathLst>
                <a:path w="1438" h="167161">
                  <a:moveTo>
                    <a:pt x="0" y="0"/>
                  </a:moveTo>
                  <a:lnTo>
                    <a:pt x="1438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5086" y="4659288"/>
              <a:ext cx="1438" cy="167161"/>
            </a:xfrm>
            <a:custGeom>
              <a:avLst/>
              <a:pathLst>
                <a:path w="1438" h="167161">
                  <a:moveTo>
                    <a:pt x="0" y="0"/>
                  </a:moveTo>
                  <a:lnTo>
                    <a:pt x="1438" y="1671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5086" y="4659288"/>
              <a:ext cx="1438" cy="167161"/>
            </a:xfrm>
            <a:custGeom>
              <a:avLst/>
              <a:pathLst>
                <a:path w="1438" h="167161">
                  <a:moveTo>
                    <a:pt x="0" y="0"/>
                  </a:moveTo>
                  <a:lnTo>
                    <a:pt x="1438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5086" y="4659288"/>
              <a:ext cx="1438" cy="167161"/>
            </a:xfrm>
            <a:custGeom>
              <a:avLst/>
              <a:pathLst>
                <a:path w="1438" h="167161">
                  <a:moveTo>
                    <a:pt x="0" y="0"/>
                  </a:moveTo>
                  <a:lnTo>
                    <a:pt x="1438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5086" y="4659288"/>
              <a:ext cx="1438" cy="167161"/>
            </a:xfrm>
            <a:custGeom>
              <a:avLst/>
              <a:pathLst>
                <a:path w="1438" h="167161">
                  <a:moveTo>
                    <a:pt x="0" y="0"/>
                  </a:moveTo>
                  <a:lnTo>
                    <a:pt x="1438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5086" y="4659288"/>
              <a:ext cx="1438" cy="167161"/>
            </a:xfrm>
            <a:custGeom>
              <a:avLst/>
              <a:pathLst>
                <a:path w="1438" h="167161">
                  <a:moveTo>
                    <a:pt x="0" y="0"/>
                  </a:moveTo>
                  <a:lnTo>
                    <a:pt x="1438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5086" y="4659288"/>
              <a:ext cx="1438" cy="167161"/>
            </a:xfrm>
            <a:custGeom>
              <a:avLst/>
              <a:pathLst>
                <a:path w="1438" h="167161">
                  <a:moveTo>
                    <a:pt x="0" y="0"/>
                  </a:moveTo>
                  <a:lnTo>
                    <a:pt x="1438" y="1671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085086" y="4659288"/>
              <a:ext cx="1438" cy="167161"/>
            </a:xfrm>
            <a:custGeom>
              <a:avLst/>
              <a:pathLst>
                <a:path w="1438" h="167161">
                  <a:moveTo>
                    <a:pt x="0" y="0"/>
                  </a:moveTo>
                  <a:lnTo>
                    <a:pt x="1438" y="1671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37615" y="4659288"/>
              <a:ext cx="148909" cy="167161"/>
            </a:xfrm>
            <a:custGeom>
              <a:avLst/>
              <a:pathLst>
                <a:path w="148909" h="167161">
                  <a:moveTo>
                    <a:pt x="147471" y="0"/>
                  </a:moveTo>
                  <a:lnTo>
                    <a:pt x="141949" y="138"/>
                  </a:lnTo>
                  <a:lnTo>
                    <a:pt x="136434" y="459"/>
                  </a:lnTo>
                  <a:lnTo>
                    <a:pt x="130934" y="963"/>
                  </a:lnTo>
                  <a:lnTo>
                    <a:pt x="125453" y="1647"/>
                  </a:lnTo>
                  <a:lnTo>
                    <a:pt x="119997" y="2512"/>
                  </a:lnTo>
                  <a:lnTo>
                    <a:pt x="114573" y="3557"/>
                  </a:lnTo>
                  <a:lnTo>
                    <a:pt x="109187" y="4781"/>
                  </a:lnTo>
                  <a:lnTo>
                    <a:pt x="103844" y="6182"/>
                  </a:lnTo>
                  <a:lnTo>
                    <a:pt x="98550" y="7759"/>
                  </a:lnTo>
                  <a:lnTo>
                    <a:pt x="93311" y="9510"/>
                  </a:lnTo>
                  <a:lnTo>
                    <a:pt x="88133" y="11432"/>
                  </a:lnTo>
                  <a:lnTo>
                    <a:pt x="83021" y="13525"/>
                  </a:lnTo>
                  <a:lnTo>
                    <a:pt x="77982" y="15786"/>
                  </a:lnTo>
                  <a:lnTo>
                    <a:pt x="73019" y="18212"/>
                  </a:lnTo>
                  <a:lnTo>
                    <a:pt x="68140" y="20801"/>
                  </a:lnTo>
                  <a:lnTo>
                    <a:pt x="63348" y="23549"/>
                  </a:lnTo>
                  <a:lnTo>
                    <a:pt x="58650" y="26454"/>
                  </a:lnTo>
                  <a:lnTo>
                    <a:pt x="54051" y="29513"/>
                  </a:lnTo>
                  <a:lnTo>
                    <a:pt x="49555" y="32722"/>
                  </a:lnTo>
                  <a:lnTo>
                    <a:pt x="45168" y="36078"/>
                  </a:lnTo>
                  <a:lnTo>
                    <a:pt x="40894" y="39577"/>
                  </a:lnTo>
                  <a:lnTo>
                    <a:pt x="36737" y="43215"/>
                  </a:lnTo>
                  <a:lnTo>
                    <a:pt x="32704" y="46988"/>
                  </a:lnTo>
                  <a:lnTo>
                    <a:pt x="28797" y="50893"/>
                  </a:lnTo>
                  <a:lnTo>
                    <a:pt x="25021" y="54925"/>
                  </a:lnTo>
                  <a:lnTo>
                    <a:pt x="21381" y="59079"/>
                  </a:lnTo>
                  <a:lnTo>
                    <a:pt x="17880" y="63351"/>
                  </a:lnTo>
                  <a:lnTo>
                    <a:pt x="14522" y="67737"/>
                  </a:lnTo>
                  <a:lnTo>
                    <a:pt x="11310" y="72231"/>
                  </a:lnTo>
                  <a:lnTo>
                    <a:pt x="8249" y="76829"/>
                  </a:lnTo>
                  <a:lnTo>
                    <a:pt x="5341" y="81525"/>
                  </a:lnTo>
                  <a:lnTo>
                    <a:pt x="2591" y="86315"/>
                  </a:lnTo>
                  <a:lnTo>
                    <a:pt x="0" y="91194"/>
                  </a:lnTo>
                  <a:lnTo>
                    <a:pt x="148909" y="1671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919358" y="4659281"/>
              <a:ext cx="334326" cy="334322"/>
            </a:xfrm>
            <a:custGeom>
              <a:avLst/>
              <a:pathLst>
                <a:path w="334326" h="334322">
                  <a:moveTo>
                    <a:pt x="18257" y="91200"/>
                  </a:moveTo>
                  <a:lnTo>
                    <a:pt x="15931" y="95944"/>
                  </a:lnTo>
                  <a:lnTo>
                    <a:pt x="13755" y="100759"/>
                  </a:lnTo>
                  <a:lnTo>
                    <a:pt x="11733" y="105641"/>
                  </a:lnTo>
                  <a:lnTo>
                    <a:pt x="9866" y="110585"/>
                  </a:lnTo>
                  <a:lnTo>
                    <a:pt x="8156" y="115584"/>
                  </a:lnTo>
                  <a:lnTo>
                    <a:pt x="6606" y="120636"/>
                  </a:lnTo>
                  <a:lnTo>
                    <a:pt x="5215" y="125733"/>
                  </a:lnTo>
                  <a:lnTo>
                    <a:pt x="3987" y="130873"/>
                  </a:lnTo>
                  <a:lnTo>
                    <a:pt x="2921" y="136048"/>
                  </a:lnTo>
                  <a:lnTo>
                    <a:pt x="2020" y="141255"/>
                  </a:lnTo>
                  <a:lnTo>
                    <a:pt x="1283" y="146487"/>
                  </a:lnTo>
                  <a:lnTo>
                    <a:pt x="712" y="151740"/>
                  </a:lnTo>
                  <a:lnTo>
                    <a:pt x="308" y="157009"/>
                  </a:lnTo>
                  <a:lnTo>
                    <a:pt x="70" y="162288"/>
                  </a:lnTo>
                  <a:lnTo>
                    <a:pt x="0" y="167571"/>
                  </a:lnTo>
                  <a:lnTo>
                    <a:pt x="96" y="172854"/>
                  </a:lnTo>
                  <a:lnTo>
                    <a:pt x="359" y="178132"/>
                  </a:lnTo>
                  <a:lnTo>
                    <a:pt x="789" y="183398"/>
                  </a:lnTo>
                  <a:lnTo>
                    <a:pt x="1385" y="188649"/>
                  </a:lnTo>
                  <a:lnTo>
                    <a:pt x="2147" y="193877"/>
                  </a:lnTo>
                  <a:lnTo>
                    <a:pt x="3073" y="199080"/>
                  </a:lnTo>
                  <a:lnTo>
                    <a:pt x="4164" y="204250"/>
                  </a:lnTo>
                  <a:lnTo>
                    <a:pt x="5417" y="209383"/>
                  </a:lnTo>
                  <a:lnTo>
                    <a:pt x="6832" y="214474"/>
                  </a:lnTo>
                  <a:lnTo>
                    <a:pt x="8408" y="219518"/>
                  </a:lnTo>
                  <a:lnTo>
                    <a:pt x="10142" y="224509"/>
                  </a:lnTo>
                  <a:lnTo>
                    <a:pt x="12032" y="229443"/>
                  </a:lnTo>
                  <a:lnTo>
                    <a:pt x="14078" y="234315"/>
                  </a:lnTo>
                  <a:lnTo>
                    <a:pt x="16277" y="239120"/>
                  </a:lnTo>
                  <a:lnTo>
                    <a:pt x="18626" y="243853"/>
                  </a:lnTo>
                  <a:lnTo>
                    <a:pt x="21124" y="248510"/>
                  </a:lnTo>
                  <a:lnTo>
                    <a:pt x="23768" y="253085"/>
                  </a:lnTo>
                  <a:lnTo>
                    <a:pt x="26555" y="257574"/>
                  </a:lnTo>
                  <a:lnTo>
                    <a:pt x="29483" y="261973"/>
                  </a:lnTo>
                  <a:lnTo>
                    <a:pt x="32548" y="266277"/>
                  </a:lnTo>
                  <a:lnTo>
                    <a:pt x="35747" y="270482"/>
                  </a:lnTo>
                  <a:lnTo>
                    <a:pt x="39078" y="274584"/>
                  </a:lnTo>
                  <a:lnTo>
                    <a:pt x="42537" y="278579"/>
                  </a:lnTo>
                  <a:lnTo>
                    <a:pt x="46121" y="282462"/>
                  </a:lnTo>
                  <a:lnTo>
                    <a:pt x="49825" y="286230"/>
                  </a:lnTo>
                  <a:lnTo>
                    <a:pt x="53647" y="289879"/>
                  </a:lnTo>
                  <a:lnTo>
                    <a:pt x="57582" y="293406"/>
                  </a:lnTo>
                  <a:lnTo>
                    <a:pt x="61626" y="296806"/>
                  </a:lnTo>
                  <a:lnTo>
                    <a:pt x="65776" y="300077"/>
                  </a:lnTo>
                  <a:lnTo>
                    <a:pt x="70028" y="303215"/>
                  </a:lnTo>
                  <a:lnTo>
                    <a:pt x="74376" y="306217"/>
                  </a:lnTo>
                  <a:lnTo>
                    <a:pt x="78817" y="309080"/>
                  </a:lnTo>
                  <a:lnTo>
                    <a:pt x="83347" y="311802"/>
                  </a:lnTo>
                  <a:lnTo>
                    <a:pt x="87960" y="314378"/>
                  </a:lnTo>
                  <a:lnTo>
                    <a:pt x="92652" y="316808"/>
                  </a:lnTo>
                  <a:lnTo>
                    <a:pt x="97419" y="319089"/>
                  </a:lnTo>
                  <a:lnTo>
                    <a:pt x="102255" y="321217"/>
                  </a:lnTo>
                  <a:lnTo>
                    <a:pt x="107156" y="323192"/>
                  </a:lnTo>
                  <a:lnTo>
                    <a:pt x="112117" y="325010"/>
                  </a:lnTo>
                  <a:lnTo>
                    <a:pt x="117134" y="326671"/>
                  </a:lnTo>
                  <a:lnTo>
                    <a:pt x="122200" y="328173"/>
                  </a:lnTo>
                  <a:lnTo>
                    <a:pt x="127311" y="329514"/>
                  </a:lnTo>
                  <a:lnTo>
                    <a:pt x="132462" y="330692"/>
                  </a:lnTo>
                  <a:lnTo>
                    <a:pt x="137647" y="331707"/>
                  </a:lnTo>
                  <a:lnTo>
                    <a:pt x="142862" y="332558"/>
                  </a:lnTo>
                  <a:lnTo>
                    <a:pt x="148102" y="333244"/>
                  </a:lnTo>
                  <a:lnTo>
                    <a:pt x="153360" y="333763"/>
                  </a:lnTo>
                  <a:lnTo>
                    <a:pt x="158632" y="334116"/>
                  </a:lnTo>
                  <a:lnTo>
                    <a:pt x="163913" y="334303"/>
                  </a:lnTo>
                  <a:lnTo>
                    <a:pt x="169197" y="334322"/>
                  </a:lnTo>
                  <a:lnTo>
                    <a:pt x="174479" y="334174"/>
                  </a:lnTo>
                  <a:lnTo>
                    <a:pt x="179754" y="333860"/>
                  </a:lnTo>
                  <a:lnTo>
                    <a:pt x="185016" y="333379"/>
                  </a:lnTo>
                  <a:lnTo>
                    <a:pt x="190260" y="332732"/>
                  </a:lnTo>
                  <a:lnTo>
                    <a:pt x="195481" y="331919"/>
                  </a:lnTo>
                  <a:lnTo>
                    <a:pt x="200674" y="330942"/>
                  </a:lnTo>
                  <a:lnTo>
                    <a:pt x="205834" y="329801"/>
                  </a:lnTo>
                  <a:lnTo>
                    <a:pt x="210954" y="328498"/>
                  </a:lnTo>
                  <a:lnTo>
                    <a:pt x="216031" y="327033"/>
                  </a:lnTo>
                  <a:lnTo>
                    <a:pt x="221060" y="325409"/>
                  </a:lnTo>
                  <a:lnTo>
                    <a:pt x="226034" y="323626"/>
                  </a:lnTo>
                  <a:lnTo>
                    <a:pt x="230950" y="321688"/>
                  </a:lnTo>
                  <a:lnTo>
                    <a:pt x="235801" y="319595"/>
                  </a:lnTo>
                  <a:lnTo>
                    <a:pt x="240585" y="317349"/>
                  </a:lnTo>
                  <a:lnTo>
                    <a:pt x="245294" y="314954"/>
                  </a:lnTo>
                  <a:lnTo>
                    <a:pt x="249926" y="312411"/>
                  </a:lnTo>
                  <a:lnTo>
                    <a:pt x="254475" y="309723"/>
                  </a:lnTo>
                  <a:lnTo>
                    <a:pt x="258937" y="306892"/>
                  </a:lnTo>
                  <a:lnTo>
                    <a:pt x="263308" y="303922"/>
                  </a:lnTo>
                  <a:lnTo>
                    <a:pt x="267582" y="300815"/>
                  </a:lnTo>
                  <a:lnTo>
                    <a:pt x="271755" y="297574"/>
                  </a:lnTo>
                  <a:lnTo>
                    <a:pt x="275825" y="294204"/>
                  </a:lnTo>
                  <a:lnTo>
                    <a:pt x="279786" y="290706"/>
                  </a:lnTo>
                  <a:lnTo>
                    <a:pt x="283634" y="287085"/>
                  </a:lnTo>
                  <a:lnTo>
                    <a:pt x="287366" y="283344"/>
                  </a:lnTo>
                  <a:lnTo>
                    <a:pt x="290977" y="279487"/>
                  </a:lnTo>
                  <a:lnTo>
                    <a:pt x="294465" y="275518"/>
                  </a:lnTo>
                  <a:lnTo>
                    <a:pt x="297826" y="271440"/>
                  </a:lnTo>
                  <a:lnTo>
                    <a:pt x="301057" y="267259"/>
                  </a:lnTo>
                  <a:lnTo>
                    <a:pt x="304153" y="262977"/>
                  </a:lnTo>
                  <a:lnTo>
                    <a:pt x="307113" y="258600"/>
                  </a:lnTo>
                  <a:lnTo>
                    <a:pt x="309933" y="254131"/>
                  </a:lnTo>
                  <a:lnTo>
                    <a:pt x="312610" y="249575"/>
                  </a:lnTo>
                  <a:lnTo>
                    <a:pt x="315142" y="244937"/>
                  </a:lnTo>
                  <a:lnTo>
                    <a:pt x="317526" y="240222"/>
                  </a:lnTo>
                  <a:lnTo>
                    <a:pt x="319760" y="235433"/>
                  </a:lnTo>
                  <a:lnTo>
                    <a:pt x="321841" y="230576"/>
                  </a:lnTo>
                  <a:lnTo>
                    <a:pt x="323768" y="225656"/>
                  </a:lnTo>
                  <a:lnTo>
                    <a:pt x="325538" y="220677"/>
                  </a:lnTo>
                  <a:lnTo>
                    <a:pt x="327150" y="215645"/>
                  </a:lnTo>
                  <a:lnTo>
                    <a:pt x="328602" y="210565"/>
                  </a:lnTo>
                  <a:lnTo>
                    <a:pt x="329893" y="205441"/>
                  </a:lnTo>
                  <a:lnTo>
                    <a:pt x="331022" y="200279"/>
                  </a:lnTo>
                  <a:lnTo>
                    <a:pt x="331986" y="195084"/>
                  </a:lnTo>
                  <a:lnTo>
                    <a:pt x="332786" y="189860"/>
                  </a:lnTo>
                  <a:lnTo>
                    <a:pt x="333421" y="184615"/>
                  </a:lnTo>
                  <a:lnTo>
                    <a:pt x="333889" y="179351"/>
                  </a:lnTo>
                  <a:lnTo>
                    <a:pt x="334191" y="174076"/>
                  </a:lnTo>
                  <a:lnTo>
                    <a:pt x="334326" y="168794"/>
                  </a:lnTo>
                  <a:lnTo>
                    <a:pt x="334294" y="163510"/>
                  </a:lnTo>
                  <a:lnTo>
                    <a:pt x="334095" y="158229"/>
                  </a:lnTo>
                  <a:lnTo>
                    <a:pt x="333729" y="152958"/>
                  </a:lnTo>
                  <a:lnTo>
                    <a:pt x="333197" y="147701"/>
                  </a:lnTo>
                  <a:lnTo>
                    <a:pt x="332498" y="142463"/>
                  </a:lnTo>
                  <a:lnTo>
                    <a:pt x="331635" y="137250"/>
                  </a:lnTo>
                  <a:lnTo>
                    <a:pt x="330607" y="132067"/>
                  </a:lnTo>
                  <a:lnTo>
                    <a:pt x="329416" y="126919"/>
                  </a:lnTo>
                  <a:lnTo>
                    <a:pt x="328063" y="121811"/>
                  </a:lnTo>
                  <a:lnTo>
                    <a:pt x="326549" y="116749"/>
                  </a:lnTo>
                  <a:lnTo>
                    <a:pt x="324876" y="111736"/>
                  </a:lnTo>
                  <a:lnTo>
                    <a:pt x="323046" y="106780"/>
                  </a:lnTo>
                  <a:lnTo>
                    <a:pt x="321059" y="101883"/>
                  </a:lnTo>
                  <a:lnTo>
                    <a:pt x="318919" y="97052"/>
                  </a:lnTo>
                  <a:lnTo>
                    <a:pt x="316627" y="92291"/>
                  </a:lnTo>
                  <a:lnTo>
                    <a:pt x="314186" y="87605"/>
                  </a:lnTo>
                  <a:lnTo>
                    <a:pt x="311598" y="82998"/>
                  </a:lnTo>
                  <a:lnTo>
                    <a:pt x="308866" y="78475"/>
                  </a:lnTo>
                  <a:lnTo>
                    <a:pt x="305992" y="74041"/>
                  </a:lnTo>
                  <a:lnTo>
                    <a:pt x="302979" y="69700"/>
                  </a:lnTo>
                  <a:lnTo>
                    <a:pt x="299831" y="65456"/>
                  </a:lnTo>
                  <a:lnTo>
                    <a:pt x="296550" y="61314"/>
                  </a:lnTo>
                  <a:lnTo>
                    <a:pt x="293140" y="57278"/>
                  </a:lnTo>
                  <a:lnTo>
                    <a:pt x="289604" y="53351"/>
                  </a:lnTo>
                  <a:lnTo>
                    <a:pt x="285945" y="49538"/>
                  </a:lnTo>
                  <a:lnTo>
                    <a:pt x="282168" y="45843"/>
                  </a:lnTo>
                  <a:lnTo>
                    <a:pt x="278276" y="42269"/>
                  </a:lnTo>
                  <a:lnTo>
                    <a:pt x="274274" y="38820"/>
                  </a:lnTo>
                  <a:lnTo>
                    <a:pt x="270164" y="35499"/>
                  </a:lnTo>
                  <a:lnTo>
                    <a:pt x="265951" y="32309"/>
                  </a:lnTo>
                  <a:lnTo>
                    <a:pt x="261639" y="29254"/>
                  </a:lnTo>
                  <a:lnTo>
                    <a:pt x="257233" y="26337"/>
                  </a:lnTo>
                  <a:lnTo>
                    <a:pt x="252737" y="23561"/>
                  </a:lnTo>
                  <a:lnTo>
                    <a:pt x="248156" y="20928"/>
                  </a:lnTo>
                  <a:lnTo>
                    <a:pt x="243493" y="18442"/>
                  </a:lnTo>
                  <a:lnTo>
                    <a:pt x="238755" y="16104"/>
                  </a:lnTo>
                  <a:lnTo>
                    <a:pt x="233945" y="13917"/>
                  </a:lnTo>
                  <a:lnTo>
                    <a:pt x="229068" y="11883"/>
                  </a:lnTo>
                  <a:lnTo>
                    <a:pt x="224129" y="10004"/>
                  </a:lnTo>
                  <a:lnTo>
                    <a:pt x="219133" y="8282"/>
                  </a:lnTo>
                  <a:lnTo>
                    <a:pt x="214086" y="6719"/>
                  </a:lnTo>
                  <a:lnTo>
                    <a:pt x="208991" y="5316"/>
                  </a:lnTo>
                  <a:lnTo>
                    <a:pt x="203855" y="4075"/>
                  </a:lnTo>
                  <a:lnTo>
                    <a:pt x="198682" y="2997"/>
                  </a:lnTo>
                  <a:lnTo>
                    <a:pt x="193478" y="2083"/>
                  </a:lnTo>
                  <a:lnTo>
                    <a:pt x="188247" y="1334"/>
                  </a:lnTo>
                  <a:lnTo>
                    <a:pt x="182995" y="751"/>
                  </a:lnTo>
                  <a:lnTo>
                    <a:pt x="177728" y="333"/>
                  </a:lnTo>
                  <a:lnTo>
                    <a:pt x="172450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361" y="5018213"/>
              <a:ext cx="359" cy="167167"/>
            </a:xfrm>
            <a:custGeom>
              <a:avLst/>
              <a:pathLst>
                <a:path w="359" h="167167">
                  <a:moveTo>
                    <a:pt x="359" y="0"/>
                  </a:moveTo>
                  <a:lnTo>
                    <a:pt x="0" y="0"/>
                  </a:lnTo>
                  <a:lnTo>
                    <a:pt x="35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361" y="5018213"/>
              <a:ext cx="359" cy="167167"/>
            </a:xfrm>
            <a:custGeom>
              <a:avLst/>
              <a:pathLst>
                <a:path w="359" h="167167">
                  <a:moveTo>
                    <a:pt x="0" y="0"/>
                  </a:moveTo>
                  <a:lnTo>
                    <a:pt x="35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361" y="5018213"/>
              <a:ext cx="359" cy="167167"/>
            </a:xfrm>
            <a:custGeom>
              <a:avLst/>
              <a:pathLst>
                <a:path w="359" h="167167">
                  <a:moveTo>
                    <a:pt x="0" y="0"/>
                  </a:moveTo>
                  <a:lnTo>
                    <a:pt x="35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361" y="5018213"/>
              <a:ext cx="359" cy="167167"/>
            </a:xfrm>
            <a:custGeom>
              <a:avLst/>
              <a:pathLst>
                <a:path w="359" h="167167">
                  <a:moveTo>
                    <a:pt x="0" y="0"/>
                  </a:moveTo>
                  <a:lnTo>
                    <a:pt x="3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361" y="5018213"/>
              <a:ext cx="359" cy="167167"/>
            </a:xfrm>
            <a:custGeom>
              <a:avLst/>
              <a:pathLst>
                <a:path w="359" h="167167">
                  <a:moveTo>
                    <a:pt x="0" y="0"/>
                  </a:moveTo>
                  <a:lnTo>
                    <a:pt x="3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361" y="5018213"/>
              <a:ext cx="359" cy="167167"/>
            </a:xfrm>
            <a:custGeom>
              <a:avLst/>
              <a:pathLst>
                <a:path w="359" h="167167">
                  <a:moveTo>
                    <a:pt x="0" y="0"/>
                  </a:moveTo>
                  <a:lnTo>
                    <a:pt x="3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361" y="5018213"/>
              <a:ext cx="359" cy="167167"/>
            </a:xfrm>
            <a:custGeom>
              <a:avLst/>
              <a:pathLst>
                <a:path w="359" h="167167">
                  <a:moveTo>
                    <a:pt x="0" y="0"/>
                  </a:moveTo>
                  <a:lnTo>
                    <a:pt x="3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361" y="5018213"/>
              <a:ext cx="359" cy="167167"/>
            </a:xfrm>
            <a:custGeom>
              <a:avLst/>
              <a:pathLst>
                <a:path w="359" h="167167">
                  <a:moveTo>
                    <a:pt x="0" y="0"/>
                  </a:moveTo>
                  <a:lnTo>
                    <a:pt x="35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361" y="5018213"/>
              <a:ext cx="359" cy="167167"/>
            </a:xfrm>
            <a:custGeom>
              <a:avLst/>
              <a:pathLst>
                <a:path w="359" h="167167">
                  <a:moveTo>
                    <a:pt x="0" y="0"/>
                  </a:moveTo>
                  <a:lnTo>
                    <a:pt x="35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321572" y="5018213"/>
              <a:ext cx="334308" cy="334333"/>
            </a:xfrm>
            <a:custGeom>
              <a:avLst/>
              <a:pathLst>
                <a:path w="334308" h="334333">
                  <a:moveTo>
                    <a:pt x="166788" y="0"/>
                  </a:moveTo>
                  <a:lnTo>
                    <a:pt x="161494" y="95"/>
                  </a:lnTo>
                  <a:lnTo>
                    <a:pt x="156206" y="358"/>
                  </a:lnTo>
                  <a:lnTo>
                    <a:pt x="150929" y="788"/>
                  </a:lnTo>
                  <a:lnTo>
                    <a:pt x="145668" y="1385"/>
                  </a:lnTo>
                  <a:lnTo>
                    <a:pt x="140428" y="2148"/>
                  </a:lnTo>
                  <a:lnTo>
                    <a:pt x="135215" y="3077"/>
                  </a:lnTo>
                  <a:lnTo>
                    <a:pt x="130035" y="4171"/>
                  </a:lnTo>
                  <a:lnTo>
                    <a:pt x="124891" y="5428"/>
                  </a:lnTo>
                  <a:lnTo>
                    <a:pt x="119790" y="6848"/>
                  </a:lnTo>
                  <a:lnTo>
                    <a:pt x="114736" y="8428"/>
                  </a:lnTo>
                  <a:lnTo>
                    <a:pt x="109736" y="10167"/>
                  </a:lnTo>
                  <a:lnTo>
                    <a:pt x="104792" y="12064"/>
                  </a:lnTo>
                  <a:lnTo>
                    <a:pt x="99911" y="14117"/>
                  </a:lnTo>
                  <a:lnTo>
                    <a:pt x="95098" y="16323"/>
                  </a:lnTo>
                  <a:lnTo>
                    <a:pt x="90357" y="18681"/>
                  </a:lnTo>
                  <a:lnTo>
                    <a:pt x="85693" y="21187"/>
                  </a:lnTo>
                  <a:lnTo>
                    <a:pt x="81111" y="23840"/>
                  </a:lnTo>
                  <a:lnTo>
                    <a:pt x="76615" y="26637"/>
                  </a:lnTo>
                  <a:lnTo>
                    <a:pt x="72209" y="29574"/>
                  </a:lnTo>
                  <a:lnTo>
                    <a:pt x="67899" y="32650"/>
                  </a:lnTo>
                  <a:lnTo>
                    <a:pt x="63689" y="35861"/>
                  </a:lnTo>
                  <a:lnTo>
                    <a:pt x="59583" y="39203"/>
                  </a:lnTo>
                  <a:lnTo>
                    <a:pt x="55584" y="42674"/>
                  </a:lnTo>
                  <a:lnTo>
                    <a:pt x="51697" y="46270"/>
                  </a:lnTo>
                  <a:lnTo>
                    <a:pt x="47926" y="49987"/>
                  </a:lnTo>
                  <a:lnTo>
                    <a:pt x="44275" y="53821"/>
                  </a:lnTo>
                  <a:lnTo>
                    <a:pt x="40747" y="57769"/>
                  </a:lnTo>
                  <a:lnTo>
                    <a:pt x="37346" y="61827"/>
                  </a:lnTo>
                  <a:lnTo>
                    <a:pt x="34075" y="65991"/>
                  </a:lnTo>
                  <a:lnTo>
                    <a:pt x="30937" y="70256"/>
                  </a:lnTo>
                  <a:lnTo>
                    <a:pt x="27936" y="74619"/>
                  </a:lnTo>
                  <a:lnTo>
                    <a:pt x="25075" y="79074"/>
                  </a:lnTo>
                  <a:lnTo>
                    <a:pt x="22357" y="83617"/>
                  </a:lnTo>
                  <a:lnTo>
                    <a:pt x="19783" y="88245"/>
                  </a:lnTo>
                  <a:lnTo>
                    <a:pt x="17358" y="92952"/>
                  </a:lnTo>
                  <a:lnTo>
                    <a:pt x="15082" y="97733"/>
                  </a:lnTo>
                  <a:lnTo>
                    <a:pt x="12960" y="102583"/>
                  </a:lnTo>
                  <a:lnTo>
                    <a:pt x="10992" y="107499"/>
                  </a:lnTo>
                  <a:lnTo>
                    <a:pt x="9180" y="112474"/>
                  </a:lnTo>
                  <a:lnTo>
                    <a:pt x="7528" y="117505"/>
                  </a:lnTo>
                  <a:lnTo>
                    <a:pt x="6035" y="122585"/>
                  </a:lnTo>
                  <a:lnTo>
                    <a:pt x="4704" y="127709"/>
                  </a:lnTo>
                  <a:lnTo>
                    <a:pt x="3536" y="132874"/>
                  </a:lnTo>
                  <a:lnTo>
                    <a:pt x="2532" y="138073"/>
                  </a:lnTo>
                  <a:lnTo>
                    <a:pt x="1693" y="143301"/>
                  </a:lnTo>
                  <a:lnTo>
                    <a:pt x="1020" y="148553"/>
                  </a:lnTo>
                  <a:lnTo>
                    <a:pt x="514" y="153823"/>
                  </a:lnTo>
                  <a:lnTo>
                    <a:pt x="175" y="159107"/>
                  </a:lnTo>
                  <a:lnTo>
                    <a:pt x="3" y="164399"/>
                  </a:lnTo>
                  <a:lnTo>
                    <a:pt x="0" y="169694"/>
                  </a:lnTo>
                  <a:lnTo>
                    <a:pt x="163" y="174986"/>
                  </a:lnTo>
                  <a:lnTo>
                    <a:pt x="495" y="180271"/>
                  </a:lnTo>
                  <a:lnTo>
                    <a:pt x="993" y="185542"/>
                  </a:lnTo>
                  <a:lnTo>
                    <a:pt x="1659" y="190795"/>
                  </a:lnTo>
                  <a:lnTo>
                    <a:pt x="2490" y="196024"/>
                  </a:lnTo>
                  <a:lnTo>
                    <a:pt x="3487" y="201225"/>
                  </a:lnTo>
                  <a:lnTo>
                    <a:pt x="4647" y="206391"/>
                  </a:lnTo>
                  <a:lnTo>
                    <a:pt x="5971" y="211517"/>
                  </a:lnTo>
                  <a:lnTo>
                    <a:pt x="7456" y="216600"/>
                  </a:lnTo>
                  <a:lnTo>
                    <a:pt x="9102" y="221632"/>
                  </a:lnTo>
                  <a:lnTo>
                    <a:pt x="10906" y="226610"/>
                  </a:lnTo>
                  <a:lnTo>
                    <a:pt x="12867" y="231529"/>
                  </a:lnTo>
                  <a:lnTo>
                    <a:pt x="14983" y="236382"/>
                  </a:lnTo>
                  <a:lnTo>
                    <a:pt x="17251" y="241167"/>
                  </a:lnTo>
                  <a:lnTo>
                    <a:pt x="19670" y="245877"/>
                  </a:lnTo>
                  <a:lnTo>
                    <a:pt x="22237" y="250508"/>
                  </a:lnTo>
                  <a:lnTo>
                    <a:pt x="24949" y="255056"/>
                  </a:lnTo>
                  <a:lnTo>
                    <a:pt x="27804" y="259515"/>
                  </a:lnTo>
                  <a:lnTo>
                    <a:pt x="30798" y="263882"/>
                  </a:lnTo>
                  <a:lnTo>
                    <a:pt x="33930" y="268151"/>
                  </a:lnTo>
                  <a:lnTo>
                    <a:pt x="37195" y="272320"/>
                  </a:lnTo>
                  <a:lnTo>
                    <a:pt x="40590" y="276382"/>
                  </a:lnTo>
                  <a:lnTo>
                    <a:pt x="44113" y="280336"/>
                  </a:lnTo>
                  <a:lnTo>
                    <a:pt x="47758" y="284176"/>
                  </a:lnTo>
                  <a:lnTo>
                    <a:pt x="51524" y="287898"/>
                  </a:lnTo>
                  <a:lnTo>
                    <a:pt x="55405" y="291499"/>
                  </a:lnTo>
                  <a:lnTo>
                    <a:pt x="59399" y="294976"/>
                  </a:lnTo>
                  <a:lnTo>
                    <a:pt x="63501" y="298324"/>
                  </a:lnTo>
                  <a:lnTo>
                    <a:pt x="67707" y="301541"/>
                  </a:lnTo>
                  <a:lnTo>
                    <a:pt x="72012" y="304623"/>
                  </a:lnTo>
                  <a:lnTo>
                    <a:pt x="76413" y="307567"/>
                  </a:lnTo>
                  <a:lnTo>
                    <a:pt x="80905" y="310370"/>
                  </a:lnTo>
                  <a:lnTo>
                    <a:pt x="85484" y="313029"/>
                  </a:lnTo>
                  <a:lnTo>
                    <a:pt x="90144" y="315542"/>
                  </a:lnTo>
                  <a:lnTo>
                    <a:pt x="94882" y="317907"/>
                  </a:lnTo>
                  <a:lnTo>
                    <a:pt x="99692" y="320120"/>
                  </a:lnTo>
                  <a:lnTo>
                    <a:pt x="104570" y="322179"/>
                  </a:lnTo>
                  <a:lnTo>
                    <a:pt x="109510" y="324083"/>
                  </a:lnTo>
                  <a:lnTo>
                    <a:pt x="114509" y="325830"/>
                  </a:lnTo>
                  <a:lnTo>
                    <a:pt x="119560" y="327418"/>
                  </a:lnTo>
                  <a:lnTo>
                    <a:pt x="124659" y="328844"/>
                  </a:lnTo>
                  <a:lnTo>
                    <a:pt x="129801" y="330109"/>
                  </a:lnTo>
                  <a:lnTo>
                    <a:pt x="134980" y="331210"/>
                  </a:lnTo>
                  <a:lnTo>
                    <a:pt x="140191" y="332146"/>
                  </a:lnTo>
                  <a:lnTo>
                    <a:pt x="145430" y="332917"/>
                  </a:lnTo>
                  <a:lnTo>
                    <a:pt x="150690" y="333522"/>
                  </a:lnTo>
                  <a:lnTo>
                    <a:pt x="155967" y="333960"/>
                  </a:lnTo>
                  <a:lnTo>
                    <a:pt x="161255" y="334230"/>
                  </a:lnTo>
                  <a:lnTo>
                    <a:pt x="166549" y="334333"/>
                  </a:lnTo>
                  <a:lnTo>
                    <a:pt x="171843" y="334268"/>
                  </a:lnTo>
                  <a:lnTo>
                    <a:pt x="177133" y="334036"/>
                  </a:lnTo>
                  <a:lnTo>
                    <a:pt x="182413" y="333636"/>
                  </a:lnTo>
                  <a:lnTo>
                    <a:pt x="187677" y="333069"/>
                  </a:lnTo>
                  <a:lnTo>
                    <a:pt x="192921" y="332335"/>
                  </a:lnTo>
                  <a:lnTo>
                    <a:pt x="198139" y="331436"/>
                  </a:lnTo>
                  <a:lnTo>
                    <a:pt x="203326" y="330372"/>
                  </a:lnTo>
                  <a:lnTo>
                    <a:pt x="208476" y="329145"/>
                  </a:lnTo>
                  <a:lnTo>
                    <a:pt x="213585" y="327755"/>
                  </a:lnTo>
                  <a:lnTo>
                    <a:pt x="218648" y="326203"/>
                  </a:lnTo>
                  <a:lnTo>
                    <a:pt x="223659" y="324493"/>
                  </a:lnTo>
                  <a:lnTo>
                    <a:pt x="228613" y="322624"/>
                  </a:lnTo>
                  <a:lnTo>
                    <a:pt x="233505" y="320599"/>
                  </a:lnTo>
                  <a:lnTo>
                    <a:pt x="238331" y="318421"/>
                  </a:lnTo>
                  <a:lnTo>
                    <a:pt x="243086" y="316091"/>
                  </a:lnTo>
                  <a:lnTo>
                    <a:pt x="247764" y="313611"/>
                  </a:lnTo>
                  <a:lnTo>
                    <a:pt x="252362" y="310984"/>
                  </a:lnTo>
                  <a:lnTo>
                    <a:pt x="256874" y="308213"/>
                  </a:lnTo>
                  <a:lnTo>
                    <a:pt x="261296" y="305301"/>
                  </a:lnTo>
                  <a:lnTo>
                    <a:pt x="265623" y="302250"/>
                  </a:lnTo>
                  <a:lnTo>
                    <a:pt x="269852" y="299064"/>
                  </a:lnTo>
                  <a:lnTo>
                    <a:pt x="273977" y="295745"/>
                  </a:lnTo>
                  <a:lnTo>
                    <a:pt x="277996" y="292297"/>
                  </a:lnTo>
                  <a:lnTo>
                    <a:pt x="281903" y="288724"/>
                  </a:lnTo>
                  <a:lnTo>
                    <a:pt x="285695" y="285028"/>
                  </a:lnTo>
                  <a:lnTo>
                    <a:pt x="289369" y="281215"/>
                  </a:lnTo>
                  <a:lnTo>
                    <a:pt x="292919" y="277287"/>
                  </a:lnTo>
                  <a:lnTo>
                    <a:pt x="296344" y="273249"/>
                  </a:lnTo>
                  <a:lnTo>
                    <a:pt x="299638" y="269104"/>
                  </a:lnTo>
                  <a:lnTo>
                    <a:pt x="302800" y="264857"/>
                  </a:lnTo>
                  <a:lnTo>
                    <a:pt x="305826" y="260511"/>
                  </a:lnTo>
                  <a:lnTo>
                    <a:pt x="308713" y="256073"/>
                  </a:lnTo>
                  <a:lnTo>
                    <a:pt x="311457" y="251545"/>
                  </a:lnTo>
                  <a:lnTo>
                    <a:pt x="314057" y="246932"/>
                  </a:lnTo>
                  <a:lnTo>
                    <a:pt x="316510" y="242239"/>
                  </a:lnTo>
                  <a:lnTo>
                    <a:pt x="318812" y="237472"/>
                  </a:lnTo>
                  <a:lnTo>
                    <a:pt x="320963" y="232633"/>
                  </a:lnTo>
                  <a:lnTo>
                    <a:pt x="322959" y="227729"/>
                  </a:lnTo>
                  <a:lnTo>
                    <a:pt x="324799" y="222764"/>
                  </a:lnTo>
                  <a:lnTo>
                    <a:pt x="326481" y="217743"/>
                  </a:lnTo>
                  <a:lnTo>
                    <a:pt x="328003" y="212672"/>
                  </a:lnTo>
                  <a:lnTo>
                    <a:pt x="329363" y="207555"/>
                  </a:lnTo>
                  <a:lnTo>
                    <a:pt x="330561" y="202397"/>
                  </a:lnTo>
                  <a:lnTo>
                    <a:pt x="331594" y="197204"/>
                  </a:lnTo>
                  <a:lnTo>
                    <a:pt x="332463" y="191981"/>
                  </a:lnTo>
                  <a:lnTo>
                    <a:pt x="333166" y="186733"/>
                  </a:lnTo>
                  <a:lnTo>
                    <a:pt x="333703" y="181465"/>
                  </a:lnTo>
                  <a:lnTo>
                    <a:pt x="334072" y="176183"/>
                  </a:lnTo>
                  <a:lnTo>
                    <a:pt x="334274" y="170892"/>
                  </a:lnTo>
                  <a:lnTo>
                    <a:pt x="334308" y="165598"/>
                  </a:lnTo>
                  <a:lnTo>
                    <a:pt x="334174" y="160304"/>
                  </a:lnTo>
                  <a:lnTo>
                    <a:pt x="333873" y="155018"/>
                  </a:lnTo>
                  <a:lnTo>
                    <a:pt x="333405" y="149744"/>
                  </a:lnTo>
                  <a:lnTo>
                    <a:pt x="332770" y="144487"/>
                  </a:lnTo>
                  <a:lnTo>
                    <a:pt x="331968" y="139254"/>
                  </a:lnTo>
                  <a:lnTo>
                    <a:pt x="331002" y="134048"/>
                  </a:lnTo>
                  <a:lnTo>
                    <a:pt x="329871" y="128875"/>
                  </a:lnTo>
                  <a:lnTo>
                    <a:pt x="328576" y="123741"/>
                  </a:lnTo>
                  <a:lnTo>
                    <a:pt x="327120" y="118650"/>
                  </a:lnTo>
                  <a:lnTo>
                    <a:pt x="325503" y="113608"/>
                  </a:lnTo>
                  <a:lnTo>
                    <a:pt x="323728" y="108620"/>
                  </a:lnTo>
                  <a:lnTo>
                    <a:pt x="321795" y="103690"/>
                  </a:lnTo>
                  <a:lnTo>
                    <a:pt x="319707" y="98825"/>
                  </a:lnTo>
                  <a:lnTo>
                    <a:pt x="317466" y="94027"/>
                  </a:lnTo>
                  <a:lnTo>
                    <a:pt x="315074" y="89303"/>
                  </a:lnTo>
                  <a:lnTo>
                    <a:pt x="312534" y="84658"/>
                  </a:lnTo>
                  <a:lnTo>
                    <a:pt x="309848" y="80095"/>
                  </a:lnTo>
                  <a:lnTo>
                    <a:pt x="307019" y="75619"/>
                  </a:lnTo>
                  <a:lnTo>
                    <a:pt x="304050" y="71235"/>
                  </a:lnTo>
                  <a:lnTo>
                    <a:pt x="300943" y="66948"/>
                  </a:lnTo>
                  <a:lnTo>
                    <a:pt x="297702" y="62761"/>
                  </a:lnTo>
                  <a:lnTo>
                    <a:pt x="294330" y="58678"/>
                  </a:lnTo>
                  <a:lnTo>
                    <a:pt x="290830" y="54705"/>
                  </a:lnTo>
                  <a:lnTo>
                    <a:pt x="287206" y="50844"/>
                  </a:lnTo>
                  <a:lnTo>
                    <a:pt x="283462" y="47100"/>
                  </a:lnTo>
                  <a:lnTo>
                    <a:pt x="279601" y="43477"/>
                  </a:lnTo>
                  <a:lnTo>
                    <a:pt x="275628" y="39978"/>
                  </a:lnTo>
                  <a:lnTo>
                    <a:pt x="271545" y="36606"/>
                  </a:lnTo>
                  <a:lnTo>
                    <a:pt x="267358" y="33365"/>
                  </a:lnTo>
                  <a:lnTo>
                    <a:pt x="263070" y="30258"/>
                  </a:lnTo>
                  <a:lnTo>
                    <a:pt x="258686" y="27289"/>
                  </a:lnTo>
                  <a:lnTo>
                    <a:pt x="254210" y="24460"/>
                  </a:lnTo>
                  <a:lnTo>
                    <a:pt x="249647" y="21775"/>
                  </a:lnTo>
                  <a:lnTo>
                    <a:pt x="245001" y="19235"/>
                  </a:lnTo>
                  <a:lnTo>
                    <a:pt x="240277" y="16843"/>
                  </a:lnTo>
                  <a:lnTo>
                    <a:pt x="235480" y="14603"/>
                  </a:lnTo>
                  <a:lnTo>
                    <a:pt x="230614" y="12515"/>
                  </a:lnTo>
                  <a:lnTo>
                    <a:pt x="225684" y="10583"/>
                  </a:lnTo>
                  <a:lnTo>
                    <a:pt x="220696" y="8808"/>
                  </a:lnTo>
                  <a:lnTo>
                    <a:pt x="215654" y="7191"/>
                  </a:lnTo>
                  <a:lnTo>
                    <a:pt x="210563" y="5735"/>
                  </a:lnTo>
                  <a:lnTo>
                    <a:pt x="205429" y="4441"/>
                  </a:lnTo>
                  <a:lnTo>
                    <a:pt x="200256" y="3311"/>
                  </a:lnTo>
                  <a:lnTo>
                    <a:pt x="195050" y="2344"/>
                  </a:lnTo>
                  <a:lnTo>
                    <a:pt x="189816" y="1543"/>
                  </a:lnTo>
                  <a:lnTo>
                    <a:pt x="184559" y="908"/>
                  </a:lnTo>
                  <a:lnTo>
                    <a:pt x="179285" y="440"/>
                  </a:lnTo>
                  <a:lnTo>
                    <a:pt x="173999" y="140"/>
                  </a:lnTo>
                  <a:lnTo>
                    <a:pt x="168706" y="6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488720" y="5018213"/>
              <a:ext cx="1557" cy="167167"/>
            </a:xfrm>
            <a:custGeom>
              <a:avLst/>
              <a:pathLst>
                <a:path w="1557" h="167167">
                  <a:moveTo>
                    <a:pt x="1557" y="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811290" y="5269756"/>
              <a:ext cx="153211" cy="167167"/>
            </a:xfrm>
            <a:custGeom>
              <a:avLst/>
              <a:pathLst>
                <a:path w="153211" h="167167">
                  <a:moveTo>
                    <a:pt x="153211" y="0"/>
                  </a:moveTo>
                  <a:lnTo>
                    <a:pt x="147675" y="91"/>
                  </a:lnTo>
                  <a:lnTo>
                    <a:pt x="142145" y="366"/>
                  </a:lnTo>
                  <a:lnTo>
                    <a:pt x="136627" y="824"/>
                  </a:lnTo>
                  <a:lnTo>
                    <a:pt x="131128" y="1465"/>
                  </a:lnTo>
                  <a:lnTo>
                    <a:pt x="125652" y="2287"/>
                  </a:lnTo>
                  <a:lnTo>
                    <a:pt x="120207" y="3290"/>
                  </a:lnTo>
                  <a:lnTo>
                    <a:pt x="114799" y="4473"/>
                  </a:lnTo>
                  <a:lnTo>
                    <a:pt x="109432" y="5834"/>
                  </a:lnTo>
                  <a:lnTo>
                    <a:pt x="104113" y="7372"/>
                  </a:lnTo>
                  <a:lnTo>
                    <a:pt x="98848" y="9086"/>
                  </a:lnTo>
                  <a:lnTo>
                    <a:pt x="93643" y="10973"/>
                  </a:lnTo>
                  <a:lnTo>
                    <a:pt x="88503" y="13031"/>
                  </a:lnTo>
                  <a:lnTo>
                    <a:pt x="83434" y="15259"/>
                  </a:lnTo>
                  <a:lnTo>
                    <a:pt x="78442" y="17653"/>
                  </a:lnTo>
                  <a:lnTo>
                    <a:pt x="73531" y="20211"/>
                  </a:lnTo>
                  <a:lnTo>
                    <a:pt x="68709" y="22930"/>
                  </a:lnTo>
                  <a:lnTo>
                    <a:pt x="63978" y="25807"/>
                  </a:lnTo>
                  <a:lnTo>
                    <a:pt x="59346" y="28840"/>
                  </a:lnTo>
                  <a:lnTo>
                    <a:pt x="54817" y="32024"/>
                  </a:lnTo>
                  <a:lnTo>
                    <a:pt x="50395" y="35357"/>
                  </a:lnTo>
                  <a:lnTo>
                    <a:pt x="46087" y="38834"/>
                  </a:lnTo>
                  <a:lnTo>
                    <a:pt x="41895" y="42452"/>
                  </a:lnTo>
                  <a:lnTo>
                    <a:pt x="37826" y="46207"/>
                  </a:lnTo>
                  <a:lnTo>
                    <a:pt x="33884" y="50094"/>
                  </a:lnTo>
                  <a:lnTo>
                    <a:pt x="30072" y="54110"/>
                  </a:lnTo>
                  <a:lnTo>
                    <a:pt x="26396" y="58250"/>
                  </a:lnTo>
                  <a:lnTo>
                    <a:pt x="22859" y="62509"/>
                  </a:lnTo>
                  <a:lnTo>
                    <a:pt x="19464" y="66883"/>
                  </a:lnTo>
                  <a:lnTo>
                    <a:pt x="16217" y="71368"/>
                  </a:lnTo>
                  <a:lnTo>
                    <a:pt x="13119" y="75957"/>
                  </a:lnTo>
                  <a:lnTo>
                    <a:pt x="10175" y="80646"/>
                  </a:lnTo>
                  <a:lnTo>
                    <a:pt x="7389" y="85430"/>
                  </a:lnTo>
                  <a:lnTo>
                    <a:pt x="4762" y="90304"/>
                  </a:lnTo>
                  <a:lnTo>
                    <a:pt x="2298" y="95263"/>
                  </a:lnTo>
                  <a:lnTo>
                    <a:pt x="0" y="100300"/>
                  </a:lnTo>
                  <a:lnTo>
                    <a:pt x="15321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797334" y="5269756"/>
              <a:ext cx="334325" cy="334325"/>
            </a:xfrm>
            <a:custGeom>
              <a:avLst/>
              <a:pathLst>
                <a:path w="334325" h="334325">
                  <a:moveTo>
                    <a:pt x="13956" y="100300"/>
                  </a:moveTo>
                  <a:lnTo>
                    <a:pt x="11918" y="105178"/>
                  </a:lnTo>
                  <a:lnTo>
                    <a:pt x="10035" y="110119"/>
                  </a:lnTo>
                  <a:lnTo>
                    <a:pt x="8309" y="115116"/>
                  </a:lnTo>
                  <a:lnTo>
                    <a:pt x="6743" y="120166"/>
                  </a:lnTo>
                  <a:lnTo>
                    <a:pt x="5337" y="125263"/>
                  </a:lnTo>
                  <a:lnTo>
                    <a:pt x="4093" y="130402"/>
                  </a:lnTo>
                  <a:lnTo>
                    <a:pt x="3011" y="135577"/>
                  </a:lnTo>
                  <a:lnTo>
                    <a:pt x="2095" y="140784"/>
                  </a:lnTo>
                  <a:lnTo>
                    <a:pt x="1343" y="146017"/>
                  </a:lnTo>
                  <a:lnTo>
                    <a:pt x="757" y="151272"/>
                  </a:lnTo>
                  <a:lnTo>
                    <a:pt x="337" y="156542"/>
                  </a:lnTo>
                  <a:lnTo>
                    <a:pt x="85" y="161824"/>
                  </a:lnTo>
                  <a:lnTo>
                    <a:pt x="0" y="167110"/>
                  </a:lnTo>
                  <a:lnTo>
                    <a:pt x="81" y="172396"/>
                  </a:lnTo>
                  <a:lnTo>
                    <a:pt x="330" y="177678"/>
                  </a:lnTo>
                  <a:lnTo>
                    <a:pt x="746" y="182948"/>
                  </a:lnTo>
                  <a:lnTo>
                    <a:pt x="1328" y="188203"/>
                  </a:lnTo>
                  <a:lnTo>
                    <a:pt x="2077" y="193437"/>
                  </a:lnTo>
                  <a:lnTo>
                    <a:pt x="2990" y="198645"/>
                  </a:lnTo>
                  <a:lnTo>
                    <a:pt x="4068" y="203821"/>
                  </a:lnTo>
                  <a:lnTo>
                    <a:pt x="5308" y="208961"/>
                  </a:lnTo>
                  <a:lnTo>
                    <a:pt x="6711" y="214058"/>
                  </a:lnTo>
                  <a:lnTo>
                    <a:pt x="8274" y="219109"/>
                  </a:lnTo>
                  <a:lnTo>
                    <a:pt x="9996" y="224108"/>
                  </a:lnTo>
                  <a:lnTo>
                    <a:pt x="11875" y="229050"/>
                  </a:lnTo>
                  <a:lnTo>
                    <a:pt x="13910" y="233930"/>
                  </a:lnTo>
                  <a:lnTo>
                    <a:pt x="16098" y="238743"/>
                  </a:lnTo>
                  <a:lnTo>
                    <a:pt x="18437" y="243484"/>
                  </a:lnTo>
                  <a:lnTo>
                    <a:pt x="20925" y="248150"/>
                  </a:lnTo>
                  <a:lnTo>
                    <a:pt x="23559" y="252734"/>
                  </a:lnTo>
                  <a:lnTo>
                    <a:pt x="26337" y="257233"/>
                  </a:lnTo>
                  <a:lnTo>
                    <a:pt x="29255" y="261641"/>
                  </a:lnTo>
                  <a:lnTo>
                    <a:pt x="32312" y="265955"/>
                  </a:lnTo>
                  <a:lnTo>
                    <a:pt x="35504" y="270170"/>
                  </a:lnTo>
                  <a:lnTo>
                    <a:pt x="38827" y="274283"/>
                  </a:lnTo>
                  <a:lnTo>
                    <a:pt x="42278" y="278288"/>
                  </a:lnTo>
                  <a:lnTo>
                    <a:pt x="45855" y="282181"/>
                  </a:lnTo>
                  <a:lnTo>
                    <a:pt x="49553" y="285960"/>
                  </a:lnTo>
                  <a:lnTo>
                    <a:pt x="53368" y="289620"/>
                  </a:lnTo>
                  <a:lnTo>
                    <a:pt x="57298" y="293158"/>
                  </a:lnTo>
                  <a:lnTo>
                    <a:pt x="61337" y="296569"/>
                  </a:lnTo>
                  <a:lnTo>
                    <a:pt x="65482" y="299851"/>
                  </a:lnTo>
                  <a:lnTo>
                    <a:pt x="69729" y="303001"/>
                  </a:lnTo>
                  <a:lnTo>
                    <a:pt x="74073" y="306014"/>
                  </a:lnTo>
                  <a:lnTo>
                    <a:pt x="78511" y="308888"/>
                  </a:lnTo>
                  <a:lnTo>
                    <a:pt x="83037" y="311621"/>
                  </a:lnTo>
                  <a:lnTo>
                    <a:pt x="87647" y="314210"/>
                  </a:lnTo>
                  <a:lnTo>
                    <a:pt x="92337" y="316651"/>
                  </a:lnTo>
                  <a:lnTo>
                    <a:pt x="97101" y="318942"/>
                  </a:lnTo>
                  <a:lnTo>
                    <a:pt x="101936" y="321082"/>
                  </a:lnTo>
                  <a:lnTo>
                    <a:pt x="106836" y="323068"/>
                  </a:lnTo>
                  <a:lnTo>
                    <a:pt x="111797" y="324898"/>
                  </a:lnTo>
                  <a:lnTo>
                    <a:pt x="116812" y="326570"/>
                  </a:lnTo>
                  <a:lnTo>
                    <a:pt x="121878" y="328083"/>
                  </a:lnTo>
                  <a:lnTo>
                    <a:pt x="126990" y="329434"/>
                  </a:lnTo>
                  <a:lnTo>
                    <a:pt x="132141" y="330624"/>
                  </a:lnTo>
                  <a:lnTo>
                    <a:pt x="137328" y="331650"/>
                  </a:lnTo>
                  <a:lnTo>
                    <a:pt x="142545" y="332511"/>
                  </a:lnTo>
                  <a:lnTo>
                    <a:pt x="147786" y="333207"/>
                  </a:lnTo>
                  <a:lnTo>
                    <a:pt x="153046" y="333737"/>
                  </a:lnTo>
                  <a:lnTo>
                    <a:pt x="158321" y="334100"/>
                  </a:lnTo>
                  <a:lnTo>
                    <a:pt x="163604" y="334296"/>
                  </a:lnTo>
                  <a:lnTo>
                    <a:pt x="168891" y="334325"/>
                  </a:lnTo>
                  <a:lnTo>
                    <a:pt x="174177" y="334187"/>
                  </a:lnTo>
                  <a:lnTo>
                    <a:pt x="179455" y="333882"/>
                  </a:lnTo>
                  <a:lnTo>
                    <a:pt x="184721" y="333410"/>
                  </a:lnTo>
                  <a:lnTo>
                    <a:pt x="189969" y="332772"/>
                  </a:lnTo>
                  <a:lnTo>
                    <a:pt x="195195" y="331968"/>
                  </a:lnTo>
                  <a:lnTo>
                    <a:pt x="200393" y="330999"/>
                  </a:lnTo>
                  <a:lnTo>
                    <a:pt x="205557" y="329867"/>
                  </a:lnTo>
                  <a:lnTo>
                    <a:pt x="210683" y="328571"/>
                  </a:lnTo>
                  <a:lnTo>
                    <a:pt x="215766" y="327114"/>
                  </a:lnTo>
                  <a:lnTo>
                    <a:pt x="220799" y="325497"/>
                  </a:lnTo>
                  <a:lnTo>
                    <a:pt x="225780" y="323722"/>
                  </a:lnTo>
                  <a:lnTo>
                    <a:pt x="230701" y="321790"/>
                  </a:lnTo>
                  <a:lnTo>
                    <a:pt x="235559" y="319704"/>
                  </a:lnTo>
                  <a:lnTo>
                    <a:pt x="240349" y="317465"/>
                  </a:lnTo>
                  <a:lnTo>
                    <a:pt x="245065" y="315075"/>
                  </a:lnTo>
                  <a:lnTo>
                    <a:pt x="249704" y="312538"/>
                  </a:lnTo>
                  <a:lnTo>
                    <a:pt x="254259" y="309855"/>
                  </a:lnTo>
                  <a:lnTo>
                    <a:pt x="258728" y="307029"/>
                  </a:lnTo>
                  <a:lnTo>
                    <a:pt x="263105" y="304064"/>
                  </a:lnTo>
                  <a:lnTo>
                    <a:pt x="267387" y="300961"/>
                  </a:lnTo>
                  <a:lnTo>
                    <a:pt x="271568" y="297725"/>
                  </a:lnTo>
                  <a:lnTo>
                    <a:pt x="275644" y="294358"/>
                  </a:lnTo>
                  <a:lnTo>
                    <a:pt x="279612" y="290864"/>
                  </a:lnTo>
                  <a:lnTo>
                    <a:pt x="283468" y="287246"/>
                  </a:lnTo>
                  <a:lnTo>
                    <a:pt x="287207" y="283509"/>
                  </a:lnTo>
                  <a:lnTo>
                    <a:pt x="290826" y="279654"/>
                  </a:lnTo>
                  <a:lnTo>
                    <a:pt x="294321" y="275687"/>
                  </a:lnTo>
                  <a:lnTo>
                    <a:pt x="297690" y="271612"/>
                  </a:lnTo>
                  <a:lnTo>
                    <a:pt x="300927" y="267432"/>
                  </a:lnTo>
                  <a:lnTo>
                    <a:pt x="304031" y="263152"/>
                  </a:lnTo>
                  <a:lnTo>
                    <a:pt x="306998" y="258776"/>
                  </a:lnTo>
                  <a:lnTo>
                    <a:pt x="309825" y="254308"/>
                  </a:lnTo>
                  <a:lnTo>
                    <a:pt x="312510" y="249753"/>
                  </a:lnTo>
                  <a:lnTo>
                    <a:pt x="315049" y="245115"/>
                  </a:lnTo>
                  <a:lnTo>
                    <a:pt x="317440" y="240400"/>
                  </a:lnTo>
                  <a:lnTo>
                    <a:pt x="319680" y="235611"/>
                  </a:lnTo>
                  <a:lnTo>
                    <a:pt x="321769" y="230754"/>
                  </a:lnTo>
                  <a:lnTo>
                    <a:pt x="323702" y="225833"/>
                  </a:lnTo>
                  <a:lnTo>
                    <a:pt x="325479" y="220853"/>
                  </a:lnTo>
                  <a:lnTo>
                    <a:pt x="327098" y="215820"/>
                  </a:lnTo>
                  <a:lnTo>
                    <a:pt x="328556" y="210738"/>
                  </a:lnTo>
                  <a:lnTo>
                    <a:pt x="329853" y="205613"/>
                  </a:lnTo>
                  <a:lnTo>
                    <a:pt x="330988" y="200449"/>
                  </a:lnTo>
                  <a:lnTo>
                    <a:pt x="331958" y="195251"/>
                  </a:lnTo>
                  <a:lnTo>
                    <a:pt x="332764" y="190026"/>
                  </a:lnTo>
                  <a:lnTo>
                    <a:pt x="333404" y="184778"/>
                  </a:lnTo>
                  <a:lnTo>
                    <a:pt x="333878" y="179512"/>
                  </a:lnTo>
                  <a:lnTo>
                    <a:pt x="334185" y="174234"/>
                  </a:lnTo>
                  <a:lnTo>
                    <a:pt x="334325" y="168948"/>
                  </a:lnTo>
                  <a:lnTo>
                    <a:pt x="334298" y="163661"/>
                  </a:lnTo>
                  <a:lnTo>
                    <a:pt x="334103" y="158378"/>
                  </a:lnTo>
                  <a:lnTo>
                    <a:pt x="333742" y="153103"/>
                  </a:lnTo>
                  <a:lnTo>
                    <a:pt x="333214" y="147842"/>
                  </a:lnTo>
                  <a:lnTo>
                    <a:pt x="332519" y="142601"/>
                  </a:lnTo>
                  <a:lnTo>
                    <a:pt x="331660" y="137384"/>
                  </a:lnTo>
                  <a:lnTo>
                    <a:pt x="330636" y="132197"/>
                  </a:lnTo>
                  <a:lnTo>
                    <a:pt x="329448" y="127045"/>
                  </a:lnTo>
                  <a:lnTo>
                    <a:pt x="328098" y="121933"/>
                  </a:lnTo>
                  <a:lnTo>
                    <a:pt x="326587" y="116867"/>
                  </a:lnTo>
                  <a:lnTo>
                    <a:pt x="324917" y="111850"/>
                  </a:lnTo>
                  <a:lnTo>
                    <a:pt x="323089" y="106889"/>
                  </a:lnTo>
                  <a:lnTo>
                    <a:pt x="321104" y="101989"/>
                  </a:lnTo>
                  <a:lnTo>
                    <a:pt x="318966" y="97153"/>
                  </a:lnTo>
                  <a:lnTo>
                    <a:pt x="316676" y="92388"/>
                  </a:lnTo>
                  <a:lnTo>
                    <a:pt x="314237" y="87697"/>
                  </a:lnTo>
                  <a:lnTo>
                    <a:pt x="311650" y="83086"/>
                  </a:lnTo>
                  <a:lnTo>
                    <a:pt x="308919" y="78559"/>
                  </a:lnTo>
                  <a:lnTo>
                    <a:pt x="306046" y="74120"/>
                  </a:lnTo>
                  <a:lnTo>
                    <a:pt x="303034" y="69775"/>
                  </a:lnTo>
                  <a:lnTo>
                    <a:pt x="299886" y="65527"/>
                  </a:lnTo>
                  <a:lnTo>
                    <a:pt x="296605" y="61381"/>
                  </a:lnTo>
                  <a:lnTo>
                    <a:pt x="293195" y="57341"/>
                  </a:lnTo>
                  <a:lnTo>
                    <a:pt x="289659" y="53410"/>
                  </a:lnTo>
                  <a:lnTo>
                    <a:pt x="286000" y="49593"/>
                  </a:lnTo>
                  <a:lnTo>
                    <a:pt x="282223" y="45894"/>
                  </a:lnTo>
                  <a:lnTo>
                    <a:pt x="278330" y="42316"/>
                  </a:lnTo>
                  <a:lnTo>
                    <a:pt x="274326" y="38863"/>
                  </a:lnTo>
                  <a:lnTo>
                    <a:pt x="270215" y="35539"/>
                  </a:lnTo>
                  <a:lnTo>
                    <a:pt x="266001" y="32346"/>
                  </a:lnTo>
                  <a:lnTo>
                    <a:pt x="261688" y="29288"/>
                  </a:lnTo>
                  <a:lnTo>
                    <a:pt x="257281" y="26367"/>
                  </a:lnTo>
                  <a:lnTo>
                    <a:pt x="252783" y="23588"/>
                  </a:lnTo>
                  <a:lnTo>
                    <a:pt x="248200" y="20952"/>
                  </a:lnTo>
                  <a:lnTo>
                    <a:pt x="243535" y="18463"/>
                  </a:lnTo>
                  <a:lnTo>
                    <a:pt x="238794" y="16122"/>
                  </a:lnTo>
                  <a:lnTo>
                    <a:pt x="233982" y="13933"/>
                  </a:lnTo>
                  <a:lnTo>
                    <a:pt x="229103" y="11896"/>
                  </a:lnTo>
                  <a:lnTo>
                    <a:pt x="224161" y="10015"/>
                  </a:lnTo>
                  <a:lnTo>
                    <a:pt x="219163" y="8292"/>
                  </a:lnTo>
                  <a:lnTo>
                    <a:pt x="214113" y="6727"/>
                  </a:lnTo>
                  <a:lnTo>
                    <a:pt x="209016" y="5322"/>
                  </a:lnTo>
                  <a:lnTo>
                    <a:pt x="203877" y="4080"/>
                  </a:lnTo>
                  <a:lnTo>
                    <a:pt x="198701" y="3001"/>
                  </a:lnTo>
                  <a:lnTo>
                    <a:pt x="193494" y="2086"/>
                  </a:lnTo>
                  <a:lnTo>
                    <a:pt x="188260" y="1336"/>
                  </a:lnTo>
                  <a:lnTo>
                    <a:pt x="183005" y="751"/>
                  </a:lnTo>
                  <a:lnTo>
                    <a:pt x="177735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9596" y="5399291"/>
              <a:ext cx="6619" cy="167167"/>
            </a:xfrm>
            <a:custGeom>
              <a:avLst/>
              <a:pathLst>
                <a:path w="6619" h="167167">
                  <a:moveTo>
                    <a:pt x="6619" y="0"/>
                  </a:moveTo>
                  <a:lnTo>
                    <a:pt x="0" y="131"/>
                  </a:lnTo>
                  <a:lnTo>
                    <a:pt x="661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9596" y="5399422"/>
              <a:ext cx="6619" cy="167036"/>
            </a:xfrm>
            <a:custGeom>
              <a:avLst/>
              <a:pathLst>
                <a:path w="6619" h="167036">
                  <a:moveTo>
                    <a:pt x="0" y="0"/>
                  </a:moveTo>
                  <a:lnTo>
                    <a:pt x="6619" y="1670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9596" y="5399422"/>
              <a:ext cx="6619" cy="167036"/>
            </a:xfrm>
            <a:custGeom>
              <a:avLst/>
              <a:pathLst>
                <a:path w="6619" h="167036">
                  <a:moveTo>
                    <a:pt x="0" y="0"/>
                  </a:moveTo>
                  <a:lnTo>
                    <a:pt x="6619" y="1670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9596" y="5399422"/>
              <a:ext cx="6619" cy="167036"/>
            </a:xfrm>
            <a:custGeom>
              <a:avLst/>
              <a:pathLst>
                <a:path w="6619" h="167036">
                  <a:moveTo>
                    <a:pt x="0" y="0"/>
                  </a:moveTo>
                  <a:lnTo>
                    <a:pt x="6619" y="1670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9596" y="5399422"/>
              <a:ext cx="6619" cy="167036"/>
            </a:xfrm>
            <a:custGeom>
              <a:avLst/>
              <a:pathLst>
                <a:path w="6619" h="167036">
                  <a:moveTo>
                    <a:pt x="0" y="0"/>
                  </a:moveTo>
                  <a:lnTo>
                    <a:pt x="6619" y="1670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9596" y="5399422"/>
              <a:ext cx="6619" cy="167036"/>
            </a:xfrm>
            <a:custGeom>
              <a:avLst/>
              <a:pathLst>
                <a:path w="6619" h="167036">
                  <a:moveTo>
                    <a:pt x="0" y="0"/>
                  </a:moveTo>
                  <a:lnTo>
                    <a:pt x="6619" y="1670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79596" y="5399422"/>
              <a:ext cx="6619" cy="167036"/>
            </a:xfrm>
            <a:custGeom>
              <a:avLst/>
              <a:pathLst>
                <a:path w="6619" h="167036">
                  <a:moveTo>
                    <a:pt x="0" y="0"/>
                  </a:moveTo>
                  <a:lnTo>
                    <a:pt x="6619" y="1670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319057" y="5399422"/>
              <a:ext cx="334305" cy="334203"/>
            </a:xfrm>
            <a:custGeom>
              <a:avLst/>
              <a:pathLst>
                <a:path w="334305" h="334203">
                  <a:moveTo>
                    <a:pt x="160538" y="0"/>
                  </a:moveTo>
                  <a:lnTo>
                    <a:pt x="155250" y="293"/>
                  </a:lnTo>
                  <a:lnTo>
                    <a:pt x="149974" y="754"/>
                  </a:lnTo>
                  <a:lnTo>
                    <a:pt x="144715" y="1382"/>
                  </a:lnTo>
                  <a:lnTo>
                    <a:pt x="139479" y="2176"/>
                  </a:lnTo>
                  <a:lnTo>
                    <a:pt x="134271" y="3135"/>
                  </a:lnTo>
                  <a:lnTo>
                    <a:pt x="129095" y="4259"/>
                  </a:lnTo>
                  <a:lnTo>
                    <a:pt x="123958" y="5547"/>
                  </a:lnTo>
                  <a:lnTo>
                    <a:pt x="118864" y="6996"/>
                  </a:lnTo>
                  <a:lnTo>
                    <a:pt x="113819" y="8606"/>
                  </a:lnTo>
                  <a:lnTo>
                    <a:pt x="108827" y="10376"/>
                  </a:lnTo>
                  <a:lnTo>
                    <a:pt x="103894" y="12302"/>
                  </a:lnTo>
                  <a:lnTo>
                    <a:pt x="99024" y="14384"/>
                  </a:lnTo>
                  <a:lnTo>
                    <a:pt x="94222" y="16619"/>
                  </a:lnTo>
                  <a:lnTo>
                    <a:pt x="89494" y="19004"/>
                  </a:lnTo>
                  <a:lnTo>
                    <a:pt x="84844" y="21539"/>
                  </a:lnTo>
                  <a:lnTo>
                    <a:pt x="80276" y="24219"/>
                  </a:lnTo>
                  <a:lnTo>
                    <a:pt x="75796" y="27043"/>
                  </a:lnTo>
                  <a:lnTo>
                    <a:pt x="71407" y="30008"/>
                  </a:lnTo>
                  <a:lnTo>
                    <a:pt x="67114" y="33110"/>
                  </a:lnTo>
                  <a:lnTo>
                    <a:pt x="62922" y="36346"/>
                  </a:lnTo>
                  <a:lnTo>
                    <a:pt x="58834" y="39713"/>
                  </a:lnTo>
                  <a:lnTo>
                    <a:pt x="54856" y="43209"/>
                  </a:lnTo>
                  <a:lnTo>
                    <a:pt x="50989" y="46828"/>
                  </a:lnTo>
                  <a:lnTo>
                    <a:pt x="47240" y="50569"/>
                  </a:lnTo>
                  <a:lnTo>
                    <a:pt x="43611" y="54426"/>
                  </a:lnTo>
                  <a:lnTo>
                    <a:pt x="40105" y="58396"/>
                  </a:lnTo>
                  <a:lnTo>
                    <a:pt x="36728" y="62475"/>
                  </a:lnTo>
                  <a:lnTo>
                    <a:pt x="33481" y="66659"/>
                  </a:lnTo>
                  <a:lnTo>
                    <a:pt x="30368" y="70944"/>
                  </a:lnTo>
                  <a:lnTo>
                    <a:pt x="27393" y="75326"/>
                  </a:lnTo>
                  <a:lnTo>
                    <a:pt x="24558" y="79799"/>
                  </a:lnTo>
                  <a:lnTo>
                    <a:pt x="21866" y="84360"/>
                  </a:lnTo>
                  <a:lnTo>
                    <a:pt x="19320" y="89004"/>
                  </a:lnTo>
                  <a:lnTo>
                    <a:pt x="16923" y="93726"/>
                  </a:lnTo>
                  <a:lnTo>
                    <a:pt x="14676" y="98522"/>
                  </a:lnTo>
                  <a:lnTo>
                    <a:pt x="12582" y="103387"/>
                  </a:lnTo>
                  <a:lnTo>
                    <a:pt x="10643" y="108315"/>
                  </a:lnTo>
                  <a:lnTo>
                    <a:pt x="8862" y="113303"/>
                  </a:lnTo>
                  <a:lnTo>
                    <a:pt x="7239" y="118344"/>
                  </a:lnTo>
                  <a:lnTo>
                    <a:pt x="5777" y="123434"/>
                  </a:lnTo>
                  <a:lnTo>
                    <a:pt x="4477" y="128568"/>
                  </a:lnTo>
                  <a:lnTo>
                    <a:pt x="3340" y="133741"/>
                  </a:lnTo>
                  <a:lnTo>
                    <a:pt x="2367" y="138947"/>
                  </a:lnTo>
                  <a:lnTo>
                    <a:pt x="1560" y="144181"/>
                  </a:lnTo>
                  <a:lnTo>
                    <a:pt x="919" y="149438"/>
                  </a:lnTo>
                  <a:lnTo>
                    <a:pt x="445" y="154713"/>
                  </a:lnTo>
                  <a:lnTo>
                    <a:pt x="139" y="160000"/>
                  </a:lnTo>
                  <a:lnTo>
                    <a:pt x="0" y="165295"/>
                  </a:lnTo>
                  <a:lnTo>
                    <a:pt x="28" y="170591"/>
                  </a:lnTo>
                  <a:lnTo>
                    <a:pt x="225" y="175883"/>
                  </a:lnTo>
                  <a:lnTo>
                    <a:pt x="589" y="181167"/>
                  </a:lnTo>
                  <a:lnTo>
                    <a:pt x="1120" y="186436"/>
                  </a:lnTo>
                  <a:lnTo>
                    <a:pt x="1818" y="191686"/>
                  </a:lnTo>
                  <a:lnTo>
                    <a:pt x="2682" y="196911"/>
                  </a:lnTo>
                  <a:lnTo>
                    <a:pt x="3711" y="202106"/>
                  </a:lnTo>
                  <a:lnTo>
                    <a:pt x="4904" y="207266"/>
                  </a:lnTo>
                  <a:lnTo>
                    <a:pt x="6259" y="212386"/>
                  </a:lnTo>
                  <a:lnTo>
                    <a:pt x="7777" y="217460"/>
                  </a:lnTo>
                  <a:lnTo>
                    <a:pt x="9454" y="222483"/>
                  </a:lnTo>
                  <a:lnTo>
                    <a:pt x="11290" y="227451"/>
                  </a:lnTo>
                  <a:lnTo>
                    <a:pt x="13282" y="232358"/>
                  </a:lnTo>
                  <a:lnTo>
                    <a:pt x="15428" y="237200"/>
                  </a:lnTo>
                  <a:lnTo>
                    <a:pt x="17727" y="241971"/>
                  </a:lnTo>
                  <a:lnTo>
                    <a:pt x="20176" y="246667"/>
                  </a:lnTo>
                  <a:lnTo>
                    <a:pt x="22772" y="251283"/>
                  </a:lnTo>
                  <a:lnTo>
                    <a:pt x="25513" y="255815"/>
                  </a:lnTo>
                  <a:lnTo>
                    <a:pt x="28396" y="260257"/>
                  </a:lnTo>
                  <a:lnTo>
                    <a:pt x="31419" y="264606"/>
                  </a:lnTo>
                  <a:lnTo>
                    <a:pt x="34578" y="268857"/>
                  </a:lnTo>
                  <a:lnTo>
                    <a:pt x="37870" y="273006"/>
                  </a:lnTo>
                  <a:lnTo>
                    <a:pt x="41292" y="277048"/>
                  </a:lnTo>
                  <a:lnTo>
                    <a:pt x="44840" y="280980"/>
                  </a:lnTo>
                  <a:lnTo>
                    <a:pt x="48511" y="284797"/>
                  </a:lnTo>
                  <a:lnTo>
                    <a:pt x="52300" y="288497"/>
                  </a:lnTo>
                  <a:lnTo>
                    <a:pt x="56206" y="292074"/>
                  </a:lnTo>
                  <a:lnTo>
                    <a:pt x="60222" y="295526"/>
                  </a:lnTo>
                  <a:lnTo>
                    <a:pt x="64346" y="298849"/>
                  </a:lnTo>
                  <a:lnTo>
                    <a:pt x="68573" y="302040"/>
                  </a:lnTo>
                  <a:lnTo>
                    <a:pt x="72899" y="305095"/>
                  </a:lnTo>
                  <a:lnTo>
                    <a:pt x="77320" y="308011"/>
                  </a:lnTo>
                  <a:lnTo>
                    <a:pt x="81831" y="310786"/>
                  </a:lnTo>
                  <a:lnTo>
                    <a:pt x="86427" y="313417"/>
                  </a:lnTo>
                  <a:lnTo>
                    <a:pt x="91105" y="315901"/>
                  </a:lnTo>
                  <a:lnTo>
                    <a:pt x="95859" y="318236"/>
                  </a:lnTo>
                  <a:lnTo>
                    <a:pt x="100684" y="320418"/>
                  </a:lnTo>
                  <a:lnTo>
                    <a:pt x="105576" y="322447"/>
                  </a:lnTo>
                  <a:lnTo>
                    <a:pt x="110530" y="324320"/>
                  </a:lnTo>
                  <a:lnTo>
                    <a:pt x="115541" y="326035"/>
                  </a:lnTo>
                  <a:lnTo>
                    <a:pt x="120603" y="327590"/>
                  </a:lnTo>
                  <a:lnTo>
                    <a:pt x="125713" y="328984"/>
                  </a:lnTo>
                  <a:lnTo>
                    <a:pt x="130864" y="330216"/>
                  </a:lnTo>
                  <a:lnTo>
                    <a:pt x="136051" y="331284"/>
                  </a:lnTo>
                  <a:lnTo>
                    <a:pt x="141269" y="332186"/>
                  </a:lnTo>
                  <a:lnTo>
                    <a:pt x="146514" y="332924"/>
                  </a:lnTo>
                  <a:lnTo>
                    <a:pt x="151779" y="333494"/>
                  </a:lnTo>
                  <a:lnTo>
                    <a:pt x="157060" y="333898"/>
                  </a:lnTo>
                  <a:lnTo>
                    <a:pt x="162351" y="334134"/>
                  </a:lnTo>
                  <a:lnTo>
                    <a:pt x="167646" y="334203"/>
                  </a:lnTo>
                  <a:lnTo>
                    <a:pt x="172942" y="334103"/>
                  </a:lnTo>
                  <a:lnTo>
                    <a:pt x="178231" y="333836"/>
                  </a:lnTo>
                  <a:lnTo>
                    <a:pt x="183509" y="333402"/>
                  </a:lnTo>
                  <a:lnTo>
                    <a:pt x="188771" y="332800"/>
                  </a:lnTo>
                  <a:lnTo>
                    <a:pt x="194011" y="332032"/>
                  </a:lnTo>
                  <a:lnTo>
                    <a:pt x="199224" y="331099"/>
                  </a:lnTo>
                  <a:lnTo>
                    <a:pt x="204405" y="330001"/>
                  </a:lnTo>
                  <a:lnTo>
                    <a:pt x="209549" y="328739"/>
                  </a:lnTo>
                  <a:lnTo>
                    <a:pt x="214650" y="327315"/>
                  </a:lnTo>
                  <a:lnTo>
                    <a:pt x="219703" y="325730"/>
                  </a:lnTo>
                  <a:lnTo>
                    <a:pt x="224704" y="323986"/>
                  </a:lnTo>
                  <a:lnTo>
                    <a:pt x="229647" y="322084"/>
                  </a:lnTo>
                  <a:lnTo>
                    <a:pt x="234527" y="320027"/>
                  </a:lnTo>
                  <a:lnTo>
                    <a:pt x="239340" y="317816"/>
                  </a:lnTo>
                  <a:lnTo>
                    <a:pt x="244080" y="315454"/>
                  </a:lnTo>
                  <a:lnTo>
                    <a:pt x="248743" y="312943"/>
                  </a:lnTo>
                  <a:lnTo>
                    <a:pt x="253324" y="310285"/>
                  </a:lnTo>
                  <a:lnTo>
                    <a:pt x="257818" y="307484"/>
                  </a:lnTo>
                  <a:lnTo>
                    <a:pt x="262222" y="304541"/>
                  </a:lnTo>
                  <a:lnTo>
                    <a:pt x="266530" y="301461"/>
                  </a:lnTo>
                  <a:lnTo>
                    <a:pt x="270738" y="298246"/>
                  </a:lnTo>
                  <a:lnTo>
                    <a:pt x="274843" y="294899"/>
                  </a:lnTo>
                  <a:lnTo>
                    <a:pt x="278839" y="291423"/>
                  </a:lnTo>
                  <a:lnTo>
                    <a:pt x="282723" y="287823"/>
                  </a:lnTo>
                  <a:lnTo>
                    <a:pt x="286491" y="284102"/>
                  </a:lnTo>
                  <a:lnTo>
                    <a:pt x="290140" y="280263"/>
                  </a:lnTo>
                  <a:lnTo>
                    <a:pt x="293665" y="276310"/>
                  </a:lnTo>
                  <a:lnTo>
                    <a:pt x="297063" y="272248"/>
                  </a:lnTo>
                  <a:lnTo>
                    <a:pt x="300331" y="268080"/>
                  </a:lnTo>
                  <a:lnTo>
                    <a:pt x="303465" y="263811"/>
                  </a:lnTo>
                  <a:lnTo>
                    <a:pt x="306462" y="259445"/>
                  </a:lnTo>
                  <a:lnTo>
                    <a:pt x="309319" y="254985"/>
                  </a:lnTo>
                  <a:lnTo>
                    <a:pt x="312034" y="250438"/>
                  </a:lnTo>
                  <a:lnTo>
                    <a:pt x="314603" y="245807"/>
                  </a:lnTo>
                  <a:lnTo>
                    <a:pt x="317024" y="241097"/>
                  </a:lnTo>
                  <a:lnTo>
                    <a:pt x="319295" y="236312"/>
                  </a:lnTo>
                  <a:lnTo>
                    <a:pt x="321413" y="231458"/>
                  </a:lnTo>
                  <a:lnTo>
                    <a:pt x="323377" y="226539"/>
                  </a:lnTo>
                  <a:lnTo>
                    <a:pt x="325183" y="221561"/>
                  </a:lnTo>
                  <a:lnTo>
                    <a:pt x="326831" y="216528"/>
                  </a:lnTo>
                  <a:lnTo>
                    <a:pt x="328319" y="211445"/>
                  </a:lnTo>
                  <a:lnTo>
                    <a:pt x="329645" y="206317"/>
                  </a:lnTo>
                  <a:lnTo>
                    <a:pt x="330807" y="201150"/>
                  </a:lnTo>
                  <a:lnTo>
                    <a:pt x="331806" y="195949"/>
                  </a:lnTo>
                  <a:lnTo>
                    <a:pt x="332639" y="190719"/>
                  </a:lnTo>
                  <a:lnTo>
                    <a:pt x="333306" y="185465"/>
                  </a:lnTo>
                  <a:lnTo>
                    <a:pt x="333807" y="180193"/>
                  </a:lnTo>
                  <a:lnTo>
                    <a:pt x="334140" y="174907"/>
                  </a:lnTo>
                  <a:lnTo>
                    <a:pt x="334305" y="169614"/>
                  </a:lnTo>
                  <a:lnTo>
                    <a:pt x="334303" y="164318"/>
                  </a:lnTo>
                  <a:lnTo>
                    <a:pt x="334133" y="159024"/>
                  </a:lnTo>
                  <a:lnTo>
                    <a:pt x="333796" y="153739"/>
                  </a:lnTo>
                  <a:lnTo>
                    <a:pt x="333291" y="148467"/>
                  </a:lnTo>
                  <a:lnTo>
                    <a:pt x="332619" y="143214"/>
                  </a:lnTo>
                  <a:lnTo>
                    <a:pt x="331782" y="137984"/>
                  </a:lnTo>
                  <a:lnTo>
                    <a:pt x="330779" y="132784"/>
                  </a:lnTo>
                  <a:lnTo>
                    <a:pt x="329612" y="127618"/>
                  </a:lnTo>
                  <a:lnTo>
                    <a:pt x="328281" y="122492"/>
                  </a:lnTo>
                  <a:lnTo>
                    <a:pt x="326789" y="117410"/>
                  </a:lnTo>
                  <a:lnTo>
                    <a:pt x="325137" y="112378"/>
                  </a:lnTo>
                  <a:lnTo>
                    <a:pt x="323327" y="107401"/>
                  </a:lnTo>
                  <a:lnTo>
                    <a:pt x="321359" y="102484"/>
                  </a:lnTo>
                  <a:lnTo>
                    <a:pt x="319237" y="97632"/>
                  </a:lnTo>
                  <a:lnTo>
                    <a:pt x="316962" y="92849"/>
                  </a:lnTo>
                  <a:lnTo>
                    <a:pt x="314537" y="88141"/>
                  </a:lnTo>
                  <a:lnTo>
                    <a:pt x="311964" y="83512"/>
                  </a:lnTo>
                  <a:lnTo>
                    <a:pt x="309245" y="78967"/>
                  </a:lnTo>
                  <a:lnTo>
                    <a:pt x="306384" y="74510"/>
                  </a:lnTo>
                  <a:lnTo>
                    <a:pt x="303383" y="70146"/>
                  </a:lnTo>
                  <a:lnTo>
                    <a:pt x="300246" y="65880"/>
                  </a:lnTo>
                  <a:lnTo>
                    <a:pt x="296975" y="61715"/>
                  </a:lnTo>
                  <a:lnTo>
                    <a:pt x="293573" y="57655"/>
                  </a:lnTo>
                  <a:lnTo>
                    <a:pt x="290045" y="53706"/>
                  </a:lnTo>
                  <a:lnTo>
                    <a:pt x="286393" y="49870"/>
                  </a:lnTo>
                  <a:lnTo>
                    <a:pt x="282622" y="46151"/>
                  </a:lnTo>
                  <a:lnTo>
                    <a:pt x="278735" y="42554"/>
                  </a:lnTo>
                  <a:lnTo>
                    <a:pt x="274735" y="39082"/>
                  </a:lnTo>
                  <a:lnTo>
                    <a:pt x="270628" y="35739"/>
                  </a:lnTo>
                  <a:lnTo>
                    <a:pt x="266417" y="32527"/>
                  </a:lnTo>
                  <a:lnTo>
                    <a:pt x="262106" y="29450"/>
                  </a:lnTo>
                  <a:lnTo>
                    <a:pt x="257700" y="26512"/>
                  </a:lnTo>
                  <a:lnTo>
                    <a:pt x="253203" y="23714"/>
                  </a:lnTo>
                  <a:lnTo>
                    <a:pt x="248620" y="21060"/>
                  </a:lnTo>
                  <a:lnTo>
                    <a:pt x="243955" y="18553"/>
                  </a:lnTo>
                  <a:lnTo>
                    <a:pt x="239213" y="16195"/>
                  </a:lnTo>
                  <a:lnTo>
                    <a:pt x="234399" y="13988"/>
                  </a:lnTo>
                  <a:lnTo>
                    <a:pt x="229517" y="11935"/>
                  </a:lnTo>
                  <a:lnTo>
                    <a:pt x="224572" y="10037"/>
                  </a:lnTo>
                  <a:lnTo>
                    <a:pt x="219570" y="8297"/>
                  </a:lnTo>
                  <a:lnTo>
                    <a:pt x="214515" y="6717"/>
                  </a:lnTo>
                  <a:lnTo>
                    <a:pt x="209413" y="5297"/>
                  </a:lnTo>
                  <a:lnTo>
                    <a:pt x="204268" y="4040"/>
                  </a:lnTo>
                  <a:lnTo>
                    <a:pt x="167158" y="1670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486215" y="5399291"/>
              <a:ext cx="37110" cy="167167"/>
            </a:xfrm>
            <a:custGeom>
              <a:avLst/>
              <a:pathLst>
                <a:path w="37110" h="167167">
                  <a:moveTo>
                    <a:pt x="37110" y="4171"/>
                  </a:moveTo>
                  <a:lnTo>
                    <a:pt x="31004" y="2900"/>
                  </a:lnTo>
                  <a:lnTo>
                    <a:pt x="24855" y="1858"/>
                  </a:lnTo>
                  <a:lnTo>
                    <a:pt x="18672" y="1046"/>
                  </a:lnTo>
                  <a:lnTo>
                    <a:pt x="12462" y="465"/>
                  </a:lnTo>
                  <a:lnTo>
                    <a:pt x="6235" y="1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59433" y="5399291"/>
              <a:ext cx="64110" cy="167167"/>
            </a:xfrm>
            <a:custGeom>
              <a:avLst/>
              <a:pathLst>
                <a:path w="64110" h="167167">
                  <a:moveTo>
                    <a:pt x="64110" y="0"/>
                  </a:moveTo>
                  <a:lnTo>
                    <a:pt x="58130" y="107"/>
                  </a:lnTo>
                  <a:lnTo>
                    <a:pt x="52157" y="427"/>
                  </a:lnTo>
                  <a:lnTo>
                    <a:pt x="46200" y="962"/>
                  </a:lnTo>
                  <a:lnTo>
                    <a:pt x="40266" y="1709"/>
                  </a:lnTo>
                  <a:lnTo>
                    <a:pt x="34362" y="2668"/>
                  </a:lnTo>
                  <a:lnTo>
                    <a:pt x="28496" y="3837"/>
                  </a:lnTo>
                  <a:lnTo>
                    <a:pt x="22676" y="5216"/>
                  </a:lnTo>
                  <a:lnTo>
                    <a:pt x="16909" y="6802"/>
                  </a:lnTo>
                  <a:lnTo>
                    <a:pt x="11202" y="8593"/>
                  </a:lnTo>
                  <a:lnTo>
                    <a:pt x="5563" y="10587"/>
                  </a:lnTo>
                  <a:lnTo>
                    <a:pt x="0" y="12782"/>
                  </a:lnTo>
                  <a:lnTo>
                    <a:pt x="6411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59433" y="5412074"/>
              <a:ext cx="64110" cy="154385"/>
            </a:xfrm>
            <a:custGeom>
              <a:avLst/>
              <a:pathLst>
                <a:path w="64110" h="154385">
                  <a:moveTo>
                    <a:pt x="0" y="0"/>
                  </a:moveTo>
                  <a:lnTo>
                    <a:pt x="64110" y="1543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59433" y="5412074"/>
              <a:ext cx="64110" cy="154385"/>
            </a:xfrm>
            <a:custGeom>
              <a:avLst/>
              <a:pathLst>
                <a:path w="64110" h="154385">
                  <a:moveTo>
                    <a:pt x="0" y="0"/>
                  </a:moveTo>
                  <a:lnTo>
                    <a:pt x="64110" y="1543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59433" y="5412074"/>
              <a:ext cx="64110" cy="154385"/>
            </a:xfrm>
            <a:custGeom>
              <a:avLst/>
              <a:pathLst>
                <a:path w="64110" h="154385">
                  <a:moveTo>
                    <a:pt x="0" y="0"/>
                  </a:moveTo>
                  <a:lnTo>
                    <a:pt x="64110" y="1543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59433" y="5412074"/>
              <a:ext cx="64110" cy="154385"/>
            </a:xfrm>
            <a:custGeom>
              <a:avLst/>
              <a:pathLst>
                <a:path w="64110" h="154385">
                  <a:moveTo>
                    <a:pt x="0" y="0"/>
                  </a:moveTo>
                  <a:lnTo>
                    <a:pt x="64110" y="1543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959433" y="5412074"/>
              <a:ext cx="64110" cy="154385"/>
            </a:xfrm>
            <a:custGeom>
              <a:avLst/>
              <a:pathLst>
                <a:path w="64110" h="154385">
                  <a:moveTo>
                    <a:pt x="0" y="0"/>
                  </a:moveTo>
                  <a:lnTo>
                    <a:pt x="64110" y="1543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856395" y="5412074"/>
              <a:ext cx="167148" cy="276689"/>
            </a:xfrm>
            <a:custGeom>
              <a:avLst/>
              <a:pathLst>
                <a:path w="167148" h="276689">
                  <a:moveTo>
                    <a:pt x="103037" y="0"/>
                  </a:moveTo>
                  <a:lnTo>
                    <a:pt x="98096" y="2145"/>
                  </a:lnTo>
                  <a:lnTo>
                    <a:pt x="93227" y="4449"/>
                  </a:lnTo>
                  <a:lnTo>
                    <a:pt x="88435" y="6908"/>
                  </a:lnTo>
                  <a:lnTo>
                    <a:pt x="83724" y="9521"/>
                  </a:lnTo>
                  <a:lnTo>
                    <a:pt x="79100" y="12284"/>
                  </a:lnTo>
                  <a:lnTo>
                    <a:pt x="74568" y="15195"/>
                  </a:lnTo>
                  <a:lnTo>
                    <a:pt x="70131" y="18250"/>
                  </a:lnTo>
                  <a:lnTo>
                    <a:pt x="65796" y="21446"/>
                  </a:lnTo>
                  <a:lnTo>
                    <a:pt x="61565" y="24781"/>
                  </a:lnTo>
                  <a:lnTo>
                    <a:pt x="57444" y="28250"/>
                  </a:lnTo>
                  <a:lnTo>
                    <a:pt x="53437" y="31850"/>
                  </a:lnTo>
                  <a:lnTo>
                    <a:pt x="49548" y="35577"/>
                  </a:lnTo>
                  <a:lnTo>
                    <a:pt x="45782" y="39427"/>
                  </a:lnTo>
                  <a:lnTo>
                    <a:pt x="42141" y="43397"/>
                  </a:lnTo>
                  <a:lnTo>
                    <a:pt x="38630" y="47483"/>
                  </a:lnTo>
                  <a:lnTo>
                    <a:pt x="35252" y="51679"/>
                  </a:lnTo>
                  <a:lnTo>
                    <a:pt x="32012" y="55982"/>
                  </a:lnTo>
                  <a:lnTo>
                    <a:pt x="28911" y="60387"/>
                  </a:lnTo>
                  <a:lnTo>
                    <a:pt x="25955" y="64889"/>
                  </a:lnTo>
                  <a:lnTo>
                    <a:pt x="23145" y="69485"/>
                  </a:lnTo>
                  <a:lnTo>
                    <a:pt x="20484" y="74168"/>
                  </a:lnTo>
                  <a:lnTo>
                    <a:pt x="17976" y="78935"/>
                  </a:lnTo>
                  <a:lnTo>
                    <a:pt x="15622" y="83781"/>
                  </a:lnTo>
                  <a:lnTo>
                    <a:pt x="13426" y="88699"/>
                  </a:lnTo>
                  <a:lnTo>
                    <a:pt x="11390" y="93686"/>
                  </a:lnTo>
                  <a:lnTo>
                    <a:pt x="9515" y="98736"/>
                  </a:lnTo>
                  <a:lnTo>
                    <a:pt x="7804" y="103844"/>
                  </a:lnTo>
                  <a:lnTo>
                    <a:pt x="6258" y="109004"/>
                  </a:lnTo>
                  <a:lnTo>
                    <a:pt x="4880" y="114211"/>
                  </a:lnTo>
                  <a:lnTo>
                    <a:pt x="3669" y="119460"/>
                  </a:lnTo>
                  <a:lnTo>
                    <a:pt x="2629" y="124745"/>
                  </a:lnTo>
                  <a:lnTo>
                    <a:pt x="1760" y="130061"/>
                  </a:lnTo>
                  <a:lnTo>
                    <a:pt x="1062" y="135402"/>
                  </a:lnTo>
                  <a:lnTo>
                    <a:pt x="536" y="140763"/>
                  </a:lnTo>
                  <a:lnTo>
                    <a:pt x="184" y="146138"/>
                  </a:lnTo>
                  <a:lnTo>
                    <a:pt x="5" y="151522"/>
                  </a:lnTo>
                  <a:lnTo>
                    <a:pt x="0" y="156909"/>
                  </a:lnTo>
                  <a:lnTo>
                    <a:pt x="168" y="162293"/>
                  </a:lnTo>
                  <a:lnTo>
                    <a:pt x="509" y="167668"/>
                  </a:lnTo>
                  <a:lnTo>
                    <a:pt x="1024" y="173030"/>
                  </a:lnTo>
                  <a:lnTo>
                    <a:pt x="1711" y="178373"/>
                  </a:lnTo>
                  <a:lnTo>
                    <a:pt x="2569" y="183691"/>
                  </a:lnTo>
                  <a:lnTo>
                    <a:pt x="3599" y="188978"/>
                  </a:lnTo>
                  <a:lnTo>
                    <a:pt x="4798" y="194229"/>
                  </a:lnTo>
                  <a:lnTo>
                    <a:pt x="6166" y="199439"/>
                  </a:lnTo>
                  <a:lnTo>
                    <a:pt x="7702" y="204603"/>
                  </a:lnTo>
                  <a:lnTo>
                    <a:pt x="9402" y="209714"/>
                  </a:lnTo>
                  <a:lnTo>
                    <a:pt x="11267" y="214767"/>
                  </a:lnTo>
                  <a:lnTo>
                    <a:pt x="13293" y="219758"/>
                  </a:lnTo>
                  <a:lnTo>
                    <a:pt x="15479" y="224681"/>
                  </a:lnTo>
                  <a:lnTo>
                    <a:pt x="17823" y="229532"/>
                  </a:lnTo>
                  <a:lnTo>
                    <a:pt x="20322" y="234304"/>
                  </a:lnTo>
                  <a:lnTo>
                    <a:pt x="22973" y="238993"/>
                  </a:lnTo>
                  <a:lnTo>
                    <a:pt x="25774" y="243594"/>
                  </a:lnTo>
                  <a:lnTo>
                    <a:pt x="28721" y="248102"/>
                  </a:lnTo>
                  <a:lnTo>
                    <a:pt x="31813" y="252514"/>
                  </a:lnTo>
                  <a:lnTo>
                    <a:pt x="35044" y="256823"/>
                  </a:lnTo>
                  <a:lnTo>
                    <a:pt x="38413" y="261026"/>
                  </a:lnTo>
                  <a:lnTo>
                    <a:pt x="41916" y="265118"/>
                  </a:lnTo>
                  <a:lnTo>
                    <a:pt x="45549" y="269096"/>
                  </a:lnTo>
                  <a:lnTo>
                    <a:pt x="49308" y="272954"/>
                  </a:lnTo>
                  <a:lnTo>
                    <a:pt x="53189" y="276689"/>
                  </a:lnTo>
                  <a:lnTo>
                    <a:pt x="167148" y="1543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909585" y="5399291"/>
              <a:ext cx="281121" cy="334314"/>
            </a:xfrm>
            <a:custGeom>
              <a:avLst/>
              <a:pathLst>
                <a:path w="281121" h="334314">
                  <a:moveTo>
                    <a:pt x="0" y="289471"/>
                  </a:moveTo>
                  <a:lnTo>
                    <a:pt x="3958" y="293044"/>
                  </a:lnTo>
                  <a:lnTo>
                    <a:pt x="8029" y="296488"/>
                  </a:lnTo>
                  <a:lnTo>
                    <a:pt x="12207" y="299801"/>
                  </a:lnTo>
                  <a:lnTo>
                    <a:pt x="16489" y="302978"/>
                  </a:lnTo>
                  <a:lnTo>
                    <a:pt x="20870" y="306018"/>
                  </a:lnTo>
                  <a:lnTo>
                    <a:pt x="25346" y="308916"/>
                  </a:lnTo>
                  <a:lnTo>
                    <a:pt x="29912" y="311670"/>
                  </a:lnTo>
                  <a:lnTo>
                    <a:pt x="34564" y="314277"/>
                  </a:lnTo>
                  <a:lnTo>
                    <a:pt x="39296" y="316735"/>
                  </a:lnTo>
                  <a:lnTo>
                    <a:pt x="44104" y="319040"/>
                  </a:lnTo>
                  <a:lnTo>
                    <a:pt x="48983" y="321190"/>
                  </a:lnTo>
                  <a:lnTo>
                    <a:pt x="53929" y="323184"/>
                  </a:lnTo>
                  <a:lnTo>
                    <a:pt x="58935" y="325019"/>
                  </a:lnTo>
                  <a:lnTo>
                    <a:pt x="63998" y="326694"/>
                  </a:lnTo>
                  <a:lnTo>
                    <a:pt x="69111" y="328206"/>
                  </a:lnTo>
                  <a:lnTo>
                    <a:pt x="74270" y="329555"/>
                  </a:lnTo>
                  <a:lnTo>
                    <a:pt x="79469" y="330738"/>
                  </a:lnTo>
                  <a:lnTo>
                    <a:pt x="84704" y="331755"/>
                  </a:lnTo>
                  <a:lnTo>
                    <a:pt x="89968" y="332604"/>
                  </a:lnTo>
                  <a:lnTo>
                    <a:pt x="95257" y="333285"/>
                  </a:lnTo>
                  <a:lnTo>
                    <a:pt x="100564" y="333797"/>
                  </a:lnTo>
                  <a:lnTo>
                    <a:pt x="105885" y="334139"/>
                  </a:lnTo>
                  <a:lnTo>
                    <a:pt x="111215" y="334312"/>
                  </a:lnTo>
                  <a:lnTo>
                    <a:pt x="116547" y="334314"/>
                  </a:lnTo>
                  <a:lnTo>
                    <a:pt x="121877" y="334147"/>
                  </a:lnTo>
                  <a:lnTo>
                    <a:pt x="127198" y="333809"/>
                  </a:lnTo>
                  <a:lnTo>
                    <a:pt x="132506" y="333302"/>
                  </a:lnTo>
                  <a:lnTo>
                    <a:pt x="137796" y="332626"/>
                  </a:lnTo>
                  <a:lnTo>
                    <a:pt x="143061" y="331782"/>
                  </a:lnTo>
                  <a:lnTo>
                    <a:pt x="148296" y="330770"/>
                  </a:lnTo>
                  <a:lnTo>
                    <a:pt x="153496" y="329591"/>
                  </a:lnTo>
                  <a:lnTo>
                    <a:pt x="158657" y="328248"/>
                  </a:lnTo>
                  <a:lnTo>
                    <a:pt x="163771" y="326740"/>
                  </a:lnTo>
                  <a:lnTo>
                    <a:pt x="168835" y="325070"/>
                  </a:lnTo>
                  <a:lnTo>
                    <a:pt x="173843" y="323240"/>
                  </a:lnTo>
                  <a:lnTo>
                    <a:pt x="178791" y="321250"/>
                  </a:lnTo>
                  <a:lnTo>
                    <a:pt x="183672" y="319104"/>
                  </a:lnTo>
                  <a:lnTo>
                    <a:pt x="188482" y="316804"/>
                  </a:lnTo>
                  <a:lnTo>
                    <a:pt x="193217" y="314351"/>
                  </a:lnTo>
                  <a:lnTo>
                    <a:pt x="197871" y="311748"/>
                  </a:lnTo>
                  <a:lnTo>
                    <a:pt x="202439" y="308998"/>
                  </a:lnTo>
                  <a:lnTo>
                    <a:pt x="206918" y="306104"/>
                  </a:lnTo>
                  <a:lnTo>
                    <a:pt x="211302" y="303068"/>
                  </a:lnTo>
                  <a:lnTo>
                    <a:pt x="215587" y="299895"/>
                  </a:lnTo>
                  <a:lnTo>
                    <a:pt x="219768" y="296586"/>
                  </a:lnTo>
                  <a:lnTo>
                    <a:pt x="223842" y="293145"/>
                  </a:lnTo>
                  <a:lnTo>
                    <a:pt x="227804" y="289577"/>
                  </a:lnTo>
                  <a:lnTo>
                    <a:pt x="231650" y="285883"/>
                  </a:lnTo>
                  <a:lnTo>
                    <a:pt x="235376" y="282069"/>
                  </a:lnTo>
                  <a:lnTo>
                    <a:pt x="238979" y="278138"/>
                  </a:lnTo>
                  <a:lnTo>
                    <a:pt x="242455" y="274095"/>
                  </a:lnTo>
                  <a:lnTo>
                    <a:pt x="245800" y="269942"/>
                  </a:lnTo>
                  <a:lnTo>
                    <a:pt x="249011" y="265685"/>
                  </a:lnTo>
                  <a:lnTo>
                    <a:pt x="252084" y="261327"/>
                  </a:lnTo>
                  <a:lnTo>
                    <a:pt x="255017" y="256874"/>
                  </a:lnTo>
                  <a:lnTo>
                    <a:pt x="257806" y="252330"/>
                  </a:lnTo>
                  <a:lnTo>
                    <a:pt x="260449" y="247698"/>
                  </a:lnTo>
                  <a:lnTo>
                    <a:pt x="262943" y="242985"/>
                  </a:lnTo>
                  <a:lnTo>
                    <a:pt x="265286" y="238195"/>
                  </a:lnTo>
                  <a:lnTo>
                    <a:pt x="267474" y="233333"/>
                  </a:lnTo>
                  <a:lnTo>
                    <a:pt x="269506" y="228403"/>
                  </a:lnTo>
                  <a:lnTo>
                    <a:pt x="271380" y="223411"/>
                  </a:lnTo>
                  <a:lnTo>
                    <a:pt x="273094" y="218361"/>
                  </a:lnTo>
                  <a:lnTo>
                    <a:pt x="274646" y="213260"/>
                  </a:lnTo>
                  <a:lnTo>
                    <a:pt x="276034" y="208111"/>
                  </a:lnTo>
                  <a:lnTo>
                    <a:pt x="277257" y="202921"/>
                  </a:lnTo>
                  <a:lnTo>
                    <a:pt x="278315" y="197695"/>
                  </a:lnTo>
                  <a:lnTo>
                    <a:pt x="279205" y="192438"/>
                  </a:lnTo>
                  <a:lnTo>
                    <a:pt x="279926" y="187154"/>
                  </a:lnTo>
                  <a:lnTo>
                    <a:pt x="280480" y="181851"/>
                  </a:lnTo>
                  <a:lnTo>
                    <a:pt x="280863" y="176532"/>
                  </a:lnTo>
                  <a:lnTo>
                    <a:pt x="281077" y="171205"/>
                  </a:lnTo>
                  <a:lnTo>
                    <a:pt x="281121" y="165872"/>
                  </a:lnTo>
                  <a:lnTo>
                    <a:pt x="280994" y="160542"/>
                  </a:lnTo>
                  <a:lnTo>
                    <a:pt x="280698" y="155218"/>
                  </a:lnTo>
                  <a:lnTo>
                    <a:pt x="280232" y="149906"/>
                  </a:lnTo>
                  <a:lnTo>
                    <a:pt x="279597" y="144612"/>
                  </a:lnTo>
                  <a:lnTo>
                    <a:pt x="278793" y="139340"/>
                  </a:lnTo>
                  <a:lnTo>
                    <a:pt x="277822" y="134097"/>
                  </a:lnTo>
                  <a:lnTo>
                    <a:pt x="276684" y="128888"/>
                  </a:lnTo>
                  <a:lnTo>
                    <a:pt x="275380" y="123717"/>
                  </a:lnTo>
                  <a:lnTo>
                    <a:pt x="273912" y="118591"/>
                  </a:lnTo>
                  <a:lnTo>
                    <a:pt x="272282" y="113514"/>
                  </a:lnTo>
                  <a:lnTo>
                    <a:pt x="270490" y="108492"/>
                  </a:lnTo>
                  <a:lnTo>
                    <a:pt x="268539" y="103530"/>
                  </a:lnTo>
                  <a:lnTo>
                    <a:pt x="266431" y="98632"/>
                  </a:lnTo>
                  <a:lnTo>
                    <a:pt x="264167" y="93804"/>
                  </a:lnTo>
                  <a:lnTo>
                    <a:pt x="261751" y="89050"/>
                  </a:lnTo>
                  <a:lnTo>
                    <a:pt x="259185" y="84376"/>
                  </a:lnTo>
                  <a:lnTo>
                    <a:pt x="256470" y="79787"/>
                  </a:lnTo>
                  <a:lnTo>
                    <a:pt x="253611" y="75286"/>
                  </a:lnTo>
                  <a:lnTo>
                    <a:pt x="250609" y="70879"/>
                  </a:lnTo>
                  <a:lnTo>
                    <a:pt x="247469" y="66569"/>
                  </a:lnTo>
                  <a:lnTo>
                    <a:pt x="244193" y="62362"/>
                  </a:lnTo>
                  <a:lnTo>
                    <a:pt x="240784" y="58262"/>
                  </a:lnTo>
                  <a:lnTo>
                    <a:pt x="237246" y="54273"/>
                  </a:lnTo>
                  <a:lnTo>
                    <a:pt x="233582" y="50398"/>
                  </a:lnTo>
                  <a:lnTo>
                    <a:pt x="229797" y="46642"/>
                  </a:lnTo>
                  <a:lnTo>
                    <a:pt x="225894" y="43009"/>
                  </a:lnTo>
                  <a:lnTo>
                    <a:pt x="221878" y="39502"/>
                  </a:lnTo>
                  <a:lnTo>
                    <a:pt x="217751" y="36125"/>
                  </a:lnTo>
                  <a:lnTo>
                    <a:pt x="213519" y="32881"/>
                  </a:lnTo>
                  <a:lnTo>
                    <a:pt x="209185" y="29774"/>
                  </a:lnTo>
                  <a:lnTo>
                    <a:pt x="204755" y="26807"/>
                  </a:lnTo>
                  <a:lnTo>
                    <a:pt x="200232" y="23983"/>
                  </a:lnTo>
                  <a:lnTo>
                    <a:pt x="195622" y="21304"/>
                  </a:lnTo>
                  <a:lnTo>
                    <a:pt x="190928" y="18774"/>
                  </a:lnTo>
                  <a:lnTo>
                    <a:pt x="186156" y="16394"/>
                  </a:lnTo>
                  <a:lnTo>
                    <a:pt x="181311" y="14168"/>
                  </a:lnTo>
                  <a:lnTo>
                    <a:pt x="176397" y="12098"/>
                  </a:lnTo>
                  <a:lnTo>
                    <a:pt x="171419" y="10185"/>
                  </a:lnTo>
                  <a:lnTo>
                    <a:pt x="166383" y="8433"/>
                  </a:lnTo>
                  <a:lnTo>
                    <a:pt x="161294" y="6841"/>
                  </a:lnTo>
                  <a:lnTo>
                    <a:pt x="156157" y="5413"/>
                  </a:lnTo>
                  <a:lnTo>
                    <a:pt x="150976" y="4150"/>
                  </a:lnTo>
                  <a:lnTo>
                    <a:pt x="145758" y="3052"/>
                  </a:lnTo>
                  <a:lnTo>
                    <a:pt x="140508" y="2121"/>
                  </a:lnTo>
                  <a:lnTo>
                    <a:pt x="135230" y="1358"/>
                  </a:lnTo>
                  <a:lnTo>
                    <a:pt x="129931" y="764"/>
                  </a:lnTo>
                  <a:lnTo>
                    <a:pt x="124616" y="340"/>
                  </a:lnTo>
                  <a:lnTo>
                    <a:pt x="119290" y="85"/>
                  </a:lnTo>
                  <a:lnTo>
                    <a:pt x="113958" y="0"/>
                  </a:lnTo>
                  <a:lnTo>
                    <a:pt x="1139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08498" y="5269756"/>
              <a:ext cx="36759" cy="167167"/>
            </a:xfrm>
            <a:custGeom>
              <a:avLst/>
              <a:pathLst>
                <a:path w="36759" h="167167">
                  <a:moveTo>
                    <a:pt x="36759" y="0"/>
                  </a:moveTo>
                  <a:lnTo>
                    <a:pt x="30584" y="114"/>
                  </a:lnTo>
                  <a:lnTo>
                    <a:pt x="24416" y="456"/>
                  </a:lnTo>
                  <a:lnTo>
                    <a:pt x="18266" y="1026"/>
                  </a:lnTo>
                  <a:lnTo>
                    <a:pt x="12141" y="1822"/>
                  </a:lnTo>
                  <a:lnTo>
                    <a:pt x="6049" y="2845"/>
                  </a:lnTo>
                  <a:lnTo>
                    <a:pt x="0" y="4091"/>
                  </a:lnTo>
                  <a:lnTo>
                    <a:pt x="367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08498" y="5273848"/>
              <a:ext cx="36759" cy="163075"/>
            </a:xfrm>
            <a:custGeom>
              <a:avLst/>
              <a:pathLst>
                <a:path w="36759" h="163075">
                  <a:moveTo>
                    <a:pt x="0" y="0"/>
                  </a:moveTo>
                  <a:lnTo>
                    <a:pt x="36759" y="1630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08498" y="5273848"/>
              <a:ext cx="36759" cy="163075"/>
            </a:xfrm>
            <a:custGeom>
              <a:avLst/>
              <a:pathLst>
                <a:path w="36759" h="163075">
                  <a:moveTo>
                    <a:pt x="0" y="0"/>
                  </a:moveTo>
                  <a:lnTo>
                    <a:pt x="36759" y="1630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08498" y="5273848"/>
              <a:ext cx="36759" cy="163075"/>
            </a:xfrm>
            <a:custGeom>
              <a:avLst/>
              <a:pathLst>
                <a:path w="36759" h="163075">
                  <a:moveTo>
                    <a:pt x="0" y="0"/>
                  </a:moveTo>
                  <a:lnTo>
                    <a:pt x="36759" y="1630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508498" y="5273848"/>
              <a:ext cx="36759" cy="163075"/>
            </a:xfrm>
            <a:custGeom>
              <a:avLst/>
              <a:pathLst>
                <a:path w="36759" h="163075">
                  <a:moveTo>
                    <a:pt x="0" y="0"/>
                  </a:moveTo>
                  <a:lnTo>
                    <a:pt x="36759" y="1630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80358" y="5273848"/>
              <a:ext cx="164899" cy="163075"/>
            </a:xfrm>
            <a:custGeom>
              <a:avLst/>
              <a:pathLst>
                <a:path w="164899" h="163075">
                  <a:moveTo>
                    <a:pt x="128139" y="0"/>
                  </a:moveTo>
                  <a:lnTo>
                    <a:pt x="122796" y="1297"/>
                  </a:lnTo>
                  <a:lnTo>
                    <a:pt x="117498" y="2769"/>
                  </a:lnTo>
                  <a:lnTo>
                    <a:pt x="112252" y="4415"/>
                  </a:lnTo>
                  <a:lnTo>
                    <a:pt x="107062" y="6232"/>
                  </a:lnTo>
                  <a:lnTo>
                    <a:pt x="101935" y="8219"/>
                  </a:lnTo>
                  <a:lnTo>
                    <a:pt x="96876" y="10373"/>
                  </a:lnTo>
                  <a:lnTo>
                    <a:pt x="91891" y="12693"/>
                  </a:lnTo>
                  <a:lnTo>
                    <a:pt x="86985" y="15176"/>
                  </a:lnTo>
                  <a:lnTo>
                    <a:pt x="82163" y="17818"/>
                  </a:lnTo>
                  <a:lnTo>
                    <a:pt x="77430" y="20618"/>
                  </a:lnTo>
                  <a:lnTo>
                    <a:pt x="72792" y="23572"/>
                  </a:lnTo>
                  <a:lnTo>
                    <a:pt x="68254" y="26676"/>
                  </a:lnTo>
                  <a:lnTo>
                    <a:pt x="63820" y="29929"/>
                  </a:lnTo>
                  <a:lnTo>
                    <a:pt x="59496" y="33325"/>
                  </a:lnTo>
                  <a:lnTo>
                    <a:pt x="55286" y="36862"/>
                  </a:lnTo>
                  <a:lnTo>
                    <a:pt x="51194" y="40535"/>
                  </a:lnTo>
                  <a:lnTo>
                    <a:pt x="47226" y="44341"/>
                  </a:lnTo>
                  <a:lnTo>
                    <a:pt x="43384" y="48275"/>
                  </a:lnTo>
                  <a:lnTo>
                    <a:pt x="39674" y="52334"/>
                  </a:lnTo>
                  <a:lnTo>
                    <a:pt x="36100" y="56512"/>
                  </a:lnTo>
                  <a:lnTo>
                    <a:pt x="32665" y="60806"/>
                  </a:lnTo>
                  <a:lnTo>
                    <a:pt x="29373" y="65210"/>
                  </a:lnTo>
                  <a:lnTo>
                    <a:pt x="26228" y="69720"/>
                  </a:lnTo>
                  <a:lnTo>
                    <a:pt x="23233" y="74331"/>
                  </a:lnTo>
                  <a:lnTo>
                    <a:pt x="20391" y="79038"/>
                  </a:lnTo>
                  <a:lnTo>
                    <a:pt x="17705" y="83837"/>
                  </a:lnTo>
                  <a:lnTo>
                    <a:pt x="15179" y="88720"/>
                  </a:lnTo>
                  <a:lnTo>
                    <a:pt x="12814" y="93685"/>
                  </a:lnTo>
                  <a:lnTo>
                    <a:pt x="10614" y="98724"/>
                  </a:lnTo>
                  <a:lnTo>
                    <a:pt x="8581" y="103833"/>
                  </a:lnTo>
                  <a:lnTo>
                    <a:pt x="6718" y="109006"/>
                  </a:lnTo>
                  <a:lnTo>
                    <a:pt x="5025" y="114238"/>
                  </a:lnTo>
                  <a:lnTo>
                    <a:pt x="3505" y="119522"/>
                  </a:lnTo>
                  <a:lnTo>
                    <a:pt x="2160" y="124854"/>
                  </a:lnTo>
                  <a:lnTo>
                    <a:pt x="991" y="130227"/>
                  </a:lnTo>
                  <a:lnTo>
                    <a:pt x="0" y="135635"/>
                  </a:lnTo>
                  <a:lnTo>
                    <a:pt x="164899" y="1630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378094" y="5269756"/>
              <a:ext cx="334317" cy="334331"/>
            </a:xfrm>
            <a:custGeom>
              <a:avLst/>
              <a:pathLst>
                <a:path w="334317" h="334331">
                  <a:moveTo>
                    <a:pt x="2263" y="139727"/>
                  </a:moveTo>
                  <a:lnTo>
                    <a:pt x="1477" y="144962"/>
                  </a:lnTo>
                  <a:lnTo>
                    <a:pt x="857" y="150220"/>
                  </a:lnTo>
                  <a:lnTo>
                    <a:pt x="404" y="155494"/>
                  </a:lnTo>
                  <a:lnTo>
                    <a:pt x="118" y="160781"/>
                  </a:lnTo>
                  <a:lnTo>
                    <a:pt x="0" y="166074"/>
                  </a:lnTo>
                  <a:lnTo>
                    <a:pt x="49" y="171367"/>
                  </a:lnTo>
                  <a:lnTo>
                    <a:pt x="266" y="176657"/>
                  </a:lnTo>
                  <a:lnTo>
                    <a:pt x="650" y="181937"/>
                  </a:lnTo>
                  <a:lnTo>
                    <a:pt x="1201" y="187202"/>
                  </a:lnTo>
                  <a:lnTo>
                    <a:pt x="1919" y="192448"/>
                  </a:lnTo>
                  <a:lnTo>
                    <a:pt x="2802" y="197668"/>
                  </a:lnTo>
                  <a:lnTo>
                    <a:pt x="3850" y="202857"/>
                  </a:lnTo>
                  <a:lnTo>
                    <a:pt x="5062" y="208010"/>
                  </a:lnTo>
                  <a:lnTo>
                    <a:pt x="6437" y="213123"/>
                  </a:lnTo>
                  <a:lnTo>
                    <a:pt x="7973" y="218189"/>
                  </a:lnTo>
                  <a:lnTo>
                    <a:pt x="9668" y="223204"/>
                  </a:lnTo>
                  <a:lnTo>
                    <a:pt x="11522" y="228164"/>
                  </a:lnTo>
                  <a:lnTo>
                    <a:pt x="13531" y="233061"/>
                  </a:lnTo>
                  <a:lnTo>
                    <a:pt x="15695" y="237893"/>
                  </a:lnTo>
                  <a:lnTo>
                    <a:pt x="18010" y="242654"/>
                  </a:lnTo>
                  <a:lnTo>
                    <a:pt x="20475" y="247339"/>
                  </a:lnTo>
                  <a:lnTo>
                    <a:pt x="23088" y="251944"/>
                  </a:lnTo>
                  <a:lnTo>
                    <a:pt x="25844" y="256464"/>
                  </a:lnTo>
                  <a:lnTo>
                    <a:pt x="28743" y="260894"/>
                  </a:lnTo>
                  <a:lnTo>
                    <a:pt x="31780" y="265230"/>
                  </a:lnTo>
                  <a:lnTo>
                    <a:pt x="34953" y="269468"/>
                  </a:lnTo>
                  <a:lnTo>
                    <a:pt x="38259" y="273603"/>
                  </a:lnTo>
                  <a:lnTo>
                    <a:pt x="41694" y="277631"/>
                  </a:lnTo>
                  <a:lnTo>
                    <a:pt x="45255" y="281549"/>
                  </a:lnTo>
                  <a:lnTo>
                    <a:pt x="48938" y="285352"/>
                  </a:lnTo>
                  <a:lnTo>
                    <a:pt x="52739" y="289036"/>
                  </a:lnTo>
                  <a:lnTo>
                    <a:pt x="56656" y="292598"/>
                  </a:lnTo>
                  <a:lnTo>
                    <a:pt x="60683" y="296035"/>
                  </a:lnTo>
                  <a:lnTo>
                    <a:pt x="64817" y="299342"/>
                  </a:lnTo>
                  <a:lnTo>
                    <a:pt x="69054" y="302516"/>
                  </a:lnTo>
                  <a:lnTo>
                    <a:pt x="73389" y="305555"/>
                  </a:lnTo>
                  <a:lnTo>
                    <a:pt x="77818" y="308455"/>
                  </a:lnTo>
                  <a:lnTo>
                    <a:pt x="82337" y="311213"/>
                  </a:lnTo>
                  <a:lnTo>
                    <a:pt x="86941" y="313827"/>
                  </a:lnTo>
                  <a:lnTo>
                    <a:pt x="91625" y="316294"/>
                  </a:lnTo>
                  <a:lnTo>
                    <a:pt x="96385" y="318611"/>
                  </a:lnTo>
                  <a:lnTo>
                    <a:pt x="101216" y="320777"/>
                  </a:lnTo>
                  <a:lnTo>
                    <a:pt x="106113" y="322788"/>
                  </a:lnTo>
                  <a:lnTo>
                    <a:pt x="111072" y="324643"/>
                  </a:lnTo>
                  <a:lnTo>
                    <a:pt x="116086" y="326340"/>
                  </a:lnTo>
                  <a:lnTo>
                    <a:pt x="121152" y="327878"/>
                  </a:lnTo>
                  <a:lnTo>
                    <a:pt x="126264" y="329254"/>
                  </a:lnTo>
                  <a:lnTo>
                    <a:pt x="131417" y="330468"/>
                  </a:lnTo>
                  <a:lnTo>
                    <a:pt x="136606" y="331518"/>
                  </a:lnTo>
                  <a:lnTo>
                    <a:pt x="141826" y="332403"/>
                  </a:lnTo>
                  <a:lnTo>
                    <a:pt x="147071" y="333122"/>
                  </a:lnTo>
                  <a:lnTo>
                    <a:pt x="152336" y="333675"/>
                  </a:lnTo>
                  <a:lnTo>
                    <a:pt x="157616" y="334062"/>
                  </a:lnTo>
                  <a:lnTo>
                    <a:pt x="162905" y="334280"/>
                  </a:lnTo>
                  <a:lnTo>
                    <a:pt x="168199" y="334331"/>
                  </a:lnTo>
                  <a:lnTo>
                    <a:pt x="173492" y="334215"/>
                  </a:lnTo>
                  <a:lnTo>
                    <a:pt x="178778" y="333930"/>
                  </a:lnTo>
                  <a:lnTo>
                    <a:pt x="184053" y="333479"/>
                  </a:lnTo>
                  <a:lnTo>
                    <a:pt x="189311" y="332861"/>
                  </a:lnTo>
                  <a:lnTo>
                    <a:pt x="194547" y="332076"/>
                  </a:lnTo>
                  <a:lnTo>
                    <a:pt x="199755" y="331127"/>
                  </a:lnTo>
                  <a:lnTo>
                    <a:pt x="204930" y="330012"/>
                  </a:lnTo>
                  <a:lnTo>
                    <a:pt x="210068" y="328735"/>
                  </a:lnTo>
                  <a:lnTo>
                    <a:pt x="215163" y="327295"/>
                  </a:lnTo>
                  <a:lnTo>
                    <a:pt x="220209" y="325695"/>
                  </a:lnTo>
                  <a:lnTo>
                    <a:pt x="225202" y="323936"/>
                  </a:lnTo>
                  <a:lnTo>
                    <a:pt x="230137" y="322019"/>
                  </a:lnTo>
                  <a:lnTo>
                    <a:pt x="235009" y="319947"/>
                  </a:lnTo>
                  <a:lnTo>
                    <a:pt x="239813" y="317722"/>
                  </a:lnTo>
                  <a:lnTo>
                    <a:pt x="244544" y="315347"/>
                  </a:lnTo>
                  <a:lnTo>
                    <a:pt x="249197" y="312822"/>
                  </a:lnTo>
                  <a:lnTo>
                    <a:pt x="253768" y="310151"/>
                  </a:lnTo>
                  <a:lnTo>
                    <a:pt x="258253" y="307337"/>
                  </a:lnTo>
                  <a:lnTo>
                    <a:pt x="262646" y="304382"/>
                  </a:lnTo>
                  <a:lnTo>
                    <a:pt x="266943" y="301290"/>
                  </a:lnTo>
                  <a:lnTo>
                    <a:pt x="271140" y="298063"/>
                  </a:lnTo>
                  <a:lnTo>
                    <a:pt x="275232" y="294705"/>
                  </a:lnTo>
                  <a:lnTo>
                    <a:pt x="279217" y="291219"/>
                  </a:lnTo>
                  <a:lnTo>
                    <a:pt x="283089" y="287609"/>
                  </a:lnTo>
                  <a:lnTo>
                    <a:pt x="286844" y="283878"/>
                  </a:lnTo>
                  <a:lnTo>
                    <a:pt x="290480" y="280029"/>
                  </a:lnTo>
                  <a:lnTo>
                    <a:pt x="293992" y="276068"/>
                  </a:lnTo>
                  <a:lnTo>
                    <a:pt x="297377" y="271997"/>
                  </a:lnTo>
                  <a:lnTo>
                    <a:pt x="300631" y="267821"/>
                  </a:lnTo>
                  <a:lnTo>
                    <a:pt x="303751" y="263545"/>
                  </a:lnTo>
                  <a:lnTo>
                    <a:pt x="306735" y="259171"/>
                  </a:lnTo>
                  <a:lnTo>
                    <a:pt x="309578" y="254705"/>
                  </a:lnTo>
                  <a:lnTo>
                    <a:pt x="312279" y="250152"/>
                  </a:lnTo>
                  <a:lnTo>
                    <a:pt x="314834" y="245515"/>
                  </a:lnTo>
                  <a:lnTo>
                    <a:pt x="317241" y="240800"/>
                  </a:lnTo>
                  <a:lnTo>
                    <a:pt x="319497" y="236011"/>
                  </a:lnTo>
                  <a:lnTo>
                    <a:pt x="321600" y="231152"/>
                  </a:lnTo>
                  <a:lnTo>
                    <a:pt x="323549" y="226230"/>
                  </a:lnTo>
                  <a:lnTo>
                    <a:pt x="325341" y="221248"/>
                  </a:lnTo>
                  <a:lnTo>
                    <a:pt x="326974" y="216213"/>
                  </a:lnTo>
                  <a:lnTo>
                    <a:pt x="328447" y="211127"/>
                  </a:lnTo>
                  <a:lnTo>
                    <a:pt x="329758" y="205998"/>
                  </a:lnTo>
                  <a:lnTo>
                    <a:pt x="330906" y="200830"/>
                  </a:lnTo>
                  <a:lnTo>
                    <a:pt x="331890" y="195628"/>
                  </a:lnTo>
                  <a:lnTo>
                    <a:pt x="332709" y="190398"/>
                  </a:lnTo>
                  <a:lnTo>
                    <a:pt x="333361" y="185144"/>
                  </a:lnTo>
                  <a:lnTo>
                    <a:pt x="333847" y="179873"/>
                  </a:lnTo>
                  <a:lnTo>
                    <a:pt x="334166" y="174588"/>
                  </a:lnTo>
                  <a:lnTo>
                    <a:pt x="334317" y="169296"/>
                  </a:lnTo>
                  <a:lnTo>
                    <a:pt x="334301" y="164002"/>
                  </a:lnTo>
                  <a:lnTo>
                    <a:pt x="334117" y="158711"/>
                  </a:lnTo>
                  <a:lnTo>
                    <a:pt x="333765" y="153429"/>
                  </a:lnTo>
                  <a:lnTo>
                    <a:pt x="333247" y="148160"/>
                  </a:lnTo>
                  <a:lnTo>
                    <a:pt x="332562" y="142911"/>
                  </a:lnTo>
                  <a:lnTo>
                    <a:pt x="331711" y="137685"/>
                  </a:lnTo>
                  <a:lnTo>
                    <a:pt x="330695" y="132490"/>
                  </a:lnTo>
                  <a:lnTo>
                    <a:pt x="329514" y="127329"/>
                  </a:lnTo>
                  <a:lnTo>
                    <a:pt x="328172" y="122208"/>
                  </a:lnTo>
                  <a:lnTo>
                    <a:pt x="326667" y="117132"/>
                  </a:lnTo>
                  <a:lnTo>
                    <a:pt x="325003" y="112106"/>
                  </a:lnTo>
                  <a:lnTo>
                    <a:pt x="323180" y="107136"/>
                  </a:lnTo>
                  <a:lnTo>
                    <a:pt x="321201" y="102226"/>
                  </a:lnTo>
                  <a:lnTo>
                    <a:pt x="319067" y="97381"/>
                  </a:lnTo>
                  <a:lnTo>
                    <a:pt x="316781" y="92606"/>
                  </a:lnTo>
                  <a:lnTo>
                    <a:pt x="314345" y="87905"/>
                  </a:lnTo>
                  <a:lnTo>
                    <a:pt x="311762" y="83284"/>
                  </a:lnTo>
                  <a:lnTo>
                    <a:pt x="309033" y="78748"/>
                  </a:lnTo>
                  <a:lnTo>
                    <a:pt x="306162" y="74300"/>
                  </a:lnTo>
                  <a:lnTo>
                    <a:pt x="303152" y="69945"/>
                  </a:lnTo>
                  <a:lnTo>
                    <a:pt x="300005" y="65687"/>
                  </a:lnTo>
                  <a:lnTo>
                    <a:pt x="296725" y="61532"/>
                  </a:lnTo>
                  <a:lnTo>
                    <a:pt x="293315" y="57482"/>
                  </a:lnTo>
                  <a:lnTo>
                    <a:pt x="289778" y="53543"/>
                  </a:lnTo>
                  <a:lnTo>
                    <a:pt x="286119" y="49717"/>
                  </a:lnTo>
                  <a:lnTo>
                    <a:pt x="282340" y="46009"/>
                  </a:lnTo>
                  <a:lnTo>
                    <a:pt x="278446" y="42423"/>
                  </a:lnTo>
                  <a:lnTo>
                    <a:pt x="274440" y="38961"/>
                  </a:lnTo>
                  <a:lnTo>
                    <a:pt x="270327" y="35629"/>
                  </a:lnTo>
                  <a:lnTo>
                    <a:pt x="266110" y="32428"/>
                  </a:lnTo>
                  <a:lnTo>
                    <a:pt x="261794" y="29362"/>
                  </a:lnTo>
                  <a:lnTo>
                    <a:pt x="257382" y="26435"/>
                  </a:lnTo>
                  <a:lnTo>
                    <a:pt x="252881" y="23649"/>
                  </a:lnTo>
                  <a:lnTo>
                    <a:pt x="248293" y="21006"/>
                  </a:lnTo>
                  <a:lnTo>
                    <a:pt x="243624" y="18511"/>
                  </a:lnTo>
                  <a:lnTo>
                    <a:pt x="238879" y="16164"/>
                  </a:lnTo>
                  <a:lnTo>
                    <a:pt x="234061" y="13969"/>
                  </a:lnTo>
                  <a:lnTo>
                    <a:pt x="229177" y="11927"/>
                  </a:lnTo>
                  <a:lnTo>
                    <a:pt x="224230" y="10042"/>
                  </a:lnTo>
                  <a:lnTo>
                    <a:pt x="219226" y="8313"/>
                  </a:lnTo>
                  <a:lnTo>
                    <a:pt x="214170" y="6744"/>
                  </a:lnTo>
                  <a:lnTo>
                    <a:pt x="209066" y="5336"/>
                  </a:lnTo>
                  <a:lnTo>
                    <a:pt x="203921" y="4091"/>
                  </a:lnTo>
                  <a:lnTo>
                    <a:pt x="198738" y="3009"/>
                  </a:lnTo>
                  <a:lnTo>
                    <a:pt x="193524" y="2091"/>
                  </a:lnTo>
                  <a:lnTo>
                    <a:pt x="188284" y="1339"/>
                  </a:lnTo>
                  <a:lnTo>
                    <a:pt x="183022" y="753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96321" y="5018213"/>
              <a:ext cx="24717" cy="167167"/>
            </a:xfrm>
            <a:custGeom>
              <a:avLst/>
              <a:pathLst>
                <a:path w="24717" h="167167">
                  <a:moveTo>
                    <a:pt x="24717" y="0"/>
                  </a:moveTo>
                  <a:lnTo>
                    <a:pt x="16451" y="204"/>
                  </a:lnTo>
                  <a:lnTo>
                    <a:pt x="8205" y="817"/>
                  </a:lnTo>
                  <a:lnTo>
                    <a:pt x="0" y="1837"/>
                  </a:lnTo>
                  <a:lnTo>
                    <a:pt x="2471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96321" y="5020050"/>
              <a:ext cx="24717" cy="165329"/>
            </a:xfrm>
            <a:custGeom>
              <a:avLst/>
              <a:pathLst>
                <a:path w="24717" h="165329">
                  <a:moveTo>
                    <a:pt x="0" y="0"/>
                  </a:moveTo>
                  <a:lnTo>
                    <a:pt x="24717" y="1653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96321" y="5020050"/>
              <a:ext cx="24717" cy="165329"/>
            </a:xfrm>
            <a:custGeom>
              <a:avLst/>
              <a:pathLst>
                <a:path w="24717" h="165329">
                  <a:moveTo>
                    <a:pt x="0" y="0"/>
                  </a:moveTo>
                  <a:lnTo>
                    <a:pt x="24717" y="1653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996321" y="5020050"/>
              <a:ext cx="24717" cy="165329"/>
            </a:xfrm>
            <a:custGeom>
              <a:avLst/>
              <a:pathLst>
                <a:path w="24717" h="165329">
                  <a:moveTo>
                    <a:pt x="0" y="0"/>
                  </a:moveTo>
                  <a:lnTo>
                    <a:pt x="24717" y="1653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84288" y="5020050"/>
              <a:ext cx="136750" cy="165329"/>
            </a:xfrm>
            <a:custGeom>
              <a:avLst/>
              <a:pathLst>
                <a:path w="136750" h="165329">
                  <a:moveTo>
                    <a:pt x="112032" y="0"/>
                  </a:moveTo>
                  <a:lnTo>
                    <a:pt x="106470" y="927"/>
                  </a:lnTo>
                  <a:lnTo>
                    <a:pt x="100943" y="2042"/>
                  </a:lnTo>
                  <a:lnTo>
                    <a:pt x="95456" y="3342"/>
                  </a:lnTo>
                  <a:lnTo>
                    <a:pt x="90016" y="4827"/>
                  </a:lnTo>
                  <a:lnTo>
                    <a:pt x="84629" y="6495"/>
                  </a:lnTo>
                  <a:lnTo>
                    <a:pt x="79302" y="8343"/>
                  </a:lnTo>
                  <a:lnTo>
                    <a:pt x="74040" y="10370"/>
                  </a:lnTo>
                  <a:lnTo>
                    <a:pt x="68850" y="12573"/>
                  </a:lnTo>
                  <a:lnTo>
                    <a:pt x="63736" y="14950"/>
                  </a:lnTo>
                  <a:lnTo>
                    <a:pt x="58706" y="17498"/>
                  </a:lnTo>
                  <a:lnTo>
                    <a:pt x="53764" y="20214"/>
                  </a:lnTo>
                  <a:lnTo>
                    <a:pt x="48917" y="23096"/>
                  </a:lnTo>
                  <a:lnTo>
                    <a:pt x="44170" y="26139"/>
                  </a:lnTo>
                  <a:lnTo>
                    <a:pt x="39529" y="29340"/>
                  </a:lnTo>
                  <a:lnTo>
                    <a:pt x="34997" y="32697"/>
                  </a:lnTo>
                  <a:lnTo>
                    <a:pt x="30582" y="36204"/>
                  </a:lnTo>
                  <a:lnTo>
                    <a:pt x="26287" y="39858"/>
                  </a:lnTo>
                  <a:lnTo>
                    <a:pt x="22119" y="43655"/>
                  </a:lnTo>
                  <a:lnTo>
                    <a:pt x="18080" y="47590"/>
                  </a:lnTo>
                  <a:lnTo>
                    <a:pt x="14177" y="51660"/>
                  </a:lnTo>
                  <a:lnTo>
                    <a:pt x="10413" y="55858"/>
                  </a:lnTo>
                  <a:lnTo>
                    <a:pt x="6792" y="60182"/>
                  </a:lnTo>
                  <a:lnTo>
                    <a:pt x="3320" y="64624"/>
                  </a:lnTo>
                  <a:lnTo>
                    <a:pt x="0" y="69182"/>
                  </a:lnTo>
                  <a:lnTo>
                    <a:pt x="136750" y="1653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853880" y="5018213"/>
              <a:ext cx="334309" cy="334333"/>
            </a:xfrm>
            <a:custGeom>
              <a:avLst/>
              <a:pathLst>
                <a:path w="334309" h="334333">
                  <a:moveTo>
                    <a:pt x="30408" y="71019"/>
                  </a:moveTo>
                  <a:lnTo>
                    <a:pt x="27429" y="75402"/>
                  </a:lnTo>
                  <a:lnTo>
                    <a:pt x="24591" y="79876"/>
                  </a:lnTo>
                  <a:lnTo>
                    <a:pt x="21896" y="84438"/>
                  </a:lnTo>
                  <a:lnTo>
                    <a:pt x="19347" y="89083"/>
                  </a:lnTo>
                  <a:lnTo>
                    <a:pt x="16947" y="93807"/>
                  </a:lnTo>
                  <a:lnTo>
                    <a:pt x="14697" y="98604"/>
                  </a:lnTo>
                  <a:lnTo>
                    <a:pt x="12601" y="103470"/>
                  </a:lnTo>
                  <a:lnTo>
                    <a:pt x="10660" y="108401"/>
                  </a:lnTo>
                  <a:lnTo>
                    <a:pt x="8876" y="113390"/>
                  </a:lnTo>
                  <a:lnTo>
                    <a:pt x="7251" y="118433"/>
                  </a:lnTo>
                  <a:lnTo>
                    <a:pt x="5787" y="123526"/>
                  </a:lnTo>
                  <a:lnTo>
                    <a:pt x="4485" y="128662"/>
                  </a:lnTo>
                  <a:lnTo>
                    <a:pt x="3347" y="133836"/>
                  </a:lnTo>
                  <a:lnTo>
                    <a:pt x="2373" y="139045"/>
                  </a:lnTo>
                  <a:lnTo>
                    <a:pt x="1564" y="144281"/>
                  </a:lnTo>
                  <a:lnTo>
                    <a:pt x="922" y="149541"/>
                  </a:lnTo>
                  <a:lnTo>
                    <a:pt x="447" y="154818"/>
                  </a:lnTo>
                  <a:lnTo>
                    <a:pt x="139" y="160108"/>
                  </a:lnTo>
                  <a:lnTo>
                    <a:pt x="0" y="165404"/>
                  </a:lnTo>
                  <a:lnTo>
                    <a:pt x="28" y="170703"/>
                  </a:lnTo>
                  <a:lnTo>
                    <a:pt x="224" y="175998"/>
                  </a:lnTo>
                  <a:lnTo>
                    <a:pt x="587" y="181284"/>
                  </a:lnTo>
                  <a:lnTo>
                    <a:pt x="1118" y="186556"/>
                  </a:lnTo>
                  <a:lnTo>
                    <a:pt x="1816" y="191808"/>
                  </a:lnTo>
                  <a:lnTo>
                    <a:pt x="2680" y="197036"/>
                  </a:lnTo>
                  <a:lnTo>
                    <a:pt x="3710" y="202234"/>
                  </a:lnTo>
                  <a:lnTo>
                    <a:pt x="4903" y="207396"/>
                  </a:lnTo>
                  <a:lnTo>
                    <a:pt x="6259" y="212518"/>
                  </a:lnTo>
                  <a:lnTo>
                    <a:pt x="7778" y="217594"/>
                  </a:lnTo>
                  <a:lnTo>
                    <a:pt x="9456" y="222620"/>
                  </a:lnTo>
                  <a:lnTo>
                    <a:pt x="11292" y="227590"/>
                  </a:lnTo>
                  <a:lnTo>
                    <a:pt x="13286" y="232500"/>
                  </a:lnTo>
                  <a:lnTo>
                    <a:pt x="15433" y="237343"/>
                  </a:lnTo>
                  <a:lnTo>
                    <a:pt x="17734" y="242117"/>
                  </a:lnTo>
                  <a:lnTo>
                    <a:pt x="20184" y="246814"/>
                  </a:lnTo>
                  <a:lnTo>
                    <a:pt x="22782" y="251432"/>
                  </a:lnTo>
                  <a:lnTo>
                    <a:pt x="25525" y="255966"/>
                  </a:lnTo>
                  <a:lnTo>
                    <a:pt x="28411" y="260410"/>
                  </a:lnTo>
                  <a:lnTo>
                    <a:pt x="31435" y="264760"/>
                  </a:lnTo>
                  <a:lnTo>
                    <a:pt x="34596" y="269012"/>
                  </a:lnTo>
                  <a:lnTo>
                    <a:pt x="37891" y="273162"/>
                  </a:lnTo>
                  <a:lnTo>
                    <a:pt x="41315" y="277206"/>
                  </a:lnTo>
                  <a:lnTo>
                    <a:pt x="44866" y="281139"/>
                  </a:lnTo>
                  <a:lnTo>
                    <a:pt x="48539" y="284957"/>
                  </a:lnTo>
                  <a:lnTo>
                    <a:pt x="52332" y="288657"/>
                  </a:lnTo>
                  <a:lnTo>
                    <a:pt x="56240" y="292235"/>
                  </a:lnTo>
                  <a:lnTo>
                    <a:pt x="60259" y="295688"/>
                  </a:lnTo>
                  <a:lnTo>
                    <a:pt x="64386" y="299011"/>
                  </a:lnTo>
                  <a:lnTo>
                    <a:pt x="68616" y="302202"/>
                  </a:lnTo>
                  <a:lnTo>
                    <a:pt x="72945" y="305257"/>
                  </a:lnTo>
                  <a:lnTo>
                    <a:pt x="77369" y="308174"/>
                  </a:lnTo>
                  <a:lnTo>
                    <a:pt x="81883" y="310948"/>
                  </a:lnTo>
                  <a:lnTo>
                    <a:pt x="86482" y="313579"/>
                  </a:lnTo>
                  <a:lnTo>
                    <a:pt x="91163" y="316062"/>
                  </a:lnTo>
                  <a:lnTo>
                    <a:pt x="95920" y="318396"/>
                  </a:lnTo>
                  <a:lnTo>
                    <a:pt x="100748" y="320577"/>
                  </a:lnTo>
                  <a:lnTo>
                    <a:pt x="105644" y="322605"/>
                  </a:lnTo>
                  <a:lnTo>
                    <a:pt x="110601" y="324476"/>
                  </a:lnTo>
                  <a:lnTo>
                    <a:pt x="115615" y="326190"/>
                  </a:lnTo>
                  <a:lnTo>
                    <a:pt x="120680" y="327743"/>
                  </a:lnTo>
                  <a:lnTo>
                    <a:pt x="125793" y="329136"/>
                  </a:lnTo>
                  <a:lnTo>
                    <a:pt x="130947" y="330365"/>
                  </a:lnTo>
                  <a:lnTo>
                    <a:pt x="136137" y="331431"/>
                  </a:lnTo>
                  <a:lnTo>
                    <a:pt x="141358" y="332332"/>
                  </a:lnTo>
                  <a:lnTo>
                    <a:pt x="146606" y="333066"/>
                  </a:lnTo>
                  <a:lnTo>
                    <a:pt x="151874" y="333634"/>
                  </a:lnTo>
                  <a:lnTo>
                    <a:pt x="157157" y="334035"/>
                  </a:lnTo>
                  <a:lnTo>
                    <a:pt x="162451" y="334268"/>
                  </a:lnTo>
                  <a:lnTo>
                    <a:pt x="167749" y="334333"/>
                  </a:lnTo>
                  <a:lnTo>
                    <a:pt x="173046" y="334231"/>
                  </a:lnTo>
                  <a:lnTo>
                    <a:pt x="178338" y="333960"/>
                  </a:lnTo>
                  <a:lnTo>
                    <a:pt x="183619" y="333522"/>
                  </a:lnTo>
                  <a:lnTo>
                    <a:pt x="188882" y="332917"/>
                  </a:lnTo>
                  <a:lnTo>
                    <a:pt x="194124" y="332145"/>
                  </a:lnTo>
                  <a:lnTo>
                    <a:pt x="199339" y="331207"/>
                  </a:lnTo>
                  <a:lnTo>
                    <a:pt x="204522" y="330105"/>
                  </a:lnTo>
                  <a:lnTo>
                    <a:pt x="209667" y="328839"/>
                  </a:lnTo>
                  <a:lnTo>
                    <a:pt x="214770" y="327411"/>
                  </a:lnTo>
                  <a:lnTo>
                    <a:pt x="219824" y="325821"/>
                  </a:lnTo>
                  <a:lnTo>
                    <a:pt x="224826" y="324072"/>
                  </a:lnTo>
                  <a:lnTo>
                    <a:pt x="229770" y="322166"/>
                  </a:lnTo>
                  <a:lnTo>
                    <a:pt x="234650" y="320104"/>
                  </a:lnTo>
                  <a:lnTo>
                    <a:pt x="239463" y="317888"/>
                  </a:lnTo>
                  <a:lnTo>
                    <a:pt x="244204" y="315521"/>
                  </a:lnTo>
                  <a:lnTo>
                    <a:pt x="248867" y="313004"/>
                  </a:lnTo>
                  <a:lnTo>
                    <a:pt x="253448" y="310342"/>
                  </a:lnTo>
                  <a:lnTo>
                    <a:pt x="257942" y="307535"/>
                  </a:lnTo>
                  <a:lnTo>
                    <a:pt x="262345" y="304587"/>
                  </a:lnTo>
                  <a:lnTo>
                    <a:pt x="266652" y="301502"/>
                  </a:lnTo>
                  <a:lnTo>
                    <a:pt x="270859" y="298281"/>
                  </a:lnTo>
                  <a:lnTo>
                    <a:pt x="274963" y="294929"/>
                  </a:lnTo>
                  <a:lnTo>
                    <a:pt x="278958" y="291448"/>
                  </a:lnTo>
                  <a:lnTo>
                    <a:pt x="282840" y="287842"/>
                  </a:lnTo>
                  <a:lnTo>
                    <a:pt x="286606" y="284115"/>
                  </a:lnTo>
                  <a:lnTo>
                    <a:pt x="290253" y="280271"/>
                  </a:lnTo>
                  <a:lnTo>
                    <a:pt x="293776" y="276313"/>
                  </a:lnTo>
                  <a:lnTo>
                    <a:pt x="297171" y="272245"/>
                  </a:lnTo>
                  <a:lnTo>
                    <a:pt x="300436" y="268072"/>
                  </a:lnTo>
                  <a:lnTo>
                    <a:pt x="303567" y="263798"/>
                  </a:lnTo>
                  <a:lnTo>
                    <a:pt x="306561" y="259426"/>
                  </a:lnTo>
                  <a:lnTo>
                    <a:pt x="309415" y="254962"/>
                  </a:lnTo>
                  <a:lnTo>
                    <a:pt x="312126" y="250409"/>
                  </a:lnTo>
                  <a:lnTo>
                    <a:pt x="314691" y="245773"/>
                  </a:lnTo>
                  <a:lnTo>
                    <a:pt x="317108" y="241058"/>
                  </a:lnTo>
                  <a:lnTo>
                    <a:pt x="319374" y="236268"/>
                  </a:lnTo>
                  <a:lnTo>
                    <a:pt x="321488" y="231410"/>
                  </a:lnTo>
                  <a:lnTo>
                    <a:pt x="323446" y="226486"/>
                  </a:lnTo>
                  <a:lnTo>
                    <a:pt x="325248" y="221503"/>
                  </a:lnTo>
                  <a:lnTo>
                    <a:pt x="326890" y="216466"/>
                  </a:lnTo>
                  <a:lnTo>
                    <a:pt x="328373" y="211379"/>
                  </a:lnTo>
                  <a:lnTo>
                    <a:pt x="329693" y="206247"/>
                  </a:lnTo>
                  <a:lnTo>
                    <a:pt x="330850" y="201077"/>
                  </a:lnTo>
                  <a:lnTo>
                    <a:pt x="331842" y="195872"/>
                  </a:lnTo>
                  <a:lnTo>
                    <a:pt x="332669" y="190638"/>
                  </a:lnTo>
                  <a:lnTo>
                    <a:pt x="333330" y="185381"/>
                  </a:lnTo>
                  <a:lnTo>
                    <a:pt x="333824" y="180105"/>
                  </a:lnTo>
                  <a:lnTo>
                    <a:pt x="334150" y="174817"/>
                  </a:lnTo>
                  <a:lnTo>
                    <a:pt x="334309" y="169521"/>
                  </a:lnTo>
                  <a:lnTo>
                    <a:pt x="334299" y="164222"/>
                  </a:lnTo>
                  <a:lnTo>
                    <a:pt x="334122" y="158926"/>
                  </a:lnTo>
                  <a:lnTo>
                    <a:pt x="333777" y="153639"/>
                  </a:lnTo>
                  <a:lnTo>
                    <a:pt x="333264" y="148365"/>
                  </a:lnTo>
                  <a:lnTo>
                    <a:pt x="332585" y="143111"/>
                  </a:lnTo>
                  <a:lnTo>
                    <a:pt x="331740" y="137880"/>
                  </a:lnTo>
                  <a:lnTo>
                    <a:pt x="330729" y="132679"/>
                  </a:lnTo>
                  <a:lnTo>
                    <a:pt x="329554" y="127512"/>
                  </a:lnTo>
                  <a:lnTo>
                    <a:pt x="328215" y="122385"/>
                  </a:lnTo>
                  <a:lnTo>
                    <a:pt x="326715" y="117303"/>
                  </a:lnTo>
                  <a:lnTo>
                    <a:pt x="325055" y="112272"/>
                  </a:lnTo>
                  <a:lnTo>
                    <a:pt x="323236" y="107295"/>
                  </a:lnTo>
                  <a:lnTo>
                    <a:pt x="321260" y="102379"/>
                  </a:lnTo>
                  <a:lnTo>
                    <a:pt x="319129" y="97528"/>
                  </a:lnTo>
                  <a:lnTo>
                    <a:pt x="316846" y="92746"/>
                  </a:lnTo>
                  <a:lnTo>
                    <a:pt x="314412" y="88040"/>
                  </a:lnTo>
                  <a:lnTo>
                    <a:pt x="311830" y="83413"/>
                  </a:lnTo>
                  <a:lnTo>
                    <a:pt x="309103" y="78870"/>
                  </a:lnTo>
                  <a:lnTo>
                    <a:pt x="306234" y="74415"/>
                  </a:lnTo>
                  <a:lnTo>
                    <a:pt x="303224" y="70054"/>
                  </a:lnTo>
                  <a:lnTo>
                    <a:pt x="300078" y="65791"/>
                  </a:lnTo>
                  <a:lnTo>
                    <a:pt x="296799" y="61629"/>
                  </a:lnTo>
                  <a:lnTo>
                    <a:pt x="293389" y="57574"/>
                  </a:lnTo>
                  <a:lnTo>
                    <a:pt x="289852" y="53628"/>
                  </a:lnTo>
                  <a:lnTo>
                    <a:pt x="286192" y="49797"/>
                  </a:lnTo>
                  <a:lnTo>
                    <a:pt x="282413" y="46083"/>
                  </a:lnTo>
                  <a:lnTo>
                    <a:pt x="278517" y="42491"/>
                  </a:lnTo>
                  <a:lnTo>
                    <a:pt x="274510" y="39025"/>
                  </a:lnTo>
                  <a:lnTo>
                    <a:pt x="270395" y="35687"/>
                  </a:lnTo>
                  <a:lnTo>
                    <a:pt x="266176" y="32481"/>
                  </a:lnTo>
                  <a:lnTo>
                    <a:pt x="261858" y="29411"/>
                  </a:lnTo>
                  <a:lnTo>
                    <a:pt x="257445" y="26479"/>
                  </a:lnTo>
                  <a:lnTo>
                    <a:pt x="252941" y="23688"/>
                  </a:lnTo>
                  <a:lnTo>
                    <a:pt x="248350" y="21041"/>
                  </a:lnTo>
                  <a:lnTo>
                    <a:pt x="243679" y="18542"/>
                  </a:lnTo>
                  <a:lnTo>
                    <a:pt x="238930" y="16191"/>
                  </a:lnTo>
                  <a:lnTo>
                    <a:pt x="234109" y="13992"/>
                  </a:lnTo>
                  <a:lnTo>
                    <a:pt x="229221" y="11947"/>
                  </a:lnTo>
                  <a:lnTo>
                    <a:pt x="224271" y="10058"/>
                  </a:lnTo>
                  <a:lnTo>
                    <a:pt x="219263" y="8327"/>
                  </a:lnTo>
                  <a:lnTo>
                    <a:pt x="214203" y="6756"/>
                  </a:lnTo>
                  <a:lnTo>
                    <a:pt x="209095" y="5345"/>
                  </a:lnTo>
                  <a:lnTo>
                    <a:pt x="203946" y="4098"/>
                  </a:lnTo>
                  <a:lnTo>
                    <a:pt x="198759" y="3014"/>
                  </a:lnTo>
                  <a:lnTo>
                    <a:pt x="193541" y="2095"/>
                  </a:lnTo>
                  <a:lnTo>
                    <a:pt x="188296" y="1341"/>
                  </a:lnTo>
                  <a:lnTo>
                    <a:pt x="183030" y="755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284582" y="4659281"/>
              <a:ext cx="138652" cy="167167"/>
            </a:xfrm>
            <a:custGeom>
              <a:avLst/>
              <a:pathLst>
                <a:path w="138652" h="167167">
                  <a:moveTo>
                    <a:pt x="138652" y="0"/>
                  </a:moveTo>
                  <a:lnTo>
                    <a:pt x="133203" y="88"/>
                  </a:lnTo>
                  <a:lnTo>
                    <a:pt x="127760" y="355"/>
                  </a:lnTo>
                  <a:lnTo>
                    <a:pt x="122328" y="798"/>
                  </a:lnTo>
                  <a:lnTo>
                    <a:pt x="116913" y="1419"/>
                  </a:lnTo>
                  <a:lnTo>
                    <a:pt x="111522" y="2216"/>
                  </a:lnTo>
                  <a:lnTo>
                    <a:pt x="106160" y="3188"/>
                  </a:lnTo>
                  <a:lnTo>
                    <a:pt x="100832" y="4334"/>
                  </a:lnTo>
                  <a:lnTo>
                    <a:pt x="95544" y="5653"/>
                  </a:lnTo>
                  <a:lnTo>
                    <a:pt x="90302" y="7144"/>
                  </a:lnTo>
                  <a:lnTo>
                    <a:pt x="85112" y="8805"/>
                  </a:lnTo>
                  <a:lnTo>
                    <a:pt x="79978" y="10635"/>
                  </a:lnTo>
                  <a:lnTo>
                    <a:pt x="74907" y="12631"/>
                  </a:lnTo>
                  <a:lnTo>
                    <a:pt x="69903" y="14791"/>
                  </a:lnTo>
                  <a:lnTo>
                    <a:pt x="64973" y="17112"/>
                  </a:lnTo>
                  <a:lnTo>
                    <a:pt x="60121" y="19594"/>
                  </a:lnTo>
                  <a:lnTo>
                    <a:pt x="55352" y="22232"/>
                  </a:lnTo>
                  <a:lnTo>
                    <a:pt x="50672" y="25024"/>
                  </a:lnTo>
                  <a:lnTo>
                    <a:pt x="46085" y="27968"/>
                  </a:lnTo>
                  <a:lnTo>
                    <a:pt x="41597" y="31059"/>
                  </a:lnTo>
                  <a:lnTo>
                    <a:pt x="37212" y="34295"/>
                  </a:lnTo>
                  <a:lnTo>
                    <a:pt x="32935" y="37672"/>
                  </a:lnTo>
                  <a:lnTo>
                    <a:pt x="28770" y="41187"/>
                  </a:lnTo>
                  <a:lnTo>
                    <a:pt x="24722" y="44836"/>
                  </a:lnTo>
                  <a:lnTo>
                    <a:pt x="20795" y="48615"/>
                  </a:lnTo>
                  <a:lnTo>
                    <a:pt x="16993" y="52520"/>
                  </a:lnTo>
                  <a:lnTo>
                    <a:pt x="13320" y="56546"/>
                  </a:lnTo>
                  <a:lnTo>
                    <a:pt x="9781" y="60690"/>
                  </a:lnTo>
                  <a:lnTo>
                    <a:pt x="6379" y="64948"/>
                  </a:lnTo>
                  <a:lnTo>
                    <a:pt x="3117" y="69314"/>
                  </a:lnTo>
                  <a:lnTo>
                    <a:pt x="0" y="73784"/>
                  </a:lnTo>
                  <a:lnTo>
                    <a:pt x="13865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84582" y="4733065"/>
              <a:ext cx="138652" cy="93383"/>
            </a:xfrm>
            <a:custGeom>
              <a:avLst/>
              <a:pathLst>
                <a:path w="138652" h="93383">
                  <a:moveTo>
                    <a:pt x="0" y="0"/>
                  </a:moveTo>
                  <a:lnTo>
                    <a:pt x="138652" y="933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84582" y="4733065"/>
              <a:ext cx="138652" cy="93383"/>
            </a:xfrm>
            <a:custGeom>
              <a:avLst/>
              <a:pathLst>
                <a:path w="138652" h="93383">
                  <a:moveTo>
                    <a:pt x="0" y="0"/>
                  </a:moveTo>
                  <a:lnTo>
                    <a:pt x="138652" y="933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256080" y="4733065"/>
              <a:ext cx="334315" cy="260550"/>
            </a:xfrm>
            <a:custGeom>
              <a:avLst/>
              <a:pathLst>
                <a:path w="334315" h="260550">
                  <a:moveTo>
                    <a:pt x="28502" y="0"/>
                  </a:moveTo>
                  <a:lnTo>
                    <a:pt x="25599" y="4461"/>
                  </a:lnTo>
                  <a:lnTo>
                    <a:pt x="22840" y="9013"/>
                  </a:lnTo>
                  <a:lnTo>
                    <a:pt x="20227" y="13650"/>
                  </a:lnTo>
                  <a:lnTo>
                    <a:pt x="17763" y="18368"/>
                  </a:lnTo>
                  <a:lnTo>
                    <a:pt x="15451" y="23162"/>
                  </a:lnTo>
                  <a:lnTo>
                    <a:pt x="13292" y="28027"/>
                  </a:lnTo>
                  <a:lnTo>
                    <a:pt x="11289" y="32959"/>
                  </a:lnTo>
                  <a:lnTo>
                    <a:pt x="9445" y="37952"/>
                  </a:lnTo>
                  <a:lnTo>
                    <a:pt x="7760" y="43001"/>
                  </a:lnTo>
                  <a:lnTo>
                    <a:pt x="6237" y="48101"/>
                  </a:lnTo>
                  <a:lnTo>
                    <a:pt x="4877" y="53247"/>
                  </a:lnTo>
                  <a:lnTo>
                    <a:pt x="3681" y="58434"/>
                  </a:lnTo>
                  <a:lnTo>
                    <a:pt x="2651" y="63656"/>
                  </a:lnTo>
                  <a:lnTo>
                    <a:pt x="1788" y="68908"/>
                  </a:lnTo>
                  <a:lnTo>
                    <a:pt x="1093" y="74185"/>
                  </a:lnTo>
                  <a:lnTo>
                    <a:pt x="566" y="79482"/>
                  </a:lnTo>
                  <a:lnTo>
                    <a:pt x="208" y="84792"/>
                  </a:lnTo>
                  <a:lnTo>
                    <a:pt x="19" y="90112"/>
                  </a:lnTo>
                  <a:lnTo>
                    <a:pt x="0" y="95434"/>
                  </a:lnTo>
                  <a:lnTo>
                    <a:pt x="150" y="100755"/>
                  </a:lnTo>
                  <a:lnTo>
                    <a:pt x="469" y="106068"/>
                  </a:lnTo>
                  <a:lnTo>
                    <a:pt x="957" y="111368"/>
                  </a:lnTo>
                  <a:lnTo>
                    <a:pt x="1614" y="116650"/>
                  </a:lnTo>
                  <a:lnTo>
                    <a:pt x="2439" y="121909"/>
                  </a:lnTo>
                  <a:lnTo>
                    <a:pt x="3430" y="127138"/>
                  </a:lnTo>
                  <a:lnTo>
                    <a:pt x="4588" y="132334"/>
                  </a:lnTo>
                  <a:lnTo>
                    <a:pt x="5911" y="137489"/>
                  </a:lnTo>
                  <a:lnTo>
                    <a:pt x="7396" y="142600"/>
                  </a:lnTo>
                  <a:lnTo>
                    <a:pt x="9044" y="147662"/>
                  </a:lnTo>
                  <a:lnTo>
                    <a:pt x="10853" y="152668"/>
                  </a:lnTo>
                  <a:lnTo>
                    <a:pt x="12819" y="157614"/>
                  </a:lnTo>
                  <a:lnTo>
                    <a:pt x="14942" y="162495"/>
                  </a:lnTo>
                  <a:lnTo>
                    <a:pt x="17220" y="167306"/>
                  </a:lnTo>
                  <a:lnTo>
                    <a:pt x="19649" y="172042"/>
                  </a:lnTo>
                  <a:lnTo>
                    <a:pt x="22228" y="176698"/>
                  </a:lnTo>
                  <a:lnTo>
                    <a:pt x="24954" y="181269"/>
                  </a:lnTo>
                  <a:lnTo>
                    <a:pt x="27824" y="185752"/>
                  </a:lnTo>
                  <a:lnTo>
                    <a:pt x="30836" y="190141"/>
                  </a:lnTo>
                  <a:lnTo>
                    <a:pt x="33985" y="194432"/>
                  </a:lnTo>
                  <a:lnTo>
                    <a:pt x="37270" y="198620"/>
                  </a:lnTo>
                  <a:lnTo>
                    <a:pt x="40686" y="202702"/>
                  </a:lnTo>
                  <a:lnTo>
                    <a:pt x="44230" y="206673"/>
                  </a:lnTo>
                  <a:lnTo>
                    <a:pt x="47899" y="210529"/>
                  </a:lnTo>
                  <a:lnTo>
                    <a:pt x="51689" y="214266"/>
                  </a:lnTo>
                  <a:lnTo>
                    <a:pt x="55596" y="217881"/>
                  </a:lnTo>
                  <a:lnTo>
                    <a:pt x="59617" y="221369"/>
                  </a:lnTo>
                  <a:lnTo>
                    <a:pt x="63746" y="224728"/>
                  </a:lnTo>
                  <a:lnTo>
                    <a:pt x="67980" y="227954"/>
                  </a:lnTo>
                  <a:lnTo>
                    <a:pt x="72314" y="231043"/>
                  </a:lnTo>
                  <a:lnTo>
                    <a:pt x="76745" y="233993"/>
                  </a:lnTo>
                  <a:lnTo>
                    <a:pt x="81267" y="236800"/>
                  </a:lnTo>
                  <a:lnTo>
                    <a:pt x="85877" y="239461"/>
                  </a:lnTo>
                  <a:lnTo>
                    <a:pt x="90568" y="241975"/>
                  </a:lnTo>
                  <a:lnTo>
                    <a:pt x="95338" y="244338"/>
                  </a:lnTo>
                  <a:lnTo>
                    <a:pt x="100180" y="246548"/>
                  </a:lnTo>
                  <a:lnTo>
                    <a:pt x="105090" y="248602"/>
                  </a:lnTo>
                  <a:lnTo>
                    <a:pt x="110064" y="250499"/>
                  </a:lnTo>
                  <a:lnTo>
                    <a:pt x="115094" y="252237"/>
                  </a:lnTo>
                  <a:lnTo>
                    <a:pt x="120178" y="253814"/>
                  </a:lnTo>
                  <a:lnTo>
                    <a:pt x="125310" y="255228"/>
                  </a:lnTo>
                  <a:lnTo>
                    <a:pt x="130483" y="256478"/>
                  </a:lnTo>
                  <a:lnTo>
                    <a:pt x="135694" y="257563"/>
                  </a:lnTo>
                  <a:lnTo>
                    <a:pt x="140937" y="258482"/>
                  </a:lnTo>
                  <a:lnTo>
                    <a:pt x="146207" y="259233"/>
                  </a:lnTo>
                  <a:lnTo>
                    <a:pt x="151497" y="259815"/>
                  </a:lnTo>
                  <a:lnTo>
                    <a:pt x="156804" y="260230"/>
                  </a:lnTo>
                  <a:lnTo>
                    <a:pt x="162121" y="260474"/>
                  </a:lnTo>
                  <a:lnTo>
                    <a:pt x="167443" y="260550"/>
                  </a:lnTo>
                  <a:lnTo>
                    <a:pt x="172765" y="260456"/>
                  </a:lnTo>
                  <a:lnTo>
                    <a:pt x="178081" y="260193"/>
                  </a:lnTo>
                  <a:lnTo>
                    <a:pt x="183386" y="259760"/>
                  </a:lnTo>
                  <a:lnTo>
                    <a:pt x="188675" y="259159"/>
                  </a:lnTo>
                  <a:lnTo>
                    <a:pt x="193942" y="258390"/>
                  </a:lnTo>
                  <a:lnTo>
                    <a:pt x="199182" y="257454"/>
                  </a:lnTo>
                  <a:lnTo>
                    <a:pt x="204389" y="256351"/>
                  </a:lnTo>
                  <a:lnTo>
                    <a:pt x="209558" y="255083"/>
                  </a:lnTo>
                  <a:lnTo>
                    <a:pt x="214685" y="253651"/>
                  </a:lnTo>
                  <a:lnTo>
                    <a:pt x="219763" y="252056"/>
                  </a:lnTo>
                  <a:lnTo>
                    <a:pt x="224788" y="250301"/>
                  </a:lnTo>
                  <a:lnTo>
                    <a:pt x="229754" y="248387"/>
                  </a:lnTo>
                  <a:lnTo>
                    <a:pt x="234657" y="246315"/>
                  </a:lnTo>
                  <a:lnTo>
                    <a:pt x="239492" y="244089"/>
                  </a:lnTo>
                  <a:lnTo>
                    <a:pt x="244253" y="241709"/>
                  </a:lnTo>
                  <a:lnTo>
                    <a:pt x="248936" y="239179"/>
                  </a:lnTo>
                  <a:lnTo>
                    <a:pt x="253537" y="236502"/>
                  </a:lnTo>
                  <a:lnTo>
                    <a:pt x="258049" y="233679"/>
                  </a:lnTo>
                  <a:lnTo>
                    <a:pt x="262470" y="230714"/>
                  </a:lnTo>
                  <a:lnTo>
                    <a:pt x="266794" y="227610"/>
                  </a:lnTo>
                  <a:lnTo>
                    <a:pt x="271016" y="224370"/>
                  </a:lnTo>
                  <a:lnTo>
                    <a:pt x="275134" y="220997"/>
                  </a:lnTo>
                  <a:lnTo>
                    <a:pt x="279142" y="217495"/>
                  </a:lnTo>
                  <a:lnTo>
                    <a:pt x="283036" y="213866"/>
                  </a:lnTo>
                  <a:lnTo>
                    <a:pt x="286813" y="210116"/>
                  </a:lnTo>
                  <a:lnTo>
                    <a:pt x="290469" y="206247"/>
                  </a:lnTo>
                  <a:lnTo>
                    <a:pt x="294000" y="202264"/>
                  </a:lnTo>
                  <a:lnTo>
                    <a:pt x="297402" y="198171"/>
                  </a:lnTo>
                  <a:lnTo>
                    <a:pt x="300672" y="193971"/>
                  </a:lnTo>
                  <a:lnTo>
                    <a:pt x="303807" y="189669"/>
                  </a:lnTo>
                  <a:lnTo>
                    <a:pt x="306803" y="185270"/>
                  </a:lnTo>
                  <a:lnTo>
                    <a:pt x="309657" y="180777"/>
                  </a:lnTo>
                  <a:lnTo>
                    <a:pt x="312368" y="176196"/>
                  </a:lnTo>
                  <a:lnTo>
                    <a:pt x="314930" y="171531"/>
                  </a:lnTo>
                  <a:lnTo>
                    <a:pt x="317344" y="166787"/>
                  </a:lnTo>
                  <a:lnTo>
                    <a:pt x="319604" y="161968"/>
                  </a:lnTo>
                  <a:lnTo>
                    <a:pt x="321711" y="157080"/>
                  </a:lnTo>
                  <a:lnTo>
                    <a:pt x="323660" y="152127"/>
                  </a:lnTo>
                  <a:lnTo>
                    <a:pt x="325451" y="147115"/>
                  </a:lnTo>
                  <a:lnTo>
                    <a:pt x="327081" y="142048"/>
                  </a:lnTo>
                  <a:lnTo>
                    <a:pt x="328550" y="136932"/>
                  </a:lnTo>
                  <a:lnTo>
                    <a:pt x="329854" y="131771"/>
                  </a:lnTo>
                  <a:lnTo>
                    <a:pt x="330994" y="126572"/>
                  </a:lnTo>
                  <a:lnTo>
                    <a:pt x="331968" y="121339"/>
                  </a:lnTo>
                  <a:lnTo>
                    <a:pt x="332774" y="116078"/>
                  </a:lnTo>
                  <a:lnTo>
                    <a:pt x="333413" y="110794"/>
                  </a:lnTo>
                  <a:lnTo>
                    <a:pt x="333883" y="105492"/>
                  </a:lnTo>
                  <a:lnTo>
                    <a:pt x="334184" y="100178"/>
                  </a:lnTo>
                  <a:lnTo>
                    <a:pt x="334315" y="94857"/>
                  </a:lnTo>
                  <a:lnTo>
                    <a:pt x="334277" y="89534"/>
                  </a:lnTo>
                  <a:lnTo>
                    <a:pt x="334070" y="84215"/>
                  </a:lnTo>
                  <a:lnTo>
                    <a:pt x="333694" y="78906"/>
                  </a:lnTo>
                  <a:lnTo>
                    <a:pt x="333148" y="73611"/>
                  </a:lnTo>
                  <a:lnTo>
                    <a:pt x="332435" y="68337"/>
                  </a:lnTo>
                  <a:lnTo>
                    <a:pt x="331554" y="63087"/>
                  </a:lnTo>
                  <a:lnTo>
                    <a:pt x="330506" y="57869"/>
                  </a:lnTo>
                  <a:lnTo>
                    <a:pt x="329292" y="52686"/>
                  </a:lnTo>
                  <a:lnTo>
                    <a:pt x="327915" y="47545"/>
                  </a:lnTo>
                  <a:lnTo>
                    <a:pt x="326374" y="42450"/>
                  </a:lnTo>
                  <a:lnTo>
                    <a:pt x="324672" y="37407"/>
                  </a:lnTo>
                  <a:lnTo>
                    <a:pt x="322810" y="32421"/>
                  </a:lnTo>
                  <a:lnTo>
                    <a:pt x="320790" y="27496"/>
                  </a:lnTo>
                  <a:lnTo>
                    <a:pt x="318614" y="22638"/>
                  </a:lnTo>
                  <a:lnTo>
                    <a:pt x="167154" y="933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423235" y="4659281"/>
              <a:ext cx="151460" cy="167167"/>
            </a:xfrm>
            <a:custGeom>
              <a:avLst/>
              <a:pathLst>
                <a:path w="151460" h="167167">
                  <a:moveTo>
                    <a:pt x="151460" y="96422"/>
                  </a:moveTo>
                  <a:lnTo>
                    <a:pt x="149089" y="91554"/>
                  </a:lnTo>
                  <a:lnTo>
                    <a:pt x="146561" y="86765"/>
                  </a:lnTo>
                  <a:lnTo>
                    <a:pt x="143880" y="82060"/>
                  </a:lnTo>
                  <a:lnTo>
                    <a:pt x="141048" y="77444"/>
                  </a:lnTo>
                  <a:lnTo>
                    <a:pt x="138068" y="72923"/>
                  </a:lnTo>
                  <a:lnTo>
                    <a:pt x="134943" y="68500"/>
                  </a:lnTo>
                  <a:lnTo>
                    <a:pt x="131677" y="64181"/>
                  </a:lnTo>
                  <a:lnTo>
                    <a:pt x="128272" y="59970"/>
                  </a:lnTo>
                  <a:lnTo>
                    <a:pt x="124733" y="55872"/>
                  </a:lnTo>
                  <a:lnTo>
                    <a:pt x="121062" y="51890"/>
                  </a:lnTo>
                  <a:lnTo>
                    <a:pt x="117265" y="48030"/>
                  </a:lnTo>
                  <a:lnTo>
                    <a:pt x="113345" y="44294"/>
                  </a:lnTo>
                  <a:lnTo>
                    <a:pt x="109306" y="40687"/>
                  </a:lnTo>
                  <a:lnTo>
                    <a:pt x="105152" y="37213"/>
                  </a:lnTo>
                  <a:lnTo>
                    <a:pt x="100887" y="33876"/>
                  </a:lnTo>
                  <a:lnTo>
                    <a:pt x="96517" y="30678"/>
                  </a:lnTo>
                  <a:lnTo>
                    <a:pt x="92046" y="27623"/>
                  </a:lnTo>
                  <a:lnTo>
                    <a:pt x="87478" y="24715"/>
                  </a:lnTo>
                  <a:lnTo>
                    <a:pt x="82818" y="21957"/>
                  </a:lnTo>
                  <a:lnTo>
                    <a:pt x="78071" y="19350"/>
                  </a:lnTo>
                  <a:lnTo>
                    <a:pt x="73243" y="16899"/>
                  </a:lnTo>
                  <a:lnTo>
                    <a:pt x="68337" y="14606"/>
                  </a:lnTo>
                  <a:lnTo>
                    <a:pt x="63360" y="12472"/>
                  </a:lnTo>
                  <a:lnTo>
                    <a:pt x="58316" y="10501"/>
                  </a:lnTo>
                  <a:lnTo>
                    <a:pt x="53211" y="8695"/>
                  </a:lnTo>
                  <a:lnTo>
                    <a:pt x="48051" y="7054"/>
                  </a:lnTo>
                  <a:lnTo>
                    <a:pt x="42839" y="5582"/>
                  </a:lnTo>
                  <a:lnTo>
                    <a:pt x="37583" y="4279"/>
                  </a:lnTo>
                  <a:lnTo>
                    <a:pt x="32288" y="3147"/>
                  </a:lnTo>
                  <a:lnTo>
                    <a:pt x="26958" y="2188"/>
                  </a:lnTo>
                  <a:lnTo>
                    <a:pt x="21601" y="1401"/>
                  </a:lnTo>
                  <a:lnTo>
                    <a:pt x="16220" y="788"/>
                  </a:lnTo>
                  <a:lnTo>
                    <a:pt x="10823" y="350"/>
                  </a:lnTo>
                  <a:lnTo>
                    <a:pt x="5414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644923" y="4213821"/>
              <a:ext cx="83549" cy="167167"/>
            </a:xfrm>
            <a:custGeom>
              <a:avLst/>
              <a:pathLst>
                <a:path w="83549" h="167167">
                  <a:moveTo>
                    <a:pt x="83549" y="0"/>
                  </a:moveTo>
                  <a:lnTo>
                    <a:pt x="77717" y="101"/>
                  </a:lnTo>
                  <a:lnTo>
                    <a:pt x="71893" y="406"/>
                  </a:lnTo>
                  <a:lnTo>
                    <a:pt x="66083" y="914"/>
                  </a:lnTo>
                  <a:lnTo>
                    <a:pt x="60294" y="1625"/>
                  </a:lnTo>
                  <a:lnTo>
                    <a:pt x="54533" y="2537"/>
                  </a:lnTo>
                  <a:lnTo>
                    <a:pt x="48808" y="3649"/>
                  </a:lnTo>
                  <a:lnTo>
                    <a:pt x="43125" y="4961"/>
                  </a:lnTo>
                  <a:lnTo>
                    <a:pt x="37492" y="6469"/>
                  </a:lnTo>
                  <a:lnTo>
                    <a:pt x="31914" y="8174"/>
                  </a:lnTo>
                  <a:lnTo>
                    <a:pt x="26399" y="10072"/>
                  </a:lnTo>
                  <a:lnTo>
                    <a:pt x="20954" y="12161"/>
                  </a:lnTo>
                  <a:lnTo>
                    <a:pt x="15585" y="14439"/>
                  </a:lnTo>
                  <a:lnTo>
                    <a:pt x="10298" y="16903"/>
                  </a:lnTo>
                  <a:lnTo>
                    <a:pt x="5101" y="19549"/>
                  </a:lnTo>
                  <a:lnTo>
                    <a:pt x="0" y="22376"/>
                  </a:lnTo>
                  <a:lnTo>
                    <a:pt x="8354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644923" y="4236197"/>
              <a:ext cx="83549" cy="144791"/>
            </a:xfrm>
            <a:custGeom>
              <a:avLst/>
              <a:pathLst>
                <a:path w="83549" h="144791">
                  <a:moveTo>
                    <a:pt x="0" y="0"/>
                  </a:moveTo>
                  <a:lnTo>
                    <a:pt x="83549" y="1447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561323" y="4236197"/>
              <a:ext cx="167148" cy="301269"/>
            </a:xfrm>
            <a:custGeom>
              <a:avLst/>
              <a:pathLst>
                <a:path w="167148" h="301269">
                  <a:moveTo>
                    <a:pt x="83599" y="0"/>
                  </a:moveTo>
                  <a:lnTo>
                    <a:pt x="78972" y="2770"/>
                  </a:lnTo>
                  <a:lnTo>
                    <a:pt x="74436" y="5689"/>
                  </a:lnTo>
                  <a:lnTo>
                    <a:pt x="69996" y="8752"/>
                  </a:lnTo>
                  <a:lnTo>
                    <a:pt x="65658" y="11957"/>
                  </a:lnTo>
                  <a:lnTo>
                    <a:pt x="61426" y="15301"/>
                  </a:lnTo>
                  <a:lnTo>
                    <a:pt x="57303" y="18779"/>
                  </a:lnTo>
                  <a:lnTo>
                    <a:pt x="53295" y="22388"/>
                  </a:lnTo>
                  <a:lnTo>
                    <a:pt x="49405" y="26125"/>
                  </a:lnTo>
                  <a:lnTo>
                    <a:pt x="45638" y="29985"/>
                  </a:lnTo>
                  <a:lnTo>
                    <a:pt x="41998" y="33965"/>
                  </a:lnTo>
                  <a:lnTo>
                    <a:pt x="38488" y="38061"/>
                  </a:lnTo>
                  <a:lnTo>
                    <a:pt x="35111" y="42267"/>
                  </a:lnTo>
                  <a:lnTo>
                    <a:pt x="31872" y="46580"/>
                  </a:lnTo>
                  <a:lnTo>
                    <a:pt x="28774" y="50995"/>
                  </a:lnTo>
                  <a:lnTo>
                    <a:pt x="25820" y="55508"/>
                  </a:lnTo>
                  <a:lnTo>
                    <a:pt x="23014" y="60114"/>
                  </a:lnTo>
                  <a:lnTo>
                    <a:pt x="20357" y="64808"/>
                  </a:lnTo>
                  <a:lnTo>
                    <a:pt x="17853" y="69586"/>
                  </a:lnTo>
                  <a:lnTo>
                    <a:pt x="15504" y="74441"/>
                  </a:lnTo>
                  <a:lnTo>
                    <a:pt x="13314" y="79370"/>
                  </a:lnTo>
                  <a:lnTo>
                    <a:pt x="11283" y="84367"/>
                  </a:lnTo>
                  <a:lnTo>
                    <a:pt x="9415" y="89427"/>
                  </a:lnTo>
                  <a:lnTo>
                    <a:pt x="7711" y="94544"/>
                  </a:lnTo>
                  <a:lnTo>
                    <a:pt x="6173" y="99714"/>
                  </a:lnTo>
                  <a:lnTo>
                    <a:pt x="4803" y="104931"/>
                  </a:lnTo>
                  <a:lnTo>
                    <a:pt x="3601" y="110189"/>
                  </a:lnTo>
                  <a:lnTo>
                    <a:pt x="2570" y="115484"/>
                  </a:lnTo>
                  <a:lnTo>
                    <a:pt x="1710" y="120808"/>
                  </a:lnTo>
                  <a:lnTo>
                    <a:pt x="1023" y="126158"/>
                  </a:lnTo>
                  <a:lnTo>
                    <a:pt x="508" y="131527"/>
                  </a:lnTo>
                  <a:lnTo>
                    <a:pt x="167" y="136910"/>
                  </a:lnTo>
                  <a:lnTo>
                    <a:pt x="0" y="142301"/>
                  </a:lnTo>
                  <a:lnTo>
                    <a:pt x="6" y="147695"/>
                  </a:lnTo>
                  <a:lnTo>
                    <a:pt x="187" y="153086"/>
                  </a:lnTo>
                  <a:lnTo>
                    <a:pt x="541" y="158468"/>
                  </a:lnTo>
                  <a:lnTo>
                    <a:pt x="1069" y="163836"/>
                  </a:lnTo>
                  <a:lnTo>
                    <a:pt x="1770" y="169184"/>
                  </a:lnTo>
                  <a:lnTo>
                    <a:pt x="2643" y="174507"/>
                  </a:lnTo>
                  <a:lnTo>
                    <a:pt x="3688" y="179798"/>
                  </a:lnTo>
                  <a:lnTo>
                    <a:pt x="4902" y="185053"/>
                  </a:lnTo>
                  <a:lnTo>
                    <a:pt x="6285" y="190267"/>
                  </a:lnTo>
                  <a:lnTo>
                    <a:pt x="7836" y="195433"/>
                  </a:lnTo>
                  <a:lnTo>
                    <a:pt x="9553" y="200546"/>
                  </a:lnTo>
                  <a:lnTo>
                    <a:pt x="11434" y="205601"/>
                  </a:lnTo>
                  <a:lnTo>
                    <a:pt x="13477" y="210593"/>
                  </a:lnTo>
                  <a:lnTo>
                    <a:pt x="15680" y="215517"/>
                  </a:lnTo>
                  <a:lnTo>
                    <a:pt x="18040" y="220366"/>
                  </a:lnTo>
                  <a:lnTo>
                    <a:pt x="20556" y="225138"/>
                  </a:lnTo>
                  <a:lnTo>
                    <a:pt x="23224" y="229825"/>
                  </a:lnTo>
                  <a:lnTo>
                    <a:pt x="26043" y="234424"/>
                  </a:lnTo>
                  <a:lnTo>
                    <a:pt x="29008" y="238930"/>
                  </a:lnTo>
                  <a:lnTo>
                    <a:pt x="32117" y="243337"/>
                  </a:lnTo>
                  <a:lnTo>
                    <a:pt x="35366" y="247642"/>
                  </a:lnTo>
                  <a:lnTo>
                    <a:pt x="38753" y="251840"/>
                  </a:lnTo>
                  <a:lnTo>
                    <a:pt x="42273" y="255927"/>
                  </a:lnTo>
                  <a:lnTo>
                    <a:pt x="45924" y="259897"/>
                  </a:lnTo>
                  <a:lnTo>
                    <a:pt x="49700" y="263748"/>
                  </a:lnTo>
                  <a:lnTo>
                    <a:pt x="53599" y="267475"/>
                  </a:lnTo>
                  <a:lnTo>
                    <a:pt x="57616" y="271075"/>
                  </a:lnTo>
                  <a:lnTo>
                    <a:pt x="61748" y="274543"/>
                  </a:lnTo>
                  <a:lnTo>
                    <a:pt x="65988" y="277876"/>
                  </a:lnTo>
                  <a:lnTo>
                    <a:pt x="70335" y="281070"/>
                  </a:lnTo>
                  <a:lnTo>
                    <a:pt x="74781" y="284122"/>
                  </a:lnTo>
                  <a:lnTo>
                    <a:pt x="79325" y="287030"/>
                  </a:lnTo>
                  <a:lnTo>
                    <a:pt x="83959" y="289789"/>
                  </a:lnTo>
                  <a:lnTo>
                    <a:pt x="88680" y="292397"/>
                  </a:lnTo>
                  <a:lnTo>
                    <a:pt x="93483" y="294852"/>
                  </a:lnTo>
                  <a:lnTo>
                    <a:pt x="98363" y="297150"/>
                  </a:lnTo>
                  <a:lnTo>
                    <a:pt x="103314" y="299290"/>
                  </a:lnTo>
                  <a:lnTo>
                    <a:pt x="108331" y="301269"/>
                  </a:lnTo>
                  <a:lnTo>
                    <a:pt x="167148" y="1447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669655" y="4213821"/>
              <a:ext cx="225973" cy="334327"/>
            </a:xfrm>
            <a:custGeom>
              <a:avLst/>
              <a:pathLst>
                <a:path w="225973" h="334327">
                  <a:moveTo>
                    <a:pt x="0" y="323645"/>
                  </a:moveTo>
                  <a:lnTo>
                    <a:pt x="5009" y="325438"/>
                  </a:lnTo>
                  <a:lnTo>
                    <a:pt x="10073" y="327070"/>
                  </a:lnTo>
                  <a:lnTo>
                    <a:pt x="15186" y="328540"/>
                  </a:lnTo>
                  <a:lnTo>
                    <a:pt x="20344" y="329847"/>
                  </a:lnTo>
                  <a:lnTo>
                    <a:pt x="25540" y="330989"/>
                  </a:lnTo>
                  <a:lnTo>
                    <a:pt x="30770" y="331965"/>
                  </a:lnTo>
                  <a:lnTo>
                    <a:pt x="36029" y="332774"/>
                  </a:lnTo>
                  <a:lnTo>
                    <a:pt x="41311" y="333415"/>
                  </a:lnTo>
                  <a:lnTo>
                    <a:pt x="46610" y="333888"/>
                  </a:lnTo>
                  <a:lnTo>
                    <a:pt x="51922" y="334192"/>
                  </a:lnTo>
                  <a:lnTo>
                    <a:pt x="57240" y="334327"/>
                  </a:lnTo>
                  <a:lnTo>
                    <a:pt x="62561" y="334292"/>
                  </a:lnTo>
                  <a:lnTo>
                    <a:pt x="67877" y="334089"/>
                  </a:lnTo>
                  <a:lnTo>
                    <a:pt x="73185" y="333716"/>
                  </a:lnTo>
                  <a:lnTo>
                    <a:pt x="78478" y="333174"/>
                  </a:lnTo>
                  <a:lnTo>
                    <a:pt x="83751" y="332464"/>
                  </a:lnTo>
                  <a:lnTo>
                    <a:pt x="88998" y="331587"/>
                  </a:lnTo>
                  <a:lnTo>
                    <a:pt x="94215" y="330543"/>
                  </a:lnTo>
                  <a:lnTo>
                    <a:pt x="99396" y="329334"/>
                  </a:lnTo>
                  <a:lnTo>
                    <a:pt x="104537" y="327961"/>
                  </a:lnTo>
                  <a:lnTo>
                    <a:pt x="109630" y="326424"/>
                  </a:lnTo>
                  <a:lnTo>
                    <a:pt x="114673" y="324727"/>
                  </a:lnTo>
                  <a:lnTo>
                    <a:pt x="119658" y="322869"/>
                  </a:lnTo>
                  <a:lnTo>
                    <a:pt x="124583" y="320854"/>
                  </a:lnTo>
                  <a:lnTo>
                    <a:pt x="129440" y="318683"/>
                  </a:lnTo>
                  <a:lnTo>
                    <a:pt x="134226" y="316359"/>
                  </a:lnTo>
                  <a:lnTo>
                    <a:pt x="138936" y="313884"/>
                  </a:lnTo>
                  <a:lnTo>
                    <a:pt x="143564" y="311260"/>
                  </a:lnTo>
                  <a:lnTo>
                    <a:pt x="148107" y="308490"/>
                  </a:lnTo>
                  <a:lnTo>
                    <a:pt x="152559" y="305577"/>
                  </a:lnTo>
                  <a:lnTo>
                    <a:pt x="156916" y="302524"/>
                  </a:lnTo>
                  <a:lnTo>
                    <a:pt x="161174" y="299333"/>
                  </a:lnTo>
                  <a:lnTo>
                    <a:pt x="165328" y="296009"/>
                  </a:lnTo>
                  <a:lnTo>
                    <a:pt x="169374" y="292554"/>
                  </a:lnTo>
                  <a:lnTo>
                    <a:pt x="173308" y="288973"/>
                  </a:lnTo>
                  <a:lnTo>
                    <a:pt x="177126" y="285267"/>
                  </a:lnTo>
                  <a:lnTo>
                    <a:pt x="180825" y="281443"/>
                  </a:lnTo>
                  <a:lnTo>
                    <a:pt x="184400" y="277502"/>
                  </a:lnTo>
                  <a:lnTo>
                    <a:pt x="187847" y="273450"/>
                  </a:lnTo>
                  <a:lnTo>
                    <a:pt x="191164" y="269290"/>
                  </a:lnTo>
                  <a:lnTo>
                    <a:pt x="194347" y="265026"/>
                  </a:lnTo>
                  <a:lnTo>
                    <a:pt x="197393" y="260664"/>
                  </a:lnTo>
                  <a:lnTo>
                    <a:pt x="200298" y="256206"/>
                  </a:lnTo>
                  <a:lnTo>
                    <a:pt x="203060" y="251659"/>
                  </a:lnTo>
                  <a:lnTo>
                    <a:pt x="205675" y="247026"/>
                  </a:lnTo>
                  <a:lnTo>
                    <a:pt x="208142" y="242312"/>
                  </a:lnTo>
                  <a:lnTo>
                    <a:pt x="210458" y="237522"/>
                  </a:lnTo>
                  <a:lnTo>
                    <a:pt x="212620" y="232660"/>
                  </a:lnTo>
                  <a:lnTo>
                    <a:pt x="214626" y="227733"/>
                  </a:lnTo>
                  <a:lnTo>
                    <a:pt x="216475" y="222744"/>
                  </a:lnTo>
                  <a:lnTo>
                    <a:pt x="218164" y="217698"/>
                  </a:lnTo>
                  <a:lnTo>
                    <a:pt x="219691" y="212602"/>
                  </a:lnTo>
                  <a:lnTo>
                    <a:pt x="221055" y="207459"/>
                  </a:lnTo>
                  <a:lnTo>
                    <a:pt x="222255" y="202276"/>
                  </a:lnTo>
                  <a:lnTo>
                    <a:pt x="223290" y="197057"/>
                  </a:lnTo>
                  <a:lnTo>
                    <a:pt x="224158" y="191808"/>
                  </a:lnTo>
                  <a:lnTo>
                    <a:pt x="224858" y="186534"/>
                  </a:lnTo>
                  <a:lnTo>
                    <a:pt x="225390" y="181240"/>
                  </a:lnTo>
                  <a:lnTo>
                    <a:pt x="225754" y="175932"/>
                  </a:lnTo>
                  <a:lnTo>
                    <a:pt x="225948" y="170615"/>
                  </a:lnTo>
                  <a:lnTo>
                    <a:pt x="225973" y="165295"/>
                  </a:lnTo>
                  <a:lnTo>
                    <a:pt x="225829" y="159976"/>
                  </a:lnTo>
                  <a:lnTo>
                    <a:pt x="225516" y="154665"/>
                  </a:lnTo>
                  <a:lnTo>
                    <a:pt x="225033" y="149366"/>
                  </a:lnTo>
                  <a:lnTo>
                    <a:pt x="224383" y="144086"/>
                  </a:lnTo>
                  <a:lnTo>
                    <a:pt x="223564" y="138829"/>
                  </a:lnTo>
                  <a:lnTo>
                    <a:pt x="222579" y="133600"/>
                  </a:lnTo>
                  <a:lnTo>
                    <a:pt x="221428" y="128406"/>
                  </a:lnTo>
                  <a:lnTo>
                    <a:pt x="220112" y="123251"/>
                  </a:lnTo>
                  <a:lnTo>
                    <a:pt x="218633" y="118140"/>
                  </a:lnTo>
                  <a:lnTo>
                    <a:pt x="216992" y="113079"/>
                  </a:lnTo>
                  <a:lnTo>
                    <a:pt x="215190" y="108073"/>
                  </a:lnTo>
                  <a:lnTo>
                    <a:pt x="213231" y="103126"/>
                  </a:lnTo>
                  <a:lnTo>
                    <a:pt x="211114" y="98245"/>
                  </a:lnTo>
                  <a:lnTo>
                    <a:pt x="208844" y="93433"/>
                  </a:lnTo>
                  <a:lnTo>
                    <a:pt x="206422" y="88696"/>
                  </a:lnTo>
                  <a:lnTo>
                    <a:pt x="203850" y="84039"/>
                  </a:lnTo>
                  <a:lnTo>
                    <a:pt x="201131" y="79465"/>
                  </a:lnTo>
                  <a:lnTo>
                    <a:pt x="198268" y="74981"/>
                  </a:lnTo>
                  <a:lnTo>
                    <a:pt x="195264" y="70590"/>
                  </a:lnTo>
                  <a:lnTo>
                    <a:pt x="192121" y="66296"/>
                  </a:lnTo>
                  <a:lnTo>
                    <a:pt x="188843" y="62105"/>
                  </a:lnTo>
                  <a:lnTo>
                    <a:pt x="185434" y="58021"/>
                  </a:lnTo>
                  <a:lnTo>
                    <a:pt x="181897" y="54047"/>
                  </a:lnTo>
                  <a:lnTo>
                    <a:pt x="178235" y="50187"/>
                  </a:lnTo>
                  <a:lnTo>
                    <a:pt x="174451" y="46446"/>
                  </a:lnTo>
                  <a:lnTo>
                    <a:pt x="170551" y="42827"/>
                  </a:lnTo>
                  <a:lnTo>
                    <a:pt x="166538" y="39335"/>
                  </a:lnTo>
                  <a:lnTo>
                    <a:pt x="162415" y="35971"/>
                  </a:lnTo>
                  <a:lnTo>
                    <a:pt x="158188" y="32741"/>
                  </a:lnTo>
                  <a:lnTo>
                    <a:pt x="153859" y="29647"/>
                  </a:lnTo>
                  <a:lnTo>
                    <a:pt x="149435" y="26692"/>
                  </a:lnTo>
                  <a:lnTo>
                    <a:pt x="144919" y="23879"/>
                  </a:lnTo>
                  <a:lnTo>
                    <a:pt x="140315" y="21212"/>
                  </a:lnTo>
                  <a:lnTo>
                    <a:pt x="135629" y="18692"/>
                  </a:lnTo>
                  <a:lnTo>
                    <a:pt x="130865" y="16323"/>
                  </a:lnTo>
                  <a:lnTo>
                    <a:pt x="126029" y="14107"/>
                  </a:lnTo>
                  <a:lnTo>
                    <a:pt x="121124" y="12045"/>
                  </a:lnTo>
                  <a:lnTo>
                    <a:pt x="116156" y="10141"/>
                  </a:lnTo>
                  <a:lnTo>
                    <a:pt x="111130" y="8396"/>
                  </a:lnTo>
                  <a:lnTo>
                    <a:pt x="106050" y="6811"/>
                  </a:lnTo>
                  <a:lnTo>
                    <a:pt x="100923" y="5389"/>
                  </a:lnTo>
                  <a:lnTo>
                    <a:pt x="95754" y="4131"/>
                  </a:lnTo>
                  <a:lnTo>
                    <a:pt x="90547" y="3039"/>
                  </a:lnTo>
                  <a:lnTo>
                    <a:pt x="85308" y="2112"/>
                  </a:lnTo>
                  <a:lnTo>
                    <a:pt x="80042" y="1352"/>
                  </a:lnTo>
                  <a:lnTo>
                    <a:pt x="74754" y="761"/>
                  </a:lnTo>
                  <a:lnTo>
                    <a:pt x="69451" y="338"/>
                  </a:lnTo>
                  <a:lnTo>
                    <a:pt x="64136" y="84"/>
                  </a:lnTo>
                  <a:lnTo>
                    <a:pt x="58816" y="0"/>
                  </a:lnTo>
                  <a:lnTo>
                    <a:pt x="5881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924" y="3707720"/>
              <a:ext cx="167087" cy="167167"/>
            </a:xfrm>
            <a:custGeom>
              <a:avLst/>
              <a:pathLst>
                <a:path w="167087" h="167167">
                  <a:moveTo>
                    <a:pt x="167087" y="0"/>
                  </a:moveTo>
                  <a:lnTo>
                    <a:pt x="161725" y="86"/>
                  </a:lnTo>
                  <a:lnTo>
                    <a:pt x="156369" y="343"/>
                  </a:lnTo>
                  <a:lnTo>
                    <a:pt x="151024" y="773"/>
                  </a:lnTo>
                  <a:lnTo>
                    <a:pt x="145695" y="1374"/>
                  </a:lnTo>
                  <a:lnTo>
                    <a:pt x="140389" y="2145"/>
                  </a:lnTo>
                  <a:lnTo>
                    <a:pt x="135110" y="3086"/>
                  </a:lnTo>
                  <a:lnTo>
                    <a:pt x="129863" y="4196"/>
                  </a:lnTo>
                  <a:lnTo>
                    <a:pt x="124656" y="5474"/>
                  </a:lnTo>
                  <a:lnTo>
                    <a:pt x="119491" y="6918"/>
                  </a:lnTo>
                  <a:lnTo>
                    <a:pt x="114376" y="8527"/>
                  </a:lnTo>
                  <a:lnTo>
                    <a:pt x="109315" y="10299"/>
                  </a:lnTo>
                  <a:lnTo>
                    <a:pt x="104313" y="12233"/>
                  </a:lnTo>
                  <a:lnTo>
                    <a:pt x="99377" y="14326"/>
                  </a:lnTo>
                  <a:lnTo>
                    <a:pt x="94509" y="16576"/>
                  </a:lnTo>
                  <a:lnTo>
                    <a:pt x="89717" y="18982"/>
                  </a:lnTo>
                  <a:lnTo>
                    <a:pt x="85004" y="21540"/>
                  </a:lnTo>
                  <a:lnTo>
                    <a:pt x="80375" y="24247"/>
                  </a:lnTo>
                  <a:lnTo>
                    <a:pt x="75836" y="27102"/>
                  </a:lnTo>
                  <a:lnTo>
                    <a:pt x="71390" y="30101"/>
                  </a:lnTo>
                  <a:lnTo>
                    <a:pt x="67043" y="33240"/>
                  </a:lnTo>
                  <a:lnTo>
                    <a:pt x="62799" y="36518"/>
                  </a:lnTo>
                  <a:lnTo>
                    <a:pt x="58663" y="39930"/>
                  </a:lnTo>
                  <a:lnTo>
                    <a:pt x="54638" y="43473"/>
                  </a:lnTo>
                  <a:lnTo>
                    <a:pt x="50728" y="47143"/>
                  </a:lnTo>
                  <a:lnTo>
                    <a:pt x="46938" y="50937"/>
                  </a:lnTo>
                  <a:lnTo>
                    <a:pt x="43272" y="54851"/>
                  </a:lnTo>
                  <a:lnTo>
                    <a:pt x="39734" y="58879"/>
                  </a:lnTo>
                  <a:lnTo>
                    <a:pt x="36326" y="63020"/>
                  </a:lnTo>
                  <a:lnTo>
                    <a:pt x="33053" y="67267"/>
                  </a:lnTo>
                  <a:lnTo>
                    <a:pt x="29918" y="71618"/>
                  </a:lnTo>
                  <a:lnTo>
                    <a:pt x="26924" y="76066"/>
                  </a:lnTo>
                  <a:lnTo>
                    <a:pt x="24074" y="80609"/>
                  </a:lnTo>
                  <a:lnTo>
                    <a:pt x="21371" y="85240"/>
                  </a:lnTo>
                  <a:lnTo>
                    <a:pt x="18819" y="89956"/>
                  </a:lnTo>
                  <a:lnTo>
                    <a:pt x="16418" y="94751"/>
                  </a:lnTo>
                  <a:lnTo>
                    <a:pt x="14173" y="99621"/>
                  </a:lnTo>
                  <a:lnTo>
                    <a:pt x="12086" y="104560"/>
                  </a:lnTo>
                  <a:lnTo>
                    <a:pt x="10157" y="109564"/>
                  </a:lnTo>
                  <a:lnTo>
                    <a:pt x="8390" y="114626"/>
                  </a:lnTo>
                  <a:lnTo>
                    <a:pt x="6787" y="119743"/>
                  </a:lnTo>
                  <a:lnTo>
                    <a:pt x="5348" y="124909"/>
                  </a:lnTo>
                  <a:lnTo>
                    <a:pt x="4076" y="130118"/>
                  </a:lnTo>
                  <a:lnTo>
                    <a:pt x="2972" y="135366"/>
                  </a:lnTo>
                  <a:lnTo>
                    <a:pt x="2036" y="140646"/>
                  </a:lnTo>
                  <a:lnTo>
                    <a:pt x="1271" y="145953"/>
                  </a:lnTo>
                  <a:lnTo>
                    <a:pt x="676" y="151282"/>
                  </a:lnTo>
                  <a:lnTo>
                    <a:pt x="252" y="156628"/>
                  </a:lnTo>
                  <a:lnTo>
                    <a:pt x="0" y="161984"/>
                  </a:lnTo>
                  <a:lnTo>
                    <a:pt x="16708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51844" y="3707728"/>
              <a:ext cx="334333" cy="334312"/>
            </a:xfrm>
            <a:custGeom>
              <a:avLst/>
              <a:pathLst>
                <a:path w="334333" h="334312">
                  <a:moveTo>
                    <a:pt x="80" y="161977"/>
                  </a:moveTo>
                  <a:lnTo>
                    <a:pt x="0" y="167287"/>
                  </a:lnTo>
                  <a:lnTo>
                    <a:pt x="88" y="172597"/>
                  </a:lnTo>
                  <a:lnTo>
                    <a:pt x="345" y="177902"/>
                  </a:lnTo>
                  <a:lnTo>
                    <a:pt x="770" y="183196"/>
                  </a:lnTo>
                  <a:lnTo>
                    <a:pt x="1364" y="188473"/>
                  </a:lnTo>
                  <a:lnTo>
                    <a:pt x="2125" y="193729"/>
                  </a:lnTo>
                  <a:lnTo>
                    <a:pt x="3052" y="198959"/>
                  </a:lnTo>
                  <a:lnTo>
                    <a:pt x="4145" y="204156"/>
                  </a:lnTo>
                  <a:lnTo>
                    <a:pt x="5402" y="209316"/>
                  </a:lnTo>
                  <a:lnTo>
                    <a:pt x="6823" y="214433"/>
                  </a:lnTo>
                  <a:lnTo>
                    <a:pt x="8406" y="219503"/>
                  </a:lnTo>
                  <a:lnTo>
                    <a:pt x="10148" y="224519"/>
                  </a:lnTo>
                  <a:lnTo>
                    <a:pt x="12050" y="229478"/>
                  </a:lnTo>
                  <a:lnTo>
                    <a:pt x="14108" y="234374"/>
                  </a:lnTo>
                  <a:lnTo>
                    <a:pt x="16320" y="239202"/>
                  </a:lnTo>
                  <a:lnTo>
                    <a:pt x="18685" y="243958"/>
                  </a:lnTo>
                  <a:lnTo>
                    <a:pt x="21199" y="248636"/>
                  </a:lnTo>
                  <a:lnTo>
                    <a:pt x="23861" y="253231"/>
                  </a:lnTo>
                  <a:lnTo>
                    <a:pt x="26667" y="257740"/>
                  </a:lnTo>
                  <a:lnTo>
                    <a:pt x="29616" y="262157"/>
                  </a:lnTo>
                  <a:lnTo>
                    <a:pt x="32703" y="266479"/>
                  </a:lnTo>
                  <a:lnTo>
                    <a:pt x="35926" y="270700"/>
                  </a:lnTo>
                  <a:lnTo>
                    <a:pt x="39281" y="274817"/>
                  </a:lnTo>
                  <a:lnTo>
                    <a:pt x="42765" y="278825"/>
                  </a:lnTo>
                  <a:lnTo>
                    <a:pt x="46375" y="282720"/>
                  </a:lnTo>
                  <a:lnTo>
                    <a:pt x="50107" y="286499"/>
                  </a:lnTo>
                  <a:lnTo>
                    <a:pt x="53957" y="290157"/>
                  </a:lnTo>
                  <a:lnTo>
                    <a:pt x="57921" y="293691"/>
                  </a:lnTo>
                  <a:lnTo>
                    <a:pt x="61996" y="297098"/>
                  </a:lnTo>
                  <a:lnTo>
                    <a:pt x="66177" y="300373"/>
                  </a:lnTo>
                  <a:lnTo>
                    <a:pt x="70459" y="303514"/>
                  </a:lnTo>
                  <a:lnTo>
                    <a:pt x="74839" y="306517"/>
                  </a:lnTo>
                  <a:lnTo>
                    <a:pt x="79313" y="309380"/>
                  </a:lnTo>
                  <a:lnTo>
                    <a:pt x="83875" y="312099"/>
                  </a:lnTo>
                  <a:lnTo>
                    <a:pt x="88521" y="314671"/>
                  </a:lnTo>
                  <a:lnTo>
                    <a:pt x="93246" y="317095"/>
                  </a:lnTo>
                  <a:lnTo>
                    <a:pt x="98047" y="319368"/>
                  </a:lnTo>
                  <a:lnTo>
                    <a:pt x="102916" y="321486"/>
                  </a:lnTo>
                  <a:lnTo>
                    <a:pt x="107851" y="323450"/>
                  </a:lnTo>
                  <a:lnTo>
                    <a:pt x="112846" y="325255"/>
                  </a:lnTo>
                  <a:lnTo>
                    <a:pt x="117895" y="326901"/>
                  </a:lnTo>
                  <a:lnTo>
                    <a:pt x="122994" y="328385"/>
                  </a:lnTo>
                  <a:lnTo>
                    <a:pt x="128138" y="329707"/>
                  </a:lnTo>
                  <a:lnTo>
                    <a:pt x="133321" y="330865"/>
                  </a:lnTo>
                  <a:lnTo>
                    <a:pt x="138539" y="331857"/>
                  </a:lnTo>
                  <a:lnTo>
                    <a:pt x="143785" y="332684"/>
                  </a:lnTo>
                  <a:lnTo>
                    <a:pt x="149055" y="333343"/>
                  </a:lnTo>
                  <a:lnTo>
                    <a:pt x="154343" y="333834"/>
                  </a:lnTo>
                  <a:lnTo>
                    <a:pt x="159644" y="334157"/>
                  </a:lnTo>
                  <a:lnTo>
                    <a:pt x="164952" y="334312"/>
                  </a:lnTo>
                  <a:lnTo>
                    <a:pt x="170263" y="334298"/>
                  </a:lnTo>
                  <a:lnTo>
                    <a:pt x="175571" y="334115"/>
                  </a:lnTo>
                  <a:lnTo>
                    <a:pt x="180870" y="333764"/>
                  </a:lnTo>
                  <a:lnTo>
                    <a:pt x="186156" y="333245"/>
                  </a:lnTo>
                  <a:lnTo>
                    <a:pt x="191422" y="332558"/>
                  </a:lnTo>
                  <a:lnTo>
                    <a:pt x="196664" y="331704"/>
                  </a:lnTo>
                  <a:lnTo>
                    <a:pt x="201876" y="330684"/>
                  </a:lnTo>
                  <a:lnTo>
                    <a:pt x="207053" y="329499"/>
                  </a:lnTo>
                  <a:lnTo>
                    <a:pt x="212189" y="328150"/>
                  </a:lnTo>
                  <a:lnTo>
                    <a:pt x="217281" y="326638"/>
                  </a:lnTo>
                  <a:lnTo>
                    <a:pt x="222321" y="324966"/>
                  </a:lnTo>
                  <a:lnTo>
                    <a:pt x="227306" y="323134"/>
                  </a:lnTo>
                  <a:lnTo>
                    <a:pt x="232231" y="321145"/>
                  </a:lnTo>
                  <a:lnTo>
                    <a:pt x="237089" y="319001"/>
                  </a:lnTo>
                  <a:lnTo>
                    <a:pt x="241877" y="316703"/>
                  </a:lnTo>
                  <a:lnTo>
                    <a:pt x="246590" y="314254"/>
                  </a:lnTo>
                  <a:lnTo>
                    <a:pt x="251223" y="311657"/>
                  </a:lnTo>
                  <a:lnTo>
                    <a:pt x="255770" y="308914"/>
                  </a:lnTo>
                  <a:lnTo>
                    <a:pt x="260228" y="306028"/>
                  </a:lnTo>
                  <a:lnTo>
                    <a:pt x="264593" y="303002"/>
                  </a:lnTo>
                  <a:lnTo>
                    <a:pt x="268859" y="299838"/>
                  </a:lnTo>
                  <a:lnTo>
                    <a:pt x="273022" y="296541"/>
                  </a:lnTo>
                  <a:lnTo>
                    <a:pt x="277079" y="293113"/>
                  </a:lnTo>
                  <a:lnTo>
                    <a:pt x="281024" y="289558"/>
                  </a:lnTo>
                  <a:lnTo>
                    <a:pt x="284855" y="285880"/>
                  </a:lnTo>
                  <a:lnTo>
                    <a:pt x="288567" y="282081"/>
                  </a:lnTo>
                  <a:lnTo>
                    <a:pt x="292156" y="278167"/>
                  </a:lnTo>
                  <a:lnTo>
                    <a:pt x="295619" y="274141"/>
                  </a:lnTo>
                  <a:lnTo>
                    <a:pt x="298953" y="270006"/>
                  </a:lnTo>
                  <a:lnTo>
                    <a:pt x="302153" y="265768"/>
                  </a:lnTo>
                  <a:lnTo>
                    <a:pt x="305217" y="261430"/>
                  </a:lnTo>
                  <a:lnTo>
                    <a:pt x="308142" y="256998"/>
                  </a:lnTo>
                  <a:lnTo>
                    <a:pt x="310925" y="252474"/>
                  </a:lnTo>
                  <a:lnTo>
                    <a:pt x="313562" y="247864"/>
                  </a:lnTo>
                  <a:lnTo>
                    <a:pt x="316052" y="243173"/>
                  </a:lnTo>
                  <a:lnTo>
                    <a:pt x="318392" y="238405"/>
                  </a:lnTo>
                  <a:lnTo>
                    <a:pt x="320579" y="233566"/>
                  </a:lnTo>
                  <a:lnTo>
                    <a:pt x="322611" y="228659"/>
                  </a:lnTo>
                  <a:lnTo>
                    <a:pt x="324486" y="223690"/>
                  </a:lnTo>
                  <a:lnTo>
                    <a:pt x="326202" y="218664"/>
                  </a:lnTo>
                  <a:lnTo>
                    <a:pt x="327758" y="213586"/>
                  </a:lnTo>
                  <a:lnTo>
                    <a:pt x="329152" y="208462"/>
                  </a:lnTo>
                  <a:lnTo>
                    <a:pt x="330382" y="203295"/>
                  </a:lnTo>
                  <a:lnTo>
                    <a:pt x="331447" y="198092"/>
                  </a:lnTo>
                  <a:lnTo>
                    <a:pt x="332347" y="192858"/>
                  </a:lnTo>
                  <a:lnTo>
                    <a:pt x="333080" y="187598"/>
                  </a:lnTo>
                  <a:lnTo>
                    <a:pt x="333646" y="182318"/>
                  </a:lnTo>
                  <a:lnTo>
                    <a:pt x="334043" y="177022"/>
                  </a:lnTo>
                  <a:lnTo>
                    <a:pt x="334272" y="171716"/>
                  </a:lnTo>
                  <a:lnTo>
                    <a:pt x="334333" y="166405"/>
                  </a:lnTo>
                  <a:lnTo>
                    <a:pt x="334224" y="161095"/>
                  </a:lnTo>
                  <a:lnTo>
                    <a:pt x="333947" y="155792"/>
                  </a:lnTo>
                  <a:lnTo>
                    <a:pt x="333502" y="150500"/>
                  </a:lnTo>
                  <a:lnTo>
                    <a:pt x="332889" y="145224"/>
                  </a:lnTo>
                  <a:lnTo>
                    <a:pt x="332109" y="139971"/>
                  </a:lnTo>
                  <a:lnTo>
                    <a:pt x="331162" y="134745"/>
                  </a:lnTo>
                  <a:lnTo>
                    <a:pt x="330049" y="129552"/>
                  </a:lnTo>
                  <a:lnTo>
                    <a:pt x="328772" y="124397"/>
                  </a:lnTo>
                  <a:lnTo>
                    <a:pt x="327332" y="119285"/>
                  </a:lnTo>
                  <a:lnTo>
                    <a:pt x="325731" y="114221"/>
                  </a:lnTo>
                  <a:lnTo>
                    <a:pt x="323969" y="109211"/>
                  </a:lnTo>
                  <a:lnTo>
                    <a:pt x="322049" y="104260"/>
                  </a:lnTo>
                  <a:lnTo>
                    <a:pt x="319973" y="99371"/>
                  </a:lnTo>
                  <a:lnTo>
                    <a:pt x="317743" y="94552"/>
                  </a:lnTo>
                  <a:lnTo>
                    <a:pt x="315360" y="89805"/>
                  </a:lnTo>
                  <a:lnTo>
                    <a:pt x="312828" y="85137"/>
                  </a:lnTo>
                  <a:lnTo>
                    <a:pt x="310149" y="80551"/>
                  </a:lnTo>
                  <a:lnTo>
                    <a:pt x="307326" y="76053"/>
                  </a:lnTo>
                  <a:lnTo>
                    <a:pt x="304361" y="71646"/>
                  </a:lnTo>
                  <a:lnTo>
                    <a:pt x="301258" y="67337"/>
                  </a:lnTo>
                  <a:lnTo>
                    <a:pt x="298019" y="63127"/>
                  </a:lnTo>
                  <a:lnTo>
                    <a:pt x="294648" y="59023"/>
                  </a:lnTo>
                  <a:lnTo>
                    <a:pt x="291149" y="55028"/>
                  </a:lnTo>
                  <a:lnTo>
                    <a:pt x="287525" y="51147"/>
                  </a:lnTo>
                  <a:lnTo>
                    <a:pt x="283779" y="47382"/>
                  </a:lnTo>
                  <a:lnTo>
                    <a:pt x="279915" y="43738"/>
                  </a:lnTo>
                  <a:lnTo>
                    <a:pt x="275937" y="40219"/>
                  </a:lnTo>
                  <a:lnTo>
                    <a:pt x="271850" y="36828"/>
                  </a:lnTo>
                  <a:lnTo>
                    <a:pt x="267657" y="33568"/>
                  </a:lnTo>
                  <a:lnTo>
                    <a:pt x="263363" y="30443"/>
                  </a:lnTo>
                  <a:lnTo>
                    <a:pt x="258971" y="27457"/>
                  </a:lnTo>
                  <a:lnTo>
                    <a:pt x="254487" y="24611"/>
                  </a:lnTo>
                  <a:lnTo>
                    <a:pt x="249915" y="21909"/>
                  </a:lnTo>
                  <a:lnTo>
                    <a:pt x="245259" y="19354"/>
                  </a:lnTo>
                  <a:lnTo>
                    <a:pt x="240525" y="16948"/>
                  </a:lnTo>
                  <a:lnTo>
                    <a:pt x="235716" y="14693"/>
                  </a:lnTo>
                  <a:lnTo>
                    <a:pt x="230838" y="12593"/>
                  </a:lnTo>
                  <a:lnTo>
                    <a:pt x="225896" y="10648"/>
                  </a:lnTo>
                  <a:lnTo>
                    <a:pt x="220895" y="8861"/>
                  </a:lnTo>
                  <a:lnTo>
                    <a:pt x="215839" y="7235"/>
                  </a:lnTo>
                  <a:lnTo>
                    <a:pt x="210735" y="5769"/>
                  </a:lnTo>
                  <a:lnTo>
                    <a:pt x="205586" y="4467"/>
                  </a:lnTo>
                  <a:lnTo>
                    <a:pt x="200399" y="3328"/>
                  </a:lnTo>
                  <a:lnTo>
                    <a:pt x="195178" y="2355"/>
                  </a:lnTo>
                  <a:lnTo>
                    <a:pt x="189928" y="1549"/>
                  </a:lnTo>
                  <a:lnTo>
                    <a:pt x="184656" y="909"/>
                  </a:lnTo>
                  <a:lnTo>
                    <a:pt x="179366" y="438"/>
                  </a:lnTo>
                  <a:lnTo>
                    <a:pt x="174064" y="134"/>
                  </a:lnTo>
                  <a:lnTo>
                    <a:pt x="168755" y="0"/>
                  </a:lnTo>
                  <a:lnTo>
                    <a:pt x="167167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919011" y="3707720"/>
              <a:ext cx="1587" cy="167167"/>
            </a:xfrm>
            <a:custGeom>
              <a:avLst/>
              <a:pathLst>
                <a:path w="1587" h="167167">
                  <a:moveTo>
                    <a:pt x="1587" y="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tx76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2025-06-05T15:16:14Z</dcterms:modified>
  <cp:category/>
</cp:coreProperties>
</file>