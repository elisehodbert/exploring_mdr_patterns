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9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52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45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99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9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45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45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52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45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99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11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08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77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9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52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11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9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9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55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97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40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6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19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27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5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19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49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19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49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69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97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7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08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52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52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10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84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52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63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55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03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09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52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68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40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52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67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27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52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76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49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52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76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49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52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84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55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7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77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11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11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63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197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26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28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11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75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45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99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08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9947" y="3170392"/>
              <a:ext cx="53831" cy="167167"/>
            </a:xfrm>
            <a:custGeom>
              <a:avLst/>
              <a:pathLst>
                <a:path w="53831" h="167167">
                  <a:moveTo>
                    <a:pt x="53831" y="0"/>
                  </a:moveTo>
                  <a:lnTo>
                    <a:pt x="47743" y="110"/>
                  </a:lnTo>
                  <a:lnTo>
                    <a:pt x="41662" y="443"/>
                  </a:lnTo>
                  <a:lnTo>
                    <a:pt x="35598" y="997"/>
                  </a:lnTo>
                  <a:lnTo>
                    <a:pt x="29558" y="1771"/>
                  </a:lnTo>
                  <a:lnTo>
                    <a:pt x="23550" y="2765"/>
                  </a:lnTo>
                  <a:lnTo>
                    <a:pt x="17583" y="3977"/>
                  </a:lnTo>
                  <a:lnTo>
                    <a:pt x="11663" y="5405"/>
                  </a:lnTo>
                  <a:lnTo>
                    <a:pt x="5799" y="7049"/>
                  </a:lnTo>
                  <a:lnTo>
                    <a:pt x="0" y="8904"/>
                  </a:lnTo>
                  <a:lnTo>
                    <a:pt x="5383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9947" y="3179297"/>
              <a:ext cx="53831" cy="158262"/>
            </a:xfrm>
            <a:custGeom>
              <a:avLst/>
              <a:pathLst>
                <a:path w="53831" h="158262">
                  <a:moveTo>
                    <a:pt x="0" y="0"/>
                  </a:moveTo>
                  <a:lnTo>
                    <a:pt x="53831" y="1582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816616" y="3170479"/>
              <a:ext cx="334314" cy="334245"/>
            </a:xfrm>
            <a:custGeom>
              <a:avLst/>
              <a:pathLst>
                <a:path w="334314" h="334245">
                  <a:moveTo>
                    <a:pt x="113330" y="8817"/>
                  </a:moveTo>
                  <a:lnTo>
                    <a:pt x="108345" y="10601"/>
                  </a:lnTo>
                  <a:lnTo>
                    <a:pt x="103419" y="12543"/>
                  </a:lnTo>
                  <a:lnTo>
                    <a:pt x="98557" y="14639"/>
                  </a:lnTo>
                  <a:lnTo>
                    <a:pt x="93764" y="16888"/>
                  </a:lnTo>
                  <a:lnTo>
                    <a:pt x="89044" y="19288"/>
                  </a:lnTo>
                  <a:lnTo>
                    <a:pt x="84403" y="21836"/>
                  </a:lnTo>
                  <a:lnTo>
                    <a:pt x="79845" y="24529"/>
                  </a:lnTo>
                  <a:lnTo>
                    <a:pt x="75374" y="27366"/>
                  </a:lnTo>
                  <a:lnTo>
                    <a:pt x="70996" y="30343"/>
                  </a:lnTo>
                  <a:lnTo>
                    <a:pt x="66714" y="33457"/>
                  </a:lnTo>
                  <a:lnTo>
                    <a:pt x="62532" y="36705"/>
                  </a:lnTo>
                  <a:lnTo>
                    <a:pt x="58456" y="40084"/>
                  </a:lnTo>
                  <a:lnTo>
                    <a:pt x="54489" y="43590"/>
                  </a:lnTo>
                  <a:lnTo>
                    <a:pt x="50635" y="47221"/>
                  </a:lnTo>
                  <a:lnTo>
                    <a:pt x="46897" y="50971"/>
                  </a:lnTo>
                  <a:lnTo>
                    <a:pt x="43280" y="54838"/>
                  </a:lnTo>
                  <a:lnTo>
                    <a:pt x="39788" y="58817"/>
                  </a:lnTo>
                  <a:lnTo>
                    <a:pt x="36423" y="62905"/>
                  </a:lnTo>
                  <a:lnTo>
                    <a:pt x="33190" y="67098"/>
                  </a:lnTo>
                  <a:lnTo>
                    <a:pt x="30091" y="71391"/>
                  </a:lnTo>
                  <a:lnTo>
                    <a:pt x="27129" y="75780"/>
                  </a:lnTo>
                  <a:lnTo>
                    <a:pt x="24308" y="80260"/>
                  </a:lnTo>
                  <a:lnTo>
                    <a:pt x="21630" y="84828"/>
                  </a:lnTo>
                  <a:lnTo>
                    <a:pt x="19098" y="89478"/>
                  </a:lnTo>
                  <a:lnTo>
                    <a:pt x="16715" y="94206"/>
                  </a:lnTo>
                  <a:lnTo>
                    <a:pt x="14483" y="99007"/>
                  </a:lnTo>
                  <a:lnTo>
                    <a:pt x="12403" y="103876"/>
                  </a:lnTo>
                  <a:lnTo>
                    <a:pt x="10479" y="108809"/>
                  </a:lnTo>
                  <a:lnTo>
                    <a:pt x="8713" y="113800"/>
                  </a:lnTo>
                  <a:lnTo>
                    <a:pt x="7105" y="118845"/>
                  </a:lnTo>
                  <a:lnTo>
                    <a:pt x="5658" y="123938"/>
                  </a:lnTo>
                  <a:lnTo>
                    <a:pt x="4372" y="129074"/>
                  </a:lnTo>
                  <a:lnTo>
                    <a:pt x="3250" y="134249"/>
                  </a:lnTo>
                  <a:lnTo>
                    <a:pt x="2293" y="139456"/>
                  </a:lnTo>
                  <a:lnTo>
                    <a:pt x="1501" y="144691"/>
                  </a:lnTo>
                  <a:lnTo>
                    <a:pt x="875" y="149949"/>
                  </a:lnTo>
                  <a:lnTo>
                    <a:pt x="416" y="155223"/>
                  </a:lnTo>
                  <a:lnTo>
                    <a:pt x="124" y="160510"/>
                  </a:lnTo>
                  <a:lnTo>
                    <a:pt x="0" y="165803"/>
                  </a:lnTo>
                  <a:lnTo>
                    <a:pt x="43" y="171098"/>
                  </a:lnTo>
                  <a:lnTo>
                    <a:pt x="254" y="176388"/>
                  </a:lnTo>
                  <a:lnTo>
                    <a:pt x="632" y="181669"/>
                  </a:lnTo>
                  <a:lnTo>
                    <a:pt x="1178" y="186936"/>
                  </a:lnTo>
                  <a:lnTo>
                    <a:pt x="1890" y="192182"/>
                  </a:lnTo>
                  <a:lnTo>
                    <a:pt x="2768" y="197404"/>
                  </a:lnTo>
                  <a:lnTo>
                    <a:pt x="3811" y="202595"/>
                  </a:lnTo>
                  <a:lnTo>
                    <a:pt x="5017" y="207750"/>
                  </a:lnTo>
                  <a:lnTo>
                    <a:pt x="6387" y="212865"/>
                  </a:lnTo>
                  <a:lnTo>
                    <a:pt x="7917" y="217933"/>
                  </a:lnTo>
                  <a:lnTo>
                    <a:pt x="9608" y="222951"/>
                  </a:lnTo>
                  <a:lnTo>
                    <a:pt x="11456" y="227912"/>
                  </a:lnTo>
                  <a:lnTo>
                    <a:pt x="13461" y="232813"/>
                  </a:lnTo>
                  <a:lnTo>
                    <a:pt x="15619" y="237647"/>
                  </a:lnTo>
                  <a:lnTo>
                    <a:pt x="17930" y="242411"/>
                  </a:lnTo>
                  <a:lnTo>
                    <a:pt x="20391" y="247099"/>
                  </a:lnTo>
                  <a:lnTo>
                    <a:pt x="22998" y="251707"/>
                  </a:lnTo>
                  <a:lnTo>
                    <a:pt x="25751" y="256230"/>
                  </a:lnTo>
                  <a:lnTo>
                    <a:pt x="28645" y="260664"/>
                  </a:lnTo>
                  <a:lnTo>
                    <a:pt x="31678" y="265004"/>
                  </a:lnTo>
                  <a:lnTo>
                    <a:pt x="34847" y="269245"/>
                  </a:lnTo>
                  <a:lnTo>
                    <a:pt x="38149" y="273384"/>
                  </a:lnTo>
                  <a:lnTo>
                    <a:pt x="41580" y="277417"/>
                  </a:lnTo>
                  <a:lnTo>
                    <a:pt x="45138" y="281338"/>
                  </a:lnTo>
                  <a:lnTo>
                    <a:pt x="48817" y="285145"/>
                  </a:lnTo>
                  <a:lnTo>
                    <a:pt x="52616" y="288834"/>
                  </a:lnTo>
                  <a:lnTo>
                    <a:pt x="56529" y="292401"/>
                  </a:lnTo>
                  <a:lnTo>
                    <a:pt x="60553" y="295841"/>
                  </a:lnTo>
                  <a:lnTo>
                    <a:pt x="64684" y="299153"/>
                  </a:lnTo>
                  <a:lnTo>
                    <a:pt x="68918" y="302332"/>
                  </a:lnTo>
                  <a:lnTo>
                    <a:pt x="73251" y="305375"/>
                  </a:lnTo>
                  <a:lnTo>
                    <a:pt x="77678" y="308280"/>
                  </a:lnTo>
                  <a:lnTo>
                    <a:pt x="82194" y="311043"/>
                  </a:lnTo>
                  <a:lnTo>
                    <a:pt x="86796" y="313662"/>
                  </a:lnTo>
                  <a:lnTo>
                    <a:pt x="91478" y="316133"/>
                  </a:lnTo>
                  <a:lnTo>
                    <a:pt x="96237" y="318456"/>
                  </a:lnTo>
                  <a:lnTo>
                    <a:pt x="101066" y="320626"/>
                  </a:lnTo>
                  <a:lnTo>
                    <a:pt x="105962" y="322642"/>
                  </a:lnTo>
                  <a:lnTo>
                    <a:pt x="110919" y="324502"/>
                  </a:lnTo>
                  <a:lnTo>
                    <a:pt x="115933" y="326204"/>
                  </a:lnTo>
                  <a:lnTo>
                    <a:pt x="120998" y="327747"/>
                  </a:lnTo>
                  <a:lnTo>
                    <a:pt x="126109" y="329128"/>
                  </a:lnTo>
                  <a:lnTo>
                    <a:pt x="131261" y="330347"/>
                  </a:lnTo>
                  <a:lnTo>
                    <a:pt x="136450" y="331402"/>
                  </a:lnTo>
                  <a:lnTo>
                    <a:pt x="141669" y="332292"/>
                  </a:lnTo>
                  <a:lnTo>
                    <a:pt x="146914" y="333017"/>
                  </a:lnTo>
                  <a:lnTo>
                    <a:pt x="152179" y="333575"/>
                  </a:lnTo>
                  <a:lnTo>
                    <a:pt x="157459" y="333966"/>
                  </a:lnTo>
                  <a:lnTo>
                    <a:pt x="162749" y="334189"/>
                  </a:lnTo>
                  <a:lnTo>
                    <a:pt x="168044" y="334245"/>
                  </a:lnTo>
                  <a:lnTo>
                    <a:pt x="173337" y="334133"/>
                  </a:lnTo>
                  <a:lnTo>
                    <a:pt x="178625" y="333854"/>
                  </a:lnTo>
                  <a:lnTo>
                    <a:pt x="183900" y="333407"/>
                  </a:lnTo>
                  <a:lnTo>
                    <a:pt x="189159" y="332794"/>
                  </a:lnTo>
                  <a:lnTo>
                    <a:pt x="194396" y="332014"/>
                  </a:lnTo>
                  <a:lnTo>
                    <a:pt x="199606" y="331069"/>
                  </a:lnTo>
                  <a:lnTo>
                    <a:pt x="204783" y="329959"/>
                  </a:lnTo>
                  <a:lnTo>
                    <a:pt x="209922" y="328686"/>
                  </a:lnTo>
                  <a:lnTo>
                    <a:pt x="215019" y="327251"/>
                  </a:lnTo>
                  <a:lnTo>
                    <a:pt x="220067" y="325655"/>
                  </a:lnTo>
                  <a:lnTo>
                    <a:pt x="225063" y="323900"/>
                  </a:lnTo>
                  <a:lnTo>
                    <a:pt x="230000" y="321988"/>
                  </a:lnTo>
                  <a:lnTo>
                    <a:pt x="234874" y="319920"/>
                  </a:lnTo>
                  <a:lnTo>
                    <a:pt x="239680" y="317699"/>
                  </a:lnTo>
                  <a:lnTo>
                    <a:pt x="244414" y="315327"/>
                  </a:lnTo>
                  <a:lnTo>
                    <a:pt x="249070" y="312806"/>
                  </a:lnTo>
                  <a:lnTo>
                    <a:pt x="253644" y="310139"/>
                  </a:lnTo>
                  <a:lnTo>
                    <a:pt x="258131" y="307328"/>
                  </a:lnTo>
                  <a:lnTo>
                    <a:pt x="262527" y="304377"/>
                  </a:lnTo>
                  <a:lnTo>
                    <a:pt x="266827" y="301288"/>
                  </a:lnTo>
                  <a:lnTo>
                    <a:pt x="271027" y="298065"/>
                  </a:lnTo>
                  <a:lnTo>
                    <a:pt x="275123" y="294710"/>
                  </a:lnTo>
                  <a:lnTo>
                    <a:pt x="279111" y="291227"/>
                  </a:lnTo>
                  <a:lnTo>
                    <a:pt x="282987" y="287619"/>
                  </a:lnTo>
                  <a:lnTo>
                    <a:pt x="286746" y="283891"/>
                  </a:lnTo>
                  <a:lnTo>
                    <a:pt x="290385" y="280045"/>
                  </a:lnTo>
                  <a:lnTo>
                    <a:pt x="293901" y="276086"/>
                  </a:lnTo>
                  <a:lnTo>
                    <a:pt x="297289" y="272018"/>
                  </a:lnTo>
                  <a:lnTo>
                    <a:pt x="300547" y="267844"/>
                  </a:lnTo>
                  <a:lnTo>
                    <a:pt x="303671" y="263569"/>
                  </a:lnTo>
                  <a:lnTo>
                    <a:pt x="306659" y="259198"/>
                  </a:lnTo>
                  <a:lnTo>
                    <a:pt x="309506" y="254734"/>
                  </a:lnTo>
                  <a:lnTo>
                    <a:pt x="312210" y="250182"/>
                  </a:lnTo>
                  <a:lnTo>
                    <a:pt x="314769" y="245547"/>
                  </a:lnTo>
                  <a:lnTo>
                    <a:pt x="317180" y="240833"/>
                  </a:lnTo>
                  <a:lnTo>
                    <a:pt x="319441" y="236045"/>
                  </a:lnTo>
                  <a:lnTo>
                    <a:pt x="321548" y="231188"/>
                  </a:lnTo>
                  <a:lnTo>
                    <a:pt x="323501" y="226266"/>
                  </a:lnTo>
                  <a:lnTo>
                    <a:pt x="325297" y="221286"/>
                  </a:lnTo>
                  <a:lnTo>
                    <a:pt x="326934" y="216251"/>
                  </a:lnTo>
                  <a:lnTo>
                    <a:pt x="328411" y="211166"/>
                  </a:lnTo>
                  <a:lnTo>
                    <a:pt x="329727" y="206037"/>
                  </a:lnTo>
                  <a:lnTo>
                    <a:pt x="330879" y="200870"/>
                  </a:lnTo>
                  <a:lnTo>
                    <a:pt x="331867" y="195668"/>
                  </a:lnTo>
                  <a:lnTo>
                    <a:pt x="332690" y="190438"/>
                  </a:lnTo>
                  <a:lnTo>
                    <a:pt x="333346" y="185184"/>
                  </a:lnTo>
                  <a:lnTo>
                    <a:pt x="333836" y="179912"/>
                  </a:lnTo>
                  <a:lnTo>
                    <a:pt x="334159" y="174627"/>
                  </a:lnTo>
                  <a:lnTo>
                    <a:pt x="334314" y="169335"/>
                  </a:lnTo>
                  <a:lnTo>
                    <a:pt x="334302" y="164040"/>
                  </a:lnTo>
                  <a:lnTo>
                    <a:pt x="334122" y="158748"/>
                  </a:lnTo>
                  <a:lnTo>
                    <a:pt x="333774" y="153465"/>
                  </a:lnTo>
                  <a:lnTo>
                    <a:pt x="333259" y="148196"/>
                  </a:lnTo>
                  <a:lnTo>
                    <a:pt x="332578" y="142945"/>
                  </a:lnTo>
                  <a:lnTo>
                    <a:pt x="331731" y="137718"/>
                  </a:lnTo>
                  <a:lnTo>
                    <a:pt x="330718" y="132521"/>
                  </a:lnTo>
                  <a:lnTo>
                    <a:pt x="329542" y="127359"/>
                  </a:lnTo>
                  <a:lnTo>
                    <a:pt x="328203" y="122237"/>
                  </a:lnTo>
                  <a:lnTo>
                    <a:pt x="326702" y="117159"/>
                  </a:lnTo>
                  <a:lnTo>
                    <a:pt x="325041" y="112132"/>
                  </a:lnTo>
                  <a:lnTo>
                    <a:pt x="323221" y="107160"/>
                  </a:lnTo>
                  <a:lnTo>
                    <a:pt x="321245" y="102247"/>
                  </a:lnTo>
                  <a:lnTo>
                    <a:pt x="319115" y="97400"/>
                  </a:lnTo>
                  <a:lnTo>
                    <a:pt x="316832" y="92623"/>
                  </a:lnTo>
                  <a:lnTo>
                    <a:pt x="314399" y="87920"/>
                  </a:lnTo>
                  <a:lnTo>
                    <a:pt x="311818" y="83297"/>
                  </a:lnTo>
                  <a:lnTo>
                    <a:pt x="309092" y="78758"/>
                  </a:lnTo>
                  <a:lnTo>
                    <a:pt x="306224" y="74308"/>
                  </a:lnTo>
                  <a:lnTo>
                    <a:pt x="303216" y="69950"/>
                  </a:lnTo>
                  <a:lnTo>
                    <a:pt x="300072" y="65690"/>
                  </a:lnTo>
                  <a:lnTo>
                    <a:pt x="296795" y="61532"/>
                  </a:lnTo>
                  <a:lnTo>
                    <a:pt x="293387" y="57480"/>
                  </a:lnTo>
                  <a:lnTo>
                    <a:pt x="289853" y="53537"/>
                  </a:lnTo>
                  <a:lnTo>
                    <a:pt x="286195" y="49709"/>
                  </a:lnTo>
                  <a:lnTo>
                    <a:pt x="282419" y="45998"/>
                  </a:lnTo>
                  <a:lnTo>
                    <a:pt x="278526" y="42409"/>
                  </a:lnTo>
                  <a:lnTo>
                    <a:pt x="274522" y="38944"/>
                  </a:lnTo>
                  <a:lnTo>
                    <a:pt x="270411" y="35609"/>
                  </a:lnTo>
                  <a:lnTo>
                    <a:pt x="266195" y="32405"/>
                  </a:lnTo>
                  <a:lnTo>
                    <a:pt x="261881" y="29336"/>
                  </a:lnTo>
                  <a:lnTo>
                    <a:pt x="257471" y="26406"/>
                  </a:lnTo>
                  <a:lnTo>
                    <a:pt x="252971" y="23616"/>
                  </a:lnTo>
                  <a:lnTo>
                    <a:pt x="248384" y="20971"/>
                  </a:lnTo>
                  <a:lnTo>
                    <a:pt x="243716" y="18472"/>
                  </a:lnTo>
                  <a:lnTo>
                    <a:pt x="238972" y="16122"/>
                  </a:lnTo>
                  <a:lnTo>
                    <a:pt x="234155" y="13924"/>
                  </a:lnTo>
                  <a:lnTo>
                    <a:pt x="229271" y="11879"/>
                  </a:lnTo>
                  <a:lnTo>
                    <a:pt x="224325" y="9990"/>
                  </a:lnTo>
                  <a:lnTo>
                    <a:pt x="219321" y="8258"/>
                  </a:lnTo>
                  <a:lnTo>
                    <a:pt x="214265" y="6686"/>
                  </a:lnTo>
                  <a:lnTo>
                    <a:pt x="209162" y="5275"/>
                  </a:lnTo>
                  <a:lnTo>
                    <a:pt x="204017" y="4026"/>
                  </a:lnTo>
                  <a:lnTo>
                    <a:pt x="198835" y="2940"/>
                  </a:lnTo>
                  <a:lnTo>
                    <a:pt x="193621" y="2020"/>
                  </a:lnTo>
                  <a:lnTo>
                    <a:pt x="188380" y="1265"/>
                  </a:lnTo>
                  <a:lnTo>
                    <a:pt x="183119" y="676"/>
                  </a:lnTo>
                  <a:lnTo>
                    <a:pt x="177841" y="254"/>
                  </a:lnTo>
                  <a:lnTo>
                    <a:pt x="172552" y="0"/>
                  </a:lnTo>
                  <a:lnTo>
                    <a:pt x="167162" y="167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83779" y="3170392"/>
              <a:ext cx="5390" cy="167167"/>
            </a:xfrm>
            <a:custGeom>
              <a:avLst/>
              <a:pathLst>
                <a:path w="5390" h="167167">
                  <a:moveTo>
                    <a:pt x="5390" y="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2833" y="2633064"/>
              <a:ext cx="166178" cy="167167"/>
            </a:xfrm>
            <a:custGeom>
              <a:avLst/>
              <a:pathLst>
                <a:path w="166178" h="167167">
                  <a:moveTo>
                    <a:pt x="166178" y="0"/>
                  </a:moveTo>
                  <a:lnTo>
                    <a:pt x="160748" y="88"/>
                  </a:lnTo>
                  <a:lnTo>
                    <a:pt x="155324" y="352"/>
                  </a:lnTo>
                  <a:lnTo>
                    <a:pt x="149911" y="793"/>
                  </a:lnTo>
                  <a:lnTo>
                    <a:pt x="144515" y="1409"/>
                  </a:lnTo>
                  <a:lnTo>
                    <a:pt x="139142" y="2200"/>
                  </a:lnTo>
                  <a:lnTo>
                    <a:pt x="133798" y="3165"/>
                  </a:lnTo>
                  <a:lnTo>
                    <a:pt x="128488" y="4304"/>
                  </a:lnTo>
                  <a:lnTo>
                    <a:pt x="123218" y="5614"/>
                  </a:lnTo>
                  <a:lnTo>
                    <a:pt x="117993" y="7095"/>
                  </a:lnTo>
                  <a:lnTo>
                    <a:pt x="112819" y="8744"/>
                  </a:lnTo>
                  <a:lnTo>
                    <a:pt x="107701" y="10561"/>
                  </a:lnTo>
                  <a:lnTo>
                    <a:pt x="102645" y="12543"/>
                  </a:lnTo>
                  <a:lnTo>
                    <a:pt x="97656" y="14688"/>
                  </a:lnTo>
                  <a:lnTo>
                    <a:pt x="92739" y="16995"/>
                  </a:lnTo>
                  <a:lnTo>
                    <a:pt x="87900" y="19459"/>
                  </a:lnTo>
                  <a:lnTo>
                    <a:pt x="83144" y="22080"/>
                  </a:lnTo>
                  <a:lnTo>
                    <a:pt x="78475" y="24853"/>
                  </a:lnTo>
                  <a:lnTo>
                    <a:pt x="73898" y="27777"/>
                  </a:lnTo>
                  <a:lnTo>
                    <a:pt x="69419" y="30848"/>
                  </a:lnTo>
                  <a:lnTo>
                    <a:pt x="65042" y="34063"/>
                  </a:lnTo>
                  <a:lnTo>
                    <a:pt x="60772" y="37419"/>
                  </a:lnTo>
                  <a:lnTo>
                    <a:pt x="56613" y="40911"/>
                  </a:lnTo>
                  <a:lnTo>
                    <a:pt x="52570" y="44536"/>
                  </a:lnTo>
                  <a:lnTo>
                    <a:pt x="48647" y="48291"/>
                  </a:lnTo>
                  <a:lnTo>
                    <a:pt x="44848" y="52172"/>
                  </a:lnTo>
                  <a:lnTo>
                    <a:pt x="41176" y="56173"/>
                  </a:lnTo>
                  <a:lnTo>
                    <a:pt x="37637" y="60292"/>
                  </a:lnTo>
                  <a:lnTo>
                    <a:pt x="34233" y="64524"/>
                  </a:lnTo>
                  <a:lnTo>
                    <a:pt x="30969" y="68864"/>
                  </a:lnTo>
                  <a:lnTo>
                    <a:pt x="27847" y="73308"/>
                  </a:lnTo>
                  <a:lnTo>
                    <a:pt x="24871" y="77851"/>
                  </a:lnTo>
                  <a:lnTo>
                    <a:pt x="22045" y="82488"/>
                  </a:lnTo>
                  <a:lnTo>
                    <a:pt x="19370" y="87214"/>
                  </a:lnTo>
                  <a:lnTo>
                    <a:pt x="16851" y="92025"/>
                  </a:lnTo>
                  <a:lnTo>
                    <a:pt x="14489" y="96915"/>
                  </a:lnTo>
                  <a:lnTo>
                    <a:pt x="12287" y="101879"/>
                  </a:lnTo>
                  <a:lnTo>
                    <a:pt x="10247" y="106912"/>
                  </a:lnTo>
                  <a:lnTo>
                    <a:pt x="8372" y="112009"/>
                  </a:lnTo>
                  <a:lnTo>
                    <a:pt x="6664" y="117164"/>
                  </a:lnTo>
                  <a:lnTo>
                    <a:pt x="5124" y="122372"/>
                  </a:lnTo>
                  <a:lnTo>
                    <a:pt x="3754" y="127627"/>
                  </a:lnTo>
                  <a:lnTo>
                    <a:pt x="2555" y="132924"/>
                  </a:lnTo>
                  <a:lnTo>
                    <a:pt x="1529" y="138257"/>
                  </a:lnTo>
                  <a:lnTo>
                    <a:pt x="677" y="143620"/>
                  </a:lnTo>
                  <a:lnTo>
                    <a:pt x="0" y="149008"/>
                  </a:lnTo>
                  <a:lnTo>
                    <a:pt x="16617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833" y="2782073"/>
              <a:ext cx="166178" cy="18158"/>
            </a:xfrm>
            <a:custGeom>
              <a:avLst/>
              <a:pathLst>
                <a:path w="166178" h="18158">
                  <a:moveTo>
                    <a:pt x="0" y="0"/>
                  </a:moveTo>
                  <a:lnTo>
                    <a:pt x="166178" y="18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859" y="2706124"/>
              <a:ext cx="334316" cy="261271"/>
            </a:xfrm>
            <a:custGeom>
              <a:avLst/>
              <a:pathLst>
                <a:path w="334316" h="261271">
                  <a:moveTo>
                    <a:pt x="974" y="75948"/>
                  </a:moveTo>
                  <a:lnTo>
                    <a:pt x="480" y="81241"/>
                  </a:lnTo>
                  <a:lnTo>
                    <a:pt x="155" y="86548"/>
                  </a:lnTo>
                  <a:lnTo>
                    <a:pt x="0" y="91862"/>
                  </a:lnTo>
                  <a:lnTo>
                    <a:pt x="13" y="97179"/>
                  </a:lnTo>
                  <a:lnTo>
                    <a:pt x="195" y="102492"/>
                  </a:lnTo>
                  <a:lnTo>
                    <a:pt x="546" y="107797"/>
                  </a:lnTo>
                  <a:lnTo>
                    <a:pt x="1066" y="113088"/>
                  </a:lnTo>
                  <a:lnTo>
                    <a:pt x="1753" y="118360"/>
                  </a:lnTo>
                  <a:lnTo>
                    <a:pt x="2608" y="123607"/>
                  </a:lnTo>
                  <a:lnTo>
                    <a:pt x="3629" y="128825"/>
                  </a:lnTo>
                  <a:lnTo>
                    <a:pt x="4816" y="134007"/>
                  </a:lnTo>
                  <a:lnTo>
                    <a:pt x="6167" y="139149"/>
                  </a:lnTo>
                  <a:lnTo>
                    <a:pt x="7681" y="144245"/>
                  </a:lnTo>
                  <a:lnTo>
                    <a:pt x="9356" y="149291"/>
                  </a:lnTo>
                  <a:lnTo>
                    <a:pt x="11190" y="154281"/>
                  </a:lnTo>
                  <a:lnTo>
                    <a:pt x="13183" y="159210"/>
                  </a:lnTo>
                  <a:lnTo>
                    <a:pt x="15331" y="164073"/>
                  </a:lnTo>
                  <a:lnTo>
                    <a:pt x="17633" y="168866"/>
                  </a:lnTo>
                  <a:lnTo>
                    <a:pt x="20086" y="173583"/>
                  </a:lnTo>
                  <a:lnTo>
                    <a:pt x="22687" y="178219"/>
                  </a:lnTo>
                  <a:lnTo>
                    <a:pt x="25435" y="182770"/>
                  </a:lnTo>
                  <a:lnTo>
                    <a:pt x="28326" y="187232"/>
                  </a:lnTo>
                  <a:lnTo>
                    <a:pt x="31358" y="191600"/>
                  </a:lnTo>
                  <a:lnTo>
                    <a:pt x="34527" y="195868"/>
                  </a:lnTo>
                  <a:lnTo>
                    <a:pt x="37830" y="200034"/>
                  </a:lnTo>
                  <a:lnTo>
                    <a:pt x="41264" y="204093"/>
                  </a:lnTo>
                  <a:lnTo>
                    <a:pt x="44825" y="208041"/>
                  </a:lnTo>
                  <a:lnTo>
                    <a:pt x="48510" y="211873"/>
                  </a:lnTo>
                  <a:lnTo>
                    <a:pt x="52315" y="215586"/>
                  </a:lnTo>
                  <a:lnTo>
                    <a:pt x="56236" y="219177"/>
                  </a:lnTo>
                  <a:lnTo>
                    <a:pt x="60269" y="222640"/>
                  </a:lnTo>
                  <a:lnTo>
                    <a:pt x="64410" y="225974"/>
                  </a:lnTo>
                  <a:lnTo>
                    <a:pt x="68656" y="229175"/>
                  </a:lnTo>
                  <a:lnTo>
                    <a:pt x="73000" y="232238"/>
                  </a:lnTo>
                  <a:lnTo>
                    <a:pt x="77441" y="235163"/>
                  </a:lnTo>
                  <a:lnTo>
                    <a:pt x="81972" y="237944"/>
                  </a:lnTo>
                  <a:lnTo>
                    <a:pt x="86589" y="240580"/>
                  </a:lnTo>
                  <a:lnTo>
                    <a:pt x="91287" y="243068"/>
                  </a:lnTo>
                  <a:lnTo>
                    <a:pt x="96062" y="245405"/>
                  </a:lnTo>
                  <a:lnTo>
                    <a:pt x="100909" y="247589"/>
                  </a:lnTo>
                  <a:lnTo>
                    <a:pt x="105824" y="249618"/>
                  </a:lnTo>
                  <a:lnTo>
                    <a:pt x="110800" y="251489"/>
                  </a:lnTo>
                  <a:lnTo>
                    <a:pt x="115833" y="253202"/>
                  </a:lnTo>
                  <a:lnTo>
                    <a:pt x="120918" y="254753"/>
                  </a:lnTo>
                  <a:lnTo>
                    <a:pt x="126050" y="256142"/>
                  </a:lnTo>
                  <a:lnTo>
                    <a:pt x="131223" y="257367"/>
                  </a:lnTo>
                  <a:lnTo>
                    <a:pt x="136433" y="258427"/>
                  </a:lnTo>
                  <a:lnTo>
                    <a:pt x="141674" y="259321"/>
                  </a:lnTo>
                  <a:lnTo>
                    <a:pt x="146941" y="260048"/>
                  </a:lnTo>
                  <a:lnTo>
                    <a:pt x="152228" y="260606"/>
                  </a:lnTo>
                  <a:lnTo>
                    <a:pt x="157530" y="260997"/>
                  </a:lnTo>
                  <a:lnTo>
                    <a:pt x="162842" y="261218"/>
                  </a:lnTo>
                  <a:lnTo>
                    <a:pt x="168158" y="261271"/>
                  </a:lnTo>
                  <a:lnTo>
                    <a:pt x="173473" y="261154"/>
                  </a:lnTo>
                  <a:lnTo>
                    <a:pt x="178782" y="260869"/>
                  </a:lnTo>
                  <a:lnTo>
                    <a:pt x="184079" y="260415"/>
                  </a:lnTo>
                  <a:lnTo>
                    <a:pt x="189359" y="259792"/>
                  </a:lnTo>
                  <a:lnTo>
                    <a:pt x="194617" y="259002"/>
                  </a:lnTo>
                  <a:lnTo>
                    <a:pt x="199846" y="258045"/>
                  </a:lnTo>
                  <a:lnTo>
                    <a:pt x="205043" y="256923"/>
                  </a:lnTo>
                  <a:lnTo>
                    <a:pt x="210201" y="255636"/>
                  </a:lnTo>
                  <a:lnTo>
                    <a:pt x="215316" y="254185"/>
                  </a:lnTo>
                  <a:lnTo>
                    <a:pt x="220382" y="252572"/>
                  </a:lnTo>
                  <a:lnTo>
                    <a:pt x="225394" y="250800"/>
                  </a:lnTo>
                  <a:lnTo>
                    <a:pt x="230348" y="248868"/>
                  </a:lnTo>
                  <a:lnTo>
                    <a:pt x="235237" y="246780"/>
                  </a:lnTo>
                  <a:lnTo>
                    <a:pt x="240058" y="244538"/>
                  </a:lnTo>
                  <a:lnTo>
                    <a:pt x="244804" y="242144"/>
                  </a:lnTo>
                  <a:lnTo>
                    <a:pt x="249473" y="239600"/>
                  </a:lnTo>
                  <a:lnTo>
                    <a:pt x="254058" y="236908"/>
                  </a:lnTo>
                  <a:lnTo>
                    <a:pt x="258555" y="234072"/>
                  </a:lnTo>
                  <a:lnTo>
                    <a:pt x="262959" y="231095"/>
                  </a:lnTo>
                  <a:lnTo>
                    <a:pt x="267267" y="227979"/>
                  </a:lnTo>
                  <a:lnTo>
                    <a:pt x="271473" y="224728"/>
                  </a:lnTo>
                  <a:lnTo>
                    <a:pt x="275574" y="221344"/>
                  </a:lnTo>
                  <a:lnTo>
                    <a:pt x="279566" y="217832"/>
                  </a:lnTo>
                  <a:lnTo>
                    <a:pt x="283443" y="214195"/>
                  </a:lnTo>
                  <a:lnTo>
                    <a:pt x="287203" y="210436"/>
                  </a:lnTo>
                  <a:lnTo>
                    <a:pt x="290842" y="206560"/>
                  </a:lnTo>
                  <a:lnTo>
                    <a:pt x="294355" y="202570"/>
                  </a:lnTo>
                  <a:lnTo>
                    <a:pt x="297740" y="198470"/>
                  </a:lnTo>
                  <a:lnTo>
                    <a:pt x="300992" y="194265"/>
                  </a:lnTo>
                  <a:lnTo>
                    <a:pt x="304110" y="189958"/>
                  </a:lnTo>
                  <a:lnTo>
                    <a:pt x="307088" y="185554"/>
                  </a:lnTo>
                  <a:lnTo>
                    <a:pt x="309926" y="181058"/>
                  </a:lnTo>
                  <a:lnTo>
                    <a:pt x="312619" y="176474"/>
                  </a:lnTo>
                  <a:lnTo>
                    <a:pt x="315164" y="171807"/>
                  </a:lnTo>
                  <a:lnTo>
                    <a:pt x="317560" y="167061"/>
                  </a:lnTo>
                  <a:lnTo>
                    <a:pt x="319804" y="162241"/>
                  </a:lnTo>
                  <a:lnTo>
                    <a:pt x="321893" y="157352"/>
                  </a:lnTo>
                  <a:lnTo>
                    <a:pt x="323826" y="152399"/>
                  </a:lnTo>
                  <a:lnTo>
                    <a:pt x="325601" y="147388"/>
                  </a:lnTo>
                  <a:lnTo>
                    <a:pt x="327215" y="142322"/>
                  </a:lnTo>
                  <a:lnTo>
                    <a:pt x="328667" y="137208"/>
                  </a:lnTo>
                  <a:lnTo>
                    <a:pt x="329956" y="132050"/>
                  </a:lnTo>
                  <a:lnTo>
                    <a:pt x="331080" y="126854"/>
                  </a:lnTo>
                  <a:lnTo>
                    <a:pt x="332039" y="121624"/>
                  </a:lnTo>
                  <a:lnTo>
                    <a:pt x="332831" y="116367"/>
                  </a:lnTo>
                  <a:lnTo>
                    <a:pt x="333455" y="111087"/>
                  </a:lnTo>
                  <a:lnTo>
                    <a:pt x="333911" y="105790"/>
                  </a:lnTo>
                  <a:lnTo>
                    <a:pt x="334198" y="100482"/>
                  </a:lnTo>
                  <a:lnTo>
                    <a:pt x="334316" y="95166"/>
                  </a:lnTo>
                  <a:lnTo>
                    <a:pt x="334265" y="89850"/>
                  </a:lnTo>
                  <a:lnTo>
                    <a:pt x="334045" y="84538"/>
                  </a:lnTo>
                  <a:lnTo>
                    <a:pt x="333657" y="79236"/>
                  </a:lnTo>
                  <a:lnTo>
                    <a:pt x="333100" y="73949"/>
                  </a:lnTo>
                  <a:lnTo>
                    <a:pt x="332375" y="68682"/>
                  </a:lnTo>
                  <a:lnTo>
                    <a:pt x="331483" y="63441"/>
                  </a:lnTo>
                  <a:lnTo>
                    <a:pt x="330424" y="58231"/>
                  </a:lnTo>
                  <a:lnTo>
                    <a:pt x="329201" y="53057"/>
                  </a:lnTo>
                  <a:lnTo>
                    <a:pt x="327814" y="47924"/>
                  </a:lnTo>
                  <a:lnTo>
                    <a:pt x="326264" y="42839"/>
                  </a:lnTo>
                  <a:lnTo>
                    <a:pt x="324553" y="37805"/>
                  </a:lnTo>
                  <a:lnTo>
                    <a:pt x="322683" y="32828"/>
                  </a:lnTo>
                  <a:lnTo>
                    <a:pt x="320656" y="27913"/>
                  </a:lnTo>
                  <a:lnTo>
                    <a:pt x="318473" y="23066"/>
                  </a:lnTo>
                  <a:lnTo>
                    <a:pt x="316138" y="18290"/>
                  </a:lnTo>
                  <a:lnTo>
                    <a:pt x="313651" y="13590"/>
                  </a:lnTo>
                  <a:lnTo>
                    <a:pt x="311017" y="8972"/>
                  </a:lnTo>
                  <a:lnTo>
                    <a:pt x="308237" y="4441"/>
                  </a:lnTo>
                  <a:lnTo>
                    <a:pt x="305314" y="0"/>
                  </a:lnTo>
                  <a:lnTo>
                    <a:pt x="167152" y="941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919011" y="2633064"/>
              <a:ext cx="138162" cy="167167"/>
            </a:xfrm>
            <a:custGeom>
              <a:avLst/>
              <a:pathLst>
                <a:path w="138162" h="167167">
                  <a:moveTo>
                    <a:pt x="138162" y="73060"/>
                  </a:moveTo>
                  <a:lnTo>
                    <a:pt x="134928" y="68479"/>
                  </a:lnTo>
                  <a:lnTo>
                    <a:pt x="131542" y="64009"/>
                  </a:lnTo>
                  <a:lnTo>
                    <a:pt x="128008" y="59655"/>
                  </a:lnTo>
                  <a:lnTo>
                    <a:pt x="124330" y="55422"/>
                  </a:lnTo>
                  <a:lnTo>
                    <a:pt x="120512" y="51315"/>
                  </a:lnTo>
                  <a:lnTo>
                    <a:pt x="116559" y="47338"/>
                  </a:lnTo>
                  <a:lnTo>
                    <a:pt x="112474" y="43496"/>
                  </a:lnTo>
                  <a:lnTo>
                    <a:pt x="108263" y="39793"/>
                  </a:lnTo>
                  <a:lnTo>
                    <a:pt x="103930" y="36234"/>
                  </a:lnTo>
                  <a:lnTo>
                    <a:pt x="99480" y="32822"/>
                  </a:lnTo>
                  <a:lnTo>
                    <a:pt x="94918" y="29561"/>
                  </a:lnTo>
                  <a:lnTo>
                    <a:pt x="90249" y="26455"/>
                  </a:lnTo>
                  <a:lnTo>
                    <a:pt x="85479" y="23507"/>
                  </a:lnTo>
                  <a:lnTo>
                    <a:pt x="80612" y="20721"/>
                  </a:lnTo>
                  <a:lnTo>
                    <a:pt x="75655" y="18099"/>
                  </a:lnTo>
                  <a:lnTo>
                    <a:pt x="70613" y="15646"/>
                  </a:lnTo>
                  <a:lnTo>
                    <a:pt x="65491" y="13362"/>
                  </a:lnTo>
                  <a:lnTo>
                    <a:pt x="60296" y="11252"/>
                  </a:lnTo>
                  <a:lnTo>
                    <a:pt x="55032" y="9318"/>
                  </a:lnTo>
                  <a:lnTo>
                    <a:pt x="49707" y="7561"/>
                  </a:lnTo>
                  <a:lnTo>
                    <a:pt x="44326" y="5983"/>
                  </a:lnTo>
                  <a:lnTo>
                    <a:pt x="38895" y="4587"/>
                  </a:lnTo>
                  <a:lnTo>
                    <a:pt x="33420" y="3374"/>
                  </a:lnTo>
                  <a:lnTo>
                    <a:pt x="27908" y="2346"/>
                  </a:lnTo>
                  <a:lnTo>
                    <a:pt x="22364" y="1502"/>
                  </a:lnTo>
                  <a:lnTo>
                    <a:pt x="16795" y="845"/>
                  </a:lnTo>
                  <a:lnTo>
                    <a:pt x="11207" y="376"/>
                  </a:lnTo>
                  <a:lnTo>
                    <a:pt x="560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2319" y="2126963"/>
              <a:ext cx="76152" cy="167167"/>
            </a:xfrm>
            <a:custGeom>
              <a:avLst/>
              <a:pathLst>
                <a:path w="76152" h="167167">
                  <a:moveTo>
                    <a:pt x="76152" y="0"/>
                  </a:moveTo>
                  <a:lnTo>
                    <a:pt x="70505" y="95"/>
                  </a:lnTo>
                  <a:lnTo>
                    <a:pt x="64865" y="381"/>
                  </a:lnTo>
                  <a:lnTo>
                    <a:pt x="59238" y="857"/>
                  </a:lnTo>
                  <a:lnTo>
                    <a:pt x="53630" y="1524"/>
                  </a:lnTo>
                  <a:lnTo>
                    <a:pt x="48048" y="2379"/>
                  </a:lnTo>
                  <a:lnTo>
                    <a:pt x="42497" y="3422"/>
                  </a:lnTo>
                  <a:lnTo>
                    <a:pt x="36986" y="4652"/>
                  </a:lnTo>
                  <a:lnTo>
                    <a:pt x="31518" y="6068"/>
                  </a:lnTo>
                  <a:lnTo>
                    <a:pt x="26102" y="7668"/>
                  </a:lnTo>
                  <a:lnTo>
                    <a:pt x="20743" y="9449"/>
                  </a:lnTo>
                  <a:lnTo>
                    <a:pt x="15447" y="11411"/>
                  </a:lnTo>
                  <a:lnTo>
                    <a:pt x="10221" y="13550"/>
                  </a:lnTo>
                  <a:lnTo>
                    <a:pt x="5070" y="15865"/>
                  </a:lnTo>
                  <a:lnTo>
                    <a:pt x="0" y="18352"/>
                  </a:lnTo>
                  <a:lnTo>
                    <a:pt x="7615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2319" y="2145316"/>
              <a:ext cx="76152" cy="148814"/>
            </a:xfrm>
            <a:custGeom>
              <a:avLst/>
              <a:pathLst>
                <a:path w="76152" h="148814">
                  <a:moveTo>
                    <a:pt x="0" y="0"/>
                  </a:moveTo>
                  <a:lnTo>
                    <a:pt x="76152" y="1488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561311" y="2145316"/>
              <a:ext cx="223113" cy="315971"/>
            </a:xfrm>
            <a:custGeom>
              <a:avLst/>
              <a:pathLst>
                <a:path w="223113" h="315971">
                  <a:moveTo>
                    <a:pt x="91007" y="0"/>
                  </a:moveTo>
                  <a:lnTo>
                    <a:pt x="86282" y="2514"/>
                  </a:lnTo>
                  <a:lnTo>
                    <a:pt x="81640" y="5178"/>
                  </a:lnTo>
                  <a:lnTo>
                    <a:pt x="77085" y="7990"/>
                  </a:lnTo>
                  <a:lnTo>
                    <a:pt x="72623" y="10946"/>
                  </a:lnTo>
                  <a:lnTo>
                    <a:pt x="68258" y="14043"/>
                  </a:lnTo>
                  <a:lnTo>
                    <a:pt x="63994" y="17278"/>
                  </a:lnTo>
                  <a:lnTo>
                    <a:pt x="59835" y="20648"/>
                  </a:lnTo>
                  <a:lnTo>
                    <a:pt x="55787" y="24150"/>
                  </a:lnTo>
                  <a:lnTo>
                    <a:pt x="51853" y="27780"/>
                  </a:lnTo>
                  <a:lnTo>
                    <a:pt x="48037" y="31533"/>
                  </a:lnTo>
                  <a:lnTo>
                    <a:pt x="44344" y="35407"/>
                  </a:lnTo>
                  <a:lnTo>
                    <a:pt x="40776" y="39397"/>
                  </a:lnTo>
                  <a:lnTo>
                    <a:pt x="37338" y="43499"/>
                  </a:lnTo>
                  <a:lnTo>
                    <a:pt x="34033" y="47710"/>
                  </a:lnTo>
                  <a:lnTo>
                    <a:pt x="30864" y="52023"/>
                  </a:lnTo>
                  <a:lnTo>
                    <a:pt x="27835" y="56437"/>
                  </a:lnTo>
                  <a:lnTo>
                    <a:pt x="24949" y="60944"/>
                  </a:lnTo>
                  <a:lnTo>
                    <a:pt x="22209" y="65542"/>
                  </a:lnTo>
                  <a:lnTo>
                    <a:pt x="19617" y="70226"/>
                  </a:lnTo>
                  <a:lnTo>
                    <a:pt x="17177" y="74989"/>
                  </a:lnTo>
                  <a:lnTo>
                    <a:pt x="14890" y="79829"/>
                  </a:lnTo>
                  <a:lnTo>
                    <a:pt x="12760" y="84739"/>
                  </a:lnTo>
                  <a:lnTo>
                    <a:pt x="10788" y="89715"/>
                  </a:lnTo>
                  <a:lnTo>
                    <a:pt x="8976" y="94752"/>
                  </a:lnTo>
                  <a:lnTo>
                    <a:pt x="7326" y="99844"/>
                  </a:lnTo>
                  <a:lnTo>
                    <a:pt x="5840" y="104986"/>
                  </a:lnTo>
                  <a:lnTo>
                    <a:pt x="4520" y="110173"/>
                  </a:lnTo>
                  <a:lnTo>
                    <a:pt x="3366" y="115399"/>
                  </a:lnTo>
                  <a:lnTo>
                    <a:pt x="2380" y="120660"/>
                  </a:lnTo>
                  <a:lnTo>
                    <a:pt x="1563" y="125950"/>
                  </a:lnTo>
                  <a:lnTo>
                    <a:pt x="916" y="131264"/>
                  </a:lnTo>
                  <a:lnTo>
                    <a:pt x="440" y="136595"/>
                  </a:lnTo>
                  <a:lnTo>
                    <a:pt x="134" y="141939"/>
                  </a:lnTo>
                  <a:lnTo>
                    <a:pt x="0" y="147289"/>
                  </a:lnTo>
                  <a:lnTo>
                    <a:pt x="36" y="152642"/>
                  </a:lnTo>
                  <a:lnTo>
                    <a:pt x="245" y="157990"/>
                  </a:lnTo>
                  <a:lnTo>
                    <a:pt x="624" y="163329"/>
                  </a:lnTo>
                  <a:lnTo>
                    <a:pt x="1174" y="168654"/>
                  </a:lnTo>
                  <a:lnTo>
                    <a:pt x="1894" y="173957"/>
                  </a:lnTo>
                  <a:lnTo>
                    <a:pt x="2784" y="179235"/>
                  </a:lnTo>
                  <a:lnTo>
                    <a:pt x="3842" y="184482"/>
                  </a:lnTo>
                  <a:lnTo>
                    <a:pt x="5068" y="189693"/>
                  </a:lnTo>
                  <a:lnTo>
                    <a:pt x="6460" y="194861"/>
                  </a:lnTo>
                  <a:lnTo>
                    <a:pt x="8016" y="199982"/>
                  </a:lnTo>
                  <a:lnTo>
                    <a:pt x="9736" y="205051"/>
                  </a:lnTo>
                  <a:lnTo>
                    <a:pt x="11617" y="210062"/>
                  </a:lnTo>
                  <a:lnTo>
                    <a:pt x="13658" y="215010"/>
                  </a:lnTo>
                  <a:lnTo>
                    <a:pt x="15856" y="219891"/>
                  </a:lnTo>
                  <a:lnTo>
                    <a:pt x="18209" y="224698"/>
                  </a:lnTo>
                  <a:lnTo>
                    <a:pt x="20714" y="229428"/>
                  </a:lnTo>
                  <a:lnTo>
                    <a:pt x="23370" y="234075"/>
                  </a:lnTo>
                  <a:lnTo>
                    <a:pt x="26174" y="238635"/>
                  </a:lnTo>
                  <a:lnTo>
                    <a:pt x="29121" y="243103"/>
                  </a:lnTo>
                  <a:lnTo>
                    <a:pt x="32211" y="247473"/>
                  </a:lnTo>
                  <a:lnTo>
                    <a:pt x="35439" y="251743"/>
                  </a:lnTo>
                  <a:lnTo>
                    <a:pt x="38801" y="255908"/>
                  </a:lnTo>
                  <a:lnTo>
                    <a:pt x="42296" y="259962"/>
                  </a:lnTo>
                  <a:lnTo>
                    <a:pt x="45918" y="263903"/>
                  </a:lnTo>
                  <a:lnTo>
                    <a:pt x="49665" y="267725"/>
                  </a:lnTo>
                  <a:lnTo>
                    <a:pt x="53532" y="271426"/>
                  </a:lnTo>
                  <a:lnTo>
                    <a:pt x="57516" y="275001"/>
                  </a:lnTo>
                  <a:lnTo>
                    <a:pt x="61612" y="278446"/>
                  </a:lnTo>
                  <a:lnTo>
                    <a:pt x="65816" y="281759"/>
                  </a:lnTo>
                  <a:lnTo>
                    <a:pt x="70124" y="284935"/>
                  </a:lnTo>
                  <a:lnTo>
                    <a:pt x="74532" y="287972"/>
                  </a:lnTo>
                  <a:lnTo>
                    <a:pt x="79034" y="290866"/>
                  </a:lnTo>
                  <a:lnTo>
                    <a:pt x="83627" y="293615"/>
                  </a:lnTo>
                  <a:lnTo>
                    <a:pt x="88306" y="296215"/>
                  </a:lnTo>
                  <a:lnTo>
                    <a:pt x="93065" y="298664"/>
                  </a:lnTo>
                  <a:lnTo>
                    <a:pt x="97901" y="300959"/>
                  </a:lnTo>
                  <a:lnTo>
                    <a:pt x="102807" y="303098"/>
                  </a:lnTo>
                  <a:lnTo>
                    <a:pt x="107780" y="305080"/>
                  </a:lnTo>
                  <a:lnTo>
                    <a:pt x="112813" y="306900"/>
                  </a:lnTo>
                  <a:lnTo>
                    <a:pt x="117902" y="308559"/>
                  </a:lnTo>
                  <a:lnTo>
                    <a:pt x="123041" y="310054"/>
                  </a:lnTo>
                  <a:lnTo>
                    <a:pt x="128226" y="311384"/>
                  </a:lnTo>
                  <a:lnTo>
                    <a:pt x="133451" y="312547"/>
                  </a:lnTo>
                  <a:lnTo>
                    <a:pt x="138710" y="313543"/>
                  </a:lnTo>
                  <a:lnTo>
                    <a:pt x="143998" y="314369"/>
                  </a:lnTo>
                  <a:lnTo>
                    <a:pt x="149310" y="315026"/>
                  </a:lnTo>
                  <a:lnTo>
                    <a:pt x="154641" y="315512"/>
                  </a:lnTo>
                  <a:lnTo>
                    <a:pt x="159984" y="315827"/>
                  </a:lnTo>
                  <a:lnTo>
                    <a:pt x="165334" y="315971"/>
                  </a:lnTo>
                  <a:lnTo>
                    <a:pt x="170687" y="315944"/>
                  </a:lnTo>
                  <a:lnTo>
                    <a:pt x="176036" y="315746"/>
                  </a:lnTo>
                  <a:lnTo>
                    <a:pt x="181375" y="315376"/>
                  </a:lnTo>
                  <a:lnTo>
                    <a:pt x="186701" y="314835"/>
                  </a:lnTo>
                  <a:lnTo>
                    <a:pt x="192006" y="314125"/>
                  </a:lnTo>
                  <a:lnTo>
                    <a:pt x="197285" y="313245"/>
                  </a:lnTo>
                  <a:lnTo>
                    <a:pt x="202534" y="312196"/>
                  </a:lnTo>
                  <a:lnTo>
                    <a:pt x="207747" y="310980"/>
                  </a:lnTo>
                  <a:lnTo>
                    <a:pt x="212918" y="309597"/>
                  </a:lnTo>
                  <a:lnTo>
                    <a:pt x="218042" y="308050"/>
                  </a:lnTo>
                  <a:lnTo>
                    <a:pt x="223113" y="306339"/>
                  </a:lnTo>
                  <a:lnTo>
                    <a:pt x="167160" y="1488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728472" y="2126963"/>
              <a:ext cx="167156" cy="324692"/>
            </a:xfrm>
            <a:custGeom>
              <a:avLst/>
              <a:pathLst>
                <a:path w="167156" h="324692">
                  <a:moveTo>
                    <a:pt x="55953" y="324692"/>
                  </a:moveTo>
                  <a:lnTo>
                    <a:pt x="60936" y="322832"/>
                  </a:lnTo>
                  <a:lnTo>
                    <a:pt x="65858" y="320815"/>
                  </a:lnTo>
                  <a:lnTo>
                    <a:pt x="70713" y="318641"/>
                  </a:lnTo>
                  <a:lnTo>
                    <a:pt x="75497" y="316315"/>
                  </a:lnTo>
                  <a:lnTo>
                    <a:pt x="80204" y="313837"/>
                  </a:lnTo>
                  <a:lnTo>
                    <a:pt x="84830" y="311211"/>
                  </a:lnTo>
                  <a:lnTo>
                    <a:pt x="89370" y="308439"/>
                  </a:lnTo>
                  <a:lnTo>
                    <a:pt x="93819" y="305524"/>
                  </a:lnTo>
                  <a:lnTo>
                    <a:pt x="98174" y="302469"/>
                  </a:lnTo>
                  <a:lnTo>
                    <a:pt x="102429" y="299277"/>
                  </a:lnTo>
                  <a:lnTo>
                    <a:pt x="106580" y="295952"/>
                  </a:lnTo>
                  <a:lnTo>
                    <a:pt x="110624" y="292495"/>
                  </a:lnTo>
                  <a:lnTo>
                    <a:pt x="114555" y="288912"/>
                  </a:lnTo>
                  <a:lnTo>
                    <a:pt x="118371" y="285206"/>
                  </a:lnTo>
                  <a:lnTo>
                    <a:pt x="122066" y="281380"/>
                  </a:lnTo>
                  <a:lnTo>
                    <a:pt x="125638" y="277439"/>
                  </a:lnTo>
                  <a:lnTo>
                    <a:pt x="129083" y="273385"/>
                  </a:lnTo>
                  <a:lnTo>
                    <a:pt x="132397" y="269225"/>
                  </a:lnTo>
                  <a:lnTo>
                    <a:pt x="135577" y="264961"/>
                  </a:lnTo>
                  <a:lnTo>
                    <a:pt x="138620" y="260598"/>
                  </a:lnTo>
                  <a:lnTo>
                    <a:pt x="141522" y="256140"/>
                  </a:lnTo>
                  <a:lnTo>
                    <a:pt x="144282" y="251592"/>
                  </a:lnTo>
                  <a:lnTo>
                    <a:pt x="146895" y="246959"/>
                  </a:lnTo>
                  <a:lnTo>
                    <a:pt x="149359" y="242245"/>
                  </a:lnTo>
                  <a:lnTo>
                    <a:pt x="151672" y="237455"/>
                  </a:lnTo>
                  <a:lnTo>
                    <a:pt x="153832" y="232594"/>
                  </a:lnTo>
                  <a:lnTo>
                    <a:pt x="155835" y="227666"/>
                  </a:lnTo>
                  <a:lnTo>
                    <a:pt x="157681" y="222678"/>
                  </a:lnTo>
                  <a:lnTo>
                    <a:pt x="159368" y="217633"/>
                  </a:lnTo>
                  <a:lnTo>
                    <a:pt x="160892" y="212537"/>
                  </a:lnTo>
                  <a:lnTo>
                    <a:pt x="162255" y="207395"/>
                  </a:lnTo>
                  <a:lnTo>
                    <a:pt x="163452" y="202212"/>
                  </a:lnTo>
                  <a:lnTo>
                    <a:pt x="164485" y="196994"/>
                  </a:lnTo>
                  <a:lnTo>
                    <a:pt x="165350" y="191745"/>
                  </a:lnTo>
                  <a:lnTo>
                    <a:pt x="166048" y="186472"/>
                  </a:lnTo>
                  <a:lnTo>
                    <a:pt x="166579" y="181179"/>
                  </a:lnTo>
                  <a:lnTo>
                    <a:pt x="166940" y="175872"/>
                  </a:lnTo>
                  <a:lnTo>
                    <a:pt x="167133" y="170556"/>
                  </a:lnTo>
                  <a:lnTo>
                    <a:pt x="167156" y="165237"/>
                  </a:lnTo>
                  <a:lnTo>
                    <a:pt x="167010" y="159920"/>
                  </a:lnTo>
                  <a:lnTo>
                    <a:pt x="166695" y="154610"/>
                  </a:lnTo>
                  <a:lnTo>
                    <a:pt x="166211" y="149313"/>
                  </a:lnTo>
                  <a:lnTo>
                    <a:pt x="165559" y="144034"/>
                  </a:lnTo>
                  <a:lnTo>
                    <a:pt x="164739" y="138778"/>
                  </a:lnTo>
                  <a:lnTo>
                    <a:pt x="163752" y="133551"/>
                  </a:lnTo>
                  <a:lnTo>
                    <a:pt x="162600" y="128358"/>
                  </a:lnTo>
                  <a:lnTo>
                    <a:pt x="161283" y="123204"/>
                  </a:lnTo>
                  <a:lnTo>
                    <a:pt x="159802" y="118095"/>
                  </a:lnTo>
                  <a:lnTo>
                    <a:pt x="158160" y="113036"/>
                  </a:lnTo>
                  <a:lnTo>
                    <a:pt x="156358" y="108031"/>
                  </a:lnTo>
                  <a:lnTo>
                    <a:pt x="154397" y="103086"/>
                  </a:lnTo>
                  <a:lnTo>
                    <a:pt x="152280" y="98206"/>
                  </a:lnTo>
                  <a:lnTo>
                    <a:pt x="150009" y="93396"/>
                  </a:lnTo>
                  <a:lnTo>
                    <a:pt x="147586" y="88661"/>
                  </a:lnTo>
                  <a:lnTo>
                    <a:pt x="145013" y="84005"/>
                  </a:lnTo>
                  <a:lnTo>
                    <a:pt x="142294" y="79433"/>
                  </a:lnTo>
                  <a:lnTo>
                    <a:pt x="139431" y="74951"/>
                  </a:lnTo>
                  <a:lnTo>
                    <a:pt x="136426" y="70561"/>
                  </a:lnTo>
                  <a:lnTo>
                    <a:pt x="133284" y="66269"/>
                  </a:lnTo>
                  <a:lnTo>
                    <a:pt x="130006" y="62080"/>
                  </a:lnTo>
                  <a:lnTo>
                    <a:pt x="126597" y="57997"/>
                  </a:lnTo>
                  <a:lnTo>
                    <a:pt x="123059" y="54024"/>
                  </a:lnTo>
                  <a:lnTo>
                    <a:pt x="119397" y="50166"/>
                  </a:lnTo>
                  <a:lnTo>
                    <a:pt x="115614" y="46427"/>
                  </a:lnTo>
                  <a:lnTo>
                    <a:pt x="111714" y="42809"/>
                  </a:lnTo>
                  <a:lnTo>
                    <a:pt x="107701" y="39318"/>
                  </a:lnTo>
                  <a:lnTo>
                    <a:pt x="103579" y="35956"/>
                  </a:lnTo>
                  <a:lnTo>
                    <a:pt x="99352" y="32727"/>
                  </a:lnTo>
                  <a:lnTo>
                    <a:pt x="95024" y="29634"/>
                  </a:lnTo>
                  <a:lnTo>
                    <a:pt x="90600" y="26680"/>
                  </a:lnTo>
                  <a:lnTo>
                    <a:pt x="86085" y="23869"/>
                  </a:lnTo>
                  <a:lnTo>
                    <a:pt x="81482" y="21203"/>
                  </a:lnTo>
                  <a:lnTo>
                    <a:pt x="76797" y="18684"/>
                  </a:lnTo>
                  <a:lnTo>
                    <a:pt x="72034" y="16316"/>
                  </a:lnTo>
                  <a:lnTo>
                    <a:pt x="67198" y="14100"/>
                  </a:lnTo>
                  <a:lnTo>
                    <a:pt x="62294" y="12040"/>
                  </a:lnTo>
                  <a:lnTo>
                    <a:pt x="57327" y="10136"/>
                  </a:lnTo>
                  <a:lnTo>
                    <a:pt x="52301" y="8392"/>
                  </a:lnTo>
                  <a:lnTo>
                    <a:pt x="47223" y="6808"/>
                  </a:lnTo>
                  <a:lnTo>
                    <a:pt x="42097" y="5387"/>
                  </a:lnTo>
                  <a:lnTo>
                    <a:pt x="36929" y="4130"/>
                  </a:lnTo>
                  <a:lnTo>
                    <a:pt x="31723" y="3037"/>
                  </a:lnTo>
                  <a:lnTo>
                    <a:pt x="26485" y="2111"/>
                  </a:lnTo>
                  <a:lnTo>
                    <a:pt x="21220" y="1352"/>
                  </a:lnTo>
                  <a:lnTo>
                    <a:pt x="15934" y="761"/>
                  </a:lnTo>
                  <a:lnTo>
                    <a:pt x="10631" y="338"/>
                  </a:lnTo>
                  <a:lnTo>
                    <a:pt x="531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3675" y="1681503"/>
              <a:ext cx="49559" cy="167167"/>
            </a:xfrm>
            <a:custGeom>
              <a:avLst/>
              <a:pathLst>
                <a:path w="49559" h="167167">
                  <a:moveTo>
                    <a:pt x="49559" y="0"/>
                  </a:moveTo>
                  <a:lnTo>
                    <a:pt x="43271" y="118"/>
                  </a:lnTo>
                  <a:lnTo>
                    <a:pt x="36992" y="473"/>
                  </a:lnTo>
                  <a:lnTo>
                    <a:pt x="30731" y="1063"/>
                  </a:lnTo>
                  <a:lnTo>
                    <a:pt x="24496" y="1889"/>
                  </a:lnTo>
                  <a:lnTo>
                    <a:pt x="18297" y="2949"/>
                  </a:lnTo>
                  <a:lnTo>
                    <a:pt x="12142" y="4241"/>
                  </a:lnTo>
                  <a:lnTo>
                    <a:pt x="6040" y="5764"/>
                  </a:lnTo>
                  <a:lnTo>
                    <a:pt x="0" y="7515"/>
                  </a:lnTo>
                  <a:lnTo>
                    <a:pt x="4955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256067" y="1689018"/>
              <a:ext cx="334334" cy="326801"/>
            </a:xfrm>
            <a:custGeom>
              <a:avLst/>
              <a:pathLst>
                <a:path w="334334" h="326801">
                  <a:moveTo>
                    <a:pt x="117607" y="0"/>
                  </a:moveTo>
                  <a:lnTo>
                    <a:pt x="112564" y="1653"/>
                  </a:lnTo>
                  <a:lnTo>
                    <a:pt x="107576" y="3466"/>
                  </a:lnTo>
                  <a:lnTo>
                    <a:pt x="102647" y="5437"/>
                  </a:lnTo>
                  <a:lnTo>
                    <a:pt x="97784" y="7563"/>
                  </a:lnTo>
                  <a:lnTo>
                    <a:pt x="92991" y="9842"/>
                  </a:lnTo>
                  <a:lnTo>
                    <a:pt x="88272" y="12273"/>
                  </a:lnTo>
                  <a:lnTo>
                    <a:pt x="83633" y="14852"/>
                  </a:lnTo>
                  <a:lnTo>
                    <a:pt x="79078" y="17577"/>
                  </a:lnTo>
                  <a:lnTo>
                    <a:pt x="74612" y="20445"/>
                  </a:lnTo>
                  <a:lnTo>
                    <a:pt x="70240" y="23453"/>
                  </a:lnTo>
                  <a:lnTo>
                    <a:pt x="65965" y="26599"/>
                  </a:lnTo>
                  <a:lnTo>
                    <a:pt x="61792" y="29879"/>
                  </a:lnTo>
                  <a:lnTo>
                    <a:pt x="57725" y="33289"/>
                  </a:lnTo>
                  <a:lnTo>
                    <a:pt x="53768" y="36828"/>
                  </a:lnTo>
                  <a:lnTo>
                    <a:pt x="49926" y="40490"/>
                  </a:lnTo>
                  <a:lnTo>
                    <a:pt x="46203" y="44272"/>
                  </a:lnTo>
                  <a:lnTo>
                    <a:pt x="42601" y="48170"/>
                  </a:lnTo>
                  <a:lnTo>
                    <a:pt x="39124" y="52181"/>
                  </a:lnTo>
                  <a:lnTo>
                    <a:pt x="35777" y="56300"/>
                  </a:lnTo>
                  <a:lnTo>
                    <a:pt x="32562" y="60523"/>
                  </a:lnTo>
                  <a:lnTo>
                    <a:pt x="29483" y="64846"/>
                  </a:lnTo>
                  <a:lnTo>
                    <a:pt x="26543" y="69265"/>
                  </a:lnTo>
                  <a:lnTo>
                    <a:pt x="23744" y="73775"/>
                  </a:lnTo>
                  <a:lnTo>
                    <a:pt x="21090" y="78371"/>
                  </a:lnTo>
                  <a:lnTo>
                    <a:pt x="18583" y="83050"/>
                  </a:lnTo>
                  <a:lnTo>
                    <a:pt x="16226" y="87805"/>
                  </a:lnTo>
                  <a:lnTo>
                    <a:pt x="14021" y="92634"/>
                  </a:lnTo>
                  <a:lnTo>
                    <a:pt x="11971" y="97529"/>
                  </a:lnTo>
                  <a:lnTo>
                    <a:pt x="10077" y="102487"/>
                  </a:lnTo>
                  <a:lnTo>
                    <a:pt x="8342" y="107503"/>
                  </a:lnTo>
                  <a:lnTo>
                    <a:pt x="6766" y="112572"/>
                  </a:lnTo>
                  <a:lnTo>
                    <a:pt x="5352" y="117688"/>
                  </a:lnTo>
                  <a:lnTo>
                    <a:pt x="4102" y="122846"/>
                  </a:lnTo>
                  <a:lnTo>
                    <a:pt x="3015" y="128041"/>
                  </a:lnTo>
                  <a:lnTo>
                    <a:pt x="2095" y="133268"/>
                  </a:lnTo>
                  <a:lnTo>
                    <a:pt x="1340" y="138522"/>
                  </a:lnTo>
                  <a:lnTo>
                    <a:pt x="753" y="143797"/>
                  </a:lnTo>
                  <a:lnTo>
                    <a:pt x="334" y="149088"/>
                  </a:lnTo>
                  <a:lnTo>
                    <a:pt x="82" y="154390"/>
                  </a:lnTo>
                  <a:lnTo>
                    <a:pt x="0" y="159697"/>
                  </a:lnTo>
                  <a:lnTo>
                    <a:pt x="85" y="165004"/>
                  </a:lnTo>
                  <a:lnTo>
                    <a:pt x="339" y="170306"/>
                  </a:lnTo>
                  <a:lnTo>
                    <a:pt x="762" y="175596"/>
                  </a:lnTo>
                  <a:lnTo>
                    <a:pt x="1352" y="180871"/>
                  </a:lnTo>
                  <a:lnTo>
                    <a:pt x="2109" y="186125"/>
                  </a:lnTo>
                  <a:lnTo>
                    <a:pt x="3033" y="191351"/>
                  </a:lnTo>
                  <a:lnTo>
                    <a:pt x="4122" y="196546"/>
                  </a:lnTo>
                  <a:lnTo>
                    <a:pt x="5375" y="201704"/>
                  </a:lnTo>
                  <a:lnTo>
                    <a:pt x="6792" y="206819"/>
                  </a:lnTo>
                  <a:lnTo>
                    <a:pt x="8370" y="211886"/>
                  </a:lnTo>
                  <a:lnTo>
                    <a:pt x="10108" y="216901"/>
                  </a:lnTo>
                  <a:lnTo>
                    <a:pt x="12005" y="221858"/>
                  </a:lnTo>
                  <a:lnTo>
                    <a:pt x="14058" y="226753"/>
                  </a:lnTo>
                  <a:lnTo>
                    <a:pt x="16265" y="231580"/>
                  </a:lnTo>
                  <a:lnTo>
                    <a:pt x="18625" y="236334"/>
                  </a:lnTo>
                  <a:lnTo>
                    <a:pt x="21134" y="241011"/>
                  </a:lnTo>
                  <a:lnTo>
                    <a:pt x="23791" y="245606"/>
                  </a:lnTo>
                  <a:lnTo>
                    <a:pt x="26592" y="250115"/>
                  </a:lnTo>
                  <a:lnTo>
                    <a:pt x="29534" y="254532"/>
                  </a:lnTo>
                  <a:lnTo>
                    <a:pt x="32616" y="258853"/>
                  </a:lnTo>
                  <a:lnTo>
                    <a:pt x="35833" y="263075"/>
                  </a:lnTo>
                  <a:lnTo>
                    <a:pt x="39183" y="267192"/>
                  </a:lnTo>
                  <a:lnTo>
                    <a:pt x="42661" y="271201"/>
                  </a:lnTo>
                  <a:lnTo>
                    <a:pt x="46265" y="275097"/>
                  </a:lnTo>
                  <a:lnTo>
                    <a:pt x="49991" y="278877"/>
                  </a:lnTo>
                  <a:lnTo>
                    <a:pt x="53835" y="282537"/>
                  </a:lnTo>
                  <a:lnTo>
                    <a:pt x="57794" y="286073"/>
                  </a:lnTo>
                  <a:lnTo>
                    <a:pt x="61862" y="289482"/>
                  </a:lnTo>
                  <a:lnTo>
                    <a:pt x="66037" y="292759"/>
                  </a:lnTo>
                  <a:lnTo>
                    <a:pt x="70314" y="295903"/>
                  </a:lnTo>
                  <a:lnTo>
                    <a:pt x="74688" y="298909"/>
                  </a:lnTo>
                  <a:lnTo>
                    <a:pt x="79156" y="301775"/>
                  </a:lnTo>
                  <a:lnTo>
                    <a:pt x="83712" y="304497"/>
                  </a:lnTo>
                  <a:lnTo>
                    <a:pt x="88352" y="307073"/>
                  </a:lnTo>
                  <a:lnTo>
                    <a:pt x="93072" y="309501"/>
                  </a:lnTo>
                  <a:lnTo>
                    <a:pt x="97867" y="311778"/>
                  </a:lnTo>
                  <a:lnTo>
                    <a:pt x="102731" y="313901"/>
                  </a:lnTo>
                  <a:lnTo>
                    <a:pt x="107660" y="315869"/>
                  </a:lnTo>
                  <a:lnTo>
                    <a:pt x="112650" y="317680"/>
                  </a:lnTo>
                  <a:lnTo>
                    <a:pt x="117694" y="319331"/>
                  </a:lnTo>
                  <a:lnTo>
                    <a:pt x="122788" y="320821"/>
                  </a:lnTo>
                  <a:lnTo>
                    <a:pt x="127927" y="322148"/>
                  </a:lnTo>
                  <a:lnTo>
                    <a:pt x="133106" y="323312"/>
                  </a:lnTo>
                  <a:lnTo>
                    <a:pt x="138319" y="324311"/>
                  </a:lnTo>
                  <a:lnTo>
                    <a:pt x="143561" y="325144"/>
                  </a:lnTo>
                  <a:lnTo>
                    <a:pt x="148826" y="325810"/>
                  </a:lnTo>
                  <a:lnTo>
                    <a:pt x="154110" y="326308"/>
                  </a:lnTo>
                  <a:lnTo>
                    <a:pt x="159408" y="326639"/>
                  </a:lnTo>
                  <a:lnTo>
                    <a:pt x="164713" y="326801"/>
                  </a:lnTo>
                  <a:lnTo>
                    <a:pt x="170021" y="326795"/>
                  </a:lnTo>
                  <a:lnTo>
                    <a:pt x="175325" y="326620"/>
                  </a:lnTo>
                  <a:lnTo>
                    <a:pt x="180622" y="326277"/>
                  </a:lnTo>
                  <a:lnTo>
                    <a:pt x="185905" y="325766"/>
                  </a:lnTo>
                  <a:lnTo>
                    <a:pt x="191169" y="325087"/>
                  </a:lnTo>
                  <a:lnTo>
                    <a:pt x="196409" y="324242"/>
                  </a:lnTo>
                  <a:lnTo>
                    <a:pt x="201619" y="323230"/>
                  </a:lnTo>
                  <a:lnTo>
                    <a:pt x="206795" y="322054"/>
                  </a:lnTo>
                  <a:lnTo>
                    <a:pt x="211931" y="320714"/>
                  </a:lnTo>
                  <a:lnTo>
                    <a:pt x="217022" y="319212"/>
                  </a:lnTo>
                  <a:lnTo>
                    <a:pt x="222062" y="317549"/>
                  </a:lnTo>
                  <a:lnTo>
                    <a:pt x="227047" y="315726"/>
                  </a:lnTo>
                  <a:lnTo>
                    <a:pt x="231972" y="313747"/>
                  </a:lnTo>
                  <a:lnTo>
                    <a:pt x="236831" y="311612"/>
                  </a:lnTo>
                  <a:lnTo>
                    <a:pt x="241620" y="309324"/>
                  </a:lnTo>
                  <a:lnTo>
                    <a:pt x="246334" y="306884"/>
                  </a:lnTo>
                  <a:lnTo>
                    <a:pt x="250968" y="304297"/>
                  </a:lnTo>
                  <a:lnTo>
                    <a:pt x="255518" y="301564"/>
                  </a:lnTo>
                  <a:lnTo>
                    <a:pt x="259979" y="298687"/>
                  </a:lnTo>
                  <a:lnTo>
                    <a:pt x="264346" y="295671"/>
                  </a:lnTo>
                  <a:lnTo>
                    <a:pt x="268615" y="292517"/>
                  </a:lnTo>
                  <a:lnTo>
                    <a:pt x="272782" y="289229"/>
                  </a:lnTo>
                  <a:lnTo>
                    <a:pt x="276842" y="285811"/>
                  </a:lnTo>
                  <a:lnTo>
                    <a:pt x="280792" y="282266"/>
                  </a:lnTo>
                  <a:lnTo>
                    <a:pt x="284628" y="278597"/>
                  </a:lnTo>
                  <a:lnTo>
                    <a:pt x="288344" y="274808"/>
                  </a:lnTo>
                  <a:lnTo>
                    <a:pt x="291939" y="270903"/>
                  </a:lnTo>
                  <a:lnTo>
                    <a:pt x="295408" y="266886"/>
                  </a:lnTo>
                  <a:lnTo>
                    <a:pt x="298748" y="262760"/>
                  </a:lnTo>
                  <a:lnTo>
                    <a:pt x="301955" y="258531"/>
                  </a:lnTo>
                  <a:lnTo>
                    <a:pt x="305026" y="254202"/>
                  </a:lnTo>
                  <a:lnTo>
                    <a:pt x="307958" y="249778"/>
                  </a:lnTo>
                  <a:lnTo>
                    <a:pt x="310748" y="245263"/>
                  </a:lnTo>
                  <a:lnTo>
                    <a:pt x="313394" y="240662"/>
                  </a:lnTo>
                  <a:lnTo>
                    <a:pt x="315892" y="235979"/>
                  </a:lnTo>
                  <a:lnTo>
                    <a:pt x="318240" y="231219"/>
                  </a:lnTo>
                  <a:lnTo>
                    <a:pt x="320436" y="226386"/>
                  </a:lnTo>
                  <a:lnTo>
                    <a:pt x="322477" y="221487"/>
                  </a:lnTo>
                  <a:lnTo>
                    <a:pt x="324362" y="216525"/>
                  </a:lnTo>
                  <a:lnTo>
                    <a:pt x="326088" y="211506"/>
                  </a:lnTo>
                  <a:lnTo>
                    <a:pt x="327655" y="206435"/>
                  </a:lnTo>
                  <a:lnTo>
                    <a:pt x="329059" y="201316"/>
                  </a:lnTo>
                  <a:lnTo>
                    <a:pt x="330300" y="196156"/>
                  </a:lnTo>
                  <a:lnTo>
                    <a:pt x="331377" y="190959"/>
                  </a:lnTo>
                  <a:lnTo>
                    <a:pt x="332288" y="185730"/>
                  </a:lnTo>
                  <a:lnTo>
                    <a:pt x="333032" y="180474"/>
                  </a:lnTo>
                  <a:lnTo>
                    <a:pt x="333610" y="175198"/>
                  </a:lnTo>
                  <a:lnTo>
                    <a:pt x="334020" y="169906"/>
                  </a:lnTo>
                  <a:lnTo>
                    <a:pt x="334261" y="164604"/>
                  </a:lnTo>
                  <a:lnTo>
                    <a:pt x="334334" y="159297"/>
                  </a:lnTo>
                  <a:lnTo>
                    <a:pt x="334238" y="153990"/>
                  </a:lnTo>
                  <a:lnTo>
                    <a:pt x="333975" y="148689"/>
                  </a:lnTo>
                  <a:lnTo>
                    <a:pt x="333542" y="143399"/>
                  </a:lnTo>
                  <a:lnTo>
                    <a:pt x="332943" y="138126"/>
                  </a:lnTo>
                  <a:lnTo>
                    <a:pt x="332176" y="132874"/>
                  </a:lnTo>
                  <a:lnTo>
                    <a:pt x="331242" y="127649"/>
                  </a:lnTo>
                  <a:lnTo>
                    <a:pt x="330144" y="122456"/>
                  </a:lnTo>
                  <a:lnTo>
                    <a:pt x="328881" y="117301"/>
                  </a:lnTo>
                  <a:lnTo>
                    <a:pt x="327455" y="112188"/>
                  </a:lnTo>
                  <a:lnTo>
                    <a:pt x="325867" y="107124"/>
                  </a:lnTo>
                  <a:lnTo>
                    <a:pt x="324120" y="102112"/>
                  </a:lnTo>
                  <a:lnTo>
                    <a:pt x="322214" y="97158"/>
                  </a:lnTo>
                  <a:lnTo>
                    <a:pt x="320152" y="92267"/>
                  </a:lnTo>
                  <a:lnTo>
                    <a:pt x="317935" y="87445"/>
                  </a:lnTo>
                  <a:lnTo>
                    <a:pt x="315567" y="82695"/>
                  </a:lnTo>
                  <a:lnTo>
                    <a:pt x="313049" y="78022"/>
                  </a:lnTo>
                  <a:lnTo>
                    <a:pt x="310384" y="73432"/>
                  </a:lnTo>
                  <a:lnTo>
                    <a:pt x="307575" y="68929"/>
                  </a:lnTo>
                  <a:lnTo>
                    <a:pt x="304624" y="64517"/>
                  </a:lnTo>
                  <a:lnTo>
                    <a:pt x="301534" y="60201"/>
                  </a:lnTo>
                  <a:lnTo>
                    <a:pt x="298309" y="55986"/>
                  </a:lnTo>
                  <a:lnTo>
                    <a:pt x="294952" y="51875"/>
                  </a:lnTo>
                  <a:lnTo>
                    <a:pt x="291466" y="47872"/>
                  </a:lnTo>
                  <a:lnTo>
                    <a:pt x="287855" y="43983"/>
                  </a:lnTo>
                  <a:lnTo>
                    <a:pt x="284122" y="40209"/>
                  </a:lnTo>
                  <a:lnTo>
                    <a:pt x="280271" y="36557"/>
                  </a:lnTo>
                  <a:lnTo>
                    <a:pt x="276306" y="33028"/>
                  </a:lnTo>
                  <a:lnTo>
                    <a:pt x="272231" y="29627"/>
                  </a:lnTo>
                  <a:lnTo>
                    <a:pt x="268051" y="26357"/>
                  </a:lnTo>
                  <a:lnTo>
                    <a:pt x="263768" y="23222"/>
                  </a:lnTo>
                  <a:lnTo>
                    <a:pt x="259388" y="20224"/>
                  </a:lnTo>
                  <a:lnTo>
                    <a:pt x="254915" y="17366"/>
                  </a:lnTo>
                  <a:lnTo>
                    <a:pt x="250354" y="14652"/>
                  </a:lnTo>
                  <a:lnTo>
                    <a:pt x="245709" y="12084"/>
                  </a:lnTo>
                  <a:lnTo>
                    <a:pt x="167167" y="1596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423235" y="1681503"/>
              <a:ext cx="78542" cy="167167"/>
            </a:xfrm>
            <a:custGeom>
              <a:avLst/>
              <a:pathLst>
                <a:path w="78542" h="167167">
                  <a:moveTo>
                    <a:pt x="78542" y="19600"/>
                  </a:moveTo>
                  <a:lnTo>
                    <a:pt x="73339" y="16946"/>
                  </a:lnTo>
                  <a:lnTo>
                    <a:pt x="68047" y="14476"/>
                  </a:lnTo>
                  <a:lnTo>
                    <a:pt x="62672" y="12193"/>
                  </a:lnTo>
                  <a:lnTo>
                    <a:pt x="57221" y="10098"/>
                  </a:lnTo>
                  <a:lnTo>
                    <a:pt x="51700" y="8195"/>
                  </a:lnTo>
                  <a:lnTo>
                    <a:pt x="46115" y="6486"/>
                  </a:lnTo>
                  <a:lnTo>
                    <a:pt x="40475" y="4974"/>
                  </a:lnTo>
                  <a:lnTo>
                    <a:pt x="34785" y="3659"/>
                  </a:lnTo>
                  <a:lnTo>
                    <a:pt x="29052" y="2543"/>
                  </a:lnTo>
                  <a:lnTo>
                    <a:pt x="23284" y="1629"/>
                  </a:lnTo>
                  <a:lnTo>
                    <a:pt x="17488" y="917"/>
                  </a:lnTo>
                  <a:lnTo>
                    <a:pt x="11670" y="407"/>
                  </a:lnTo>
                  <a:lnTo>
                    <a:pt x="583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853879" y="1322571"/>
              <a:ext cx="334326" cy="334321"/>
            </a:xfrm>
            <a:custGeom>
              <a:avLst/>
              <a:pathLst>
                <a:path w="334326" h="334321">
                  <a:moveTo>
                    <a:pt x="167159" y="0"/>
                  </a:moveTo>
                  <a:lnTo>
                    <a:pt x="161876" y="83"/>
                  </a:lnTo>
                  <a:lnTo>
                    <a:pt x="156599" y="333"/>
                  </a:lnTo>
                  <a:lnTo>
                    <a:pt x="151332" y="750"/>
                  </a:lnTo>
                  <a:lnTo>
                    <a:pt x="146080" y="1334"/>
                  </a:lnTo>
                  <a:lnTo>
                    <a:pt x="140850" y="2083"/>
                  </a:lnTo>
                  <a:lnTo>
                    <a:pt x="135646" y="2997"/>
                  </a:lnTo>
                  <a:lnTo>
                    <a:pt x="130474" y="4075"/>
                  </a:lnTo>
                  <a:lnTo>
                    <a:pt x="125338" y="5315"/>
                  </a:lnTo>
                  <a:lnTo>
                    <a:pt x="120244" y="6718"/>
                  </a:lnTo>
                  <a:lnTo>
                    <a:pt x="115197" y="8281"/>
                  </a:lnTo>
                  <a:lnTo>
                    <a:pt x="110202" y="10002"/>
                  </a:lnTo>
                  <a:lnTo>
                    <a:pt x="105263" y="11881"/>
                  </a:lnTo>
                  <a:lnTo>
                    <a:pt x="100387" y="13914"/>
                  </a:lnTo>
                  <a:lnTo>
                    <a:pt x="95577" y="16101"/>
                  </a:lnTo>
                  <a:lnTo>
                    <a:pt x="90839" y="18439"/>
                  </a:lnTo>
                  <a:lnTo>
                    <a:pt x="86177" y="20925"/>
                  </a:lnTo>
                  <a:lnTo>
                    <a:pt x="81595" y="23557"/>
                  </a:lnTo>
                  <a:lnTo>
                    <a:pt x="77100" y="26333"/>
                  </a:lnTo>
                  <a:lnTo>
                    <a:pt x="72694" y="29249"/>
                  </a:lnTo>
                  <a:lnTo>
                    <a:pt x="68383" y="32304"/>
                  </a:lnTo>
                  <a:lnTo>
                    <a:pt x="64170" y="35492"/>
                  </a:lnTo>
                  <a:lnTo>
                    <a:pt x="60060" y="38813"/>
                  </a:lnTo>
                  <a:lnTo>
                    <a:pt x="56057" y="42262"/>
                  </a:lnTo>
                  <a:lnTo>
                    <a:pt x="52166" y="45835"/>
                  </a:lnTo>
                  <a:lnTo>
                    <a:pt x="48389" y="49530"/>
                  </a:lnTo>
                  <a:lnTo>
                    <a:pt x="44730" y="53342"/>
                  </a:lnTo>
                  <a:lnTo>
                    <a:pt x="41194" y="57268"/>
                  </a:lnTo>
                  <a:lnTo>
                    <a:pt x="37784" y="61304"/>
                  </a:lnTo>
                  <a:lnTo>
                    <a:pt x="34503" y="65445"/>
                  </a:lnTo>
                  <a:lnTo>
                    <a:pt x="31355" y="69688"/>
                  </a:lnTo>
                  <a:lnTo>
                    <a:pt x="28342" y="74029"/>
                  </a:lnTo>
                  <a:lnTo>
                    <a:pt x="25468" y="78462"/>
                  </a:lnTo>
                  <a:lnTo>
                    <a:pt x="22736" y="82984"/>
                  </a:lnTo>
                  <a:lnTo>
                    <a:pt x="20147" y="87590"/>
                  </a:lnTo>
                  <a:lnTo>
                    <a:pt x="17706" y="92276"/>
                  </a:lnTo>
                  <a:lnTo>
                    <a:pt x="15414" y="97037"/>
                  </a:lnTo>
                  <a:lnTo>
                    <a:pt x="13273" y="101867"/>
                  </a:lnTo>
                  <a:lnTo>
                    <a:pt x="11287" y="106763"/>
                  </a:lnTo>
                  <a:lnTo>
                    <a:pt x="9455" y="111719"/>
                  </a:lnTo>
                  <a:lnTo>
                    <a:pt x="7782" y="116731"/>
                  </a:lnTo>
                  <a:lnTo>
                    <a:pt x="6268" y="121792"/>
                  </a:lnTo>
                  <a:lnTo>
                    <a:pt x="4914" y="126900"/>
                  </a:lnTo>
                  <a:lnTo>
                    <a:pt x="3723" y="132047"/>
                  </a:lnTo>
                  <a:lnTo>
                    <a:pt x="2694" y="137230"/>
                  </a:lnTo>
                  <a:lnTo>
                    <a:pt x="1830" y="142442"/>
                  </a:lnTo>
                  <a:lnTo>
                    <a:pt x="1132" y="147679"/>
                  </a:lnTo>
                  <a:lnTo>
                    <a:pt x="599" y="152936"/>
                  </a:lnTo>
                  <a:lnTo>
                    <a:pt x="232" y="158207"/>
                  </a:lnTo>
                  <a:lnTo>
                    <a:pt x="32" y="163486"/>
                  </a:lnTo>
                  <a:lnTo>
                    <a:pt x="0" y="168770"/>
                  </a:lnTo>
                  <a:lnTo>
                    <a:pt x="134" y="174052"/>
                  </a:lnTo>
                  <a:lnTo>
                    <a:pt x="435" y="179327"/>
                  </a:lnTo>
                  <a:lnTo>
                    <a:pt x="902" y="184590"/>
                  </a:lnTo>
                  <a:lnTo>
                    <a:pt x="1536" y="189835"/>
                  </a:lnTo>
                  <a:lnTo>
                    <a:pt x="2335" y="195058"/>
                  </a:lnTo>
                  <a:lnTo>
                    <a:pt x="3299" y="200253"/>
                  </a:lnTo>
                  <a:lnTo>
                    <a:pt x="4426" y="205415"/>
                  </a:lnTo>
                  <a:lnTo>
                    <a:pt x="5716" y="210538"/>
                  </a:lnTo>
                  <a:lnTo>
                    <a:pt x="7167" y="215619"/>
                  </a:lnTo>
                  <a:lnTo>
                    <a:pt x="8779" y="220651"/>
                  </a:lnTo>
                  <a:lnTo>
                    <a:pt x="10548" y="225629"/>
                  </a:lnTo>
                  <a:lnTo>
                    <a:pt x="12474" y="230549"/>
                  </a:lnTo>
                  <a:lnTo>
                    <a:pt x="14554" y="235406"/>
                  </a:lnTo>
                  <a:lnTo>
                    <a:pt x="16787" y="240195"/>
                  </a:lnTo>
                  <a:lnTo>
                    <a:pt x="19170" y="244910"/>
                  </a:lnTo>
                  <a:lnTo>
                    <a:pt x="21700" y="249548"/>
                  </a:lnTo>
                  <a:lnTo>
                    <a:pt x="24376" y="254104"/>
                  </a:lnTo>
                  <a:lnTo>
                    <a:pt x="27195" y="258573"/>
                  </a:lnTo>
                  <a:lnTo>
                    <a:pt x="30154" y="262950"/>
                  </a:lnTo>
                  <a:lnTo>
                    <a:pt x="33249" y="267232"/>
                  </a:lnTo>
                  <a:lnTo>
                    <a:pt x="36478" y="271414"/>
                  </a:lnTo>
                  <a:lnTo>
                    <a:pt x="39838" y="275492"/>
                  </a:lnTo>
                  <a:lnTo>
                    <a:pt x="43325" y="279461"/>
                  </a:lnTo>
                  <a:lnTo>
                    <a:pt x="46936" y="283319"/>
                  </a:lnTo>
                  <a:lnTo>
                    <a:pt x="50666" y="287060"/>
                  </a:lnTo>
                  <a:lnTo>
                    <a:pt x="54514" y="290682"/>
                  </a:lnTo>
                  <a:lnTo>
                    <a:pt x="58473" y="294180"/>
                  </a:lnTo>
                  <a:lnTo>
                    <a:pt x="62541" y="297551"/>
                  </a:lnTo>
                  <a:lnTo>
                    <a:pt x="66714" y="300792"/>
                  </a:lnTo>
                  <a:lnTo>
                    <a:pt x="70987" y="303900"/>
                  </a:lnTo>
                  <a:lnTo>
                    <a:pt x="75356" y="306871"/>
                  </a:lnTo>
                  <a:lnTo>
                    <a:pt x="79817" y="309702"/>
                  </a:lnTo>
                  <a:lnTo>
                    <a:pt x="84365" y="312391"/>
                  </a:lnTo>
                  <a:lnTo>
                    <a:pt x="88996" y="314935"/>
                  </a:lnTo>
                  <a:lnTo>
                    <a:pt x="93705" y="317332"/>
                  </a:lnTo>
                  <a:lnTo>
                    <a:pt x="98487" y="319578"/>
                  </a:lnTo>
                  <a:lnTo>
                    <a:pt x="103338" y="321672"/>
                  </a:lnTo>
                  <a:lnTo>
                    <a:pt x="108253" y="323612"/>
                  </a:lnTo>
                  <a:lnTo>
                    <a:pt x="113226" y="325395"/>
                  </a:lnTo>
                  <a:lnTo>
                    <a:pt x="118253" y="327021"/>
                  </a:lnTo>
                  <a:lnTo>
                    <a:pt x="123330" y="328486"/>
                  </a:lnTo>
                  <a:lnTo>
                    <a:pt x="128450" y="329791"/>
                  </a:lnTo>
                  <a:lnTo>
                    <a:pt x="133608" y="330933"/>
                  </a:lnTo>
                  <a:lnTo>
                    <a:pt x="138800" y="331911"/>
                  </a:lnTo>
                  <a:lnTo>
                    <a:pt x="144021" y="332725"/>
                  </a:lnTo>
                  <a:lnTo>
                    <a:pt x="149264" y="333374"/>
                  </a:lnTo>
                  <a:lnTo>
                    <a:pt x="154526" y="333856"/>
                  </a:lnTo>
                  <a:lnTo>
                    <a:pt x="159800" y="334172"/>
                  </a:lnTo>
                  <a:lnTo>
                    <a:pt x="165082" y="334321"/>
                  </a:lnTo>
                  <a:lnTo>
                    <a:pt x="170365" y="334304"/>
                  </a:lnTo>
                  <a:lnTo>
                    <a:pt x="175645" y="334119"/>
                  </a:lnTo>
                  <a:lnTo>
                    <a:pt x="180917" y="333767"/>
                  </a:lnTo>
                  <a:lnTo>
                    <a:pt x="186175" y="333249"/>
                  </a:lnTo>
                  <a:lnTo>
                    <a:pt x="191414" y="332565"/>
                  </a:lnTo>
                  <a:lnTo>
                    <a:pt x="196629" y="331716"/>
                  </a:lnTo>
                  <a:lnTo>
                    <a:pt x="201815" y="330703"/>
                  </a:lnTo>
                  <a:lnTo>
                    <a:pt x="206966" y="329526"/>
                  </a:lnTo>
                  <a:lnTo>
                    <a:pt x="212077" y="328187"/>
                  </a:lnTo>
                  <a:lnTo>
                    <a:pt x="217143" y="326687"/>
                  </a:lnTo>
                  <a:lnTo>
                    <a:pt x="222159" y="325028"/>
                  </a:lnTo>
                  <a:lnTo>
                    <a:pt x="227120" y="323211"/>
                  </a:lnTo>
                  <a:lnTo>
                    <a:pt x="232022" y="321238"/>
                  </a:lnTo>
                  <a:lnTo>
                    <a:pt x="236858" y="319111"/>
                  </a:lnTo>
                  <a:lnTo>
                    <a:pt x="241625" y="316832"/>
                  </a:lnTo>
                  <a:lnTo>
                    <a:pt x="246318" y="314404"/>
                  </a:lnTo>
                  <a:lnTo>
                    <a:pt x="250932" y="311829"/>
                  </a:lnTo>
                  <a:lnTo>
                    <a:pt x="255461" y="309109"/>
                  </a:lnTo>
                  <a:lnTo>
                    <a:pt x="259903" y="306248"/>
                  </a:lnTo>
                  <a:lnTo>
                    <a:pt x="264252" y="303248"/>
                  </a:lnTo>
                  <a:lnTo>
                    <a:pt x="268504" y="300111"/>
                  </a:lnTo>
                  <a:lnTo>
                    <a:pt x="272655" y="296842"/>
                  </a:lnTo>
                  <a:lnTo>
                    <a:pt x="276700" y="293443"/>
                  </a:lnTo>
                  <a:lnTo>
                    <a:pt x="280636" y="289919"/>
                  </a:lnTo>
                  <a:lnTo>
                    <a:pt x="284459" y="286271"/>
                  </a:lnTo>
                  <a:lnTo>
                    <a:pt x="288164" y="282505"/>
                  </a:lnTo>
                  <a:lnTo>
                    <a:pt x="291749" y="278623"/>
                  </a:lnTo>
                  <a:lnTo>
                    <a:pt x="295209" y="274630"/>
                  </a:lnTo>
                  <a:lnTo>
                    <a:pt x="298541" y="270530"/>
                  </a:lnTo>
                  <a:lnTo>
                    <a:pt x="301742" y="266326"/>
                  </a:lnTo>
                  <a:lnTo>
                    <a:pt x="304808" y="262023"/>
                  </a:lnTo>
                  <a:lnTo>
                    <a:pt x="307737" y="257626"/>
                  </a:lnTo>
                  <a:lnTo>
                    <a:pt x="310526" y="253138"/>
                  </a:lnTo>
                  <a:lnTo>
                    <a:pt x="313171" y="248565"/>
                  </a:lnTo>
                  <a:lnTo>
                    <a:pt x="315670" y="243910"/>
                  </a:lnTo>
                  <a:lnTo>
                    <a:pt x="318021" y="239178"/>
                  </a:lnTo>
                  <a:lnTo>
                    <a:pt x="320222" y="234374"/>
                  </a:lnTo>
                  <a:lnTo>
                    <a:pt x="322269" y="229504"/>
                  </a:lnTo>
                  <a:lnTo>
                    <a:pt x="324162" y="224571"/>
                  </a:lnTo>
                  <a:lnTo>
                    <a:pt x="325897" y="219580"/>
                  </a:lnTo>
                  <a:lnTo>
                    <a:pt x="327474" y="214538"/>
                  </a:lnTo>
                  <a:lnTo>
                    <a:pt x="328891" y="209448"/>
                  </a:lnTo>
                  <a:lnTo>
                    <a:pt x="330147" y="204315"/>
                  </a:lnTo>
                  <a:lnTo>
                    <a:pt x="331239" y="199146"/>
                  </a:lnTo>
                  <a:lnTo>
                    <a:pt x="332168" y="193945"/>
                  </a:lnTo>
                  <a:lnTo>
                    <a:pt x="332932" y="188717"/>
                  </a:lnTo>
                  <a:lnTo>
                    <a:pt x="333530" y="183467"/>
                  </a:lnTo>
                  <a:lnTo>
                    <a:pt x="333962" y="178201"/>
                  </a:lnTo>
                  <a:lnTo>
                    <a:pt x="334228" y="172924"/>
                  </a:lnTo>
                  <a:lnTo>
                    <a:pt x="334326" y="167642"/>
                  </a:lnTo>
                  <a:lnTo>
                    <a:pt x="334258" y="162359"/>
                  </a:lnTo>
                  <a:lnTo>
                    <a:pt x="334022" y="157080"/>
                  </a:lnTo>
                  <a:lnTo>
                    <a:pt x="333620" y="151812"/>
                  </a:lnTo>
                  <a:lnTo>
                    <a:pt x="333052" y="146559"/>
                  </a:lnTo>
                  <a:lnTo>
                    <a:pt x="332317" y="141327"/>
                  </a:lnTo>
                  <a:lnTo>
                    <a:pt x="331418" y="136120"/>
                  </a:lnTo>
                  <a:lnTo>
                    <a:pt x="330355" y="130945"/>
                  </a:lnTo>
                  <a:lnTo>
                    <a:pt x="329129" y="125806"/>
                  </a:lnTo>
                  <a:lnTo>
                    <a:pt x="327741" y="120708"/>
                  </a:lnTo>
                  <a:lnTo>
                    <a:pt x="326193" y="115656"/>
                  </a:lnTo>
                  <a:lnTo>
                    <a:pt x="324485" y="110656"/>
                  </a:lnTo>
                  <a:lnTo>
                    <a:pt x="322621" y="105712"/>
                  </a:lnTo>
                  <a:lnTo>
                    <a:pt x="320601" y="100830"/>
                  </a:lnTo>
                  <a:lnTo>
                    <a:pt x="318428" y="96014"/>
                  </a:lnTo>
                  <a:lnTo>
                    <a:pt x="316104" y="91269"/>
                  </a:lnTo>
                  <a:lnTo>
                    <a:pt x="313631" y="86600"/>
                  </a:lnTo>
                  <a:lnTo>
                    <a:pt x="311012" y="82011"/>
                  </a:lnTo>
                  <a:lnTo>
                    <a:pt x="308249" y="77508"/>
                  </a:lnTo>
                  <a:lnTo>
                    <a:pt x="305345" y="73094"/>
                  </a:lnTo>
                  <a:lnTo>
                    <a:pt x="302303" y="68774"/>
                  </a:lnTo>
                  <a:lnTo>
                    <a:pt x="299126" y="64552"/>
                  </a:lnTo>
                  <a:lnTo>
                    <a:pt x="295817" y="60433"/>
                  </a:lnTo>
                  <a:lnTo>
                    <a:pt x="292380" y="56420"/>
                  </a:lnTo>
                  <a:lnTo>
                    <a:pt x="288817" y="52518"/>
                  </a:lnTo>
                  <a:lnTo>
                    <a:pt x="285133" y="48731"/>
                  </a:lnTo>
                  <a:lnTo>
                    <a:pt x="281331" y="45062"/>
                  </a:lnTo>
                  <a:lnTo>
                    <a:pt x="277416" y="4151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64086"/>
              <a:ext cx="110256" cy="125652"/>
            </a:xfrm>
            <a:custGeom>
              <a:avLst/>
              <a:pathLst>
                <a:path w="110256" h="125652">
                  <a:moveTo>
                    <a:pt x="110256" y="0"/>
                  </a:moveTo>
                  <a:lnTo>
                    <a:pt x="0" y="1256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62325"/>
              <a:ext cx="110256" cy="127413"/>
            </a:xfrm>
            <a:custGeom>
              <a:avLst/>
              <a:pathLst>
                <a:path w="110256" h="127413">
                  <a:moveTo>
                    <a:pt x="110256" y="1761"/>
                  </a:moveTo>
                  <a:lnTo>
                    <a:pt x="108216" y="0"/>
                  </a:lnTo>
                  <a:lnTo>
                    <a:pt x="0" y="127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108216" cy="167167"/>
            </a:xfrm>
            <a:custGeom>
              <a:avLst/>
              <a:pathLst>
                <a:path w="108216" h="167167">
                  <a:moveTo>
                    <a:pt x="108216" y="39753"/>
                  </a:moveTo>
                  <a:lnTo>
                    <a:pt x="103883" y="36197"/>
                  </a:lnTo>
                  <a:lnTo>
                    <a:pt x="99435" y="32788"/>
                  </a:lnTo>
                  <a:lnTo>
                    <a:pt x="94874" y="29531"/>
                  </a:lnTo>
                  <a:lnTo>
                    <a:pt x="90207" y="26427"/>
                  </a:lnTo>
                  <a:lnTo>
                    <a:pt x="85438" y="23483"/>
                  </a:lnTo>
                  <a:lnTo>
                    <a:pt x="80574" y="20699"/>
                  </a:lnTo>
                  <a:lnTo>
                    <a:pt x="75618" y="18081"/>
                  </a:lnTo>
                  <a:lnTo>
                    <a:pt x="70578" y="15629"/>
                  </a:lnTo>
                  <a:lnTo>
                    <a:pt x="65458" y="13349"/>
                  </a:lnTo>
                  <a:lnTo>
                    <a:pt x="60265" y="11241"/>
                  </a:lnTo>
                  <a:lnTo>
                    <a:pt x="55004" y="9308"/>
                  </a:lnTo>
                  <a:lnTo>
                    <a:pt x="49682" y="7553"/>
                  </a:lnTo>
                  <a:lnTo>
                    <a:pt x="44303" y="5977"/>
                  </a:lnTo>
                  <a:lnTo>
                    <a:pt x="38875" y="4583"/>
                  </a:lnTo>
                  <a:lnTo>
                    <a:pt x="33403" y="3371"/>
                  </a:lnTo>
                  <a:lnTo>
                    <a:pt x="27893" y="2343"/>
                  </a:lnTo>
                  <a:lnTo>
                    <a:pt x="22352" y="1501"/>
                  </a:lnTo>
                  <a:lnTo>
                    <a:pt x="16786" y="844"/>
                  </a:lnTo>
                  <a:lnTo>
                    <a:pt x="11201" y="375"/>
                  </a:lnTo>
                  <a:lnTo>
                    <a:pt x="560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378108" y="1071028"/>
              <a:ext cx="334283" cy="334334"/>
            </a:xfrm>
            <a:custGeom>
              <a:avLst/>
              <a:pathLst>
                <a:path w="334283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4" y="755"/>
                  </a:lnTo>
                  <a:lnTo>
                    <a:pt x="146007" y="1342"/>
                  </a:lnTo>
                  <a:lnTo>
                    <a:pt x="140761" y="2095"/>
                  </a:lnTo>
                  <a:lnTo>
                    <a:pt x="135541" y="3015"/>
                  </a:lnTo>
                  <a:lnTo>
                    <a:pt x="130354" y="4099"/>
                  </a:lnTo>
                  <a:lnTo>
                    <a:pt x="125203" y="5348"/>
                  </a:lnTo>
                  <a:lnTo>
                    <a:pt x="120095" y="6759"/>
                  </a:lnTo>
                  <a:lnTo>
                    <a:pt x="115034" y="8331"/>
                  </a:lnTo>
                  <a:lnTo>
                    <a:pt x="110025" y="10063"/>
                  </a:lnTo>
                  <a:lnTo>
                    <a:pt x="105074" y="11952"/>
                  </a:lnTo>
                  <a:lnTo>
                    <a:pt x="100185" y="13998"/>
                  </a:lnTo>
                  <a:lnTo>
                    <a:pt x="95363" y="16198"/>
                  </a:lnTo>
                  <a:lnTo>
                    <a:pt x="90614" y="18549"/>
                  </a:lnTo>
                  <a:lnTo>
                    <a:pt x="85941" y="21050"/>
                  </a:lnTo>
                  <a:lnTo>
                    <a:pt x="81350" y="23698"/>
                  </a:lnTo>
                  <a:lnTo>
                    <a:pt x="76845" y="26490"/>
                  </a:lnTo>
                  <a:lnTo>
                    <a:pt x="72431" y="29423"/>
                  </a:lnTo>
                  <a:lnTo>
                    <a:pt x="68113" y="32495"/>
                  </a:lnTo>
                  <a:lnTo>
                    <a:pt x="63893" y="35702"/>
                  </a:lnTo>
                  <a:lnTo>
                    <a:pt x="59778" y="39041"/>
                  </a:lnTo>
                  <a:lnTo>
                    <a:pt x="55771" y="42509"/>
                  </a:lnTo>
                  <a:lnTo>
                    <a:pt x="51875" y="46102"/>
                  </a:lnTo>
                  <a:lnTo>
                    <a:pt x="48095" y="49817"/>
                  </a:lnTo>
                  <a:lnTo>
                    <a:pt x="44435" y="53650"/>
                  </a:lnTo>
                  <a:lnTo>
                    <a:pt x="40899" y="57597"/>
                  </a:lnTo>
                  <a:lnTo>
                    <a:pt x="37489" y="61654"/>
                  </a:lnTo>
                  <a:lnTo>
                    <a:pt x="34209" y="65817"/>
                  </a:lnTo>
                  <a:lnTo>
                    <a:pt x="31063" y="70082"/>
                  </a:lnTo>
                  <a:lnTo>
                    <a:pt x="28054" y="74445"/>
                  </a:lnTo>
                  <a:lnTo>
                    <a:pt x="25185" y="78900"/>
                  </a:lnTo>
                  <a:lnTo>
                    <a:pt x="22458" y="83445"/>
                  </a:lnTo>
                  <a:lnTo>
                    <a:pt x="19877" y="88073"/>
                  </a:lnTo>
                  <a:lnTo>
                    <a:pt x="17444" y="92782"/>
                  </a:lnTo>
                  <a:lnTo>
                    <a:pt x="15161" y="97564"/>
                  </a:lnTo>
                  <a:lnTo>
                    <a:pt x="13031" y="102417"/>
                  </a:lnTo>
                  <a:lnTo>
                    <a:pt x="11056" y="107335"/>
                  </a:lnTo>
                  <a:lnTo>
                    <a:pt x="9238" y="112313"/>
                  </a:lnTo>
                  <a:lnTo>
                    <a:pt x="7579" y="117347"/>
                  </a:lnTo>
                  <a:lnTo>
                    <a:pt x="6080" y="122430"/>
                  </a:lnTo>
                  <a:lnTo>
                    <a:pt x="4742" y="127558"/>
                  </a:lnTo>
                  <a:lnTo>
                    <a:pt x="3568" y="132726"/>
                  </a:lnTo>
                  <a:lnTo>
                    <a:pt x="2559" y="137929"/>
                  </a:lnTo>
                  <a:lnTo>
                    <a:pt x="1715" y="143161"/>
                  </a:lnTo>
                  <a:lnTo>
                    <a:pt x="1037" y="148417"/>
                  </a:lnTo>
                  <a:lnTo>
                    <a:pt x="526" y="153692"/>
                  </a:lnTo>
                  <a:lnTo>
                    <a:pt x="183" y="158981"/>
                  </a:lnTo>
                  <a:lnTo>
                    <a:pt x="7" y="164277"/>
                  </a:lnTo>
                  <a:lnTo>
                    <a:pt x="0" y="169577"/>
                  </a:lnTo>
                  <a:lnTo>
                    <a:pt x="160" y="174874"/>
                  </a:lnTo>
                  <a:lnTo>
                    <a:pt x="488" y="180164"/>
                  </a:lnTo>
                  <a:lnTo>
                    <a:pt x="984" y="185440"/>
                  </a:lnTo>
                  <a:lnTo>
                    <a:pt x="1647" y="190698"/>
                  </a:lnTo>
                  <a:lnTo>
                    <a:pt x="2476" y="195933"/>
                  </a:lnTo>
                  <a:lnTo>
                    <a:pt x="3470" y="201138"/>
                  </a:lnTo>
                  <a:lnTo>
                    <a:pt x="4629" y="206310"/>
                  </a:lnTo>
                  <a:lnTo>
                    <a:pt x="5952" y="211442"/>
                  </a:lnTo>
                  <a:lnTo>
                    <a:pt x="7436" y="216529"/>
                  </a:lnTo>
                  <a:lnTo>
                    <a:pt x="9081" y="221567"/>
                  </a:lnTo>
                  <a:lnTo>
                    <a:pt x="10885" y="226551"/>
                  </a:lnTo>
                  <a:lnTo>
                    <a:pt x="12846" y="231474"/>
                  </a:lnTo>
                  <a:lnTo>
                    <a:pt x="14962" y="236333"/>
                  </a:lnTo>
                  <a:lnTo>
                    <a:pt x="17231" y="241122"/>
                  </a:lnTo>
                  <a:lnTo>
                    <a:pt x="19651" y="245838"/>
                  </a:lnTo>
                  <a:lnTo>
                    <a:pt x="22219" y="250474"/>
                  </a:lnTo>
                  <a:lnTo>
                    <a:pt x="24932" y="255026"/>
                  </a:lnTo>
                  <a:lnTo>
                    <a:pt x="27789" y="259490"/>
                  </a:lnTo>
                  <a:lnTo>
                    <a:pt x="30785" y="263861"/>
                  </a:lnTo>
                  <a:lnTo>
                    <a:pt x="33919" y="268135"/>
                  </a:lnTo>
                  <a:lnTo>
                    <a:pt x="37187" y="272308"/>
                  </a:lnTo>
                  <a:lnTo>
                    <a:pt x="40585" y="276374"/>
                  </a:lnTo>
                  <a:lnTo>
                    <a:pt x="44110" y="280332"/>
                  </a:lnTo>
                  <a:lnTo>
                    <a:pt x="47759" y="284175"/>
                  </a:lnTo>
                  <a:lnTo>
                    <a:pt x="51528" y="287901"/>
                  </a:lnTo>
                  <a:lnTo>
                    <a:pt x="55413" y="291505"/>
                  </a:lnTo>
                  <a:lnTo>
                    <a:pt x="59411" y="294985"/>
                  </a:lnTo>
                  <a:lnTo>
                    <a:pt x="63517" y="298336"/>
                  </a:lnTo>
                  <a:lnTo>
                    <a:pt x="67727" y="301555"/>
                  </a:lnTo>
                  <a:lnTo>
                    <a:pt x="72037" y="304639"/>
                  </a:lnTo>
                  <a:lnTo>
                    <a:pt x="76442" y="307585"/>
                  </a:lnTo>
                  <a:lnTo>
                    <a:pt x="80939" y="310389"/>
                  </a:lnTo>
                  <a:lnTo>
                    <a:pt x="85522" y="313050"/>
                  </a:lnTo>
                  <a:lnTo>
                    <a:pt x="90188" y="315564"/>
                  </a:lnTo>
                  <a:lnTo>
                    <a:pt x="94930" y="317929"/>
                  </a:lnTo>
                  <a:lnTo>
                    <a:pt x="99746" y="320143"/>
                  </a:lnTo>
                  <a:lnTo>
                    <a:pt x="104629" y="322203"/>
                  </a:lnTo>
                  <a:lnTo>
                    <a:pt x="109575" y="324107"/>
                  </a:lnTo>
                  <a:lnTo>
                    <a:pt x="114578" y="325853"/>
                  </a:lnTo>
                  <a:lnTo>
                    <a:pt x="119635" y="327440"/>
                  </a:lnTo>
                  <a:lnTo>
                    <a:pt x="124739" y="328865"/>
                  </a:lnTo>
                  <a:lnTo>
                    <a:pt x="129886" y="330128"/>
                  </a:lnTo>
                  <a:lnTo>
                    <a:pt x="135071" y="331228"/>
                  </a:lnTo>
                  <a:lnTo>
                    <a:pt x="140287" y="332162"/>
                  </a:lnTo>
                  <a:lnTo>
                    <a:pt x="145531" y="332931"/>
                  </a:lnTo>
                  <a:lnTo>
                    <a:pt x="150796" y="333533"/>
                  </a:lnTo>
                  <a:lnTo>
                    <a:pt x="156078" y="333967"/>
                  </a:lnTo>
                  <a:lnTo>
                    <a:pt x="161371" y="334234"/>
                  </a:lnTo>
                  <a:lnTo>
                    <a:pt x="166670" y="334334"/>
                  </a:lnTo>
                  <a:lnTo>
                    <a:pt x="171969" y="334265"/>
                  </a:lnTo>
                  <a:lnTo>
                    <a:pt x="177264" y="334028"/>
                  </a:lnTo>
                  <a:lnTo>
                    <a:pt x="182548" y="333624"/>
                  </a:lnTo>
                  <a:lnTo>
                    <a:pt x="187817" y="333052"/>
                  </a:lnTo>
                  <a:lnTo>
                    <a:pt x="193065" y="332313"/>
                  </a:lnTo>
                  <a:lnTo>
                    <a:pt x="198287" y="331409"/>
                  </a:lnTo>
                  <a:lnTo>
                    <a:pt x="203477" y="330339"/>
                  </a:lnTo>
                  <a:lnTo>
                    <a:pt x="208631" y="329106"/>
                  </a:lnTo>
                  <a:lnTo>
                    <a:pt x="213744" y="327710"/>
                  </a:lnTo>
                  <a:lnTo>
                    <a:pt x="218809" y="326152"/>
                  </a:lnTo>
                  <a:lnTo>
                    <a:pt x="223823" y="324434"/>
                  </a:lnTo>
                  <a:lnTo>
                    <a:pt x="228780" y="322559"/>
                  </a:lnTo>
                  <a:lnTo>
                    <a:pt x="233675" y="320527"/>
                  </a:lnTo>
                  <a:lnTo>
                    <a:pt x="238503" y="318341"/>
                  </a:lnTo>
                  <a:lnTo>
                    <a:pt x="243259" y="316004"/>
                  </a:lnTo>
                  <a:lnTo>
                    <a:pt x="247939" y="313516"/>
                  </a:lnTo>
                  <a:lnTo>
                    <a:pt x="252537" y="310882"/>
                  </a:lnTo>
                  <a:lnTo>
                    <a:pt x="257050" y="308103"/>
                  </a:lnTo>
                  <a:lnTo>
                    <a:pt x="261472" y="305182"/>
                  </a:lnTo>
                  <a:lnTo>
                    <a:pt x="265800" y="302123"/>
                  </a:lnTo>
                  <a:lnTo>
                    <a:pt x="270028" y="298928"/>
                  </a:lnTo>
                  <a:lnTo>
                    <a:pt x="274153" y="295601"/>
                  </a:lnTo>
                  <a:lnTo>
                    <a:pt x="278170" y="292144"/>
                  </a:lnTo>
                  <a:lnTo>
                    <a:pt x="282076" y="288562"/>
                  </a:lnTo>
                  <a:lnTo>
                    <a:pt x="285867" y="284858"/>
                  </a:lnTo>
                  <a:lnTo>
                    <a:pt x="289538" y="281036"/>
                  </a:lnTo>
                  <a:lnTo>
                    <a:pt x="293086" y="277099"/>
                  </a:lnTo>
                  <a:lnTo>
                    <a:pt x="296507" y="273052"/>
                  </a:lnTo>
                  <a:lnTo>
                    <a:pt x="299799" y="268898"/>
                  </a:lnTo>
                  <a:lnTo>
                    <a:pt x="302957" y="264642"/>
                  </a:lnTo>
                  <a:lnTo>
                    <a:pt x="305978" y="260288"/>
                  </a:lnTo>
                  <a:lnTo>
                    <a:pt x="308860" y="255840"/>
                  </a:lnTo>
                  <a:lnTo>
                    <a:pt x="311600" y="251304"/>
                  </a:lnTo>
                  <a:lnTo>
                    <a:pt x="314194" y="246683"/>
                  </a:lnTo>
                  <a:lnTo>
                    <a:pt x="316641" y="241982"/>
                  </a:lnTo>
                  <a:lnTo>
                    <a:pt x="318938" y="237205"/>
                  </a:lnTo>
                  <a:lnTo>
                    <a:pt x="321081" y="232358"/>
                  </a:lnTo>
                  <a:lnTo>
                    <a:pt x="323071" y="227446"/>
                  </a:lnTo>
                  <a:lnTo>
                    <a:pt x="324903" y="222473"/>
                  </a:lnTo>
                  <a:lnTo>
                    <a:pt x="326577" y="217445"/>
                  </a:lnTo>
                  <a:lnTo>
                    <a:pt x="328091" y="212366"/>
                  </a:lnTo>
                  <a:lnTo>
                    <a:pt x="329442" y="207242"/>
                  </a:lnTo>
                  <a:lnTo>
                    <a:pt x="330631" y="202077"/>
                  </a:lnTo>
                  <a:lnTo>
                    <a:pt x="331656" y="196877"/>
                  </a:lnTo>
                  <a:lnTo>
                    <a:pt x="332515" y="191648"/>
                  </a:lnTo>
                  <a:lnTo>
                    <a:pt x="333208" y="186393"/>
                  </a:lnTo>
                  <a:lnTo>
                    <a:pt x="333734" y="181120"/>
                  </a:lnTo>
                  <a:lnTo>
                    <a:pt x="334092" y="175832"/>
                  </a:lnTo>
                  <a:lnTo>
                    <a:pt x="334283" y="17053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7166" cy="3369"/>
            </a:xfrm>
            <a:custGeom>
              <a:avLst/>
              <a:pathLst>
                <a:path w="167166" h="3369">
                  <a:moveTo>
                    <a:pt x="167133" y="3369"/>
                  </a:moveTo>
                  <a:lnTo>
                    <a:pt x="167166" y="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071028"/>
              <a:ext cx="167166" cy="167841"/>
            </a:xfrm>
            <a:custGeom>
              <a:avLst/>
              <a:pathLst>
                <a:path w="167166" h="167841">
                  <a:moveTo>
                    <a:pt x="167166" y="167841"/>
                  </a:moveTo>
                  <a:lnTo>
                    <a:pt x="167101" y="162469"/>
                  </a:lnTo>
                  <a:lnTo>
                    <a:pt x="166864" y="157102"/>
                  </a:lnTo>
                  <a:lnTo>
                    <a:pt x="166454" y="151745"/>
                  </a:lnTo>
                  <a:lnTo>
                    <a:pt x="165873" y="146404"/>
                  </a:lnTo>
                  <a:lnTo>
                    <a:pt x="165120" y="141085"/>
                  </a:lnTo>
                  <a:lnTo>
                    <a:pt x="164196" y="135792"/>
                  </a:lnTo>
                  <a:lnTo>
                    <a:pt x="163103" y="130532"/>
                  </a:lnTo>
                  <a:lnTo>
                    <a:pt x="161842" y="125310"/>
                  </a:lnTo>
                  <a:lnTo>
                    <a:pt x="160413" y="120131"/>
                  </a:lnTo>
                  <a:lnTo>
                    <a:pt x="158819" y="115000"/>
                  </a:lnTo>
                  <a:lnTo>
                    <a:pt x="157061" y="109924"/>
                  </a:lnTo>
                  <a:lnTo>
                    <a:pt x="155140" y="104906"/>
                  </a:lnTo>
                  <a:lnTo>
                    <a:pt x="153059" y="99953"/>
                  </a:lnTo>
                  <a:lnTo>
                    <a:pt x="150820" y="95070"/>
                  </a:lnTo>
                  <a:lnTo>
                    <a:pt x="148426" y="90260"/>
                  </a:lnTo>
                  <a:lnTo>
                    <a:pt x="145878" y="85531"/>
                  </a:lnTo>
                  <a:lnTo>
                    <a:pt x="143179" y="80885"/>
                  </a:lnTo>
                  <a:lnTo>
                    <a:pt x="140333" y="76329"/>
                  </a:lnTo>
                  <a:lnTo>
                    <a:pt x="137341" y="71866"/>
                  </a:lnTo>
                  <a:lnTo>
                    <a:pt x="134208" y="67502"/>
                  </a:lnTo>
                  <a:lnTo>
                    <a:pt x="130936" y="63241"/>
                  </a:lnTo>
                  <a:lnTo>
                    <a:pt x="127529" y="59087"/>
                  </a:lnTo>
                  <a:lnTo>
                    <a:pt x="123990" y="55045"/>
                  </a:lnTo>
                  <a:lnTo>
                    <a:pt x="120323" y="51119"/>
                  </a:lnTo>
                  <a:lnTo>
                    <a:pt x="116532" y="47312"/>
                  </a:lnTo>
                  <a:lnTo>
                    <a:pt x="112620" y="43629"/>
                  </a:lnTo>
                  <a:lnTo>
                    <a:pt x="108592" y="40074"/>
                  </a:lnTo>
                  <a:lnTo>
                    <a:pt x="104452" y="36650"/>
                  </a:lnTo>
                  <a:lnTo>
                    <a:pt x="100204" y="33361"/>
                  </a:lnTo>
                  <a:lnTo>
                    <a:pt x="95853" y="30211"/>
                  </a:lnTo>
                  <a:lnTo>
                    <a:pt x="91403" y="27201"/>
                  </a:lnTo>
                  <a:lnTo>
                    <a:pt x="86858" y="24336"/>
                  </a:lnTo>
                  <a:lnTo>
                    <a:pt x="82223" y="21619"/>
                  </a:lnTo>
                  <a:lnTo>
                    <a:pt x="77504" y="19052"/>
                  </a:lnTo>
                  <a:lnTo>
                    <a:pt x="72704" y="16638"/>
                  </a:lnTo>
                  <a:lnTo>
                    <a:pt x="67830" y="14379"/>
                  </a:lnTo>
                  <a:lnTo>
                    <a:pt x="62885" y="12279"/>
                  </a:lnTo>
                  <a:lnTo>
                    <a:pt x="57875" y="10338"/>
                  </a:lnTo>
                  <a:lnTo>
                    <a:pt x="52806" y="8559"/>
                  </a:lnTo>
                  <a:lnTo>
                    <a:pt x="47682" y="6944"/>
                  </a:lnTo>
                  <a:lnTo>
                    <a:pt x="42509" y="5495"/>
                  </a:lnTo>
                  <a:lnTo>
                    <a:pt x="37292" y="4212"/>
                  </a:lnTo>
                  <a:lnTo>
                    <a:pt x="32036" y="3098"/>
                  </a:lnTo>
                  <a:lnTo>
                    <a:pt x="26747" y="2153"/>
                  </a:lnTo>
                  <a:lnTo>
                    <a:pt x="21431" y="1379"/>
                  </a:lnTo>
                  <a:lnTo>
                    <a:pt x="16092" y="776"/>
                  </a:lnTo>
                  <a:lnTo>
                    <a:pt x="10737" y="345"/>
                  </a:lnTo>
                  <a:lnTo>
                    <a:pt x="537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890636" y="941493"/>
              <a:ext cx="132907" cy="167167"/>
            </a:xfrm>
            <a:custGeom>
              <a:avLst/>
              <a:pathLst>
                <a:path w="132907" h="167167">
                  <a:moveTo>
                    <a:pt x="132907" y="0"/>
                  </a:moveTo>
                  <a:lnTo>
                    <a:pt x="127420" y="90"/>
                  </a:lnTo>
                  <a:lnTo>
                    <a:pt x="121940" y="360"/>
                  </a:lnTo>
                  <a:lnTo>
                    <a:pt x="116472" y="809"/>
                  </a:lnTo>
                  <a:lnTo>
                    <a:pt x="111021" y="1438"/>
                  </a:lnTo>
                  <a:lnTo>
                    <a:pt x="105593" y="2246"/>
                  </a:lnTo>
                  <a:lnTo>
                    <a:pt x="100196" y="3231"/>
                  </a:lnTo>
                  <a:lnTo>
                    <a:pt x="94833" y="4393"/>
                  </a:lnTo>
                  <a:lnTo>
                    <a:pt x="89511" y="5730"/>
                  </a:lnTo>
                  <a:lnTo>
                    <a:pt x="84237" y="7241"/>
                  </a:lnTo>
                  <a:lnTo>
                    <a:pt x="79014" y="8925"/>
                  </a:lnTo>
                  <a:lnTo>
                    <a:pt x="73850" y="10779"/>
                  </a:lnTo>
                  <a:lnTo>
                    <a:pt x="68749" y="12801"/>
                  </a:lnTo>
                  <a:lnTo>
                    <a:pt x="63718" y="14990"/>
                  </a:lnTo>
                  <a:lnTo>
                    <a:pt x="58761" y="17343"/>
                  </a:lnTo>
                  <a:lnTo>
                    <a:pt x="53884" y="19857"/>
                  </a:lnTo>
                  <a:lnTo>
                    <a:pt x="49092" y="22530"/>
                  </a:lnTo>
                  <a:lnTo>
                    <a:pt x="44390" y="25358"/>
                  </a:lnTo>
                  <a:lnTo>
                    <a:pt x="39783" y="28340"/>
                  </a:lnTo>
                  <a:lnTo>
                    <a:pt x="35277" y="31471"/>
                  </a:lnTo>
                  <a:lnTo>
                    <a:pt x="30877" y="34748"/>
                  </a:lnTo>
                  <a:lnTo>
                    <a:pt x="26586" y="38168"/>
                  </a:lnTo>
                  <a:lnTo>
                    <a:pt x="22409" y="41727"/>
                  </a:lnTo>
                  <a:lnTo>
                    <a:pt x="18352" y="45421"/>
                  </a:lnTo>
                  <a:lnTo>
                    <a:pt x="14418" y="49246"/>
                  </a:lnTo>
                  <a:lnTo>
                    <a:pt x="10612" y="53198"/>
                  </a:lnTo>
                  <a:lnTo>
                    <a:pt x="6937" y="57273"/>
                  </a:lnTo>
                  <a:lnTo>
                    <a:pt x="3399" y="61466"/>
                  </a:lnTo>
                  <a:lnTo>
                    <a:pt x="0" y="65774"/>
                  </a:lnTo>
                  <a:lnTo>
                    <a:pt x="13290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0636" y="1007267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56397" y="973472"/>
              <a:ext cx="334303" cy="302355"/>
            </a:xfrm>
            <a:custGeom>
              <a:avLst/>
              <a:pathLst>
                <a:path w="334303" h="302355">
                  <a:moveTo>
                    <a:pt x="34239" y="33795"/>
                  </a:moveTo>
                  <a:lnTo>
                    <a:pt x="31085" y="38069"/>
                  </a:lnTo>
                  <a:lnTo>
                    <a:pt x="28067" y="42441"/>
                  </a:lnTo>
                  <a:lnTo>
                    <a:pt x="25191" y="46907"/>
                  </a:lnTo>
                  <a:lnTo>
                    <a:pt x="22457" y="51462"/>
                  </a:lnTo>
                  <a:lnTo>
                    <a:pt x="19870" y="56102"/>
                  </a:lnTo>
                  <a:lnTo>
                    <a:pt x="17431" y="60822"/>
                  </a:lnTo>
                  <a:lnTo>
                    <a:pt x="15144" y="65616"/>
                  </a:lnTo>
                  <a:lnTo>
                    <a:pt x="13010" y="70481"/>
                  </a:lnTo>
                  <a:lnTo>
                    <a:pt x="11032" y="75412"/>
                  </a:lnTo>
                  <a:lnTo>
                    <a:pt x="9211" y="80402"/>
                  </a:lnTo>
                  <a:lnTo>
                    <a:pt x="7550" y="85448"/>
                  </a:lnTo>
                  <a:lnTo>
                    <a:pt x="6050" y="90545"/>
                  </a:lnTo>
                  <a:lnTo>
                    <a:pt x="4713" y="95686"/>
                  </a:lnTo>
                  <a:lnTo>
                    <a:pt x="3540" y="100867"/>
                  </a:lnTo>
                  <a:lnTo>
                    <a:pt x="2532" y="106083"/>
                  </a:lnTo>
                  <a:lnTo>
                    <a:pt x="1690" y="111328"/>
                  </a:lnTo>
                  <a:lnTo>
                    <a:pt x="1016" y="116598"/>
                  </a:lnTo>
                  <a:lnTo>
                    <a:pt x="509" y="121886"/>
                  </a:lnTo>
                  <a:lnTo>
                    <a:pt x="171" y="127187"/>
                  </a:lnTo>
                  <a:lnTo>
                    <a:pt x="1" y="132497"/>
                  </a:lnTo>
                  <a:lnTo>
                    <a:pt x="0" y="137809"/>
                  </a:lnTo>
                  <a:lnTo>
                    <a:pt x="167" y="143119"/>
                  </a:lnTo>
                  <a:lnTo>
                    <a:pt x="504" y="148421"/>
                  </a:lnTo>
                  <a:lnTo>
                    <a:pt x="1008" y="153709"/>
                  </a:lnTo>
                  <a:lnTo>
                    <a:pt x="1681" y="158979"/>
                  </a:lnTo>
                  <a:lnTo>
                    <a:pt x="2520" y="164225"/>
                  </a:lnTo>
                  <a:lnTo>
                    <a:pt x="3526" y="169441"/>
                  </a:lnTo>
                  <a:lnTo>
                    <a:pt x="4697" y="174623"/>
                  </a:lnTo>
                  <a:lnTo>
                    <a:pt x="6032" y="179764"/>
                  </a:lnTo>
                  <a:lnTo>
                    <a:pt x="7530" y="184861"/>
                  </a:lnTo>
                  <a:lnTo>
                    <a:pt x="9189" y="189908"/>
                  </a:lnTo>
                  <a:lnTo>
                    <a:pt x="11007" y="194899"/>
                  </a:lnTo>
                  <a:lnTo>
                    <a:pt x="12983" y="199831"/>
                  </a:lnTo>
                  <a:lnTo>
                    <a:pt x="15115" y="204696"/>
                  </a:lnTo>
                  <a:lnTo>
                    <a:pt x="17400" y="209492"/>
                  </a:lnTo>
                  <a:lnTo>
                    <a:pt x="19837" y="214213"/>
                  </a:lnTo>
                  <a:lnTo>
                    <a:pt x="22422" y="218853"/>
                  </a:lnTo>
                  <a:lnTo>
                    <a:pt x="25154" y="223410"/>
                  </a:lnTo>
                  <a:lnTo>
                    <a:pt x="28029" y="227877"/>
                  </a:lnTo>
                  <a:lnTo>
                    <a:pt x="31044" y="232251"/>
                  </a:lnTo>
                  <a:lnTo>
                    <a:pt x="34197" y="236526"/>
                  </a:lnTo>
                  <a:lnTo>
                    <a:pt x="37484" y="240700"/>
                  </a:lnTo>
                  <a:lnTo>
                    <a:pt x="40902" y="244766"/>
                  </a:lnTo>
                  <a:lnTo>
                    <a:pt x="44448" y="248722"/>
                  </a:lnTo>
                  <a:lnTo>
                    <a:pt x="48117" y="252564"/>
                  </a:lnTo>
                  <a:lnTo>
                    <a:pt x="51907" y="256286"/>
                  </a:lnTo>
                  <a:lnTo>
                    <a:pt x="55813" y="259887"/>
                  </a:lnTo>
                  <a:lnTo>
                    <a:pt x="59832" y="263362"/>
                  </a:lnTo>
                  <a:lnTo>
                    <a:pt x="63958" y="266707"/>
                  </a:lnTo>
                  <a:lnTo>
                    <a:pt x="68190" y="269919"/>
                  </a:lnTo>
                  <a:lnTo>
                    <a:pt x="72521" y="272995"/>
                  </a:lnTo>
                  <a:lnTo>
                    <a:pt x="76947" y="275933"/>
                  </a:lnTo>
                  <a:lnTo>
                    <a:pt x="81465" y="278728"/>
                  </a:lnTo>
                  <a:lnTo>
                    <a:pt x="86069" y="281378"/>
                  </a:lnTo>
                  <a:lnTo>
                    <a:pt x="90755" y="283880"/>
                  </a:lnTo>
                  <a:lnTo>
                    <a:pt x="95518" y="286232"/>
                  </a:lnTo>
                  <a:lnTo>
                    <a:pt x="100354" y="288432"/>
                  </a:lnTo>
                  <a:lnTo>
                    <a:pt x="105257" y="290477"/>
                  </a:lnTo>
                  <a:lnTo>
                    <a:pt x="110222" y="292365"/>
                  </a:lnTo>
                  <a:lnTo>
                    <a:pt x="115245" y="294094"/>
                  </a:lnTo>
                  <a:lnTo>
                    <a:pt x="120321" y="295663"/>
                  </a:lnTo>
                  <a:lnTo>
                    <a:pt x="125444" y="297070"/>
                  </a:lnTo>
                  <a:lnTo>
                    <a:pt x="130608" y="298313"/>
                  </a:lnTo>
                  <a:lnTo>
                    <a:pt x="135810" y="299392"/>
                  </a:lnTo>
                  <a:lnTo>
                    <a:pt x="141043" y="300305"/>
                  </a:lnTo>
                  <a:lnTo>
                    <a:pt x="146303" y="301051"/>
                  </a:lnTo>
                  <a:lnTo>
                    <a:pt x="151584" y="301629"/>
                  </a:lnTo>
                  <a:lnTo>
                    <a:pt x="156880" y="302040"/>
                  </a:lnTo>
                  <a:lnTo>
                    <a:pt x="162187" y="302282"/>
                  </a:lnTo>
                  <a:lnTo>
                    <a:pt x="167499" y="302355"/>
                  </a:lnTo>
                  <a:lnTo>
                    <a:pt x="172811" y="302259"/>
                  </a:lnTo>
                  <a:lnTo>
                    <a:pt x="178116" y="301995"/>
                  </a:lnTo>
                  <a:lnTo>
                    <a:pt x="183411" y="301562"/>
                  </a:lnTo>
                  <a:lnTo>
                    <a:pt x="188689" y="300961"/>
                  </a:lnTo>
                  <a:lnTo>
                    <a:pt x="193946" y="300193"/>
                  </a:lnTo>
                  <a:lnTo>
                    <a:pt x="199175" y="299258"/>
                  </a:lnTo>
                  <a:lnTo>
                    <a:pt x="204373" y="298158"/>
                  </a:lnTo>
                  <a:lnTo>
                    <a:pt x="209532" y="296893"/>
                  </a:lnTo>
                  <a:lnTo>
                    <a:pt x="214649" y="295464"/>
                  </a:lnTo>
                  <a:lnTo>
                    <a:pt x="219718" y="293874"/>
                  </a:lnTo>
                  <a:lnTo>
                    <a:pt x="224733" y="292123"/>
                  </a:lnTo>
                  <a:lnTo>
                    <a:pt x="229691" y="290214"/>
                  </a:lnTo>
                  <a:lnTo>
                    <a:pt x="234585" y="288149"/>
                  </a:lnTo>
                  <a:lnTo>
                    <a:pt x="239411" y="285929"/>
                  </a:lnTo>
                  <a:lnTo>
                    <a:pt x="244165" y="283556"/>
                  </a:lnTo>
                  <a:lnTo>
                    <a:pt x="248840" y="281034"/>
                  </a:lnTo>
                  <a:lnTo>
                    <a:pt x="253433" y="278365"/>
                  </a:lnTo>
                  <a:lnTo>
                    <a:pt x="257939" y="275551"/>
                  </a:lnTo>
                  <a:lnTo>
                    <a:pt x="262353" y="272595"/>
                  </a:lnTo>
                  <a:lnTo>
                    <a:pt x="266671" y="269500"/>
                  </a:lnTo>
                  <a:lnTo>
                    <a:pt x="270888" y="266270"/>
                  </a:lnTo>
                  <a:lnTo>
                    <a:pt x="275001" y="262908"/>
                  </a:lnTo>
                  <a:lnTo>
                    <a:pt x="279005" y="259416"/>
                  </a:lnTo>
                  <a:lnTo>
                    <a:pt x="282896" y="255799"/>
                  </a:lnTo>
                  <a:lnTo>
                    <a:pt x="286670" y="252060"/>
                  </a:lnTo>
                  <a:lnTo>
                    <a:pt x="290323" y="248203"/>
                  </a:lnTo>
                  <a:lnTo>
                    <a:pt x="293852" y="244232"/>
                  </a:lnTo>
                  <a:lnTo>
                    <a:pt x="297253" y="240151"/>
                  </a:lnTo>
                  <a:lnTo>
                    <a:pt x="300522" y="235964"/>
                  </a:lnTo>
                  <a:lnTo>
                    <a:pt x="303657" y="231675"/>
                  </a:lnTo>
                  <a:lnTo>
                    <a:pt x="306654" y="227289"/>
                  </a:lnTo>
                  <a:lnTo>
                    <a:pt x="309510" y="222810"/>
                  </a:lnTo>
                  <a:lnTo>
                    <a:pt x="312222" y="218242"/>
                  </a:lnTo>
                  <a:lnTo>
                    <a:pt x="314788" y="213590"/>
                  </a:lnTo>
                  <a:lnTo>
                    <a:pt x="317205" y="208859"/>
                  </a:lnTo>
                  <a:lnTo>
                    <a:pt x="319470" y="204054"/>
                  </a:lnTo>
                  <a:lnTo>
                    <a:pt x="321581" y="199179"/>
                  </a:lnTo>
                  <a:lnTo>
                    <a:pt x="323536" y="194240"/>
                  </a:lnTo>
                  <a:lnTo>
                    <a:pt x="325334" y="189241"/>
                  </a:lnTo>
                  <a:lnTo>
                    <a:pt x="326971" y="184187"/>
                  </a:lnTo>
                  <a:lnTo>
                    <a:pt x="328448" y="179084"/>
                  </a:lnTo>
                  <a:lnTo>
                    <a:pt x="329761" y="173937"/>
                  </a:lnTo>
                  <a:lnTo>
                    <a:pt x="330910" y="168750"/>
                  </a:lnTo>
                  <a:lnTo>
                    <a:pt x="331894" y="163529"/>
                  </a:lnTo>
                  <a:lnTo>
                    <a:pt x="332711" y="158280"/>
                  </a:lnTo>
                  <a:lnTo>
                    <a:pt x="333361" y="153008"/>
                  </a:lnTo>
                  <a:lnTo>
                    <a:pt x="333844" y="147717"/>
                  </a:lnTo>
                  <a:lnTo>
                    <a:pt x="334158" y="142414"/>
                  </a:lnTo>
                  <a:lnTo>
                    <a:pt x="334303" y="137104"/>
                  </a:lnTo>
                  <a:lnTo>
                    <a:pt x="334279" y="131792"/>
                  </a:lnTo>
                  <a:lnTo>
                    <a:pt x="334087" y="126483"/>
                  </a:lnTo>
                  <a:lnTo>
                    <a:pt x="333726" y="121183"/>
                  </a:lnTo>
                  <a:lnTo>
                    <a:pt x="333197" y="115897"/>
                  </a:lnTo>
                  <a:lnTo>
                    <a:pt x="332500" y="110630"/>
                  </a:lnTo>
                  <a:lnTo>
                    <a:pt x="331636" y="105389"/>
                  </a:lnTo>
                  <a:lnTo>
                    <a:pt x="330606" y="100177"/>
                  </a:lnTo>
                  <a:lnTo>
                    <a:pt x="329411" y="95001"/>
                  </a:lnTo>
                  <a:lnTo>
                    <a:pt x="328053" y="89865"/>
                  </a:lnTo>
                  <a:lnTo>
                    <a:pt x="326531" y="84775"/>
                  </a:lnTo>
                  <a:lnTo>
                    <a:pt x="324849" y="79736"/>
                  </a:lnTo>
                  <a:lnTo>
                    <a:pt x="323007" y="74753"/>
                  </a:lnTo>
                  <a:lnTo>
                    <a:pt x="321008" y="69831"/>
                  </a:lnTo>
                  <a:lnTo>
                    <a:pt x="318854" y="64976"/>
                  </a:lnTo>
                  <a:lnTo>
                    <a:pt x="316546" y="60191"/>
                  </a:lnTo>
                  <a:lnTo>
                    <a:pt x="314088" y="55481"/>
                  </a:lnTo>
                  <a:lnTo>
                    <a:pt x="311481" y="50853"/>
                  </a:lnTo>
                  <a:lnTo>
                    <a:pt x="308728" y="46309"/>
                  </a:lnTo>
                  <a:lnTo>
                    <a:pt x="305833" y="41855"/>
                  </a:lnTo>
                  <a:lnTo>
                    <a:pt x="302797" y="37495"/>
                  </a:lnTo>
                  <a:lnTo>
                    <a:pt x="299624" y="33235"/>
                  </a:lnTo>
                  <a:lnTo>
                    <a:pt x="296318" y="29077"/>
                  </a:lnTo>
                  <a:lnTo>
                    <a:pt x="292881" y="25026"/>
                  </a:lnTo>
                  <a:lnTo>
                    <a:pt x="289317" y="21086"/>
                  </a:lnTo>
                  <a:lnTo>
                    <a:pt x="285630" y="17262"/>
                  </a:lnTo>
                  <a:lnTo>
                    <a:pt x="281823" y="13557"/>
                  </a:lnTo>
                  <a:lnTo>
                    <a:pt x="277900" y="9974"/>
                  </a:lnTo>
                  <a:lnTo>
                    <a:pt x="273866" y="6518"/>
                  </a:lnTo>
                  <a:lnTo>
                    <a:pt x="269724" y="3192"/>
                  </a:lnTo>
                  <a:lnTo>
                    <a:pt x="265478" y="0"/>
                  </a:lnTo>
                  <a:lnTo>
                    <a:pt x="167146" y="1351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5023544" y="941493"/>
              <a:ext cx="98331" cy="167167"/>
            </a:xfrm>
            <a:custGeom>
              <a:avLst/>
              <a:pathLst>
                <a:path w="98331" h="167167">
                  <a:moveTo>
                    <a:pt x="98331" y="31978"/>
                  </a:moveTo>
                  <a:lnTo>
                    <a:pt x="93803" y="28799"/>
                  </a:lnTo>
                  <a:lnTo>
                    <a:pt x="89173" y="25770"/>
                  </a:lnTo>
                  <a:lnTo>
                    <a:pt x="84445" y="22897"/>
                  </a:lnTo>
                  <a:lnTo>
                    <a:pt x="79625" y="20181"/>
                  </a:lnTo>
                  <a:lnTo>
                    <a:pt x="74717" y="17627"/>
                  </a:lnTo>
                  <a:lnTo>
                    <a:pt x="69728" y="15236"/>
                  </a:lnTo>
                  <a:lnTo>
                    <a:pt x="64662" y="13012"/>
                  </a:lnTo>
                  <a:lnTo>
                    <a:pt x="59525" y="10957"/>
                  </a:lnTo>
                  <a:lnTo>
                    <a:pt x="54323" y="9072"/>
                  </a:lnTo>
                  <a:lnTo>
                    <a:pt x="49062" y="7361"/>
                  </a:lnTo>
                  <a:lnTo>
                    <a:pt x="43747" y="5825"/>
                  </a:lnTo>
                  <a:lnTo>
                    <a:pt x="38384" y="4466"/>
                  </a:lnTo>
                  <a:lnTo>
                    <a:pt x="32979" y="3285"/>
                  </a:lnTo>
                  <a:lnTo>
                    <a:pt x="27538" y="2283"/>
                  </a:lnTo>
                  <a:lnTo>
                    <a:pt x="22066" y="1462"/>
                  </a:lnTo>
                  <a:lnTo>
                    <a:pt x="16571" y="823"/>
                  </a:lnTo>
                  <a:lnTo>
                    <a:pt x="11057" y="366"/>
                  </a:lnTo>
                  <a:lnTo>
                    <a:pt x="5531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75959" y="941493"/>
              <a:ext cx="110256" cy="167167"/>
            </a:xfrm>
            <a:custGeom>
              <a:avLst/>
              <a:pathLst>
                <a:path w="110256" h="167167">
                  <a:moveTo>
                    <a:pt x="110256" y="0"/>
                  </a:moveTo>
                  <a:lnTo>
                    <a:pt x="104524" y="98"/>
                  </a:lnTo>
                  <a:lnTo>
                    <a:pt x="98798" y="393"/>
                  </a:lnTo>
                  <a:lnTo>
                    <a:pt x="93086" y="884"/>
                  </a:lnTo>
                  <a:lnTo>
                    <a:pt x="87395" y="1570"/>
                  </a:lnTo>
                  <a:lnTo>
                    <a:pt x="81730" y="2451"/>
                  </a:lnTo>
                  <a:lnTo>
                    <a:pt x="76098" y="3526"/>
                  </a:lnTo>
                  <a:lnTo>
                    <a:pt x="70507" y="4794"/>
                  </a:lnTo>
                  <a:lnTo>
                    <a:pt x="64963" y="6252"/>
                  </a:lnTo>
                  <a:lnTo>
                    <a:pt x="59472" y="7900"/>
                  </a:lnTo>
                  <a:lnTo>
                    <a:pt x="54040" y="9735"/>
                  </a:lnTo>
                  <a:lnTo>
                    <a:pt x="48675" y="11755"/>
                  </a:lnTo>
                  <a:lnTo>
                    <a:pt x="43382" y="13958"/>
                  </a:lnTo>
                  <a:lnTo>
                    <a:pt x="38168" y="16341"/>
                  </a:lnTo>
                  <a:lnTo>
                    <a:pt x="33039" y="18902"/>
                  </a:lnTo>
                  <a:lnTo>
                    <a:pt x="28000" y="21637"/>
                  </a:lnTo>
                  <a:lnTo>
                    <a:pt x="23058" y="24543"/>
                  </a:lnTo>
                  <a:lnTo>
                    <a:pt x="18219" y="27617"/>
                  </a:lnTo>
                  <a:lnTo>
                    <a:pt x="13488" y="30855"/>
                  </a:lnTo>
                  <a:lnTo>
                    <a:pt x="8871" y="34253"/>
                  </a:lnTo>
                  <a:lnTo>
                    <a:pt x="4373" y="37808"/>
                  </a:lnTo>
                  <a:lnTo>
                    <a:pt x="0" y="41515"/>
                  </a:lnTo>
                  <a:lnTo>
                    <a:pt x="1102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5959" y="983008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19066" y="983008"/>
              <a:ext cx="167149" cy="264693"/>
            </a:xfrm>
            <a:custGeom>
              <a:avLst/>
              <a:pathLst>
                <a:path w="167149" h="264693">
                  <a:moveTo>
                    <a:pt x="56893" y="0"/>
                  </a:moveTo>
                  <a:lnTo>
                    <a:pt x="52910" y="3609"/>
                  </a:lnTo>
                  <a:lnTo>
                    <a:pt x="49046" y="7345"/>
                  </a:lnTo>
                  <a:lnTo>
                    <a:pt x="45303" y="11203"/>
                  </a:lnTo>
                  <a:lnTo>
                    <a:pt x="41687" y="15179"/>
                  </a:lnTo>
                  <a:lnTo>
                    <a:pt x="38200" y="19270"/>
                  </a:lnTo>
                  <a:lnTo>
                    <a:pt x="34847" y="23471"/>
                  </a:lnTo>
                  <a:lnTo>
                    <a:pt x="31630" y="27777"/>
                  </a:lnTo>
                  <a:lnTo>
                    <a:pt x="28554" y="32184"/>
                  </a:lnTo>
                  <a:lnTo>
                    <a:pt x="25620" y="36688"/>
                  </a:lnTo>
                  <a:lnTo>
                    <a:pt x="22833" y="41284"/>
                  </a:lnTo>
                  <a:lnTo>
                    <a:pt x="20196" y="45968"/>
                  </a:lnTo>
                  <a:lnTo>
                    <a:pt x="17710" y="50733"/>
                  </a:lnTo>
                  <a:lnTo>
                    <a:pt x="15378" y="55576"/>
                  </a:lnTo>
                  <a:lnTo>
                    <a:pt x="13204" y="60492"/>
                  </a:lnTo>
                  <a:lnTo>
                    <a:pt x="11189" y="65475"/>
                  </a:lnTo>
                  <a:lnTo>
                    <a:pt x="9335" y="70520"/>
                  </a:lnTo>
                  <a:lnTo>
                    <a:pt x="7644" y="75622"/>
                  </a:lnTo>
                  <a:lnTo>
                    <a:pt x="6118" y="80776"/>
                  </a:lnTo>
                  <a:lnTo>
                    <a:pt x="4758" y="85976"/>
                  </a:lnTo>
                  <a:lnTo>
                    <a:pt x="3567" y="91217"/>
                  </a:lnTo>
                  <a:lnTo>
                    <a:pt x="2544" y="96494"/>
                  </a:lnTo>
                  <a:lnTo>
                    <a:pt x="1692" y="101801"/>
                  </a:lnTo>
                  <a:lnTo>
                    <a:pt x="1011" y="107133"/>
                  </a:lnTo>
                  <a:lnTo>
                    <a:pt x="501" y="112484"/>
                  </a:lnTo>
                  <a:lnTo>
                    <a:pt x="164" y="117848"/>
                  </a:lnTo>
                  <a:lnTo>
                    <a:pt x="0" y="123220"/>
                  </a:lnTo>
                  <a:lnTo>
                    <a:pt x="8" y="128595"/>
                  </a:lnTo>
                  <a:lnTo>
                    <a:pt x="189" y="133967"/>
                  </a:lnTo>
                  <a:lnTo>
                    <a:pt x="542" y="139331"/>
                  </a:lnTo>
                  <a:lnTo>
                    <a:pt x="1068" y="144680"/>
                  </a:lnTo>
                  <a:lnTo>
                    <a:pt x="1766" y="150009"/>
                  </a:lnTo>
                  <a:lnTo>
                    <a:pt x="2634" y="155314"/>
                  </a:lnTo>
                  <a:lnTo>
                    <a:pt x="3673" y="160587"/>
                  </a:lnTo>
                  <a:lnTo>
                    <a:pt x="4881" y="165825"/>
                  </a:lnTo>
                  <a:lnTo>
                    <a:pt x="6256" y="171021"/>
                  </a:lnTo>
                  <a:lnTo>
                    <a:pt x="7798" y="176170"/>
                  </a:lnTo>
                  <a:lnTo>
                    <a:pt x="9504" y="181267"/>
                  </a:lnTo>
                  <a:lnTo>
                    <a:pt x="11374" y="186306"/>
                  </a:lnTo>
                  <a:lnTo>
                    <a:pt x="13404" y="191283"/>
                  </a:lnTo>
                  <a:lnTo>
                    <a:pt x="15594" y="196192"/>
                  </a:lnTo>
                  <a:lnTo>
                    <a:pt x="17940" y="201028"/>
                  </a:lnTo>
                  <a:lnTo>
                    <a:pt x="20440" y="205786"/>
                  </a:lnTo>
                  <a:lnTo>
                    <a:pt x="23093" y="210461"/>
                  </a:lnTo>
                  <a:lnTo>
                    <a:pt x="25894" y="215049"/>
                  </a:lnTo>
                  <a:lnTo>
                    <a:pt x="28841" y="219544"/>
                  </a:lnTo>
                  <a:lnTo>
                    <a:pt x="31931" y="223942"/>
                  </a:lnTo>
                  <a:lnTo>
                    <a:pt x="35160" y="228238"/>
                  </a:lnTo>
                  <a:lnTo>
                    <a:pt x="38527" y="232428"/>
                  </a:lnTo>
                  <a:lnTo>
                    <a:pt x="42026" y="236508"/>
                  </a:lnTo>
                  <a:lnTo>
                    <a:pt x="45655" y="240473"/>
                  </a:lnTo>
                  <a:lnTo>
                    <a:pt x="49409" y="244320"/>
                  </a:lnTo>
                  <a:lnTo>
                    <a:pt x="53285" y="248044"/>
                  </a:lnTo>
                  <a:lnTo>
                    <a:pt x="57279" y="251641"/>
                  </a:lnTo>
                  <a:lnTo>
                    <a:pt x="61386" y="255108"/>
                  </a:lnTo>
                  <a:lnTo>
                    <a:pt x="65602" y="258442"/>
                  </a:lnTo>
                  <a:lnTo>
                    <a:pt x="69924" y="261638"/>
                  </a:lnTo>
                  <a:lnTo>
                    <a:pt x="74346" y="264693"/>
                  </a:lnTo>
                  <a:lnTo>
                    <a:pt x="167149" y="1256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3412" y="941493"/>
              <a:ext cx="259964" cy="334316"/>
            </a:xfrm>
            <a:custGeom>
              <a:avLst/>
              <a:pathLst>
                <a:path w="259964" h="334316">
                  <a:moveTo>
                    <a:pt x="0" y="306208"/>
                  </a:moveTo>
                  <a:lnTo>
                    <a:pt x="4479" y="309096"/>
                  </a:lnTo>
                  <a:lnTo>
                    <a:pt x="9048" y="311839"/>
                  </a:lnTo>
                  <a:lnTo>
                    <a:pt x="13702" y="314435"/>
                  </a:lnTo>
                  <a:lnTo>
                    <a:pt x="18436" y="316882"/>
                  </a:lnTo>
                  <a:lnTo>
                    <a:pt x="23247" y="319176"/>
                  </a:lnTo>
                  <a:lnTo>
                    <a:pt x="28127" y="321316"/>
                  </a:lnTo>
                  <a:lnTo>
                    <a:pt x="33074" y="323300"/>
                  </a:lnTo>
                  <a:lnTo>
                    <a:pt x="38081" y="325124"/>
                  </a:lnTo>
                  <a:lnTo>
                    <a:pt x="43144" y="326788"/>
                  </a:lnTo>
                  <a:lnTo>
                    <a:pt x="48257" y="328290"/>
                  </a:lnTo>
                  <a:lnTo>
                    <a:pt x="53416" y="329628"/>
                  </a:lnTo>
                  <a:lnTo>
                    <a:pt x="58615" y="330801"/>
                  </a:lnTo>
                  <a:lnTo>
                    <a:pt x="63848" y="331808"/>
                  </a:lnTo>
                  <a:lnTo>
                    <a:pt x="69111" y="332647"/>
                  </a:lnTo>
                  <a:lnTo>
                    <a:pt x="74398" y="333318"/>
                  </a:lnTo>
                  <a:lnTo>
                    <a:pt x="79703" y="333820"/>
                  </a:lnTo>
                  <a:lnTo>
                    <a:pt x="85022" y="334153"/>
                  </a:lnTo>
                  <a:lnTo>
                    <a:pt x="90349" y="334316"/>
                  </a:lnTo>
                  <a:lnTo>
                    <a:pt x="95679" y="334310"/>
                  </a:lnTo>
                  <a:lnTo>
                    <a:pt x="101005" y="334133"/>
                  </a:lnTo>
                  <a:lnTo>
                    <a:pt x="106323" y="333787"/>
                  </a:lnTo>
                  <a:lnTo>
                    <a:pt x="111627" y="333271"/>
                  </a:lnTo>
                  <a:lnTo>
                    <a:pt x="116912" y="332587"/>
                  </a:lnTo>
                  <a:lnTo>
                    <a:pt x="122173" y="331734"/>
                  </a:lnTo>
                  <a:lnTo>
                    <a:pt x="127404" y="330714"/>
                  </a:lnTo>
                  <a:lnTo>
                    <a:pt x="132600" y="329528"/>
                  </a:lnTo>
                  <a:lnTo>
                    <a:pt x="137755" y="328177"/>
                  </a:lnTo>
                  <a:lnTo>
                    <a:pt x="142864" y="326662"/>
                  </a:lnTo>
                  <a:lnTo>
                    <a:pt x="147923" y="324985"/>
                  </a:lnTo>
                  <a:lnTo>
                    <a:pt x="152926" y="323148"/>
                  </a:lnTo>
                  <a:lnTo>
                    <a:pt x="157867" y="321153"/>
                  </a:lnTo>
                  <a:lnTo>
                    <a:pt x="162743" y="319000"/>
                  </a:lnTo>
                  <a:lnTo>
                    <a:pt x="167547" y="316694"/>
                  </a:lnTo>
                  <a:lnTo>
                    <a:pt x="172275" y="314235"/>
                  </a:lnTo>
                  <a:lnTo>
                    <a:pt x="176923" y="311627"/>
                  </a:lnTo>
                  <a:lnTo>
                    <a:pt x="181485" y="308872"/>
                  </a:lnTo>
                  <a:lnTo>
                    <a:pt x="185957" y="305973"/>
                  </a:lnTo>
                  <a:lnTo>
                    <a:pt x="190334" y="302934"/>
                  </a:lnTo>
                  <a:lnTo>
                    <a:pt x="194612" y="299756"/>
                  </a:lnTo>
                  <a:lnTo>
                    <a:pt x="198787" y="296443"/>
                  </a:lnTo>
                  <a:lnTo>
                    <a:pt x="202854" y="292999"/>
                  </a:lnTo>
                  <a:lnTo>
                    <a:pt x="206809" y="289427"/>
                  </a:lnTo>
                  <a:lnTo>
                    <a:pt x="210648" y="285731"/>
                  </a:lnTo>
                  <a:lnTo>
                    <a:pt x="214368" y="281914"/>
                  </a:lnTo>
                  <a:lnTo>
                    <a:pt x="217964" y="277981"/>
                  </a:lnTo>
                  <a:lnTo>
                    <a:pt x="221432" y="273935"/>
                  </a:lnTo>
                  <a:lnTo>
                    <a:pt x="224770" y="269780"/>
                  </a:lnTo>
                  <a:lnTo>
                    <a:pt x="227974" y="265521"/>
                  </a:lnTo>
                  <a:lnTo>
                    <a:pt x="231041" y="261163"/>
                  </a:lnTo>
                  <a:lnTo>
                    <a:pt x="233967" y="256708"/>
                  </a:lnTo>
                  <a:lnTo>
                    <a:pt x="236749" y="252163"/>
                  </a:lnTo>
                  <a:lnTo>
                    <a:pt x="239385" y="247532"/>
                  </a:lnTo>
                  <a:lnTo>
                    <a:pt x="241873" y="242818"/>
                  </a:lnTo>
                  <a:lnTo>
                    <a:pt x="244208" y="238028"/>
                  </a:lnTo>
                  <a:lnTo>
                    <a:pt x="246390" y="233166"/>
                  </a:lnTo>
                  <a:lnTo>
                    <a:pt x="248416" y="228236"/>
                  </a:lnTo>
                  <a:lnTo>
                    <a:pt x="250283" y="223245"/>
                  </a:lnTo>
                  <a:lnTo>
                    <a:pt x="251991" y="218197"/>
                  </a:lnTo>
                  <a:lnTo>
                    <a:pt x="253537" y="213097"/>
                  </a:lnTo>
                  <a:lnTo>
                    <a:pt x="254919" y="207950"/>
                  </a:lnTo>
                  <a:lnTo>
                    <a:pt x="256137" y="202761"/>
                  </a:lnTo>
                  <a:lnTo>
                    <a:pt x="257188" y="197537"/>
                  </a:lnTo>
                  <a:lnTo>
                    <a:pt x="258073" y="192281"/>
                  </a:lnTo>
                  <a:lnTo>
                    <a:pt x="258789" y="187000"/>
                  </a:lnTo>
                  <a:lnTo>
                    <a:pt x="259337" y="181699"/>
                  </a:lnTo>
                  <a:lnTo>
                    <a:pt x="259716" y="176383"/>
                  </a:lnTo>
                  <a:lnTo>
                    <a:pt x="259925" y="171058"/>
                  </a:lnTo>
                  <a:lnTo>
                    <a:pt x="259964" y="165729"/>
                  </a:lnTo>
                  <a:lnTo>
                    <a:pt x="259833" y="160401"/>
                  </a:lnTo>
                  <a:lnTo>
                    <a:pt x="259533" y="155080"/>
                  </a:lnTo>
                  <a:lnTo>
                    <a:pt x="259063" y="149772"/>
                  </a:lnTo>
                  <a:lnTo>
                    <a:pt x="258424" y="144481"/>
                  </a:lnTo>
                  <a:lnTo>
                    <a:pt x="257616" y="139213"/>
                  </a:lnTo>
                  <a:lnTo>
                    <a:pt x="256642" y="133974"/>
                  </a:lnTo>
                  <a:lnTo>
                    <a:pt x="255500" y="128768"/>
                  </a:lnTo>
                  <a:lnTo>
                    <a:pt x="254194" y="123601"/>
                  </a:lnTo>
                  <a:lnTo>
                    <a:pt x="252723" y="118479"/>
                  </a:lnTo>
                  <a:lnTo>
                    <a:pt x="251090" y="113406"/>
                  </a:lnTo>
                  <a:lnTo>
                    <a:pt x="249295" y="108388"/>
                  </a:lnTo>
                  <a:lnTo>
                    <a:pt x="247342" y="103429"/>
                  </a:lnTo>
                  <a:lnTo>
                    <a:pt x="245232" y="98536"/>
                  </a:lnTo>
                  <a:lnTo>
                    <a:pt x="242967" y="93712"/>
                  </a:lnTo>
                  <a:lnTo>
                    <a:pt x="240549" y="88962"/>
                  </a:lnTo>
                  <a:lnTo>
                    <a:pt x="237981" y="84293"/>
                  </a:lnTo>
                  <a:lnTo>
                    <a:pt x="235266" y="79707"/>
                  </a:lnTo>
                  <a:lnTo>
                    <a:pt x="232405" y="75210"/>
                  </a:lnTo>
                  <a:lnTo>
                    <a:pt x="229403" y="70807"/>
                  </a:lnTo>
                  <a:lnTo>
                    <a:pt x="226262" y="66502"/>
                  </a:lnTo>
                  <a:lnTo>
                    <a:pt x="222986" y="62299"/>
                  </a:lnTo>
                  <a:lnTo>
                    <a:pt x="219577" y="58202"/>
                  </a:lnTo>
                  <a:lnTo>
                    <a:pt x="216039" y="54216"/>
                  </a:lnTo>
                  <a:lnTo>
                    <a:pt x="212376" y="50346"/>
                  </a:lnTo>
                  <a:lnTo>
                    <a:pt x="208591" y="46593"/>
                  </a:lnTo>
                  <a:lnTo>
                    <a:pt x="204689" y="42964"/>
                  </a:lnTo>
                  <a:lnTo>
                    <a:pt x="200673" y="39460"/>
                  </a:lnTo>
                  <a:lnTo>
                    <a:pt x="196547" y="36087"/>
                  </a:lnTo>
                  <a:lnTo>
                    <a:pt x="192316" y="32846"/>
                  </a:lnTo>
                  <a:lnTo>
                    <a:pt x="187984" y="29743"/>
                  </a:lnTo>
                  <a:lnTo>
                    <a:pt x="183555" y="26778"/>
                  </a:lnTo>
                  <a:lnTo>
                    <a:pt x="179034" y="23957"/>
                  </a:lnTo>
                  <a:lnTo>
                    <a:pt x="174425" y="21281"/>
                  </a:lnTo>
                  <a:lnTo>
                    <a:pt x="169734" y="18753"/>
                  </a:lnTo>
                  <a:lnTo>
                    <a:pt x="164964" y="16376"/>
                  </a:lnTo>
                  <a:lnTo>
                    <a:pt x="160120" y="14153"/>
                  </a:lnTo>
                  <a:lnTo>
                    <a:pt x="155209" y="12085"/>
                  </a:lnTo>
                  <a:lnTo>
                    <a:pt x="150233" y="10174"/>
                  </a:lnTo>
                  <a:lnTo>
                    <a:pt x="145200" y="8423"/>
                  </a:lnTo>
                  <a:lnTo>
                    <a:pt x="140113" y="6834"/>
                  </a:lnTo>
                  <a:lnTo>
                    <a:pt x="134978" y="5407"/>
                  </a:lnTo>
                  <a:lnTo>
                    <a:pt x="129801" y="4145"/>
                  </a:lnTo>
                  <a:lnTo>
                    <a:pt x="124585" y="3049"/>
                  </a:lnTo>
                  <a:lnTo>
                    <a:pt x="119338" y="2119"/>
                  </a:lnTo>
                  <a:lnTo>
                    <a:pt x="114063" y="1357"/>
                  </a:lnTo>
                  <a:lnTo>
                    <a:pt x="108767" y="764"/>
                  </a:lnTo>
                  <a:lnTo>
                    <a:pt x="103455" y="339"/>
                  </a:lnTo>
                  <a:lnTo>
                    <a:pt x="98131" y="84"/>
                  </a:lnTo>
                  <a:lnTo>
                    <a:pt x="92803" y="0"/>
                  </a:lnTo>
                  <a:lnTo>
                    <a:pt x="928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797345" y="1071028"/>
              <a:ext cx="173892" cy="334328"/>
            </a:xfrm>
            <a:custGeom>
              <a:avLst/>
              <a:pathLst>
                <a:path w="173892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5" y="338"/>
                  </a:lnTo>
                  <a:lnTo>
                    <a:pt x="151222" y="761"/>
                  </a:lnTo>
                  <a:lnTo>
                    <a:pt x="145937" y="1352"/>
                  </a:lnTo>
                  <a:lnTo>
                    <a:pt x="140672" y="2111"/>
                  </a:lnTo>
                  <a:lnTo>
                    <a:pt x="135434" y="3037"/>
                  </a:lnTo>
                  <a:lnTo>
                    <a:pt x="130229" y="4129"/>
                  </a:lnTo>
                  <a:lnTo>
                    <a:pt x="125061" y="5386"/>
                  </a:lnTo>
                  <a:lnTo>
                    <a:pt x="119935" y="6807"/>
                  </a:lnTo>
                  <a:lnTo>
                    <a:pt x="114858" y="8391"/>
                  </a:lnTo>
                  <a:lnTo>
                    <a:pt x="109833" y="10135"/>
                  </a:lnTo>
                  <a:lnTo>
                    <a:pt x="104866" y="12038"/>
                  </a:lnTo>
                  <a:lnTo>
                    <a:pt x="99962" y="14098"/>
                  </a:lnTo>
                  <a:lnTo>
                    <a:pt x="95127" y="16313"/>
                  </a:lnTo>
                  <a:lnTo>
                    <a:pt x="90364" y="18681"/>
                  </a:lnTo>
                  <a:lnTo>
                    <a:pt x="85679" y="21199"/>
                  </a:lnTo>
                  <a:lnTo>
                    <a:pt x="81076" y="23865"/>
                  </a:lnTo>
                  <a:lnTo>
                    <a:pt x="76561" y="26676"/>
                  </a:lnTo>
                  <a:lnTo>
                    <a:pt x="72137" y="29630"/>
                  </a:lnTo>
                  <a:lnTo>
                    <a:pt x="67810" y="32722"/>
                  </a:lnTo>
                  <a:lnTo>
                    <a:pt x="63583" y="35951"/>
                  </a:lnTo>
                  <a:lnTo>
                    <a:pt x="59461" y="39312"/>
                  </a:lnTo>
                  <a:lnTo>
                    <a:pt x="55448" y="42803"/>
                  </a:lnTo>
                  <a:lnTo>
                    <a:pt x="51548" y="46420"/>
                  </a:lnTo>
                  <a:lnTo>
                    <a:pt x="47765" y="50159"/>
                  </a:lnTo>
                  <a:lnTo>
                    <a:pt x="44103" y="54016"/>
                  </a:lnTo>
                  <a:lnTo>
                    <a:pt x="40566" y="57988"/>
                  </a:lnTo>
                  <a:lnTo>
                    <a:pt x="37156" y="62071"/>
                  </a:lnTo>
                  <a:lnTo>
                    <a:pt x="33879" y="66260"/>
                  </a:lnTo>
                  <a:lnTo>
                    <a:pt x="30736" y="70551"/>
                  </a:lnTo>
                  <a:lnTo>
                    <a:pt x="27731" y="74940"/>
                  </a:lnTo>
                  <a:lnTo>
                    <a:pt x="24868" y="79422"/>
                  </a:lnTo>
                  <a:lnTo>
                    <a:pt x="22148" y="83993"/>
                  </a:lnTo>
                  <a:lnTo>
                    <a:pt x="19576" y="88649"/>
                  </a:lnTo>
                  <a:lnTo>
                    <a:pt x="17152" y="93383"/>
                  </a:lnTo>
                  <a:lnTo>
                    <a:pt x="14881" y="98193"/>
                  </a:lnTo>
                  <a:lnTo>
                    <a:pt x="12764" y="103072"/>
                  </a:lnTo>
                  <a:lnTo>
                    <a:pt x="10803" y="108017"/>
                  </a:lnTo>
                  <a:lnTo>
                    <a:pt x="9000" y="113021"/>
                  </a:lnTo>
                  <a:lnTo>
                    <a:pt x="7358" y="118080"/>
                  </a:lnTo>
                  <a:lnTo>
                    <a:pt x="5877" y="123188"/>
                  </a:lnTo>
                  <a:lnTo>
                    <a:pt x="4559" y="128341"/>
                  </a:lnTo>
                  <a:lnTo>
                    <a:pt x="3406" y="133534"/>
                  </a:lnTo>
                  <a:lnTo>
                    <a:pt x="2419" y="138760"/>
                  </a:lnTo>
                  <a:lnTo>
                    <a:pt x="1599" y="144015"/>
                  </a:lnTo>
                  <a:lnTo>
                    <a:pt x="946" y="149294"/>
                  </a:lnTo>
                  <a:lnTo>
                    <a:pt x="462" y="154591"/>
                  </a:lnTo>
                  <a:lnTo>
                    <a:pt x="146" y="159900"/>
                  </a:lnTo>
                  <a:lnTo>
                    <a:pt x="0" y="165217"/>
                  </a:lnTo>
                  <a:lnTo>
                    <a:pt x="22" y="170536"/>
                  </a:lnTo>
                  <a:lnTo>
                    <a:pt x="214" y="175852"/>
                  </a:lnTo>
                  <a:lnTo>
                    <a:pt x="575" y="181158"/>
                  </a:lnTo>
                  <a:lnTo>
                    <a:pt x="1104" y="186451"/>
                  </a:lnTo>
                  <a:lnTo>
                    <a:pt x="1802" y="191724"/>
                  </a:lnTo>
                  <a:lnTo>
                    <a:pt x="2667" y="196972"/>
                  </a:lnTo>
                  <a:lnTo>
                    <a:pt x="3698" y="202190"/>
                  </a:lnTo>
                  <a:lnTo>
                    <a:pt x="4895" y="207372"/>
                  </a:lnTo>
                  <a:lnTo>
                    <a:pt x="6256" y="212514"/>
                  </a:lnTo>
                  <a:lnTo>
                    <a:pt x="7780" y="217610"/>
                  </a:lnTo>
                  <a:lnTo>
                    <a:pt x="9466" y="222654"/>
                  </a:lnTo>
                  <a:lnTo>
                    <a:pt x="11311" y="227643"/>
                  </a:lnTo>
                  <a:lnTo>
                    <a:pt x="13314" y="232570"/>
                  </a:lnTo>
                  <a:lnTo>
                    <a:pt x="15472" y="237432"/>
                  </a:lnTo>
                  <a:lnTo>
                    <a:pt x="17784" y="242222"/>
                  </a:lnTo>
                  <a:lnTo>
                    <a:pt x="20248" y="246936"/>
                  </a:lnTo>
                  <a:lnTo>
                    <a:pt x="22860" y="251569"/>
                  </a:lnTo>
                  <a:lnTo>
                    <a:pt x="25618" y="256117"/>
                  </a:lnTo>
                  <a:lnTo>
                    <a:pt x="28519" y="260575"/>
                  </a:lnTo>
                  <a:lnTo>
                    <a:pt x="31561" y="264938"/>
                  </a:lnTo>
                  <a:lnTo>
                    <a:pt x="34740" y="269202"/>
                  </a:lnTo>
                  <a:lnTo>
                    <a:pt x="38054" y="273363"/>
                  </a:lnTo>
                  <a:lnTo>
                    <a:pt x="41497" y="277417"/>
                  </a:lnTo>
                  <a:lnTo>
                    <a:pt x="45068" y="281358"/>
                  </a:lnTo>
                  <a:lnTo>
                    <a:pt x="48763" y="285185"/>
                  </a:lnTo>
                  <a:lnTo>
                    <a:pt x="52578" y="288891"/>
                  </a:lnTo>
                  <a:lnTo>
                    <a:pt x="56508" y="292475"/>
                  </a:lnTo>
                  <a:lnTo>
                    <a:pt x="60551" y="295932"/>
                  </a:lnTo>
                  <a:lnTo>
                    <a:pt x="64701" y="299258"/>
                  </a:lnTo>
                  <a:lnTo>
                    <a:pt x="68955" y="302450"/>
                  </a:lnTo>
                  <a:lnTo>
                    <a:pt x="73309" y="305506"/>
                  </a:lnTo>
                  <a:lnTo>
                    <a:pt x="77757" y="308422"/>
                  </a:lnTo>
                  <a:lnTo>
                    <a:pt x="82296" y="311194"/>
                  </a:lnTo>
                  <a:lnTo>
                    <a:pt x="86921" y="313821"/>
                  </a:lnTo>
                  <a:lnTo>
                    <a:pt x="91628" y="316299"/>
                  </a:lnTo>
                  <a:lnTo>
                    <a:pt x="96410" y="318627"/>
                  </a:lnTo>
                  <a:lnTo>
                    <a:pt x="101265" y="320801"/>
                  </a:lnTo>
                  <a:lnTo>
                    <a:pt x="106186" y="322819"/>
                  </a:lnTo>
                  <a:lnTo>
                    <a:pt x="111168" y="324680"/>
                  </a:lnTo>
                  <a:lnTo>
                    <a:pt x="116208" y="326381"/>
                  </a:lnTo>
                  <a:lnTo>
                    <a:pt x="121299" y="327922"/>
                  </a:lnTo>
                  <a:lnTo>
                    <a:pt x="126436" y="329299"/>
                  </a:lnTo>
                  <a:lnTo>
                    <a:pt x="131615" y="330513"/>
                  </a:lnTo>
                  <a:lnTo>
                    <a:pt x="136829" y="331561"/>
                  </a:lnTo>
                  <a:lnTo>
                    <a:pt x="142075" y="332442"/>
                  </a:lnTo>
                  <a:lnTo>
                    <a:pt x="147345" y="333156"/>
                  </a:lnTo>
                  <a:lnTo>
                    <a:pt x="152636" y="333703"/>
                  </a:lnTo>
                  <a:lnTo>
                    <a:pt x="157942" y="334080"/>
                  </a:lnTo>
                  <a:lnTo>
                    <a:pt x="163256" y="334289"/>
                  </a:lnTo>
                  <a:lnTo>
                    <a:pt x="168575" y="334328"/>
                  </a:lnTo>
                  <a:lnTo>
                    <a:pt x="173892" y="33419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81751"/>
              <a:ext cx="167167" cy="323476"/>
            </a:xfrm>
            <a:custGeom>
              <a:avLst/>
              <a:pathLst>
                <a:path w="167167" h="323476">
                  <a:moveTo>
                    <a:pt x="6736" y="323476"/>
                  </a:moveTo>
                  <a:lnTo>
                    <a:pt x="12056" y="323176"/>
                  </a:lnTo>
                  <a:lnTo>
                    <a:pt x="17363" y="322707"/>
                  </a:lnTo>
                  <a:lnTo>
                    <a:pt x="22653" y="322070"/>
                  </a:lnTo>
                  <a:lnTo>
                    <a:pt x="27920" y="321264"/>
                  </a:lnTo>
                  <a:lnTo>
                    <a:pt x="33158" y="320290"/>
                  </a:lnTo>
                  <a:lnTo>
                    <a:pt x="38363" y="319150"/>
                  </a:lnTo>
                  <a:lnTo>
                    <a:pt x="43529" y="317845"/>
                  </a:lnTo>
                  <a:lnTo>
                    <a:pt x="48650" y="316376"/>
                  </a:lnTo>
                  <a:lnTo>
                    <a:pt x="53722" y="314744"/>
                  </a:lnTo>
                  <a:lnTo>
                    <a:pt x="58740" y="312952"/>
                  </a:lnTo>
                  <a:lnTo>
                    <a:pt x="63698" y="311000"/>
                  </a:lnTo>
                  <a:lnTo>
                    <a:pt x="68591" y="308892"/>
                  </a:lnTo>
                  <a:lnTo>
                    <a:pt x="73414" y="306628"/>
                  </a:lnTo>
                  <a:lnTo>
                    <a:pt x="78163" y="304212"/>
                  </a:lnTo>
                  <a:lnTo>
                    <a:pt x="82833" y="301646"/>
                  </a:lnTo>
                  <a:lnTo>
                    <a:pt x="87418" y="298933"/>
                  </a:lnTo>
                  <a:lnTo>
                    <a:pt x="91914" y="296074"/>
                  </a:lnTo>
                  <a:lnTo>
                    <a:pt x="96318" y="293074"/>
                  </a:lnTo>
                  <a:lnTo>
                    <a:pt x="100623" y="289935"/>
                  </a:lnTo>
                  <a:lnTo>
                    <a:pt x="104826" y="286661"/>
                  </a:lnTo>
                  <a:lnTo>
                    <a:pt x="108923" y="283254"/>
                  </a:lnTo>
                  <a:lnTo>
                    <a:pt x="112908" y="279718"/>
                  </a:lnTo>
                  <a:lnTo>
                    <a:pt x="116780" y="276058"/>
                  </a:lnTo>
                  <a:lnTo>
                    <a:pt x="120532" y="272275"/>
                  </a:lnTo>
                  <a:lnTo>
                    <a:pt x="124162" y="268375"/>
                  </a:lnTo>
                  <a:lnTo>
                    <a:pt x="127666" y="264361"/>
                  </a:lnTo>
                  <a:lnTo>
                    <a:pt x="131041" y="260238"/>
                  </a:lnTo>
                  <a:lnTo>
                    <a:pt x="134282" y="256009"/>
                  </a:lnTo>
                  <a:lnTo>
                    <a:pt x="137387" y="251679"/>
                  </a:lnTo>
                  <a:lnTo>
                    <a:pt x="140352" y="247252"/>
                  </a:lnTo>
                  <a:lnTo>
                    <a:pt x="143175" y="242733"/>
                  </a:lnTo>
                  <a:lnTo>
                    <a:pt x="145852" y="238127"/>
                  </a:lnTo>
                  <a:lnTo>
                    <a:pt x="148381" y="233437"/>
                  </a:lnTo>
                  <a:lnTo>
                    <a:pt x="150759" y="228669"/>
                  </a:lnTo>
                  <a:lnTo>
                    <a:pt x="152984" y="223828"/>
                  </a:lnTo>
                  <a:lnTo>
                    <a:pt x="155054" y="218919"/>
                  </a:lnTo>
                  <a:lnTo>
                    <a:pt x="156966" y="213945"/>
                  </a:lnTo>
                  <a:lnTo>
                    <a:pt x="158719" y="208914"/>
                  </a:lnTo>
                  <a:lnTo>
                    <a:pt x="160311" y="203829"/>
                  </a:lnTo>
                  <a:lnTo>
                    <a:pt x="161739" y="198696"/>
                  </a:lnTo>
                  <a:lnTo>
                    <a:pt x="163004" y="193520"/>
                  </a:lnTo>
                  <a:lnTo>
                    <a:pt x="164102" y="188307"/>
                  </a:lnTo>
                  <a:lnTo>
                    <a:pt x="165034" y="183061"/>
                  </a:lnTo>
                  <a:lnTo>
                    <a:pt x="165799" y="177788"/>
                  </a:lnTo>
                  <a:lnTo>
                    <a:pt x="166395" y="172493"/>
                  </a:lnTo>
                  <a:lnTo>
                    <a:pt x="166822" y="167182"/>
                  </a:lnTo>
                  <a:lnTo>
                    <a:pt x="167079" y="161860"/>
                  </a:lnTo>
                  <a:lnTo>
                    <a:pt x="167167" y="156533"/>
                  </a:lnTo>
                  <a:lnTo>
                    <a:pt x="167085" y="151206"/>
                  </a:lnTo>
                  <a:lnTo>
                    <a:pt x="166833" y="145883"/>
                  </a:lnTo>
                  <a:lnTo>
                    <a:pt x="166412" y="140572"/>
                  </a:lnTo>
                  <a:lnTo>
                    <a:pt x="165821" y="135277"/>
                  </a:lnTo>
                  <a:lnTo>
                    <a:pt x="165063" y="130003"/>
                  </a:lnTo>
                  <a:lnTo>
                    <a:pt x="164136" y="124756"/>
                  </a:lnTo>
                  <a:lnTo>
                    <a:pt x="163043" y="119541"/>
                  </a:lnTo>
                  <a:lnTo>
                    <a:pt x="161784" y="114364"/>
                  </a:lnTo>
                  <a:lnTo>
                    <a:pt x="160361" y="109230"/>
                  </a:lnTo>
                  <a:lnTo>
                    <a:pt x="158775" y="104143"/>
                  </a:lnTo>
                  <a:lnTo>
                    <a:pt x="157027" y="99110"/>
                  </a:lnTo>
                  <a:lnTo>
                    <a:pt x="155120" y="94135"/>
                  </a:lnTo>
                  <a:lnTo>
                    <a:pt x="153056" y="89223"/>
                  </a:lnTo>
                  <a:lnTo>
                    <a:pt x="150836" y="84379"/>
                  </a:lnTo>
                  <a:lnTo>
                    <a:pt x="148463" y="79609"/>
                  </a:lnTo>
                  <a:lnTo>
                    <a:pt x="145939" y="74917"/>
                  </a:lnTo>
                  <a:lnTo>
                    <a:pt x="143266" y="70307"/>
                  </a:lnTo>
                  <a:lnTo>
                    <a:pt x="140448" y="65785"/>
                  </a:lnTo>
                  <a:lnTo>
                    <a:pt x="137488" y="61355"/>
                  </a:lnTo>
                  <a:lnTo>
                    <a:pt x="134388" y="57022"/>
                  </a:lnTo>
                  <a:lnTo>
                    <a:pt x="131151" y="52790"/>
                  </a:lnTo>
                  <a:lnTo>
                    <a:pt x="127781" y="48663"/>
                  </a:lnTo>
                  <a:lnTo>
                    <a:pt x="124281" y="44645"/>
                  </a:lnTo>
                  <a:lnTo>
                    <a:pt x="120655" y="40741"/>
                  </a:lnTo>
                  <a:lnTo>
                    <a:pt x="116907" y="36955"/>
                  </a:lnTo>
                  <a:lnTo>
                    <a:pt x="113039" y="33290"/>
                  </a:lnTo>
                  <a:lnTo>
                    <a:pt x="109057" y="29750"/>
                  </a:lnTo>
                  <a:lnTo>
                    <a:pt x="104964" y="26339"/>
                  </a:lnTo>
                  <a:lnTo>
                    <a:pt x="100765" y="23060"/>
                  </a:lnTo>
                  <a:lnTo>
                    <a:pt x="96463" y="19917"/>
                  </a:lnTo>
                  <a:lnTo>
                    <a:pt x="92063" y="16912"/>
                  </a:lnTo>
                  <a:lnTo>
                    <a:pt x="87569" y="14049"/>
                  </a:lnTo>
                  <a:lnTo>
                    <a:pt x="82987" y="11330"/>
                  </a:lnTo>
                  <a:lnTo>
                    <a:pt x="78320" y="8759"/>
                  </a:lnTo>
                  <a:lnTo>
                    <a:pt x="73574" y="6338"/>
                  </a:lnTo>
                  <a:lnTo>
                    <a:pt x="68753" y="4070"/>
                  </a:lnTo>
                  <a:lnTo>
                    <a:pt x="63862" y="1956"/>
                  </a:lnTo>
                  <a:lnTo>
                    <a:pt x="58906" y="0"/>
                  </a:lnTo>
                  <a:lnTo>
                    <a:pt x="0" y="156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1028"/>
              <a:ext cx="58906" cy="167167"/>
            </a:xfrm>
            <a:custGeom>
              <a:avLst/>
              <a:pathLst>
                <a:path w="58906" h="167167">
                  <a:moveTo>
                    <a:pt x="58906" y="10722"/>
                  </a:moveTo>
                  <a:lnTo>
                    <a:pt x="53235" y="8703"/>
                  </a:lnTo>
                  <a:lnTo>
                    <a:pt x="47496" y="6889"/>
                  </a:lnTo>
                  <a:lnTo>
                    <a:pt x="41694" y="5283"/>
                  </a:lnTo>
                  <a:lnTo>
                    <a:pt x="35839" y="3886"/>
                  </a:lnTo>
                  <a:lnTo>
                    <a:pt x="29937" y="2702"/>
                  </a:lnTo>
                  <a:lnTo>
                    <a:pt x="23996" y="1731"/>
                  </a:lnTo>
                  <a:lnTo>
                    <a:pt x="18024" y="974"/>
                  </a:lnTo>
                  <a:lnTo>
                    <a:pt x="12029" y="433"/>
                  </a:lnTo>
                  <a:lnTo>
                    <a:pt x="601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46169" y="1322571"/>
              <a:ext cx="142551" cy="167167"/>
            </a:xfrm>
            <a:custGeom>
              <a:avLst/>
              <a:pathLst>
                <a:path w="142551" h="167167">
                  <a:moveTo>
                    <a:pt x="142551" y="0"/>
                  </a:moveTo>
                  <a:lnTo>
                    <a:pt x="137045" y="90"/>
                  </a:lnTo>
                  <a:lnTo>
                    <a:pt x="131545" y="362"/>
                  </a:lnTo>
                  <a:lnTo>
                    <a:pt x="126057" y="815"/>
                  </a:lnTo>
                  <a:lnTo>
                    <a:pt x="120587" y="1449"/>
                  </a:lnTo>
                  <a:lnTo>
                    <a:pt x="115140" y="2262"/>
                  </a:lnTo>
                  <a:lnTo>
                    <a:pt x="109724" y="3254"/>
                  </a:lnTo>
                  <a:lnTo>
                    <a:pt x="104343" y="4424"/>
                  </a:lnTo>
                  <a:lnTo>
                    <a:pt x="99004" y="5771"/>
                  </a:lnTo>
                  <a:lnTo>
                    <a:pt x="93711" y="7293"/>
                  </a:lnTo>
                  <a:lnTo>
                    <a:pt x="88472" y="8988"/>
                  </a:lnTo>
                  <a:lnTo>
                    <a:pt x="83292" y="10855"/>
                  </a:lnTo>
                  <a:lnTo>
                    <a:pt x="78175" y="12892"/>
                  </a:lnTo>
                  <a:lnTo>
                    <a:pt x="73129" y="15096"/>
                  </a:lnTo>
                  <a:lnTo>
                    <a:pt x="68158" y="17465"/>
                  </a:lnTo>
                  <a:lnTo>
                    <a:pt x="63268" y="19996"/>
                  </a:lnTo>
                  <a:lnTo>
                    <a:pt x="58463" y="22688"/>
                  </a:lnTo>
                  <a:lnTo>
                    <a:pt x="53750" y="25536"/>
                  </a:lnTo>
                  <a:lnTo>
                    <a:pt x="49134" y="28537"/>
                  </a:lnTo>
                  <a:lnTo>
                    <a:pt x="44618" y="31689"/>
                  </a:lnTo>
                  <a:lnTo>
                    <a:pt x="40209" y="34988"/>
                  </a:lnTo>
                  <a:lnTo>
                    <a:pt x="35911" y="38431"/>
                  </a:lnTo>
                  <a:lnTo>
                    <a:pt x="31729" y="42013"/>
                  </a:lnTo>
                  <a:lnTo>
                    <a:pt x="27667" y="45731"/>
                  </a:lnTo>
                  <a:lnTo>
                    <a:pt x="23730" y="49581"/>
                  </a:lnTo>
                  <a:lnTo>
                    <a:pt x="19921" y="53558"/>
                  </a:lnTo>
                  <a:lnTo>
                    <a:pt x="16246" y="57659"/>
                  </a:lnTo>
                  <a:lnTo>
                    <a:pt x="12708" y="61878"/>
                  </a:lnTo>
                  <a:lnTo>
                    <a:pt x="9310" y="66212"/>
                  </a:lnTo>
                  <a:lnTo>
                    <a:pt x="6057" y="70655"/>
                  </a:lnTo>
                  <a:lnTo>
                    <a:pt x="2953" y="75203"/>
                  </a:lnTo>
                  <a:lnTo>
                    <a:pt x="0" y="79851"/>
                  </a:lnTo>
                  <a:lnTo>
                    <a:pt x="14255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46169" y="1402423"/>
              <a:ext cx="142551" cy="87316"/>
            </a:xfrm>
            <a:custGeom>
              <a:avLst/>
              <a:pathLst>
                <a:path w="142551" h="87316">
                  <a:moveTo>
                    <a:pt x="0" y="0"/>
                  </a:moveTo>
                  <a:lnTo>
                    <a:pt x="142551" y="873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21560" y="1356695"/>
              <a:ext cx="334327" cy="300201"/>
            </a:xfrm>
            <a:custGeom>
              <a:avLst/>
              <a:pathLst>
                <a:path w="334327" h="300201">
                  <a:moveTo>
                    <a:pt x="24609" y="45727"/>
                  </a:moveTo>
                  <a:lnTo>
                    <a:pt x="21905" y="50304"/>
                  </a:lnTo>
                  <a:lnTo>
                    <a:pt x="19347" y="54965"/>
                  </a:lnTo>
                  <a:lnTo>
                    <a:pt x="16939" y="59705"/>
                  </a:lnTo>
                  <a:lnTo>
                    <a:pt x="14683" y="64518"/>
                  </a:lnTo>
                  <a:lnTo>
                    <a:pt x="12581" y="69402"/>
                  </a:lnTo>
                  <a:lnTo>
                    <a:pt x="10635" y="74349"/>
                  </a:lnTo>
                  <a:lnTo>
                    <a:pt x="8848" y="79356"/>
                  </a:lnTo>
                  <a:lnTo>
                    <a:pt x="7221" y="84418"/>
                  </a:lnTo>
                  <a:lnTo>
                    <a:pt x="5756" y="89528"/>
                  </a:lnTo>
                  <a:lnTo>
                    <a:pt x="4454" y="94683"/>
                  </a:lnTo>
                  <a:lnTo>
                    <a:pt x="3316" y="99876"/>
                  </a:lnTo>
                  <a:lnTo>
                    <a:pt x="2344" y="105103"/>
                  </a:lnTo>
                  <a:lnTo>
                    <a:pt x="1539" y="110358"/>
                  </a:lnTo>
                  <a:lnTo>
                    <a:pt x="902" y="115636"/>
                  </a:lnTo>
                  <a:lnTo>
                    <a:pt x="432" y="120931"/>
                  </a:lnTo>
                  <a:lnTo>
                    <a:pt x="131" y="126239"/>
                  </a:lnTo>
                  <a:lnTo>
                    <a:pt x="0" y="131554"/>
                  </a:lnTo>
                  <a:lnTo>
                    <a:pt x="37" y="136870"/>
                  </a:lnTo>
                  <a:lnTo>
                    <a:pt x="243" y="142183"/>
                  </a:lnTo>
                  <a:lnTo>
                    <a:pt x="618" y="147486"/>
                  </a:lnTo>
                  <a:lnTo>
                    <a:pt x="1161" y="152775"/>
                  </a:lnTo>
                  <a:lnTo>
                    <a:pt x="1873" y="158043"/>
                  </a:lnTo>
                  <a:lnTo>
                    <a:pt x="2751" y="163286"/>
                  </a:lnTo>
                  <a:lnTo>
                    <a:pt x="3796" y="168499"/>
                  </a:lnTo>
                  <a:lnTo>
                    <a:pt x="5006" y="173676"/>
                  </a:lnTo>
                  <a:lnTo>
                    <a:pt x="6380" y="178812"/>
                  </a:lnTo>
                  <a:lnTo>
                    <a:pt x="7917" y="183901"/>
                  </a:lnTo>
                  <a:lnTo>
                    <a:pt x="9615" y="188939"/>
                  </a:lnTo>
                  <a:lnTo>
                    <a:pt x="11472" y="193921"/>
                  </a:lnTo>
                  <a:lnTo>
                    <a:pt x="13487" y="198841"/>
                  </a:lnTo>
                  <a:lnTo>
                    <a:pt x="15657" y="203694"/>
                  </a:lnTo>
                  <a:lnTo>
                    <a:pt x="17980" y="208476"/>
                  </a:lnTo>
                  <a:lnTo>
                    <a:pt x="20454" y="213182"/>
                  </a:lnTo>
                  <a:lnTo>
                    <a:pt x="23077" y="217806"/>
                  </a:lnTo>
                  <a:lnTo>
                    <a:pt x="25845" y="222345"/>
                  </a:lnTo>
                  <a:lnTo>
                    <a:pt x="28756" y="226793"/>
                  </a:lnTo>
                  <a:lnTo>
                    <a:pt x="31807" y="231147"/>
                  </a:lnTo>
                  <a:lnTo>
                    <a:pt x="34995" y="235402"/>
                  </a:lnTo>
                  <a:lnTo>
                    <a:pt x="38317" y="239553"/>
                  </a:lnTo>
                  <a:lnTo>
                    <a:pt x="41769" y="243596"/>
                  </a:lnTo>
                  <a:lnTo>
                    <a:pt x="45348" y="247527"/>
                  </a:lnTo>
                  <a:lnTo>
                    <a:pt x="49050" y="251343"/>
                  </a:lnTo>
                  <a:lnTo>
                    <a:pt x="52871" y="255039"/>
                  </a:lnTo>
                  <a:lnTo>
                    <a:pt x="56809" y="258611"/>
                  </a:lnTo>
                  <a:lnTo>
                    <a:pt x="60857" y="262057"/>
                  </a:lnTo>
                  <a:lnTo>
                    <a:pt x="65014" y="265372"/>
                  </a:lnTo>
                  <a:lnTo>
                    <a:pt x="69273" y="268553"/>
                  </a:lnTo>
                  <a:lnTo>
                    <a:pt x="73632" y="271597"/>
                  </a:lnTo>
                  <a:lnTo>
                    <a:pt x="78085" y="274501"/>
                  </a:lnTo>
                  <a:lnTo>
                    <a:pt x="82628" y="277262"/>
                  </a:lnTo>
                  <a:lnTo>
                    <a:pt x="87257" y="279877"/>
                  </a:lnTo>
                  <a:lnTo>
                    <a:pt x="91966" y="282344"/>
                  </a:lnTo>
                  <a:lnTo>
                    <a:pt x="96752" y="284660"/>
                  </a:lnTo>
                  <a:lnTo>
                    <a:pt x="101609" y="286822"/>
                  </a:lnTo>
                  <a:lnTo>
                    <a:pt x="106532" y="288828"/>
                  </a:lnTo>
                  <a:lnTo>
                    <a:pt x="111517" y="290678"/>
                  </a:lnTo>
                  <a:lnTo>
                    <a:pt x="116557" y="292367"/>
                  </a:lnTo>
                  <a:lnTo>
                    <a:pt x="121649" y="293896"/>
                  </a:lnTo>
                  <a:lnTo>
                    <a:pt x="126787" y="295262"/>
                  </a:lnTo>
                  <a:lnTo>
                    <a:pt x="131966" y="296463"/>
                  </a:lnTo>
                  <a:lnTo>
                    <a:pt x="137180" y="297500"/>
                  </a:lnTo>
                  <a:lnTo>
                    <a:pt x="142425" y="298370"/>
                  </a:lnTo>
                  <a:lnTo>
                    <a:pt x="147695" y="299073"/>
                  </a:lnTo>
                  <a:lnTo>
                    <a:pt x="152984" y="299608"/>
                  </a:lnTo>
                  <a:lnTo>
                    <a:pt x="158288" y="299975"/>
                  </a:lnTo>
                  <a:lnTo>
                    <a:pt x="163601" y="300172"/>
                  </a:lnTo>
                  <a:lnTo>
                    <a:pt x="168917" y="300201"/>
                  </a:lnTo>
                  <a:lnTo>
                    <a:pt x="174232" y="300061"/>
                  </a:lnTo>
                  <a:lnTo>
                    <a:pt x="179539" y="299751"/>
                  </a:lnTo>
                  <a:lnTo>
                    <a:pt x="184834" y="299273"/>
                  </a:lnTo>
                  <a:lnTo>
                    <a:pt x="190111" y="298627"/>
                  </a:lnTo>
                  <a:lnTo>
                    <a:pt x="195365" y="297814"/>
                  </a:lnTo>
                  <a:lnTo>
                    <a:pt x="200590" y="296834"/>
                  </a:lnTo>
                  <a:lnTo>
                    <a:pt x="205781" y="295688"/>
                  </a:lnTo>
                  <a:lnTo>
                    <a:pt x="210934" y="294377"/>
                  </a:lnTo>
                  <a:lnTo>
                    <a:pt x="216042" y="292904"/>
                  </a:lnTo>
                  <a:lnTo>
                    <a:pt x="221101" y="291269"/>
                  </a:lnTo>
                  <a:lnTo>
                    <a:pt x="226105" y="289473"/>
                  </a:lnTo>
                  <a:lnTo>
                    <a:pt x="231049" y="287520"/>
                  </a:lnTo>
                  <a:lnTo>
                    <a:pt x="235929" y="285410"/>
                  </a:lnTo>
                  <a:lnTo>
                    <a:pt x="240739" y="283146"/>
                  </a:lnTo>
                  <a:lnTo>
                    <a:pt x="245475" y="280731"/>
                  </a:lnTo>
                  <a:lnTo>
                    <a:pt x="250132" y="278166"/>
                  </a:lnTo>
                  <a:lnTo>
                    <a:pt x="254705" y="275454"/>
                  </a:lnTo>
                  <a:lnTo>
                    <a:pt x="259189" y="272598"/>
                  </a:lnTo>
                  <a:lnTo>
                    <a:pt x="263580" y="269601"/>
                  </a:lnTo>
                  <a:lnTo>
                    <a:pt x="267874" y="266466"/>
                  </a:lnTo>
                  <a:lnTo>
                    <a:pt x="272066" y="263196"/>
                  </a:lnTo>
                  <a:lnTo>
                    <a:pt x="276151" y="259794"/>
                  </a:lnTo>
                  <a:lnTo>
                    <a:pt x="280127" y="256264"/>
                  </a:lnTo>
                  <a:lnTo>
                    <a:pt x="283988" y="252610"/>
                  </a:lnTo>
                  <a:lnTo>
                    <a:pt x="287731" y="248834"/>
                  </a:lnTo>
                  <a:lnTo>
                    <a:pt x="291352" y="244942"/>
                  </a:lnTo>
                  <a:lnTo>
                    <a:pt x="294847" y="240936"/>
                  </a:lnTo>
                  <a:lnTo>
                    <a:pt x="298214" y="236821"/>
                  </a:lnTo>
                  <a:lnTo>
                    <a:pt x="301447" y="232601"/>
                  </a:lnTo>
                  <a:lnTo>
                    <a:pt x="304545" y="228281"/>
                  </a:lnTo>
                  <a:lnTo>
                    <a:pt x="307504" y="223864"/>
                  </a:lnTo>
                  <a:lnTo>
                    <a:pt x="310321" y="219355"/>
                  </a:lnTo>
                  <a:lnTo>
                    <a:pt x="312994" y="214759"/>
                  </a:lnTo>
                  <a:lnTo>
                    <a:pt x="315518" y="210081"/>
                  </a:lnTo>
                  <a:lnTo>
                    <a:pt x="317893" y="205324"/>
                  </a:lnTo>
                  <a:lnTo>
                    <a:pt x="320115" y="200494"/>
                  </a:lnTo>
                  <a:lnTo>
                    <a:pt x="322183" y="195597"/>
                  </a:lnTo>
                  <a:lnTo>
                    <a:pt x="324094" y="190635"/>
                  </a:lnTo>
                  <a:lnTo>
                    <a:pt x="325846" y="185616"/>
                  </a:lnTo>
                  <a:lnTo>
                    <a:pt x="327437" y="180543"/>
                  </a:lnTo>
                  <a:lnTo>
                    <a:pt x="328867" y="175423"/>
                  </a:lnTo>
                  <a:lnTo>
                    <a:pt x="330132" y="170259"/>
                  </a:lnTo>
                  <a:lnTo>
                    <a:pt x="331233" y="165058"/>
                  </a:lnTo>
                  <a:lnTo>
                    <a:pt x="332168" y="159825"/>
                  </a:lnTo>
                  <a:lnTo>
                    <a:pt x="332937" y="154564"/>
                  </a:lnTo>
                  <a:lnTo>
                    <a:pt x="333537" y="149282"/>
                  </a:lnTo>
                  <a:lnTo>
                    <a:pt x="333969" y="143983"/>
                  </a:lnTo>
                  <a:lnTo>
                    <a:pt x="334233" y="138673"/>
                  </a:lnTo>
                  <a:lnTo>
                    <a:pt x="334327" y="133357"/>
                  </a:lnTo>
                  <a:lnTo>
                    <a:pt x="334253" y="128041"/>
                  </a:lnTo>
                  <a:lnTo>
                    <a:pt x="334009" y="122731"/>
                  </a:lnTo>
                  <a:lnTo>
                    <a:pt x="333597" y="117430"/>
                  </a:lnTo>
                  <a:lnTo>
                    <a:pt x="333016" y="112146"/>
                  </a:lnTo>
                  <a:lnTo>
                    <a:pt x="332268" y="106882"/>
                  </a:lnTo>
                  <a:lnTo>
                    <a:pt x="331353" y="101645"/>
                  </a:lnTo>
                  <a:lnTo>
                    <a:pt x="330271" y="96440"/>
                  </a:lnTo>
                  <a:lnTo>
                    <a:pt x="329025" y="91272"/>
                  </a:lnTo>
                  <a:lnTo>
                    <a:pt x="327615" y="86146"/>
                  </a:lnTo>
                  <a:lnTo>
                    <a:pt x="326042" y="81067"/>
                  </a:lnTo>
                  <a:lnTo>
                    <a:pt x="324309" y="76041"/>
                  </a:lnTo>
                  <a:lnTo>
                    <a:pt x="322417" y="71073"/>
                  </a:lnTo>
                  <a:lnTo>
                    <a:pt x="320368" y="66167"/>
                  </a:lnTo>
                  <a:lnTo>
                    <a:pt x="318164" y="61329"/>
                  </a:lnTo>
                  <a:lnTo>
                    <a:pt x="315807" y="56564"/>
                  </a:lnTo>
                  <a:lnTo>
                    <a:pt x="313300" y="51876"/>
                  </a:lnTo>
                  <a:lnTo>
                    <a:pt x="310645" y="47270"/>
                  </a:lnTo>
                  <a:lnTo>
                    <a:pt x="307845" y="42750"/>
                  </a:lnTo>
                  <a:lnTo>
                    <a:pt x="304903" y="38322"/>
                  </a:lnTo>
                  <a:lnTo>
                    <a:pt x="301821" y="33990"/>
                  </a:lnTo>
                  <a:lnTo>
                    <a:pt x="298603" y="29758"/>
                  </a:lnTo>
                  <a:lnTo>
                    <a:pt x="295252" y="25631"/>
                  </a:lnTo>
                  <a:lnTo>
                    <a:pt x="291772" y="21612"/>
                  </a:lnTo>
                  <a:lnTo>
                    <a:pt x="288166" y="17706"/>
                  </a:lnTo>
                  <a:lnTo>
                    <a:pt x="284437" y="13916"/>
                  </a:lnTo>
                  <a:lnTo>
                    <a:pt x="280589" y="10247"/>
                  </a:lnTo>
                  <a:lnTo>
                    <a:pt x="276627" y="6702"/>
                  </a:lnTo>
                  <a:lnTo>
                    <a:pt x="272555" y="3285"/>
                  </a:lnTo>
                  <a:lnTo>
                    <a:pt x="268375" y="0"/>
                  </a:lnTo>
                  <a:lnTo>
                    <a:pt x="167160" y="1330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488720" y="1322571"/>
              <a:ext cx="101214" cy="167167"/>
            </a:xfrm>
            <a:custGeom>
              <a:avLst/>
              <a:pathLst>
                <a:path w="101214" h="167167">
                  <a:moveTo>
                    <a:pt x="101214" y="34124"/>
                  </a:moveTo>
                  <a:lnTo>
                    <a:pt x="96602" y="30738"/>
                  </a:lnTo>
                  <a:lnTo>
                    <a:pt x="91876" y="27512"/>
                  </a:lnTo>
                  <a:lnTo>
                    <a:pt x="87043" y="24449"/>
                  </a:lnTo>
                  <a:lnTo>
                    <a:pt x="82108" y="21554"/>
                  </a:lnTo>
                  <a:lnTo>
                    <a:pt x="77077" y="18829"/>
                  </a:lnTo>
                  <a:lnTo>
                    <a:pt x="71955" y="16278"/>
                  </a:lnTo>
                  <a:lnTo>
                    <a:pt x="66749" y="13904"/>
                  </a:lnTo>
                  <a:lnTo>
                    <a:pt x="61465" y="11710"/>
                  </a:lnTo>
                  <a:lnTo>
                    <a:pt x="56109" y="9697"/>
                  </a:lnTo>
                  <a:lnTo>
                    <a:pt x="50687" y="7869"/>
                  </a:lnTo>
                  <a:lnTo>
                    <a:pt x="45206" y="6228"/>
                  </a:lnTo>
                  <a:lnTo>
                    <a:pt x="39671" y="4775"/>
                  </a:lnTo>
                  <a:lnTo>
                    <a:pt x="34091" y="3513"/>
                  </a:lnTo>
                  <a:lnTo>
                    <a:pt x="28470" y="2442"/>
                  </a:lnTo>
                  <a:lnTo>
                    <a:pt x="22816" y="1564"/>
                  </a:lnTo>
                  <a:lnTo>
                    <a:pt x="17135" y="880"/>
                  </a:lnTo>
                  <a:lnTo>
                    <a:pt x="11435" y="391"/>
                  </a:lnTo>
                  <a:lnTo>
                    <a:pt x="5720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6353" y="1681503"/>
              <a:ext cx="90171" cy="167167"/>
            </a:xfrm>
            <a:custGeom>
              <a:avLst/>
              <a:pathLst>
                <a:path w="90171" h="167167">
                  <a:moveTo>
                    <a:pt x="90171" y="0"/>
                  </a:moveTo>
                  <a:lnTo>
                    <a:pt x="84569" y="93"/>
                  </a:lnTo>
                  <a:lnTo>
                    <a:pt x="78974" y="375"/>
                  </a:lnTo>
                  <a:lnTo>
                    <a:pt x="73392" y="844"/>
                  </a:lnTo>
                  <a:lnTo>
                    <a:pt x="67828" y="1499"/>
                  </a:lnTo>
                  <a:lnTo>
                    <a:pt x="62290" y="2341"/>
                  </a:lnTo>
                  <a:lnTo>
                    <a:pt x="56782" y="3368"/>
                  </a:lnTo>
                  <a:lnTo>
                    <a:pt x="51313" y="4578"/>
                  </a:lnTo>
                  <a:lnTo>
                    <a:pt x="45887" y="5972"/>
                  </a:lnTo>
                  <a:lnTo>
                    <a:pt x="40510" y="7546"/>
                  </a:lnTo>
                  <a:lnTo>
                    <a:pt x="35190" y="9300"/>
                  </a:lnTo>
                  <a:lnTo>
                    <a:pt x="29931" y="11231"/>
                  </a:lnTo>
                  <a:lnTo>
                    <a:pt x="24740" y="13337"/>
                  </a:lnTo>
                  <a:lnTo>
                    <a:pt x="19622" y="15616"/>
                  </a:lnTo>
                  <a:lnTo>
                    <a:pt x="14583" y="18065"/>
                  </a:lnTo>
                  <a:lnTo>
                    <a:pt x="9630" y="20681"/>
                  </a:lnTo>
                  <a:lnTo>
                    <a:pt x="4767" y="23462"/>
                  </a:lnTo>
                  <a:lnTo>
                    <a:pt x="0" y="26404"/>
                  </a:lnTo>
                  <a:lnTo>
                    <a:pt x="9017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6353" y="1707908"/>
              <a:ext cx="90171" cy="140762"/>
            </a:xfrm>
            <a:custGeom>
              <a:avLst/>
              <a:pathLst>
                <a:path w="90171" h="140762">
                  <a:moveTo>
                    <a:pt x="0" y="0"/>
                  </a:moveTo>
                  <a:lnTo>
                    <a:pt x="90171" y="1407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19375" y="1681503"/>
              <a:ext cx="334296" cy="334334"/>
            </a:xfrm>
            <a:custGeom>
              <a:avLst/>
              <a:pathLst>
                <a:path w="334296" h="334334">
                  <a:moveTo>
                    <a:pt x="76978" y="26404"/>
                  </a:moveTo>
                  <a:lnTo>
                    <a:pt x="72556" y="29337"/>
                  </a:lnTo>
                  <a:lnTo>
                    <a:pt x="68229" y="32408"/>
                  </a:lnTo>
                  <a:lnTo>
                    <a:pt x="64002" y="35616"/>
                  </a:lnTo>
                  <a:lnTo>
                    <a:pt x="59879" y="38955"/>
                  </a:lnTo>
                  <a:lnTo>
                    <a:pt x="55865" y="42424"/>
                  </a:lnTo>
                  <a:lnTo>
                    <a:pt x="51962" y="46019"/>
                  </a:lnTo>
                  <a:lnTo>
                    <a:pt x="48175" y="49735"/>
                  </a:lnTo>
                  <a:lnTo>
                    <a:pt x="44508" y="53570"/>
                  </a:lnTo>
                  <a:lnTo>
                    <a:pt x="40965" y="57520"/>
                  </a:lnTo>
                  <a:lnTo>
                    <a:pt x="37549" y="61580"/>
                  </a:lnTo>
                  <a:lnTo>
                    <a:pt x="34263" y="65746"/>
                  </a:lnTo>
                  <a:lnTo>
                    <a:pt x="31111" y="70014"/>
                  </a:lnTo>
                  <a:lnTo>
                    <a:pt x="28096" y="74380"/>
                  </a:lnTo>
                  <a:lnTo>
                    <a:pt x="25222" y="78840"/>
                  </a:lnTo>
                  <a:lnTo>
                    <a:pt x="22490" y="83389"/>
                  </a:lnTo>
                  <a:lnTo>
                    <a:pt x="19904" y="88022"/>
                  </a:lnTo>
                  <a:lnTo>
                    <a:pt x="17467" y="92735"/>
                  </a:lnTo>
                  <a:lnTo>
                    <a:pt x="15180" y="97523"/>
                  </a:lnTo>
                  <a:lnTo>
                    <a:pt x="13046" y="102381"/>
                  </a:lnTo>
                  <a:lnTo>
                    <a:pt x="11068" y="107304"/>
                  </a:lnTo>
                  <a:lnTo>
                    <a:pt x="9247" y="112287"/>
                  </a:lnTo>
                  <a:lnTo>
                    <a:pt x="7584" y="117326"/>
                  </a:lnTo>
                  <a:lnTo>
                    <a:pt x="6083" y="122415"/>
                  </a:lnTo>
                  <a:lnTo>
                    <a:pt x="4744" y="127549"/>
                  </a:lnTo>
                  <a:lnTo>
                    <a:pt x="3568" y="132723"/>
                  </a:lnTo>
                  <a:lnTo>
                    <a:pt x="2558" y="137932"/>
                  </a:lnTo>
                  <a:lnTo>
                    <a:pt x="1713" y="143170"/>
                  </a:lnTo>
                  <a:lnTo>
                    <a:pt x="1035" y="148433"/>
                  </a:lnTo>
                  <a:lnTo>
                    <a:pt x="524" y="153714"/>
                  </a:lnTo>
                  <a:lnTo>
                    <a:pt x="181" y="159009"/>
                  </a:lnTo>
                  <a:lnTo>
                    <a:pt x="6" y="164312"/>
                  </a:lnTo>
                  <a:lnTo>
                    <a:pt x="0" y="169618"/>
                  </a:lnTo>
                  <a:lnTo>
                    <a:pt x="161" y="174921"/>
                  </a:lnTo>
                  <a:lnTo>
                    <a:pt x="492" y="180217"/>
                  </a:lnTo>
                  <a:lnTo>
                    <a:pt x="990" y="185499"/>
                  </a:lnTo>
                  <a:lnTo>
                    <a:pt x="1655" y="190763"/>
                  </a:lnTo>
                  <a:lnTo>
                    <a:pt x="2487" y="196004"/>
                  </a:lnTo>
                  <a:lnTo>
                    <a:pt x="3486" y="201215"/>
                  </a:lnTo>
                  <a:lnTo>
                    <a:pt x="4649" y="206392"/>
                  </a:lnTo>
                  <a:lnTo>
                    <a:pt x="5975" y="211529"/>
                  </a:lnTo>
                  <a:lnTo>
                    <a:pt x="7464" y="216622"/>
                  </a:lnTo>
                  <a:lnTo>
                    <a:pt x="9114" y="221664"/>
                  </a:lnTo>
                  <a:lnTo>
                    <a:pt x="10923" y="226652"/>
                  </a:lnTo>
                  <a:lnTo>
                    <a:pt x="12890" y="231580"/>
                  </a:lnTo>
                  <a:lnTo>
                    <a:pt x="15012" y="236444"/>
                  </a:lnTo>
                  <a:lnTo>
                    <a:pt x="17287" y="241237"/>
                  </a:lnTo>
                  <a:lnTo>
                    <a:pt x="19713" y="245956"/>
                  </a:lnTo>
                  <a:lnTo>
                    <a:pt x="22288" y="250595"/>
                  </a:lnTo>
                  <a:lnTo>
                    <a:pt x="25009" y="255150"/>
                  </a:lnTo>
                  <a:lnTo>
                    <a:pt x="27872" y="259617"/>
                  </a:lnTo>
                  <a:lnTo>
                    <a:pt x="30877" y="263990"/>
                  </a:lnTo>
                  <a:lnTo>
                    <a:pt x="34018" y="268266"/>
                  </a:lnTo>
                  <a:lnTo>
                    <a:pt x="37294" y="272441"/>
                  </a:lnTo>
                  <a:lnTo>
                    <a:pt x="40700" y="276509"/>
                  </a:lnTo>
                  <a:lnTo>
                    <a:pt x="44234" y="280467"/>
                  </a:lnTo>
                  <a:lnTo>
                    <a:pt x="47891" y="284310"/>
                  </a:lnTo>
                  <a:lnTo>
                    <a:pt x="51669" y="288036"/>
                  </a:lnTo>
                  <a:lnTo>
                    <a:pt x="55563" y="291640"/>
                  </a:lnTo>
                  <a:lnTo>
                    <a:pt x="59570" y="295119"/>
                  </a:lnTo>
                  <a:lnTo>
                    <a:pt x="63685" y="298468"/>
                  </a:lnTo>
                  <a:lnTo>
                    <a:pt x="67904" y="301686"/>
                  </a:lnTo>
                  <a:lnTo>
                    <a:pt x="72223" y="304768"/>
                  </a:lnTo>
                  <a:lnTo>
                    <a:pt x="76637" y="307711"/>
                  </a:lnTo>
                  <a:lnTo>
                    <a:pt x="81143" y="310513"/>
                  </a:lnTo>
                  <a:lnTo>
                    <a:pt x="85736" y="313170"/>
                  </a:lnTo>
                  <a:lnTo>
                    <a:pt x="90411" y="315680"/>
                  </a:lnTo>
                  <a:lnTo>
                    <a:pt x="95162" y="318041"/>
                  </a:lnTo>
                  <a:lnTo>
                    <a:pt x="99987" y="320249"/>
                  </a:lnTo>
                  <a:lnTo>
                    <a:pt x="104879" y="322304"/>
                  </a:lnTo>
                  <a:lnTo>
                    <a:pt x="109834" y="324202"/>
                  </a:lnTo>
                  <a:lnTo>
                    <a:pt x="114846" y="325942"/>
                  </a:lnTo>
                  <a:lnTo>
                    <a:pt x="119911" y="327521"/>
                  </a:lnTo>
                  <a:lnTo>
                    <a:pt x="125024" y="328940"/>
                  </a:lnTo>
                  <a:lnTo>
                    <a:pt x="130179" y="330195"/>
                  </a:lnTo>
                  <a:lnTo>
                    <a:pt x="135372" y="331286"/>
                  </a:lnTo>
                  <a:lnTo>
                    <a:pt x="140596" y="332212"/>
                  </a:lnTo>
                  <a:lnTo>
                    <a:pt x="145848" y="332972"/>
                  </a:lnTo>
                  <a:lnTo>
                    <a:pt x="151120" y="333564"/>
                  </a:lnTo>
                  <a:lnTo>
                    <a:pt x="156409" y="333989"/>
                  </a:lnTo>
                  <a:lnTo>
                    <a:pt x="161709" y="334246"/>
                  </a:lnTo>
                  <a:lnTo>
                    <a:pt x="167014" y="334334"/>
                  </a:lnTo>
                  <a:lnTo>
                    <a:pt x="172320" y="334254"/>
                  </a:lnTo>
                  <a:lnTo>
                    <a:pt x="177620" y="334006"/>
                  </a:lnTo>
                  <a:lnTo>
                    <a:pt x="182909" y="333590"/>
                  </a:lnTo>
                  <a:lnTo>
                    <a:pt x="188183" y="333006"/>
                  </a:lnTo>
                  <a:lnTo>
                    <a:pt x="193435" y="332255"/>
                  </a:lnTo>
                  <a:lnTo>
                    <a:pt x="198661" y="331337"/>
                  </a:lnTo>
                  <a:lnTo>
                    <a:pt x="203856" y="330255"/>
                  </a:lnTo>
                  <a:lnTo>
                    <a:pt x="209013" y="329008"/>
                  </a:lnTo>
                  <a:lnTo>
                    <a:pt x="214128" y="327597"/>
                  </a:lnTo>
                  <a:lnTo>
                    <a:pt x="219196" y="326026"/>
                  </a:lnTo>
                  <a:lnTo>
                    <a:pt x="224211" y="324294"/>
                  </a:lnTo>
                  <a:lnTo>
                    <a:pt x="229169" y="322404"/>
                  </a:lnTo>
                  <a:lnTo>
                    <a:pt x="234064" y="320357"/>
                  </a:lnTo>
                  <a:lnTo>
                    <a:pt x="238892" y="318157"/>
                  </a:lnTo>
                  <a:lnTo>
                    <a:pt x="243648" y="315804"/>
                  </a:lnTo>
                  <a:lnTo>
                    <a:pt x="248326" y="313301"/>
                  </a:lnTo>
                  <a:lnTo>
                    <a:pt x="252923" y="310651"/>
                  </a:lnTo>
                  <a:lnTo>
                    <a:pt x="257434" y="307857"/>
                  </a:lnTo>
                  <a:lnTo>
                    <a:pt x="261853" y="304921"/>
                  </a:lnTo>
                  <a:lnTo>
                    <a:pt x="266177" y="301846"/>
                  </a:lnTo>
                  <a:lnTo>
                    <a:pt x="270402" y="298635"/>
                  </a:lnTo>
                  <a:lnTo>
                    <a:pt x="274522" y="295292"/>
                  </a:lnTo>
                  <a:lnTo>
                    <a:pt x="278534" y="291820"/>
                  </a:lnTo>
                  <a:lnTo>
                    <a:pt x="282434" y="288222"/>
                  </a:lnTo>
                  <a:lnTo>
                    <a:pt x="286218" y="284502"/>
                  </a:lnTo>
                  <a:lnTo>
                    <a:pt x="289881" y="280665"/>
                  </a:lnTo>
                  <a:lnTo>
                    <a:pt x="293421" y="276712"/>
                  </a:lnTo>
                  <a:lnTo>
                    <a:pt x="296834" y="272650"/>
                  </a:lnTo>
                  <a:lnTo>
                    <a:pt x="300117" y="268481"/>
                  </a:lnTo>
                  <a:lnTo>
                    <a:pt x="303265" y="264210"/>
                  </a:lnTo>
                  <a:lnTo>
                    <a:pt x="306276" y="259841"/>
                  </a:lnTo>
                  <a:lnTo>
                    <a:pt x="309147" y="255379"/>
                  </a:lnTo>
                  <a:lnTo>
                    <a:pt x="311875" y="250828"/>
                  </a:lnTo>
                  <a:lnTo>
                    <a:pt x="314457" y="246193"/>
                  </a:lnTo>
                  <a:lnTo>
                    <a:pt x="316891" y="241478"/>
                  </a:lnTo>
                  <a:lnTo>
                    <a:pt x="319174" y="236689"/>
                  </a:lnTo>
                  <a:lnTo>
                    <a:pt x="321304" y="231829"/>
                  </a:lnTo>
                  <a:lnTo>
                    <a:pt x="323278" y="226904"/>
                  </a:lnTo>
                  <a:lnTo>
                    <a:pt x="325096" y="221919"/>
                  </a:lnTo>
                  <a:lnTo>
                    <a:pt x="326754" y="216879"/>
                  </a:lnTo>
                  <a:lnTo>
                    <a:pt x="328251" y="211789"/>
                  </a:lnTo>
                  <a:lnTo>
                    <a:pt x="329586" y="206654"/>
                  </a:lnTo>
                  <a:lnTo>
                    <a:pt x="330757" y="201479"/>
                  </a:lnTo>
                  <a:lnTo>
                    <a:pt x="331764" y="196269"/>
                  </a:lnTo>
                  <a:lnTo>
                    <a:pt x="332604" y="191030"/>
                  </a:lnTo>
                  <a:lnTo>
                    <a:pt x="333278" y="185767"/>
                  </a:lnTo>
                  <a:lnTo>
                    <a:pt x="333785" y="180486"/>
                  </a:lnTo>
                  <a:lnTo>
                    <a:pt x="334124" y="175190"/>
                  </a:lnTo>
                  <a:lnTo>
                    <a:pt x="334294" y="169887"/>
                  </a:lnTo>
                  <a:lnTo>
                    <a:pt x="334296" y="164581"/>
                  </a:lnTo>
                  <a:lnTo>
                    <a:pt x="334130" y="159278"/>
                  </a:lnTo>
                  <a:lnTo>
                    <a:pt x="333796" y="153983"/>
                  </a:lnTo>
                  <a:lnTo>
                    <a:pt x="333293" y="148701"/>
                  </a:lnTo>
                  <a:lnTo>
                    <a:pt x="332624" y="143437"/>
                  </a:lnTo>
                  <a:lnTo>
                    <a:pt x="331787" y="138198"/>
                  </a:lnTo>
                  <a:lnTo>
                    <a:pt x="330785" y="132987"/>
                  </a:lnTo>
                  <a:lnTo>
                    <a:pt x="329618" y="127811"/>
                  </a:lnTo>
                  <a:lnTo>
                    <a:pt x="328287" y="122675"/>
                  </a:lnTo>
                  <a:lnTo>
                    <a:pt x="326794" y="117584"/>
                  </a:lnTo>
                  <a:lnTo>
                    <a:pt x="325140" y="112542"/>
                  </a:lnTo>
                  <a:lnTo>
                    <a:pt x="323327" y="107556"/>
                  </a:lnTo>
                  <a:lnTo>
                    <a:pt x="321356" y="102629"/>
                  </a:lnTo>
                  <a:lnTo>
                    <a:pt x="319230" y="97768"/>
                  </a:lnTo>
                  <a:lnTo>
                    <a:pt x="316951" y="92976"/>
                  </a:lnTo>
                  <a:lnTo>
                    <a:pt x="314521" y="88259"/>
                  </a:lnTo>
                  <a:lnTo>
                    <a:pt x="311943" y="83622"/>
                  </a:lnTo>
                  <a:lnTo>
                    <a:pt x="309218" y="79069"/>
                  </a:lnTo>
                  <a:lnTo>
                    <a:pt x="306351" y="74605"/>
                  </a:lnTo>
                  <a:lnTo>
                    <a:pt x="303343" y="70234"/>
                  </a:lnTo>
                  <a:lnTo>
                    <a:pt x="300198" y="65960"/>
                  </a:lnTo>
                  <a:lnTo>
                    <a:pt x="296919" y="61789"/>
                  </a:lnTo>
                  <a:lnTo>
                    <a:pt x="293510" y="57723"/>
                  </a:lnTo>
                  <a:lnTo>
                    <a:pt x="289973" y="53768"/>
                  </a:lnTo>
                  <a:lnTo>
                    <a:pt x="286312" y="49927"/>
                  </a:lnTo>
                  <a:lnTo>
                    <a:pt x="282531" y="46205"/>
                  </a:lnTo>
                  <a:lnTo>
                    <a:pt x="278634" y="42604"/>
                  </a:lnTo>
                  <a:lnTo>
                    <a:pt x="274625" y="39129"/>
                  </a:lnTo>
                  <a:lnTo>
                    <a:pt x="270508" y="35782"/>
                  </a:lnTo>
                  <a:lnTo>
                    <a:pt x="266286" y="32568"/>
                  </a:lnTo>
                  <a:lnTo>
                    <a:pt x="261964" y="29490"/>
                  </a:lnTo>
                  <a:lnTo>
                    <a:pt x="257547" y="26550"/>
                  </a:lnTo>
                  <a:lnTo>
                    <a:pt x="253039" y="23752"/>
                  </a:lnTo>
                  <a:lnTo>
                    <a:pt x="248444" y="21098"/>
                  </a:lnTo>
                  <a:lnTo>
                    <a:pt x="243768" y="18592"/>
                  </a:lnTo>
                  <a:lnTo>
                    <a:pt x="239014" y="16235"/>
                  </a:lnTo>
                  <a:lnTo>
                    <a:pt x="234188" y="14031"/>
                  </a:lnTo>
                  <a:lnTo>
                    <a:pt x="229294" y="11980"/>
                  </a:lnTo>
                  <a:lnTo>
                    <a:pt x="224338" y="10086"/>
                  </a:lnTo>
                  <a:lnTo>
                    <a:pt x="219324" y="8350"/>
                  </a:lnTo>
                  <a:lnTo>
                    <a:pt x="214257" y="6774"/>
                  </a:lnTo>
                  <a:lnTo>
                    <a:pt x="209143" y="5360"/>
                  </a:lnTo>
                  <a:lnTo>
                    <a:pt x="203987" y="4109"/>
                  </a:lnTo>
                  <a:lnTo>
                    <a:pt x="198794" y="3022"/>
                  </a:lnTo>
                  <a:lnTo>
                    <a:pt x="193568" y="2100"/>
                  </a:lnTo>
                  <a:lnTo>
                    <a:pt x="188317" y="1345"/>
                  </a:lnTo>
                  <a:lnTo>
                    <a:pt x="183043" y="757"/>
                  </a:lnTo>
                  <a:lnTo>
                    <a:pt x="177754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54019" y="2126963"/>
              <a:ext cx="127268" cy="167167"/>
            </a:xfrm>
            <a:custGeom>
              <a:avLst/>
              <a:pathLst>
                <a:path w="127268" h="167167">
                  <a:moveTo>
                    <a:pt x="127268" y="0"/>
                  </a:moveTo>
                  <a:lnTo>
                    <a:pt x="121705" y="92"/>
                  </a:lnTo>
                  <a:lnTo>
                    <a:pt x="116148" y="370"/>
                  </a:lnTo>
                  <a:lnTo>
                    <a:pt x="110604" y="832"/>
                  </a:lnTo>
                  <a:lnTo>
                    <a:pt x="105078" y="1479"/>
                  </a:lnTo>
                  <a:lnTo>
                    <a:pt x="99577" y="2309"/>
                  </a:lnTo>
                  <a:lnTo>
                    <a:pt x="94106" y="3322"/>
                  </a:lnTo>
                  <a:lnTo>
                    <a:pt x="88673" y="4516"/>
                  </a:lnTo>
                  <a:lnTo>
                    <a:pt x="83282" y="5890"/>
                  </a:lnTo>
                  <a:lnTo>
                    <a:pt x="77939" y="7443"/>
                  </a:lnTo>
                  <a:lnTo>
                    <a:pt x="72651" y="9173"/>
                  </a:lnTo>
                  <a:lnTo>
                    <a:pt x="67424" y="11078"/>
                  </a:lnTo>
                  <a:lnTo>
                    <a:pt x="62263" y="13156"/>
                  </a:lnTo>
                  <a:lnTo>
                    <a:pt x="57174" y="15404"/>
                  </a:lnTo>
                  <a:lnTo>
                    <a:pt x="52163" y="17821"/>
                  </a:lnTo>
                  <a:lnTo>
                    <a:pt x="47235" y="20403"/>
                  </a:lnTo>
                  <a:lnTo>
                    <a:pt x="42395" y="23147"/>
                  </a:lnTo>
                  <a:lnTo>
                    <a:pt x="37650" y="26051"/>
                  </a:lnTo>
                  <a:lnTo>
                    <a:pt x="33004" y="29112"/>
                  </a:lnTo>
                  <a:lnTo>
                    <a:pt x="28462" y="32325"/>
                  </a:lnTo>
                  <a:lnTo>
                    <a:pt x="24030" y="35687"/>
                  </a:lnTo>
                  <a:lnTo>
                    <a:pt x="19712" y="39196"/>
                  </a:lnTo>
                  <a:lnTo>
                    <a:pt x="15513" y="42846"/>
                  </a:lnTo>
                  <a:lnTo>
                    <a:pt x="11438" y="46633"/>
                  </a:lnTo>
                  <a:lnTo>
                    <a:pt x="7491" y="50554"/>
                  </a:lnTo>
                  <a:lnTo>
                    <a:pt x="3677" y="54605"/>
                  </a:lnTo>
                  <a:lnTo>
                    <a:pt x="0" y="58780"/>
                  </a:lnTo>
                  <a:lnTo>
                    <a:pt x="12726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54019" y="2185743"/>
              <a:ext cx="127268" cy="108387"/>
            </a:xfrm>
            <a:custGeom>
              <a:avLst/>
              <a:pathLst>
                <a:path w="127268" h="108387">
                  <a:moveTo>
                    <a:pt x="0" y="0"/>
                  </a:moveTo>
                  <a:lnTo>
                    <a:pt x="127268" y="1083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14126" y="2127311"/>
              <a:ext cx="334311" cy="333985"/>
            </a:xfrm>
            <a:custGeom>
              <a:avLst/>
              <a:pathLst>
                <a:path w="334311" h="333985">
                  <a:moveTo>
                    <a:pt x="39893" y="58432"/>
                  </a:moveTo>
                  <a:lnTo>
                    <a:pt x="36524" y="62517"/>
                  </a:lnTo>
                  <a:lnTo>
                    <a:pt x="33286" y="66707"/>
                  </a:lnTo>
                  <a:lnTo>
                    <a:pt x="30182" y="70997"/>
                  </a:lnTo>
                  <a:lnTo>
                    <a:pt x="27216" y="75384"/>
                  </a:lnTo>
                  <a:lnTo>
                    <a:pt x="24391" y="79862"/>
                  </a:lnTo>
                  <a:lnTo>
                    <a:pt x="21708" y="84427"/>
                  </a:lnTo>
                  <a:lnTo>
                    <a:pt x="19172" y="89075"/>
                  </a:lnTo>
                  <a:lnTo>
                    <a:pt x="16784" y="93801"/>
                  </a:lnTo>
                  <a:lnTo>
                    <a:pt x="14547" y="98600"/>
                  </a:lnTo>
                  <a:lnTo>
                    <a:pt x="12462" y="103468"/>
                  </a:lnTo>
                  <a:lnTo>
                    <a:pt x="10534" y="108399"/>
                  </a:lnTo>
                  <a:lnTo>
                    <a:pt x="8762" y="113389"/>
                  </a:lnTo>
                  <a:lnTo>
                    <a:pt x="7149" y="118433"/>
                  </a:lnTo>
                  <a:lnTo>
                    <a:pt x="5697" y="123525"/>
                  </a:lnTo>
                  <a:lnTo>
                    <a:pt x="4407" y="128660"/>
                  </a:lnTo>
                  <a:lnTo>
                    <a:pt x="3280" y="133834"/>
                  </a:lnTo>
                  <a:lnTo>
                    <a:pt x="2318" y="139041"/>
                  </a:lnTo>
                  <a:lnTo>
                    <a:pt x="1520" y="144276"/>
                  </a:lnTo>
                  <a:lnTo>
                    <a:pt x="890" y="149533"/>
                  </a:lnTo>
                  <a:lnTo>
                    <a:pt x="425" y="154808"/>
                  </a:lnTo>
                  <a:lnTo>
                    <a:pt x="129" y="160094"/>
                  </a:lnTo>
                  <a:lnTo>
                    <a:pt x="0" y="165388"/>
                  </a:lnTo>
                  <a:lnTo>
                    <a:pt x="38" y="170683"/>
                  </a:lnTo>
                  <a:lnTo>
                    <a:pt x="244" y="175974"/>
                  </a:lnTo>
                  <a:lnTo>
                    <a:pt x="618" y="181256"/>
                  </a:lnTo>
                  <a:lnTo>
                    <a:pt x="1159" y="186523"/>
                  </a:lnTo>
                  <a:lnTo>
                    <a:pt x="1866" y="191771"/>
                  </a:lnTo>
                  <a:lnTo>
                    <a:pt x="2739" y="196993"/>
                  </a:lnTo>
                  <a:lnTo>
                    <a:pt x="3777" y="202186"/>
                  </a:lnTo>
                  <a:lnTo>
                    <a:pt x="4979" y="207342"/>
                  </a:lnTo>
                  <a:lnTo>
                    <a:pt x="6344" y="212459"/>
                  </a:lnTo>
                  <a:lnTo>
                    <a:pt x="7870" y="217529"/>
                  </a:lnTo>
                  <a:lnTo>
                    <a:pt x="9556" y="222548"/>
                  </a:lnTo>
                  <a:lnTo>
                    <a:pt x="11400" y="227512"/>
                  </a:lnTo>
                  <a:lnTo>
                    <a:pt x="13401" y="232415"/>
                  </a:lnTo>
                  <a:lnTo>
                    <a:pt x="15555" y="237252"/>
                  </a:lnTo>
                  <a:lnTo>
                    <a:pt x="17862" y="242018"/>
                  </a:lnTo>
                  <a:lnTo>
                    <a:pt x="20318" y="246709"/>
                  </a:lnTo>
                  <a:lnTo>
                    <a:pt x="22922" y="251319"/>
                  </a:lnTo>
                  <a:lnTo>
                    <a:pt x="25671" y="255845"/>
                  </a:lnTo>
                  <a:lnTo>
                    <a:pt x="28561" y="260282"/>
                  </a:lnTo>
                  <a:lnTo>
                    <a:pt x="31591" y="264624"/>
                  </a:lnTo>
                  <a:lnTo>
                    <a:pt x="34757" y="268869"/>
                  </a:lnTo>
                  <a:lnTo>
                    <a:pt x="38055" y="273011"/>
                  </a:lnTo>
                  <a:lnTo>
                    <a:pt x="41483" y="277047"/>
                  </a:lnTo>
                  <a:lnTo>
                    <a:pt x="45037" y="280972"/>
                  </a:lnTo>
                  <a:lnTo>
                    <a:pt x="48714" y="284782"/>
                  </a:lnTo>
                  <a:lnTo>
                    <a:pt x="52509" y="288475"/>
                  </a:lnTo>
                  <a:lnTo>
                    <a:pt x="56420" y="292045"/>
                  </a:lnTo>
                  <a:lnTo>
                    <a:pt x="60441" y="295489"/>
                  </a:lnTo>
                  <a:lnTo>
                    <a:pt x="64570" y="298805"/>
                  </a:lnTo>
                  <a:lnTo>
                    <a:pt x="68802" y="301987"/>
                  </a:lnTo>
                  <a:lnTo>
                    <a:pt x="73132" y="305035"/>
                  </a:lnTo>
                  <a:lnTo>
                    <a:pt x="77557" y="307944"/>
                  </a:lnTo>
                  <a:lnTo>
                    <a:pt x="82071" y="310711"/>
                  </a:lnTo>
                  <a:lnTo>
                    <a:pt x="86671" y="313333"/>
                  </a:lnTo>
                  <a:lnTo>
                    <a:pt x="91352" y="315809"/>
                  </a:lnTo>
                  <a:lnTo>
                    <a:pt x="96108" y="318135"/>
                  </a:lnTo>
                  <a:lnTo>
                    <a:pt x="100936" y="320310"/>
                  </a:lnTo>
                  <a:lnTo>
                    <a:pt x="105831" y="322330"/>
                  </a:lnTo>
                  <a:lnTo>
                    <a:pt x="110787" y="324194"/>
                  </a:lnTo>
                  <a:lnTo>
                    <a:pt x="115799" y="325901"/>
                  </a:lnTo>
                  <a:lnTo>
                    <a:pt x="120863" y="327448"/>
                  </a:lnTo>
                  <a:lnTo>
                    <a:pt x="125974" y="328834"/>
                  </a:lnTo>
                  <a:lnTo>
                    <a:pt x="131126" y="330057"/>
                  </a:lnTo>
                  <a:lnTo>
                    <a:pt x="136314" y="331116"/>
                  </a:lnTo>
                  <a:lnTo>
                    <a:pt x="141533" y="332011"/>
                  </a:lnTo>
                  <a:lnTo>
                    <a:pt x="146777" y="332739"/>
                  </a:lnTo>
                  <a:lnTo>
                    <a:pt x="152043" y="333302"/>
                  </a:lnTo>
                  <a:lnTo>
                    <a:pt x="157323" y="333697"/>
                  </a:lnTo>
                  <a:lnTo>
                    <a:pt x="162613" y="333925"/>
                  </a:lnTo>
                  <a:lnTo>
                    <a:pt x="167908" y="333985"/>
                  </a:lnTo>
                  <a:lnTo>
                    <a:pt x="173202" y="333878"/>
                  </a:lnTo>
                  <a:lnTo>
                    <a:pt x="178490" y="333602"/>
                  </a:lnTo>
                  <a:lnTo>
                    <a:pt x="183766" y="333160"/>
                  </a:lnTo>
                  <a:lnTo>
                    <a:pt x="189026" y="332551"/>
                  </a:lnTo>
                  <a:lnTo>
                    <a:pt x="194264" y="331775"/>
                  </a:lnTo>
                  <a:lnTo>
                    <a:pt x="199475" y="330834"/>
                  </a:lnTo>
                  <a:lnTo>
                    <a:pt x="204653" y="329728"/>
                  </a:lnTo>
                  <a:lnTo>
                    <a:pt x="209794" y="328459"/>
                  </a:lnTo>
                  <a:lnTo>
                    <a:pt x="214892" y="327028"/>
                  </a:lnTo>
                  <a:lnTo>
                    <a:pt x="219942" y="325436"/>
                  </a:lnTo>
                  <a:lnTo>
                    <a:pt x="224939" y="323684"/>
                  </a:lnTo>
                  <a:lnTo>
                    <a:pt x="229878" y="321776"/>
                  </a:lnTo>
                  <a:lnTo>
                    <a:pt x="234754" y="319712"/>
                  </a:lnTo>
                  <a:lnTo>
                    <a:pt x="239563" y="317494"/>
                  </a:lnTo>
                  <a:lnTo>
                    <a:pt x="244298" y="315126"/>
                  </a:lnTo>
                  <a:lnTo>
                    <a:pt x="248957" y="312608"/>
                  </a:lnTo>
                  <a:lnTo>
                    <a:pt x="253533" y="309944"/>
                  </a:lnTo>
                  <a:lnTo>
                    <a:pt x="258023" y="307137"/>
                  </a:lnTo>
                  <a:lnTo>
                    <a:pt x="262421" y="304189"/>
                  </a:lnTo>
                  <a:lnTo>
                    <a:pt x="266724" y="301103"/>
                  </a:lnTo>
                  <a:lnTo>
                    <a:pt x="270927" y="297882"/>
                  </a:lnTo>
                  <a:lnTo>
                    <a:pt x="275026" y="294530"/>
                  </a:lnTo>
                  <a:lnTo>
                    <a:pt x="279017" y="291050"/>
                  </a:lnTo>
                  <a:lnTo>
                    <a:pt x="282895" y="287445"/>
                  </a:lnTo>
                  <a:lnTo>
                    <a:pt x="286657" y="283719"/>
                  </a:lnTo>
                  <a:lnTo>
                    <a:pt x="290300" y="279876"/>
                  </a:lnTo>
                  <a:lnTo>
                    <a:pt x="293819" y="275919"/>
                  </a:lnTo>
                  <a:lnTo>
                    <a:pt x="297210" y="271853"/>
                  </a:lnTo>
                  <a:lnTo>
                    <a:pt x="300472" y="267681"/>
                  </a:lnTo>
                  <a:lnTo>
                    <a:pt x="303599" y="263409"/>
                  </a:lnTo>
                  <a:lnTo>
                    <a:pt x="306590" y="259039"/>
                  </a:lnTo>
                  <a:lnTo>
                    <a:pt x="309441" y="254577"/>
                  </a:lnTo>
                  <a:lnTo>
                    <a:pt x="312149" y="250027"/>
                  </a:lnTo>
                  <a:lnTo>
                    <a:pt x="314711" y="245393"/>
                  </a:lnTo>
                  <a:lnTo>
                    <a:pt x="317126" y="240681"/>
                  </a:lnTo>
                  <a:lnTo>
                    <a:pt x="319390" y="235894"/>
                  </a:lnTo>
                  <a:lnTo>
                    <a:pt x="321501" y="231038"/>
                  </a:lnTo>
                  <a:lnTo>
                    <a:pt x="323458" y="226118"/>
                  </a:lnTo>
                  <a:lnTo>
                    <a:pt x="325257" y="221138"/>
                  </a:lnTo>
                  <a:lnTo>
                    <a:pt x="326898" y="216103"/>
                  </a:lnTo>
                  <a:lnTo>
                    <a:pt x="328379" y="211020"/>
                  </a:lnTo>
                  <a:lnTo>
                    <a:pt x="329698" y="205891"/>
                  </a:lnTo>
                  <a:lnTo>
                    <a:pt x="330854" y="200724"/>
                  </a:lnTo>
                  <a:lnTo>
                    <a:pt x="331846" y="195523"/>
                  </a:lnTo>
                  <a:lnTo>
                    <a:pt x="332672" y="190293"/>
                  </a:lnTo>
                  <a:lnTo>
                    <a:pt x="333332" y="185039"/>
                  </a:lnTo>
                  <a:lnTo>
                    <a:pt x="333826" y="179767"/>
                  </a:lnTo>
                  <a:lnTo>
                    <a:pt x="334153" y="174482"/>
                  </a:lnTo>
                  <a:lnTo>
                    <a:pt x="334311" y="169189"/>
                  </a:lnTo>
                  <a:lnTo>
                    <a:pt x="334303" y="163894"/>
                  </a:lnTo>
                  <a:lnTo>
                    <a:pt x="334126" y="158602"/>
                  </a:lnTo>
                  <a:lnTo>
                    <a:pt x="333782" y="153318"/>
                  </a:lnTo>
                  <a:lnTo>
                    <a:pt x="333271" y="148048"/>
                  </a:lnTo>
                  <a:lnTo>
                    <a:pt x="332593" y="142796"/>
                  </a:lnTo>
                  <a:lnTo>
                    <a:pt x="331749" y="137569"/>
                  </a:lnTo>
                  <a:lnTo>
                    <a:pt x="330740" y="132371"/>
                  </a:lnTo>
                  <a:lnTo>
                    <a:pt x="329567" y="127207"/>
                  </a:lnTo>
                  <a:lnTo>
                    <a:pt x="328231" y="122084"/>
                  </a:lnTo>
                  <a:lnTo>
                    <a:pt x="326734" y="117005"/>
                  </a:lnTo>
                  <a:lnTo>
                    <a:pt x="325076" y="111976"/>
                  </a:lnTo>
                  <a:lnTo>
                    <a:pt x="323260" y="107002"/>
                  </a:lnTo>
                  <a:lnTo>
                    <a:pt x="321287" y="102088"/>
                  </a:lnTo>
                  <a:lnTo>
                    <a:pt x="319159" y="97239"/>
                  </a:lnTo>
                  <a:lnTo>
                    <a:pt x="316879" y="92460"/>
                  </a:lnTo>
                  <a:lnTo>
                    <a:pt x="314449" y="87756"/>
                  </a:lnTo>
                  <a:lnTo>
                    <a:pt x="311871" y="83131"/>
                  </a:lnTo>
                  <a:lnTo>
                    <a:pt x="309148" y="78589"/>
                  </a:lnTo>
                  <a:lnTo>
                    <a:pt x="306283" y="74137"/>
                  </a:lnTo>
                  <a:lnTo>
                    <a:pt x="303277" y="69777"/>
                  </a:lnTo>
                  <a:lnTo>
                    <a:pt x="300136" y="65515"/>
                  </a:lnTo>
                  <a:lnTo>
                    <a:pt x="296861" y="61354"/>
                  </a:lnTo>
                  <a:lnTo>
                    <a:pt x="293455" y="57299"/>
                  </a:lnTo>
                  <a:lnTo>
                    <a:pt x="289923" y="53354"/>
                  </a:lnTo>
                  <a:lnTo>
                    <a:pt x="286268" y="49523"/>
                  </a:lnTo>
                  <a:lnTo>
                    <a:pt x="282493" y="45810"/>
                  </a:lnTo>
                  <a:lnTo>
                    <a:pt x="278603" y="42218"/>
                  </a:lnTo>
                  <a:lnTo>
                    <a:pt x="274601" y="38751"/>
                  </a:lnTo>
                  <a:lnTo>
                    <a:pt x="270491" y="35412"/>
                  </a:lnTo>
                  <a:lnTo>
                    <a:pt x="266277" y="32205"/>
                  </a:lnTo>
                  <a:lnTo>
                    <a:pt x="261964" y="29134"/>
                  </a:lnTo>
                  <a:lnTo>
                    <a:pt x="257556" y="26200"/>
                  </a:lnTo>
                  <a:lnTo>
                    <a:pt x="253057" y="23408"/>
                  </a:lnTo>
                  <a:lnTo>
                    <a:pt x="248472" y="20760"/>
                  </a:lnTo>
                  <a:lnTo>
                    <a:pt x="243805" y="18258"/>
                  </a:lnTo>
                  <a:lnTo>
                    <a:pt x="239062" y="15905"/>
                  </a:lnTo>
                  <a:lnTo>
                    <a:pt x="234246" y="13703"/>
                  </a:lnTo>
                  <a:lnTo>
                    <a:pt x="229363" y="11655"/>
                  </a:lnTo>
                  <a:lnTo>
                    <a:pt x="224417" y="9763"/>
                  </a:lnTo>
                  <a:lnTo>
                    <a:pt x="219414" y="8029"/>
                  </a:lnTo>
                  <a:lnTo>
                    <a:pt x="214359" y="6453"/>
                  </a:lnTo>
                  <a:lnTo>
                    <a:pt x="209256" y="5039"/>
                  </a:lnTo>
                  <a:lnTo>
                    <a:pt x="204112" y="3787"/>
                  </a:lnTo>
                  <a:lnTo>
                    <a:pt x="198930" y="2698"/>
                  </a:lnTo>
                  <a:lnTo>
                    <a:pt x="193716" y="1775"/>
                  </a:lnTo>
                  <a:lnTo>
                    <a:pt x="188475" y="1016"/>
                  </a:lnTo>
                  <a:lnTo>
                    <a:pt x="183213" y="424"/>
                  </a:lnTo>
                  <a:lnTo>
                    <a:pt x="177935" y="0"/>
                  </a:lnTo>
                  <a:lnTo>
                    <a:pt x="167161" y="1668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10774" cy="167167"/>
            </a:xfrm>
            <a:custGeom>
              <a:avLst/>
              <a:pathLst>
                <a:path w="10774" h="167167">
                  <a:moveTo>
                    <a:pt x="10774" y="3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23597" y="2633064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2" y="335"/>
                  </a:lnTo>
                  <a:lnTo>
                    <a:pt x="151281" y="754"/>
                  </a:lnTo>
                  <a:lnTo>
                    <a:pt x="146016" y="1341"/>
                  </a:lnTo>
                  <a:lnTo>
                    <a:pt x="140772" y="2094"/>
                  </a:lnTo>
                  <a:lnTo>
                    <a:pt x="135555" y="3013"/>
                  </a:lnTo>
                  <a:lnTo>
                    <a:pt x="130370" y="4096"/>
                  </a:lnTo>
                  <a:lnTo>
                    <a:pt x="125221" y="5344"/>
                  </a:lnTo>
                  <a:lnTo>
                    <a:pt x="120114" y="6753"/>
                  </a:lnTo>
                  <a:lnTo>
                    <a:pt x="115055" y="8324"/>
                  </a:lnTo>
                  <a:lnTo>
                    <a:pt x="110048" y="10055"/>
                  </a:lnTo>
                  <a:lnTo>
                    <a:pt x="105098" y="11943"/>
                  </a:lnTo>
                  <a:lnTo>
                    <a:pt x="100211" y="13987"/>
                  </a:lnTo>
                  <a:lnTo>
                    <a:pt x="95391" y="16185"/>
                  </a:lnTo>
                  <a:lnTo>
                    <a:pt x="90643" y="18535"/>
                  </a:lnTo>
                  <a:lnTo>
                    <a:pt x="85972" y="21034"/>
                  </a:lnTo>
                  <a:lnTo>
                    <a:pt x="81382" y="23680"/>
                  </a:lnTo>
                  <a:lnTo>
                    <a:pt x="76878" y="26469"/>
                  </a:lnTo>
                  <a:lnTo>
                    <a:pt x="72465" y="29401"/>
                  </a:lnTo>
                  <a:lnTo>
                    <a:pt x="68148" y="32470"/>
                  </a:lnTo>
                  <a:lnTo>
                    <a:pt x="63929" y="35675"/>
                  </a:lnTo>
                  <a:lnTo>
                    <a:pt x="59814" y="39011"/>
                  </a:lnTo>
                  <a:lnTo>
                    <a:pt x="55808" y="42477"/>
                  </a:lnTo>
                  <a:lnTo>
                    <a:pt x="51912" y="46068"/>
                  </a:lnTo>
                  <a:lnTo>
                    <a:pt x="48133" y="49780"/>
                  </a:lnTo>
                  <a:lnTo>
                    <a:pt x="44473" y="53610"/>
                  </a:lnTo>
                  <a:lnTo>
                    <a:pt x="40937" y="57554"/>
                  </a:lnTo>
                  <a:lnTo>
                    <a:pt x="37527" y="61609"/>
                  </a:lnTo>
                  <a:lnTo>
                    <a:pt x="34247" y="65769"/>
                  </a:lnTo>
                  <a:lnTo>
                    <a:pt x="31101" y="70031"/>
                  </a:lnTo>
                  <a:lnTo>
                    <a:pt x="28091" y="74391"/>
                  </a:lnTo>
                  <a:lnTo>
                    <a:pt x="25221" y="78844"/>
                  </a:lnTo>
                  <a:lnTo>
                    <a:pt x="22494" y="83386"/>
                  </a:lnTo>
                  <a:lnTo>
                    <a:pt x="19912" y="88011"/>
                  </a:lnTo>
                  <a:lnTo>
                    <a:pt x="17478" y="92717"/>
                  </a:lnTo>
                  <a:lnTo>
                    <a:pt x="15194" y="97497"/>
                  </a:lnTo>
                  <a:lnTo>
                    <a:pt x="13062" y="102347"/>
                  </a:lnTo>
                  <a:lnTo>
                    <a:pt x="11086" y="107262"/>
                  </a:lnTo>
                  <a:lnTo>
                    <a:pt x="9266" y="112237"/>
                  </a:lnTo>
                  <a:lnTo>
                    <a:pt x="7605" y="117267"/>
                  </a:lnTo>
                  <a:lnTo>
                    <a:pt x="6104" y="122348"/>
                  </a:lnTo>
                  <a:lnTo>
                    <a:pt x="4765" y="127473"/>
                  </a:lnTo>
                  <a:lnTo>
                    <a:pt x="3588" y="132639"/>
                  </a:lnTo>
                  <a:lnTo>
                    <a:pt x="2576" y="137839"/>
                  </a:lnTo>
                  <a:lnTo>
                    <a:pt x="1730" y="143068"/>
                  </a:lnTo>
                  <a:lnTo>
                    <a:pt x="1049" y="148322"/>
                  </a:lnTo>
                  <a:lnTo>
                    <a:pt x="535" y="153595"/>
                  </a:lnTo>
                  <a:lnTo>
                    <a:pt x="189" y="158881"/>
                  </a:lnTo>
                  <a:lnTo>
                    <a:pt x="10" y="164176"/>
                  </a:lnTo>
                  <a:lnTo>
                    <a:pt x="0" y="169473"/>
                  </a:lnTo>
                  <a:lnTo>
                    <a:pt x="157" y="174769"/>
                  </a:lnTo>
                  <a:lnTo>
                    <a:pt x="481" y="180056"/>
                  </a:lnTo>
                  <a:lnTo>
                    <a:pt x="973" y="185331"/>
                  </a:lnTo>
                  <a:lnTo>
                    <a:pt x="1632" y="190588"/>
                  </a:lnTo>
                  <a:lnTo>
                    <a:pt x="2458" y="195821"/>
                  </a:lnTo>
                  <a:lnTo>
                    <a:pt x="3448" y="201025"/>
                  </a:lnTo>
                  <a:lnTo>
                    <a:pt x="4603" y="206195"/>
                  </a:lnTo>
                  <a:lnTo>
                    <a:pt x="5922" y="211326"/>
                  </a:lnTo>
                  <a:lnTo>
                    <a:pt x="7402" y="216412"/>
                  </a:lnTo>
                  <a:lnTo>
                    <a:pt x="9042" y="221450"/>
                  </a:lnTo>
                  <a:lnTo>
                    <a:pt x="10842" y="226432"/>
                  </a:lnTo>
                  <a:lnTo>
                    <a:pt x="12798" y="231355"/>
                  </a:lnTo>
                  <a:lnTo>
                    <a:pt x="14910" y="236214"/>
                  </a:lnTo>
                  <a:lnTo>
                    <a:pt x="17174" y="241003"/>
                  </a:lnTo>
                  <a:lnTo>
                    <a:pt x="19589" y="245719"/>
                  </a:lnTo>
                  <a:lnTo>
                    <a:pt x="22152" y="250355"/>
                  </a:lnTo>
                  <a:lnTo>
                    <a:pt x="24861" y="254908"/>
                  </a:lnTo>
                  <a:lnTo>
                    <a:pt x="27712" y="259372"/>
                  </a:lnTo>
                  <a:lnTo>
                    <a:pt x="30704" y="263744"/>
                  </a:lnTo>
                  <a:lnTo>
                    <a:pt x="33833" y="268019"/>
                  </a:lnTo>
                  <a:lnTo>
                    <a:pt x="37095" y="272193"/>
                  </a:lnTo>
                  <a:lnTo>
                    <a:pt x="40489" y="276261"/>
                  </a:lnTo>
                  <a:lnTo>
                    <a:pt x="44009" y="280220"/>
                  </a:lnTo>
                  <a:lnTo>
                    <a:pt x="47653" y="284065"/>
                  </a:lnTo>
                  <a:lnTo>
                    <a:pt x="51417" y="287793"/>
                  </a:lnTo>
                  <a:lnTo>
                    <a:pt x="55298" y="291400"/>
                  </a:lnTo>
                  <a:lnTo>
                    <a:pt x="59290" y="294882"/>
                  </a:lnTo>
                  <a:lnTo>
                    <a:pt x="63391" y="298235"/>
                  </a:lnTo>
                  <a:lnTo>
                    <a:pt x="67597" y="301457"/>
                  </a:lnTo>
                  <a:lnTo>
                    <a:pt x="71902" y="304544"/>
                  </a:lnTo>
                  <a:lnTo>
                    <a:pt x="76303" y="307493"/>
                  </a:lnTo>
                  <a:lnTo>
                    <a:pt x="80795" y="310302"/>
                  </a:lnTo>
                  <a:lnTo>
                    <a:pt x="85374" y="312966"/>
                  </a:lnTo>
                  <a:lnTo>
                    <a:pt x="90034" y="315484"/>
                  </a:lnTo>
                  <a:lnTo>
                    <a:pt x="94773" y="317853"/>
                  </a:lnTo>
                  <a:lnTo>
                    <a:pt x="99584" y="320071"/>
                  </a:lnTo>
                  <a:lnTo>
                    <a:pt x="104463" y="322135"/>
                  </a:lnTo>
                  <a:lnTo>
                    <a:pt x="109405" y="324044"/>
                  </a:lnTo>
                  <a:lnTo>
                    <a:pt x="114405" y="325795"/>
                  </a:lnTo>
                  <a:lnTo>
                    <a:pt x="119457" y="327386"/>
                  </a:lnTo>
                  <a:lnTo>
                    <a:pt x="124558" y="328817"/>
                  </a:lnTo>
                  <a:lnTo>
                    <a:pt x="129702" y="330086"/>
                  </a:lnTo>
                  <a:lnTo>
                    <a:pt x="134883" y="331190"/>
                  </a:lnTo>
                  <a:lnTo>
                    <a:pt x="140096" y="332131"/>
                  </a:lnTo>
                  <a:lnTo>
                    <a:pt x="145337" y="332905"/>
                  </a:lnTo>
                  <a:lnTo>
                    <a:pt x="150600" y="333513"/>
                  </a:lnTo>
                  <a:lnTo>
                    <a:pt x="155879" y="333954"/>
                  </a:lnTo>
                  <a:lnTo>
                    <a:pt x="161170" y="334227"/>
                  </a:lnTo>
                  <a:lnTo>
                    <a:pt x="166466" y="334333"/>
                  </a:lnTo>
                  <a:lnTo>
                    <a:pt x="171763" y="334271"/>
                  </a:lnTo>
                  <a:lnTo>
                    <a:pt x="177056" y="334041"/>
                  </a:lnTo>
                  <a:lnTo>
                    <a:pt x="182339" y="333643"/>
                  </a:lnTo>
                  <a:lnTo>
                    <a:pt x="187606" y="333078"/>
                  </a:lnTo>
                  <a:lnTo>
                    <a:pt x="192853" y="332347"/>
                  </a:lnTo>
                  <a:lnTo>
                    <a:pt x="198074" y="331449"/>
                  </a:lnTo>
                  <a:lnTo>
                    <a:pt x="203264" y="330387"/>
                  </a:lnTo>
                  <a:lnTo>
                    <a:pt x="208418" y="329161"/>
                  </a:lnTo>
                  <a:lnTo>
                    <a:pt x="213530" y="327772"/>
                  </a:lnTo>
                  <a:lnTo>
                    <a:pt x="218596" y="326222"/>
                  </a:lnTo>
                  <a:lnTo>
                    <a:pt x="223610" y="324512"/>
                  </a:lnTo>
                  <a:lnTo>
                    <a:pt x="228567" y="322644"/>
                  </a:lnTo>
                  <a:lnTo>
                    <a:pt x="233463" y="320619"/>
                  </a:lnTo>
                  <a:lnTo>
                    <a:pt x="238292" y="318441"/>
                  </a:lnTo>
                  <a:lnTo>
                    <a:pt x="243050" y="316111"/>
                  </a:lnTo>
                  <a:lnTo>
                    <a:pt x="247731" y="313631"/>
                  </a:lnTo>
                  <a:lnTo>
                    <a:pt x="252332" y="311004"/>
                  </a:lnTo>
                  <a:lnTo>
                    <a:pt x="256847" y="308233"/>
                  </a:lnTo>
                  <a:lnTo>
                    <a:pt x="261272" y="305320"/>
                  </a:lnTo>
                  <a:lnTo>
                    <a:pt x="265602" y="302268"/>
                  </a:lnTo>
                  <a:lnTo>
                    <a:pt x="269833" y="299081"/>
                  </a:lnTo>
                  <a:lnTo>
                    <a:pt x="273962" y="295761"/>
                  </a:lnTo>
                  <a:lnTo>
                    <a:pt x="277983" y="292312"/>
                  </a:lnTo>
                  <a:lnTo>
                    <a:pt x="281892" y="288737"/>
                  </a:lnTo>
                  <a:lnTo>
                    <a:pt x="285687" y="285040"/>
                  </a:lnTo>
                  <a:lnTo>
                    <a:pt x="289363" y="281225"/>
                  </a:lnTo>
                  <a:lnTo>
                    <a:pt x="292915" y="277296"/>
                  </a:lnTo>
                  <a:lnTo>
                    <a:pt x="296342" y="273255"/>
                  </a:lnTo>
                  <a:lnTo>
                    <a:pt x="299638" y="269108"/>
                  </a:lnTo>
                  <a:lnTo>
                    <a:pt x="302802" y="264859"/>
                  </a:lnTo>
                  <a:lnTo>
                    <a:pt x="305829" y="260512"/>
                  </a:lnTo>
                  <a:lnTo>
                    <a:pt x="308718" y="256071"/>
                  </a:lnTo>
                  <a:lnTo>
                    <a:pt x="311464" y="251540"/>
                  </a:lnTo>
                  <a:lnTo>
                    <a:pt x="314065" y="246925"/>
                  </a:lnTo>
                  <a:lnTo>
                    <a:pt x="316518" y="242230"/>
                  </a:lnTo>
                  <a:lnTo>
                    <a:pt x="318822" y="237459"/>
                  </a:lnTo>
                  <a:lnTo>
                    <a:pt x="320973" y="232618"/>
                  </a:lnTo>
                  <a:lnTo>
                    <a:pt x="322969" y="227711"/>
                  </a:lnTo>
                  <a:lnTo>
                    <a:pt x="324810" y="222743"/>
                  </a:lnTo>
                  <a:lnTo>
                    <a:pt x="326491" y="217720"/>
                  </a:lnTo>
                  <a:lnTo>
                    <a:pt x="328013" y="212645"/>
                  </a:lnTo>
                  <a:lnTo>
                    <a:pt x="329374" y="207525"/>
                  </a:lnTo>
                  <a:lnTo>
                    <a:pt x="330571" y="202365"/>
                  </a:lnTo>
                  <a:lnTo>
                    <a:pt x="331604" y="197169"/>
                  </a:lnTo>
                  <a:lnTo>
                    <a:pt x="332472" y="191943"/>
                  </a:lnTo>
                  <a:lnTo>
                    <a:pt x="333174" y="186692"/>
                  </a:lnTo>
                  <a:lnTo>
                    <a:pt x="333710" y="181421"/>
                  </a:lnTo>
                  <a:lnTo>
                    <a:pt x="334078" y="176137"/>
                  </a:lnTo>
                  <a:lnTo>
                    <a:pt x="334278" y="170843"/>
                  </a:lnTo>
                  <a:lnTo>
                    <a:pt x="334311" y="165545"/>
                  </a:lnTo>
                  <a:lnTo>
                    <a:pt x="334175" y="160249"/>
                  </a:lnTo>
                  <a:lnTo>
                    <a:pt x="333872" y="154960"/>
                  </a:lnTo>
                  <a:lnTo>
                    <a:pt x="333402" y="149684"/>
                  </a:lnTo>
                  <a:lnTo>
                    <a:pt x="332764" y="144425"/>
                  </a:lnTo>
                  <a:lnTo>
                    <a:pt x="331960" y="139188"/>
                  </a:lnTo>
                  <a:lnTo>
                    <a:pt x="330991" y="133980"/>
                  </a:lnTo>
                  <a:lnTo>
                    <a:pt x="329857" y="128805"/>
                  </a:lnTo>
                  <a:lnTo>
                    <a:pt x="328560" y="123669"/>
                  </a:lnTo>
                  <a:lnTo>
                    <a:pt x="327101" y="118576"/>
                  </a:lnTo>
                  <a:lnTo>
                    <a:pt x="325481" y="113532"/>
                  </a:lnTo>
                  <a:lnTo>
                    <a:pt x="323702" y="108542"/>
                  </a:lnTo>
                  <a:lnTo>
                    <a:pt x="321765" y="103611"/>
                  </a:lnTo>
                  <a:lnTo>
                    <a:pt x="319674" y="98744"/>
                  </a:lnTo>
                  <a:lnTo>
                    <a:pt x="317429" y="93945"/>
                  </a:lnTo>
                  <a:lnTo>
                    <a:pt x="315034" y="8922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22285"/>
              <a:ext cx="147882" cy="77946"/>
            </a:xfrm>
            <a:custGeom>
              <a:avLst/>
              <a:pathLst>
                <a:path w="147882" h="77946">
                  <a:moveTo>
                    <a:pt x="147882" y="0"/>
                  </a:moveTo>
                  <a:lnTo>
                    <a:pt x="0" y="779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41121"/>
              <a:ext cx="147882" cy="159110"/>
            </a:xfrm>
            <a:custGeom>
              <a:avLst/>
              <a:pathLst>
                <a:path w="147882" h="159110">
                  <a:moveTo>
                    <a:pt x="147882" y="81163"/>
                  </a:moveTo>
                  <a:lnTo>
                    <a:pt x="145176" y="76232"/>
                  </a:lnTo>
                  <a:lnTo>
                    <a:pt x="142305" y="71394"/>
                  </a:lnTo>
                  <a:lnTo>
                    <a:pt x="139274" y="66656"/>
                  </a:lnTo>
                  <a:lnTo>
                    <a:pt x="136084" y="62023"/>
                  </a:lnTo>
                  <a:lnTo>
                    <a:pt x="132741" y="57499"/>
                  </a:lnTo>
                  <a:lnTo>
                    <a:pt x="129247" y="53090"/>
                  </a:lnTo>
                  <a:lnTo>
                    <a:pt x="125607" y="48802"/>
                  </a:lnTo>
                  <a:lnTo>
                    <a:pt x="121824" y="44638"/>
                  </a:lnTo>
                  <a:lnTo>
                    <a:pt x="117904" y="40604"/>
                  </a:lnTo>
                  <a:lnTo>
                    <a:pt x="113850" y="36705"/>
                  </a:lnTo>
                  <a:lnTo>
                    <a:pt x="109667" y="32943"/>
                  </a:lnTo>
                  <a:lnTo>
                    <a:pt x="105360" y="29325"/>
                  </a:lnTo>
                  <a:lnTo>
                    <a:pt x="100934" y="25854"/>
                  </a:lnTo>
                  <a:lnTo>
                    <a:pt x="96394" y="22533"/>
                  </a:lnTo>
                  <a:lnTo>
                    <a:pt x="91744" y="19367"/>
                  </a:lnTo>
                  <a:lnTo>
                    <a:pt x="86990" y="16360"/>
                  </a:lnTo>
                  <a:lnTo>
                    <a:pt x="82138" y="13514"/>
                  </a:lnTo>
                  <a:lnTo>
                    <a:pt x="77193" y="10833"/>
                  </a:lnTo>
                  <a:lnTo>
                    <a:pt x="72161" y="8319"/>
                  </a:lnTo>
                  <a:lnTo>
                    <a:pt x="67047" y="5977"/>
                  </a:lnTo>
                  <a:lnTo>
                    <a:pt x="61857" y="3808"/>
                  </a:lnTo>
                  <a:lnTo>
                    <a:pt x="56597" y="1815"/>
                  </a:lnTo>
                  <a:lnTo>
                    <a:pt x="51272" y="0"/>
                  </a:lnTo>
                  <a:lnTo>
                    <a:pt x="0" y="1591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51272" cy="167167"/>
            </a:xfrm>
            <a:custGeom>
              <a:avLst/>
              <a:pathLst>
                <a:path w="51272" h="167167">
                  <a:moveTo>
                    <a:pt x="51272" y="8057"/>
                  </a:moveTo>
                  <a:lnTo>
                    <a:pt x="45035" y="6180"/>
                  </a:lnTo>
                  <a:lnTo>
                    <a:pt x="38729" y="4548"/>
                  </a:lnTo>
                  <a:lnTo>
                    <a:pt x="32364" y="3162"/>
                  </a:lnTo>
                  <a:lnTo>
                    <a:pt x="25951" y="2026"/>
                  </a:lnTo>
                  <a:lnTo>
                    <a:pt x="19497" y="1140"/>
                  </a:lnTo>
                  <a:lnTo>
                    <a:pt x="13015" y="507"/>
                  </a:lnTo>
                  <a:lnTo>
                    <a:pt x="6512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358832" y="3170392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1" y="336"/>
                  </a:lnTo>
                  <a:lnTo>
                    <a:pt x="151266" y="756"/>
                  </a:lnTo>
                  <a:lnTo>
                    <a:pt x="145996" y="1343"/>
                  </a:lnTo>
                  <a:lnTo>
                    <a:pt x="140748" y="2097"/>
                  </a:lnTo>
                  <a:lnTo>
                    <a:pt x="135527" y="3017"/>
                  </a:lnTo>
                  <a:lnTo>
                    <a:pt x="130337" y="4103"/>
                  </a:lnTo>
                  <a:lnTo>
                    <a:pt x="125185" y="5352"/>
                  </a:lnTo>
                  <a:lnTo>
                    <a:pt x="120074" y="6764"/>
                  </a:lnTo>
                  <a:lnTo>
                    <a:pt x="115011" y="8338"/>
                  </a:lnTo>
                  <a:lnTo>
                    <a:pt x="110001" y="10071"/>
                  </a:lnTo>
                  <a:lnTo>
                    <a:pt x="105048" y="11962"/>
                  </a:lnTo>
                  <a:lnTo>
                    <a:pt x="100157" y="14010"/>
                  </a:lnTo>
                  <a:lnTo>
                    <a:pt x="95334" y="16211"/>
                  </a:lnTo>
                  <a:lnTo>
                    <a:pt x="90583" y="18564"/>
                  </a:lnTo>
                  <a:lnTo>
                    <a:pt x="85909" y="21067"/>
                  </a:lnTo>
                  <a:lnTo>
                    <a:pt x="81316" y="23717"/>
                  </a:lnTo>
                  <a:lnTo>
                    <a:pt x="76810" y="26511"/>
                  </a:lnTo>
                  <a:lnTo>
                    <a:pt x="72395" y="29447"/>
                  </a:lnTo>
                  <a:lnTo>
                    <a:pt x="68076" y="32521"/>
                  </a:lnTo>
                  <a:lnTo>
                    <a:pt x="63856" y="35730"/>
                  </a:lnTo>
                  <a:lnTo>
                    <a:pt x="59739" y="39072"/>
                  </a:lnTo>
                  <a:lnTo>
                    <a:pt x="55731" y="42542"/>
                  </a:lnTo>
                  <a:lnTo>
                    <a:pt x="51835" y="46138"/>
                  </a:lnTo>
                  <a:lnTo>
                    <a:pt x="48055" y="49856"/>
                  </a:lnTo>
                  <a:lnTo>
                    <a:pt x="44395" y="53692"/>
                  </a:lnTo>
                  <a:lnTo>
                    <a:pt x="40858" y="57642"/>
                  </a:lnTo>
                  <a:lnTo>
                    <a:pt x="37448" y="61702"/>
                  </a:lnTo>
                  <a:lnTo>
                    <a:pt x="34169" y="65868"/>
                  </a:lnTo>
                  <a:lnTo>
                    <a:pt x="31023" y="70136"/>
                  </a:lnTo>
                  <a:lnTo>
                    <a:pt x="28015" y="74501"/>
                  </a:lnTo>
                  <a:lnTo>
                    <a:pt x="25146" y="78960"/>
                  </a:lnTo>
                  <a:lnTo>
                    <a:pt x="22420" y="83508"/>
                  </a:lnTo>
                  <a:lnTo>
                    <a:pt x="19840" y="88139"/>
                  </a:lnTo>
                  <a:lnTo>
                    <a:pt x="17408" y="92851"/>
                  </a:lnTo>
                  <a:lnTo>
                    <a:pt x="15127" y="97637"/>
                  </a:lnTo>
                  <a:lnTo>
                    <a:pt x="12998" y="102492"/>
                  </a:lnTo>
                  <a:lnTo>
                    <a:pt x="11025" y="107413"/>
                  </a:lnTo>
                  <a:lnTo>
                    <a:pt x="9208" y="112394"/>
                  </a:lnTo>
                  <a:lnTo>
                    <a:pt x="7551" y="117431"/>
                  </a:lnTo>
                  <a:lnTo>
                    <a:pt x="6054" y="122517"/>
                  </a:lnTo>
                  <a:lnTo>
                    <a:pt x="4719" y="127648"/>
                  </a:lnTo>
                  <a:lnTo>
                    <a:pt x="3547" y="132819"/>
                  </a:lnTo>
                  <a:lnTo>
                    <a:pt x="2540" y="138024"/>
                  </a:lnTo>
                  <a:lnTo>
                    <a:pt x="1699" y="143259"/>
                  </a:lnTo>
                  <a:lnTo>
                    <a:pt x="1024" y="148518"/>
                  </a:lnTo>
                  <a:lnTo>
                    <a:pt x="516" y="153795"/>
                  </a:lnTo>
                  <a:lnTo>
                    <a:pt x="176" y="159086"/>
                  </a:lnTo>
                  <a:lnTo>
                    <a:pt x="4" y="164385"/>
                  </a:lnTo>
                  <a:lnTo>
                    <a:pt x="0" y="169687"/>
                  </a:lnTo>
                  <a:lnTo>
                    <a:pt x="163" y="174986"/>
                  </a:lnTo>
                  <a:lnTo>
                    <a:pt x="495" y="180278"/>
                  </a:lnTo>
                  <a:lnTo>
                    <a:pt x="995" y="185556"/>
                  </a:lnTo>
                  <a:lnTo>
                    <a:pt x="1662" y="190816"/>
                  </a:lnTo>
                  <a:lnTo>
                    <a:pt x="2495" y="196052"/>
                  </a:lnTo>
                  <a:lnTo>
                    <a:pt x="3494" y="201259"/>
                  </a:lnTo>
                  <a:lnTo>
                    <a:pt x="4657" y="206432"/>
                  </a:lnTo>
                  <a:lnTo>
                    <a:pt x="5984" y="211565"/>
                  </a:lnTo>
                  <a:lnTo>
                    <a:pt x="7473" y="216653"/>
                  </a:lnTo>
                  <a:lnTo>
                    <a:pt x="9123" y="221692"/>
                  </a:lnTo>
                  <a:lnTo>
                    <a:pt x="10931" y="226676"/>
                  </a:lnTo>
                  <a:lnTo>
                    <a:pt x="12897" y="231600"/>
                  </a:lnTo>
                  <a:lnTo>
                    <a:pt x="15018" y="236459"/>
                  </a:lnTo>
                  <a:lnTo>
                    <a:pt x="17292" y="241249"/>
                  </a:lnTo>
                  <a:lnTo>
                    <a:pt x="19717" y="245964"/>
                  </a:lnTo>
                  <a:lnTo>
                    <a:pt x="22290" y="250600"/>
                  </a:lnTo>
                  <a:lnTo>
                    <a:pt x="25008" y="255151"/>
                  </a:lnTo>
                  <a:lnTo>
                    <a:pt x="27870" y="259615"/>
                  </a:lnTo>
                  <a:lnTo>
                    <a:pt x="30872" y="263985"/>
                  </a:lnTo>
                  <a:lnTo>
                    <a:pt x="34011" y="268258"/>
                  </a:lnTo>
                  <a:lnTo>
                    <a:pt x="37283" y="272429"/>
                  </a:lnTo>
                  <a:lnTo>
                    <a:pt x="40687" y="276494"/>
                  </a:lnTo>
                  <a:lnTo>
                    <a:pt x="44217" y="280450"/>
                  </a:lnTo>
                  <a:lnTo>
                    <a:pt x="47872" y="284291"/>
                  </a:lnTo>
                  <a:lnTo>
                    <a:pt x="51646" y="288015"/>
                  </a:lnTo>
                  <a:lnTo>
                    <a:pt x="55536" y="291617"/>
                  </a:lnTo>
                  <a:lnTo>
                    <a:pt x="59539" y="295094"/>
                  </a:lnTo>
                  <a:lnTo>
                    <a:pt x="63650" y="298442"/>
                  </a:lnTo>
                  <a:lnTo>
                    <a:pt x="67865" y="301658"/>
                  </a:lnTo>
                  <a:lnTo>
                    <a:pt x="72180" y="304739"/>
                  </a:lnTo>
                  <a:lnTo>
                    <a:pt x="76590" y="307681"/>
                  </a:lnTo>
                  <a:lnTo>
                    <a:pt x="81092" y="310482"/>
                  </a:lnTo>
                  <a:lnTo>
                    <a:pt x="85680" y="313139"/>
                  </a:lnTo>
                  <a:lnTo>
                    <a:pt x="90350" y="315649"/>
                  </a:lnTo>
                  <a:lnTo>
                    <a:pt x="95097" y="318010"/>
                  </a:lnTo>
                  <a:lnTo>
                    <a:pt x="99917" y="320219"/>
                  </a:lnTo>
                  <a:lnTo>
                    <a:pt x="104805" y="322274"/>
                  </a:lnTo>
                  <a:lnTo>
                    <a:pt x="109755" y="324173"/>
                  </a:lnTo>
                  <a:lnTo>
                    <a:pt x="114763" y="325914"/>
                  </a:lnTo>
                  <a:lnTo>
                    <a:pt x="119823" y="327496"/>
                  </a:lnTo>
                  <a:lnTo>
                    <a:pt x="124931" y="328916"/>
                  </a:lnTo>
                  <a:lnTo>
                    <a:pt x="130082" y="330173"/>
                  </a:lnTo>
                  <a:lnTo>
                    <a:pt x="135270" y="331267"/>
                  </a:lnTo>
                  <a:lnTo>
                    <a:pt x="140490" y="332195"/>
                  </a:lnTo>
                  <a:lnTo>
                    <a:pt x="145737" y="332958"/>
                  </a:lnTo>
                  <a:lnTo>
                    <a:pt x="151005" y="333553"/>
                  </a:lnTo>
                  <a:lnTo>
                    <a:pt x="156290" y="333981"/>
                  </a:lnTo>
                  <a:lnTo>
                    <a:pt x="161585" y="334242"/>
                  </a:lnTo>
                  <a:lnTo>
                    <a:pt x="166886" y="334334"/>
                  </a:lnTo>
                  <a:lnTo>
                    <a:pt x="172188" y="334258"/>
                  </a:lnTo>
                  <a:lnTo>
                    <a:pt x="177484" y="334015"/>
                  </a:lnTo>
                  <a:lnTo>
                    <a:pt x="182770" y="333603"/>
                  </a:lnTo>
                  <a:lnTo>
                    <a:pt x="188040" y="333024"/>
                  </a:lnTo>
                  <a:lnTo>
                    <a:pt x="193289" y="332278"/>
                  </a:lnTo>
                  <a:lnTo>
                    <a:pt x="198512" y="331366"/>
                  </a:lnTo>
                  <a:lnTo>
                    <a:pt x="203703" y="330289"/>
                  </a:lnTo>
                  <a:lnTo>
                    <a:pt x="208858" y="329047"/>
                  </a:lnTo>
                  <a:lnTo>
                    <a:pt x="213971" y="327643"/>
                  </a:lnTo>
                  <a:lnTo>
                    <a:pt x="219036" y="326078"/>
                  </a:lnTo>
                  <a:lnTo>
                    <a:pt x="224049" y="324352"/>
                  </a:lnTo>
                  <a:lnTo>
                    <a:pt x="229005" y="322469"/>
                  </a:lnTo>
                  <a:lnTo>
                    <a:pt x="233899" y="320429"/>
                  </a:lnTo>
                  <a:lnTo>
                    <a:pt x="238726" y="318235"/>
                  </a:lnTo>
                  <a:lnTo>
                    <a:pt x="243481" y="315889"/>
                  </a:lnTo>
                  <a:lnTo>
                    <a:pt x="248158" y="313394"/>
                  </a:lnTo>
                  <a:lnTo>
                    <a:pt x="252755" y="310751"/>
                  </a:lnTo>
                  <a:lnTo>
                    <a:pt x="257265" y="307964"/>
                  </a:lnTo>
                  <a:lnTo>
                    <a:pt x="261685" y="305035"/>
                  </a:lnTo>
                  <a:lnTo>
                    <a:pt x="266009" y="301968"/>
                  </a:lnTo>
                  <a:lnTo>
                    <a:pt x="270235" y="298765"/>
                  </a:lnTo>
                  <a:lnTo>
                    <a:pt x="274356" y="295430"/>
                  </a:lnTo>
                  <a:lnTo>
                    <a:pt x="278370" y="291966"/>
                  </a:lnTo>
                  <a:lnTo>
                    <a:pt x="282271" y="288376"/>
                  </a:lnTo>
                  <a:lnTo>
                    <a:pt x="286057" y="284664"/>
                  </a:lnTo>
                  <a:lnTo>
                    <a:pt x="289723" y="280834"/>
                  </a:lnTo>
                  <a:lnTo>
                    <a:pt x="293266" y="276890"/>
                  </a:lnTo>
                  <a:lnTo>
                    <a:pt x="296682" y="272835"/>
                  </a:lnTo>
                  <a:lnTo>
                    <a:pt x="299968" y="268674"/>
                  </a:lnTo>
                  <a:lnTo>
                    <a:pt x="303120" y="264411"/>
                  </a:lnTo>
                  <a:lnTo>
                    <a:pt x="306136" y="260050"/>
                  </a:lnTo>
                  <a:lnTo>
                    <a:pt x="309012" y="255596"/>
                  </a:lnTo>
                  <a:lnTo>
                    <a:pt x="311744" y="251053"/>
                  </a:lnTo>
                  <a:lnTo>
                    <a:pt x="314332" y="246425"/>
                  </a:lnTo>
                  <a:lnTo>
                    <a:pt x="316771" y="241718"/>
                  </a:lnTo>
                  <a:lnTo>
                    <a:pt x="319060" y="236935"/>
                  </a:lnTo>
                  <a:lnTo>
                    <a:pt x="321196" y="232083"/>
                  </a:lnTo>
                  <a:lnTo>
                    <a:pt x="323177" y="227165"/>
                  </a:lnTo>
                  <a:lnTo>
                    <a:pt x="325002" y="222187"/>
                  </a:lnTo>
                  <a:lnTo>
                    <a:pt x="326667" y="217153"/>
                  </a:lnTo>
                  <a:lnTo>
                    <a:pt x="328172" y="212069"/>
                  </a:lnTo>
                  <a:lnTo>
                    <a:pt x="329515" y="206940"/>
                  </a:lnTo>
                  <a:lnTo>
                    <a:pt x="330695" y="201771"/>
                  </a:lnTo>
                  <a:lnTo>
                    <a:pt x="331710" y="196567"/>
                  </a:lnTo>
                  <a:lnTo>
                    <a:pt x="332559" y="191334"/>
                  </a:lnTo>
                  <a:lnTo>
                    <a:pt x="333242" y="186076"/>
                  </a:lnTo>
                  <a:lnTo>
                    <a:pt x="333759" y="180800"/>
                  </a:lnTo>
                  <a:lnTo>
                    <a:pt x="334107" y="175509"/>
                  </a:lnTo>
                  <a:lnTo>
                    <a:pt x="334288" y="170210"/>
                  </a:lnTo>
                  <a:lnTo>
                    <a:pt x="334300" y="164908"/>
                  </a:lnTo>
                  <a:lnTo>
                    <a:pt x="334144" y="159609"/>
                  </a:lnTo>
                  <a:lnTo>
                    <a:pt x="333821" y="154317"/>
                  </a:lnTo>
                  <a:lnTo>
                    <a:pt x="333329" y="149038"/>
                  </a:lnTo>
                  <a:lnTo>
                    <a:pt x="332671" y="143777"/>
                  </a:lnTo>
                  <a:lnTo>
                    <a:pt x="331846" y="138540"/>
                  </a:lnTo>
                  <a:lnTo>
                    <a:pt x="330855" y="133331"/>
                  </a:lnTo>
                  <a:lnTo>
                    <a:pt x="329700" y="128157"/>
                  </a:lnTo>
                  <a:lnTo>
                    <a:pt x="328381" y="123021"/>
                  </a:lnTo>
                  <a:lnTo>
                    <a:pt x="326900" y="117930"/>
                  </a:lnTo>
                  <a:lnTo>
                    <a:pt x="325258" y="112889"/>
                  </a:lnTo>
                  <a:lnTo>
                    <a:pt x="323457" y="107902"/>
                  </a:lnTo>
                  <a:lnTo>
                    <a:pt x="321499" y="102975"/>
                  </a:lnTo>
                  <a:lnTo>
                    <a:pt x="319386" y="98113"/>
                  </a:lnTo>
                  <a:lnTo>
                    <a:pt x="317120" y="93320"/>
                  </a:lnTo>
                  <a:lnTo>
                    <a:pt x="314702" y="88601"/>
                  </a:lnTo>
                  <a:lnTo>
                    <a:pt x="312137" y="83961"/>
                  </a:lnTo>
                  <a:lnTo>
                    <a:pt x="309425" y="79405"/>
                  </a:lnTo>
                  <a:lnTo>
                    <a:pt x="306571" y="74937"/>
                  </a:lnTo>
                  <a:lnTo>
                    <a:pt x="303576" y="70562"/>
                  </a:lnTo>
                  <a:lnTo>
                    <a:pt x="300443" y="66285"/>
                  </a:lnTo>
                  <a:lnTo>
                    <a:pt x="297177" y="62108"/>
                  </a:lnTo>
                  <a:lnTo>
                    <a:pt x="293780" y="58038"/>
                  </a:lnTo>
                  <a:lnTo>
                    <a:pt x="290256" y="54077"/>
                  </a:lnTo>
                  <a:lnTo>
                    <a:pt x="286607" y="50229"/>
                  </a:lnTo>
                  <a:lnTo>
                    <a:pt x="282839" y="46500"/>
                  </a:lnTo>
                  <a:lnTo>
                    <a:pt x="278954" y="42892"/>
                  </a:lnTo>
                  <a:lnTo>
                    <a:pt x="274957" y="39409"/>
                  </a:lnTo>
                  <a:lnTo>
                    <a:pt x="270851" y="36054"/>
                  </a:lnTo>
                  <a:lnTo>
                    <a:pt x="266641" y="32831"/>
                  </a:lnTo>
                  <a:lnTo>
                    <a:pt x="262331" y="29744"/>
                  </a:lnTo>
                  <a:lnTo>
                    <a:pt x="257925" y="26795"/>
                  </a:lnTo>
                  <a:lnTo>
                    <a:pt x="253428" y="23986"/>
                  </a:lnTo>
                  <a:lnTo>
                    <a:pt x="248844" y="21322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91715"/>
              <a:ext cx="81696" cy="145844"/>
            </a:xfrm>
            <a:custGeom>
              <a:avLst/>
              <a:pathLst>
                <a:path w="81696" h="145844">
                  <a:moveTo>
                    <a:pt x="81696" y="0"/>
                  </a:moveTo>
                  <a:lnTo>
                    <a:pt x="0" y="1458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91715"/>
              <a:ext cx="81696" cy="145844"/>
            </a:xfrm>
            <a:custGeom>
              <a:avLst/>
              <a:pathLst>
                <a:path w="81696" h="145844">
                  <a:moveTo>
                    <a:pt x="81696" y="0"/>
                  </a:moveTo>
                  <a:lnTo>
                    <a:pt x="0" y="1458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91715"/>
              <a:ext cx="81696" cy="145844"/>
            </a:xfrm>
            <a:custGeom>
              <a:avLst/>
              <a:pathLst>
                <a:path w="81696" h="145844">
                  <a:moveTo>
                    <a:pt x="81696" y="0"/>
                  </a:moveTo>
                  <a:lnTo>
                    <a:pt x="0" y="1458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91715"/>
              <a:ext cx="81696" cy="145844"/>
            </a:xfrm>
            <a:custGeom>
              <a:avLst/>
              <a:pathLst>
                <a:path w="81696" h="145844">
                  <a:moveTo>
                    <a:pt x="81696" y="0"/>
                  </a:moveTo>
                  <a:lnTo>
                    <a:pt x="0" y="1458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91715"/>
              <a:ext cx="81696" cy="145844"/>
            </a:xfrm>
            <a:custGeom>
              <a:avLst/>
              <a:pathLst>
                <a:path w="81696" h="145844">
                  <a:moveTo>
                    <a:pt x="81696" y="0"/>
                  </a:moveTo>
                  <a:lnTo>
                    <a:pt x="0" y="1458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91715"/>
              <a:ext cx="81696" cy="145844"/>
            </a:xfrm>
            <a:custGeom>
              <a:avLst/>
              <a:pathLst>
                <a:path w="81696" h="145844">
                  <a:moveTo>
                    <a:pt x="81696" y="0"/>
                  </a:moveTo>
                  <a:lnTo>
                    <a:pt x="0" y="1458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91715"/>
              <a:ext cx="81696" cy="145844"/>
            </a:xfrm>
            <a:custGeom>
              <a:avLst/>
              <a:pathLst>
                <a:path w="81696" h="145844">
                  <a:moveTo>
                    <a:pt x="81696" y="0"/>
                  </a:moveTo>
                  <a:lnTo>
                    <a:pt x="0" y="1458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91715"/>
              <a:ext cx="81696" cy="145844"/>
            </a:xfrm>
            <a:custGeom>
              <a:avLst/>
              <a:pathLst>
                <a:path w="81696" h="145844">
                  <a:moveTo>
                    <a:pt x="81696" y="0"/>
                  </a:moveTo>
                  <a:lnTo>
                    <a:pt x="0" y="1458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91715"/>
              <a:ext cx="81696" cy="145844"/>
            </a:xfrm>
            <a:custGeom>
              <a:avLst/>
              <a:pathLst>
                <a:path w="81696" h="145844">
                  <a:moveTo>
                    <a:pt x="81696" y="0"/>
                  </a:moveTo>
                  <a:lnTo>
                    <a:pt x="0" y="1458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91715"/>
              <a:ext cx="81696" cy="145844"/>
            </a:xfrm>
            <a:custGeom>
              <a:avLst/>
              <a:pathLst>
                <a:path w="81696" h="145844">
                  <a:moveTo>
                    <a:pt x="81696" y="0"/>
                  </a:moveTo>
                  <a:lnTo>
                    <a:pt x="0" y="1458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91715"/>
              <a:ext cx="81696" cy="145844"/>
            </a:xfrm>
            <a:custGeom>
              <a:avLst/>
              <a:pathLst>
                <a:path w="81696" h="145844">
                  <a:moveTo>
                    <a:pt x="81696" y="0"/>
                  </a:moveTo>
                  <a:lnTo>
                    <a:pt x="0" y="1458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91715"/>
              <a:ext cx="81696" cy="145844"/>
            </a:xfrm>
            <a:custGeom>
              <a:avLst/>
              <a:pathLst>
                <a:path w="81696" h="145844">
                  <a:moveTo>
                    <a:pt x="81696" y="0"/>
                  </a:moveTo>
                  <a:lnTo>
                    <a:pt x="0" y="1458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7142"/>
              <a:ext cx="81696" cy="150417"/>
            </a:xfrm>
            <a:custGeom>
              <a:avLst/>
              <a:pathLst>
                <a:path w="81696" h="150417">
                  <a:moveTo>
                    <a:pt x="81696" y="4572"/>
                  </a:moveTo>
                  <a:lnTo>
                    <a:pt x="72935" y="0"/>
                  </a:lnTo>
                  <a:lnTo>
                    <a:pt x="0" y="1504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72935" cy="167167"/>
            </a:xfrm>
            <a:custGeom>
              <a:avLst/>
              <a:pathLst>
                <a:path w="72935" h="167167">
                  <a:moveTo>
                    <a:pt x="72935" y="16750"/>
                  </a:moveTo>
                  <a:lnTo>
                    <a:pt x="67668" y="14308"/>
                  </a:lnTo>
                  <a:lnTo>
                    <a:pt x="62320" y="12050"/>
                  </a:lnTo>
                  <a:lnTo>
                    <a:pt x="56896" y="9980"/>
                  </a:lnTo>
                  <a:lnTo>
                    <a:pt x="51404" y="8099"/>
                  </a:lnTo>
                  <a:lnTo>
                    <a:pt x="45850" y="6410"/>
                  </a:lnTo>
                  <a:lnTo>
                    <a:pt x="40240" y="4915"/>
                  </a:lnTo>
                  <a:lnTo>
                    <a:pt x="34582" y="3616"/>
                  </a:lnTo>
                  <a:lnTo>
                    <a:pt x="28882" y="2514"/>
                  </a:lnTo>
                  <a:lnTo>
                    <a:pt x="23148" y="1610"/>
                  </a:lnTo>
                  <a:lnTo>
                    <a:pt x="17385" y="906"/>
                  </a:lnTo>
                  <a:lnTo>
                    <a:pt x="11602" y="403"/>
                  </a:lnTo>
                  <a:lnTo>
                    <a:pt x="5804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423592" y="3707720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20" y="4086"/>
                  </a:lnTo>
                  <a:lnTo>
                    <a:pt x="125277" y="5330"/>
                  </a:lnTo>
                  <a:lnTo>
                    <a:pt x="120176" y="6736"/>
                  </a:lnTo>
                  <a:lnTo>
                    <a:pt x="115123" y="8304"/>
                  </a:lnTo>
                  <a:lnTo>
                    <a:pt x="110121" y="10030"/>
                  </a:lnTo>
                  <a:lnTo>
                    <a:pt x="105177" y="11913"/>
                  </a:lnTo>
                  <a:lnTo>
                    <a:pt x="100295" y="13953"/>
                  </a:lnTo>
                  <a:lnTo>
                    <a:pt x="95480" y="16145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4" y="23621"/>
                  </a:lnTo>
                  <a:lnTo>
                    <a:pt x="76984" y="26404"/>
                  </a:lnTo>
                  <a:lnTo>
                    <a:pt x="72575" y="29329"/>
                  </a:lnTo>
                  <a:lnTo>
                    <a:pt x="68260" y="32391"/>
                  </a:lnTo>
                  <a:lnTo>
                    <a:pt x="64044" y="35588"/>
                  </a:lnTo>
                  <a:lnTo>
                    <a:pt x="59932" y="38917"/>
                  </a:lnTo>
                  <a:lnTo>
                    <a:pt x="55927" y="42374"/>
                  </a:lnTo>
                  <a:lnTo>
                    <a:pt x="52033" y="45957"/>
                  </a:lnTo>
                  <a:lnTo>
                    <a:pt x="48255" y="49661"/>
                  </a:lnTo>
                  <a:lnTo>
                    <a:pt x="44596" y="53483"/>
                  </a:lnTo>
                  <a:lnTo>
                    <a:pt x="41060" y="57418"/>
                  </a:lnTo>
                  <a:lnTo>
                    <a:pt x="37650" y="61463"/>
                  </a:lnTo>
                  <a:lnTo>
                    <a:pt x="34369" y="65615"/>
                  </a:lnTo>
                  <a:lnTo>
                    <a:pt x="31222" y="69868"/>
                  </a:lnTo>
                  <a:lnTo>
                    <a:pt x="28211" y="74218"/>
                  </a:lnTo>
                  <a:lnTo>
                    <a:pt x="25339" y="78662"/>
                  </a:lnTo>
                  <a:lnTo>
                    <a:pt x="22609" y="83194"/>
                  </a:lnTo>
                  <a:lnTo>
                    <a:pt x="20024" y="87811"/>
                  </a:lnTo>
                  <a:lnTo>
                    <a:pt x="17587" y="92507"/>
                  </a:lnTo>
                  <a:lnTo>
                    <a:pt x="15299" y="97278"/>
                  </a:lnTo>
                  <a:lnTo>
                    <a:pt x="13163" y="102118"/>
                  </a:lnTo>
                  <a:lnTo>
                    <a:pt x="11182" y="107024"/>
                  </a:lnTo>
                  <a:lnTo>
                    <a:pt x="9356" y="111990"/>
                  </a:lnTo>
                  <a:lnTo>
                    <a:pt x="7689" y="117012"/>
                  </a:lnTo>
                  <a:lnTo>
                    <a:pt x="6182" y="122083"/>
                  </a:lnTo>
                  <a:lnTo>
                    <a:pt x="4836" y="127200"/>
                  </a:lnTo>
                  <a:lnTo>
                    <a:pt x="3652" y="132357"/>
                  </a:lnTo>
                  <a:lnTo>
                    <a:pt x="2633" y="137549"/>
                  </a:lnTo>
                  <a:lnTo>
                    <a:pt x="1778" y="142770"/>
                  </a:lnTo>
                  <a:lnTo>
                    <a:pt x="1088" y="148016"/>
                  </a:lnTo>
                  <a:lnTo>
                    <a:pt x="566" y="153281"/>
                  </a:lnTo>
                  <a:lnTo>
                    <a:pt x="210" y="158560"/>
                  </a:lnTo>
                  <a:lnTo>
                    <a:pt x="21" y="163848"/>
                  </a:lnTo>
                  <a:lnTo>
                    <a:pt x="0" y="169139"/>
                  </a:lnTo>
                  <a:lnTo>
                    <a:pt x="146" y="174428"/>
                  </a:lnTo>
                  <a:lnTo>
                    <a:pt x="459" y="179709"/>
                  </a:lnTo>
                  <a:lnTo>
                    <a:pt x="939" y="184978"/>
                  </a:lnTo>
                  <a:lnTo>
                    <a:pt x="1586" y="190229"/>
                  </a:lnTo>
                  <a:lnTo>
                    <a:pt x="2399" y="195458"/>
                  </a:lnTo>
                  <a:lnTo>
                    <a:pt x="3377" y="200657"/>
                  </a:lnTo>
                  <a:lnTo>
                    <a:pt x="4519" y="205824"/>
                  </a:lnTo>
                  <a:lnTo>
                    <a:pt x="5824" y="210951"/>
                  </a:lnTo>
                  <a:lnTo>
                    <a:pt x="7290" y="216035"/>
                  </a:lnTo>
                  <a:lnTo>
                    <a:pt x="8917" y="221070"/>
                  </a:lnTo>
                  <a:lnTo>
                    <a:pt x="10702" y="226050"/>
                  </a:lnTo>
                  <a:lnTo>
                    <a:pt x="12644" y="230972"/>
                  </a:lnTo>
                  <a:lnTo>
                    <a:pt x="14740" y="235830"/>
                  </a:lnTo>
                  <a:lnTo>
                    <a:pt x="16989" y="240619"/>
                  </a:lnTo>
                  <a:lnTo>
                    <a:pt x="19389" y="245334"/>
                  </a:lnTo>
                  <a:lnTo>
                    <a:pt x="21937" y="249971"/>
                  </a:lnTo>
                  <a:lnTo>
                    <a:pt x="24630" y="254526"/>
                  </a:lnTo>
                  <a:lnTo>
                    <a:pt x="27466" y="258992"/>
                  </a:lnTo>
                  <a:lnTo>
                    <a:pt x="30442" y="263367"/>
                  </a:lnTo>
                  <a:lnTo>
                    <a:pt x="33555" y="267645"/>
                  </a:lnTo>
                  <a:lnTo>
                    <a:pt x="36802" y="271823"/>
                  </a:lnTo>
                  <a:lnTo>
                    <a:pt x="40179" y="275896"/>
                  </a:lnTo>
                  <a:lnTo>
                    <a:pt x="43683" y="279860"/>
                  </a:lnTo>
                  <a:lnTo>
                    <a:pt x="47312" y="283711"/>
                  </a:lnTo>
                  <a:lnTo>
                    <a:pt x="51060" y="287445"/>
                  </a:lnTo>
                  <a:lnTo>
                    <a:pt x="54924" y="291059"/>
                  </a:lnTo>
                  <a:lnTo>
                    <a:pt x="58901" y="294548"/>
                  </a:lnTo>
                  <a:lnTo>
                    <a:pt x="62987" y="297910"/>
                  </a:lnTo>
                  <a:lnTo>
                    <a:pt x="67176" y="301141"/>
                  </a:lnTo>
                  <a:lnTo>
                    <a:pt x="71466" y="304238"/>
                  </a:lnTo>
                  <a:lnTo>
                    <a:pt x="75852" y="307198"/>
                  </a:lnTo>
                  <a:lnTo>
                    <a:pt x="80329" y="310017"/>
                  </a:lnTo>
                  <a:lnTo>
                    <a:pt x="84894" y="312693"/>
                  </a:lnTo>
                  <a:lnTo>
                    <a:pt x="89540" y="315224"/>
                  </a:lnTo>
                  <a:lnTo>
                    <a:pt x="94265" y="317606"/>
                  </a:lnTo>
                  <a:lnTo>
                    <a:pt x="99062" y="319837"/>
                  </a:lnTo>
                  <a:lnTo>
                    <a:pt x="103927" y="321916"/>
                  </a:lnTo>
                  <a:lnTo>
                    <a:pt x="108856" y="323839"/>
                  </a:lnTo>
                  <a:lnTo>
                    <a:pt x="113844" y="325606"/>
                  </a:lnTo>
                  <a:lnTo>
                    <a:pt x="118884" y="327213"/>
                  </a:lnTo>
                  <a:lnTo>
                    <a:pt x="123974" y="328661"/>
                  </a:lnTo>
                  <a:lnTo>
                    <a:pt x="129106" y="329947"/>
                  </a:lnTo>
                  <a:lnTo>
                    <a:pt x="134276" y="331069"/>
                  </a:lnTo>
                  <a:lnTo>
                    <a:pt x="139480" y="332028"/>
                  </a:lnTo>
                  <a:lnTo>
                    <a:pt x="144711" y="332821"/>
                  </a:lnTo>
                  <a:lnTo>
                    <a:pt x="149965" y="333448"/>
                  </a:lnTo>
                  <a:lnTo>
                    <a:pt x="155235" y="333909"/>
                  </a:lnTo>
                  <a:lnTo>
                    <a:pt x="160518" y="334203"/>
                  </a:lnTo>
                  <a:lnTo>
                    <a:pt x="165808" y="334329"/>
                  </a:lnTo>
                  <a:lnTo>
                    <a:pt x="171098" y="334288"/>
                  </a:lnTo>
                  <a:lnTo>
                    <a:pt x="176385" y="334079"/>
                  </a:lnTo>
                  <a:lnTo>
                    <a:pt x="181663" y="333704"/>
                  </a:lnTo>
                  <a:lnTo>
                    <a:pt x="186926" y="333161"/>
                  </a:lnTo>
                  <a:lnTo>
                    <a:pt x="192169" y="332452"/>
                  </a:lnTo>
                  <a:lnTo>
                    <a:pt x="197387" y="331578"/>
                  </a:lnTo>
                  <a:lnTo>
                    <a:pt x="202575" y="330539"/>
                  </a:lnTo>
                  <a:lnTo>
                    <a:pt x="207728" y="329336"/>
                  </a:lnTo>
                  <a:lnTo>
                    <a:pt x="212839" y="327971"/>
                  </a:lnTo>
                  <a:lnTo>
                    <a:pt x="217905" y="326445"/>
                  </a:lnTo>
                  <a:lnTo>
                    <a:pt x="222920" y="324759"/>
                  </a:lnTo>
                  <a:lnTo>
                    <a:pt x="227880" y="322915"/>
                  </a:lnTo>
                  <a:lnTo>
                    <a:pt x="232778" y="320915"/>
                  </a:lnTo>
                  <a:lnTo>
                    <a:pt x="237611" y="318762"/>
                  </a:lnTo>
                  <a:lnTo>
                    <a:pt x="242373" y="316456"/>
                  </a:lnTo>
                  <a:lnTo>
                    <a:pt x="247060" y="314001"/>
                  </a:lnTo>
                  <a:lnTo>
                    <a:pt x="251667" y="311399"/>
                  </a:lnTo>
                  <a:lnTo>
                    <a:pt x="256189" y="308652"/>
                  </a:lnTo>
                  <a:lnTo>
                    <a:pt x="260622" y="305763"/>
                  </a:lnTo>
                  <a:lnTo>
                    <a:pt x="264961" y="302736"/>
                  </a:lnTo>
                  <a:lnTo>
                    <a:pt x="269202" y="299573"/>
                  </a:lnTo>
                  <a:lnTo>
                    <a:pt x="273341" y="296277"/>
                  </a:lnTo>
                  <a:lnTo>
                    <a:pt x="277374" y="292852"/>
                  </a:lnTo>
                  <a:lnTo>
                    <a:pt x="281296" y="289301"/>
                  </a:lnTo>
                  <a:lnTo>
                    <a:pt x="285104" y="285628"/>
                  </a:lnTo>
                  <a:lnTo>
                    <a:pt x="288794" y="281836"/>
                  </a:lnTo>
                  <a:lnTo>
                    <a:pt x="292362" y="277929"/>
                  </a:lnTo>
                  <a:lnTo>
                    <a:pt x="295805" y="273911"/>
                  </a:lnTo>
                  <a:lnTo>
                    <a:pt x="299118" y="269786"/>
                  </a:lnTo>
                  <a:lnTo>
                    <a:pt x="302300" y="265559"/>
                  </a:lnTo>
                  <a:lnTo>
                    <a:pt x="305346" y="261233"/>
                  </a:lnTo>
                  <a:lnTo>
                    <a:pt x="308253" y="256812"/>
                  </a:lnTo>
                  <a:lnTo>
                    <a:pt x="311020" y="252302"/>
                  </a:lnTo>
                  <a:lnTo>
                    <a:pt x="313642" y="247707"/>
                  </a:lnTo>
                  <a:lnTo>
                    <a:pt x="316117" y="243030"/>
                  </a:lnTo>
                  <a:lnTo>
                    <a:pt x="318444" y="238278"/>
                  </a:lnTo>
                  <a:lnTo>
                    <a:pt x="320618" y="233455"/>
                  </a:lnTo>
                  <a:lnTo>
                    <a:pt x="322639" y="228565"/>
                  </a:lnTo>
                  <a:lnTo>
                    <a:pt x="324504" y="223614"/>
                  </a:lnTo>
                  <a:lnTo>
                    <a:pt x="326212" y="218606"/>
                  </a:lnTo>
                  <a:lnTo>
                    <a:pt x="327760" y="213547"/>
                  </a:lnTo>
                  <a:lnTo>
                    <a:pt x="329147" y="208441"/>
                  </a:lnTo>
                  <a:lnTo>
                    <a:pt x="330372" y="203294"/>
                  </a:lnTo>
                  <a:lnTo>
                    <a:pt x="331434" y="198110"/>
                  </a:lnTo>
                  <a:lnTo>
                    <a:pt x="332331" y="192896"/>
                  </a:lnTo>
                  <a:lnTo>
                    <a:pt x="333062" y="187656"/>
                  </a:lnTo>
                  <a:lnTo>
                    <a:pt x="333628" y="182395"/>
                  </a:lnTo>
                  <a:lnTo>
                    <a:pt x="334026" y="177119"/>
                  </a:lnTo>
                  <a:lnTo>
                    <a:pt x="334258" y="171834"/>
                  </a:lnTo>
                  <a:lnTo>
                    <a:pt x="334322" y="166543"/>
                  </a:lnTo>
                  <a:lnTo>
                    <a:pt x="334218" y="161253"/>
                  </a:lnTo>
                  <a:lnTo>
                    <a:pt x="333947" y="155969"/>
                  </a:lnTo>
                  <a:lnTo>
                    <a:pt x="333509" y="150696"/>
                  </a:lnTo>
                  <a:lnTo>
                    <a:pt x="332905" y="145440"/>
                  </a:lnTo>
                  <a:lnTo>
                    <a:pt x="332134" y="140205"/>
                  </a:lnTo>
                  <a:lnTo>
                    <a:pt x="331198" y="134998"/>
                  </a:lnTo>
                  <a:lnTo>
                    <a:pt x="330098" y="129823"/>
                  </a:lnTo>
                  <a:lnTo>
                    <a:pt x="328835" y="124685"/>
                  </a:lnTo>
                  <a:lnTo>
                    <a:pt x="327409" y="119590"/>
                  </a:lnTo>
                  <a:lnTo>
                    <a:pt x="325823" y="114542"/>
                  </a:lnTo>
                  <a:lnTo>
                    <a:pt x="324079" y="109547"/>
                  </a:lnTo>
                  <a:lnTo>
                    <a:pt x="322176" y="104610"/>
                  </a:lnTo>
                  <a:lnTo>
                    <a:pt x="320119" y="99735"/>
                  </a:lnTo>
                  <a:lnTo>
                    <a:pt x="317908" y="94928"/>
                  </a:lnTo>
                  <a:lnTo>
                    <a:pt x="315547" y="90194"/>
                  </a:lnTo>
                  <a:lnTo>
                    <a:pt x="313037" y="85536"/>
                  </a:lnTo>
                  <a:lnTo>
                    <a:pt x="310380" y="80960"/>
                  </a:lnTo>
                  <a:lnTo>
                    <a:pt x="307580" y="76471"/>
                  </a:lnTo>
                  <a:lnTo>
                    <a:pt x="304640" y="72072"/>
                  </a:lnTo>
                  <a:lnTo>
                    <a:pt x="301561" y="67769"/>
                  </a:lnTo>
                  <a:lnTo>
                    <a:pt x="298349" y="63565"/>
                  </a:lnTo>
                  <a:lnTo>
                    <a:pt x="295004" y="59465"/>
                  </a:lnTo>
                  <a:lnTo>
                    <a:pt x="291532" y="55473"/>
                  </a:lnTo>
                  <a:lnTo>
                    <a:pt x="287935" y="51593"/>
                  </a:lnTo>
                  <a:lnTo>
                    <a:pt x="284217" y="47829"/>
                  </a:lnTo>
                  <a:lnTo>
                    <a:pt x="280382" y="44184"/>
                  </a:lnTo>
                  <a:lnTo>
                    <a:pt x="276433" y="40662"/>
                  </a:lnTo>
                  <a:lnTo>
                    <a:pt x="272375" y="37268"/>
                  </a:lnTo>
                  <a:lnTo>
                    <a:pt x="268211" y="34003"/>
                  </a:lnTo>
                  <a:lnTo>
                    <a:pt x="263946" y="30871"/>
                  </a:lnTo>
                  <a:lnTo>
                    <a:pt x="259585" y="27877"/>
                  </a:lnTo>
                  <a:lnTo>
                    <a:pt x="255130" y="25021"/>
                  </a:lnTo>
                  <a:lnTo>
                    <a:pt x="250588" y="22308"/>
                  </a:lnTo>
                  <a:lnTo>
                    <a:pt x="245962" y="19741"/>
                  </a:lnTo>
                  <a:lnTo>
                    <a:pt x="241257" y="17321"/>
                  </a:lnTo>
                  <a:lnTo>
                    <a:pt x="236477" y="15051"/>
                  </a:lnTo>
                  <a:lnTo>
                    <a:pt x="231629" y="12933"/>
                  </a:lnTo>
                  <a:lnTo>
                    <a:pt x="226715" y="10970"/>
                  </a:lnTo>
                  <a:lnTo>
                    <a:pt x="221743" y="9163"/>
                  </a:lnTo>
                  <a:lnTo>
                    <a:pt x="216715" y="7515"/>
                  </a:lnTo>
                  <a:lnTo>
                    <a:pt x="211638" y="6026"/>
                  </a:lnTo>
                  <a:lnTo>
                    <a:pt x="206516" y="4699"/>
                  </a:lnTo>
                  <a:lnTo>
                    <a:pt x="201355" y="3535"/>
                  </a:lnTo>
                  <a:lnTo>
                    <a:pt x="196159" y="2535"/>
                  </a:lnTo>
                  <a:lnTo>
                    <a:pt x="190934" y="1699"/>
                  </a:lnTo>
                  <a:lnTo>
                    <a:pt x="185686" y="1030"/>
                  </a:lnTo>
                  <a:lnTo>
                    <a:pt x="180419" y="527"/>
                  </a:lnTo>
                  <a:lnTo>
                    <a:pt x="175139" y="190"/>
                  </a:lnTo>
                  <a:lnTo>
                    <a:pt x="169851" y="21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614131" y="4213821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20" y="4086"/>
                  </a:lnTo>
                  <a:lnTo>
                    <a:pt x="125277" y="5330"/>
                  </a:lnTo>
                  <a:lnTo>
                    <a:pt x="120176" y="6736"/>
                  </a:lnTo>
                  <a:lnTo>
                    <a:pt x="115123" y="8304"/>
                  </a:lnTo>
                  <a:lnTo>
                    <a:pt x="110121" y="10030"/>
                  </a:lnTo>
                  <a:lnTo>
                    <a:pt x="105177" y="11913"/>
                  </a:lnTo>
                  <a:lnTo>
                    <a:pt x="100295" y="13953"/>
                  </a:lnTo>
                  <a:lnTo>
                    <a:pt x="95480" y="16145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4" y="23621"/>
                  </a:lnTo>
                  <a:lnTo>
                    <a:pt x="76984" y="26404"/>
                  </a:lnTo>
                  <a:lnTo>
                    <a:pt x="72575" y="29329"/>
                  </a:lnTo>
                  <a:lnTo>
                    <a:pt x="68260" y="32391"/>
                  </a:lnTo>
                  <a:lnTo>
                    <a:pt x="64044" y="35588"/>
                  </a:lnTo>
                  <a:lnTo>
                    <a:pt x="59932" y="38917"/>
                  </a:lnTo>
                  <a:lnTo>
                    <a:pt x="55927" y="42374"/>
                  </a:lnTo>
                  <a:lnTo>
                    <a:pt x="52033" y="45957"/>
                  </a:lnTo>
                  <a:lnTo>
                    <a:pt x="48255" y="49661"/>
                  </a:lnTo>
                  <a:lnTo>
                    <a:pt x="44596" y="53483"/>
                  </a:lnTo>
                  <a:lnTo>
                    <a:pt x="41060" y="57418"/>
                  </a:lnTo>
                  <a:lnTo>
                    <a:pt x="37650" y="61463"/>
                  </a:lnTo>
                  <a:lnTo>
                    <a:pt x="34369" y="65615"/>
                  </a:lnTo>
                  <a:lnTo>
                    <a:pt x="31222" y="69868"/>
                  </a:lnTo>
                  <a:lnTo>
                    <a:pt x="28211" y="74218"/>
                  </a:lnTo>
                  <a:lnTo>
                    <a:pt x="25339" y="78662"/>
                  </a:lnTo>
                  <a:lnTo>
                    <a:pt x="22609" y="83194"/>
                  </a:lnTo>
                  <a:lnTo>
                    <a:pt x="20024" y="87811"/>
                  </a:lnTo>
                  <a:lnTo>
                    <a:pt x="17587" y="92507"/>
                  </a:lnTo>
                  <a:lnTo>
                    <a:pt x="15299" y="97278"/>
                  </a:lnTo>
                  <a:lnTo>
                    <a:pt x="13163" y="102118"/>
                  </a:lnTo>
                  <a:lnTo>
                    <a:pt x="11182" y="107024"/>
                  </a:lnTo>
                  <a:lnTo>
                    <a:pt x="9356" y="111990"/>
                  </a:lnTo>
                  <a:lnTo>
                    <a:pt x="7689" y="117012"/>
                  </a:lnTo>
                  <a:lnTo>
                    <a:pt x="6182" y="122083"/>
                  </a:lnTo>
                  <a:lnTo>
                    <a:pt x="4836" y="127200"/>
                  </a:lnTo>
                  <a:lnTo>
                    <a:pt x="3652" y="132357"/>
                  </a:lnTo>
                  <a:lnTo>
                    <a:pt x="2633" y="137549"/>
                  </a:lnTo>
                  <a:lnTo>
                    <a:pt x="1778" y="142770"/>
                  </a:lnTo>
                  <a:lnTo>
                    <a:pt x="1088" y="148016"/>
                  </a:lnTo>
                  <a:lnTo>
                    <a:pt x="566" y="153281"/>
                  </a:lnTo>
                  <a:lnTo>
                    <a:pt x="210" y="158560"/>
                  </a:lnTo>
                  <a:lnTo>
                    <a:pt x="21" y="163848"/>
                  </a:lnTo>
                  <a:lnTo>
                    <a:pt x="0" y="169139"/>
                  </a:lnTo>
                  <a:lnTo>
                    <a:pt x="146" y="174428"/>
                  </a:lnTo>
                  <a:lnTo>
                    <a:pt x="459" y="179709"/>
                  </a:lnTo>
                  <a:lnTo>
                    <a:pt x="939" y="184978"/>
                  </a:lnTo>
                  <a:lnTo>
                    <a:pt x="1586" y="190229"/>
                  </a:lnTo>
                  <a:lnTo>
                    <a:pt x="2399" y="195458"/>
                  </a:lnTo>
                  <a:lnTo>
                    <a:pt x="3377" y="200657"/>
                  </a:lnTo>
                  <a:lnTo>
                    <a:pt x="4519" y="205824"/>
                  </a:lnTo>
                  <a:lnTo>
                    <a:pt x="5824" y="210951"/>
                  </a:lnTo>
                  <a:lnTo>
                    <a:pt x="7290" y="216035"/>
                  </a:lnTo>
                  <a:lnTo>
                    <a:pt x="8917" y="221070"/>
                  </a:lnTo>
                  <a:lnTo>
                    <a:pt x="10702" y="226050"/>
                  </a:lnTo>
                  <a:lnTo>
                    <a:pt x="12644" y="230972"/>
                  </a:lnTo>
                  <a:lnTo>
                    <a:pt x="14740" y="235830"/>
                  </a:lnTo>
                  <a:lnTo>
                    <a:pt x="16989" y="240619"/>
                  </a:lnTo>
                  <a:lnTo>
                    <a:pt x="19389" y="245334"/>
                  </a:lnTo>
                  <a:lnTo>
                    <a:pt x="21937" y="249971"/>
                  </a:lnTo>
                  <a:lnTo>
                    <a:pt x="24630" y="254526"/>
                  </a:lnTo>
                  <a:lnTo>
                    <a:pt x="27466" y="258992"/>
                  </a:lnTo>
                  <a:lnTo>
                    <a:pt x="30442" y="263367"/>
                  </a:lnTo>
                  <a:lnTo>
                    <a:pt x="33555" y="267645"/>
                  </a:lnTo>
                  <a:lnTo>
                    <a:pt x="36802" y="271823"/>
                  </a:lnTo>
                  <a:lnTo>
                    <a:pt x="40179" y="275896"/>
                  </a:lnTo>
                  <a:lnTo>
                    <a:pt x="43683" y="279860"/>
                  </a:lnTo>
                  <a:lnTo>
                    <a:pt x="47312" y="283711"/>
                  </a:lnTo>
                  <a:lnTo>
                    <a:pt x="51060" y="287445"/>
                  </a:lnTo>
                  <a:lnTo>
                    <a:pt x="54924" y="291059"/>
                  </a:lnTo>
                  <a:lnTo>
                    <a:pt x="58901" y="294548"/>
                  </a:lnTo>
                  <a:lnTo>
                    <a:pt x="62987" y="297910"/>
                  </a:lnTo>
                  <a:lnTo>
                    <a:pt x="67176" y="301141"/>
                  </a:lnTo>
                  <a:lnTo>
                    <a:pt x="71466" y="304238"/>
                  </a:lnTo>
                  <a:lnTo>
                    <a:pt x="75852" y="307198"/>
                  </a:lnTo>
                  <a:lnTo>
                    <a:pt x="80329" y="310017"/>
                  </a:lnTo>
                  <a:lnTo>
                    <a:pt x="84894" y="312693"/>
                  </a:lnTo>
                  <a:lnTo>
                    <a:pt x="89540" y="315224"/>
                  </a:lnTo>
                  <a:lnTo>
                    <a:pt x="94265" y="317606"/>
                  </a:lnTo>
                  <a:lnTo>
                    <a:pt x="99062" y="319837"/>
                  </a:lnTo>
                  <a:lnTo>
                    <a:pt x="103927" y="321916"/>
                  </a:lnTo>
                  <a:lnTo>
                    <a:pt x="108856" y="323839"/>
                  </a:lnTo>
                  <a:lnTo>
                    <a:pt x="113844" y="325606"/>
                  </a:lnTo>
                  <a:lnTo>
                    <a:pt x="118884" y="327213"/>
                  </a:lnTo>
                  <a:lnTo>
                    <a:pt x="123974" y="328661"/>
                  </a:lnTo>
                  <a:lnTo>
                    <a:pt x="129106" y="329947"/>
                  </a:lnTo>
                  <a:lnTo>
                    <a:pt x="134276" y="331069"/>
                  </a:lnTo>
                  <a:lnTo>
                    <a:pt x="139480" y="332028"/>
                  </a:lnTo>
                  <a:lnTo>
                    <a:pt x="144711" y="332821"/>
                  </a:lnTo>
                  <a:lnTo>
                    <a:pt x="149965" y="333448"/>
                  </a:lnTo>
                  <a:lnTo>
                    <a:pt x="155235" y="333909"/>
                  </a:lnTo>
                  <a:lnTo>
                    <a:pt x="160518" y="334203"/>
                  </a:lnTo>
                  <a:lnTo>
                    <a:pt x="165808" y="334329"/>
                  </a:lnTo>
                  <a:lnTo>
                    <a:pt x="171098" y="334288"/>
                  </a:lnTo>
                  <a:lnTo>
                    <a:pt x="176385" y="334079"/>
                  </a:lnTo>
                  <a:lnTo>
                    <a:pt x="181663" y="333704"/>
                  </a:lnTo>
                  <a:lnTo>
                    <a:pt x="186926" y="333161"/>
                  </a:lnTo>
                  <a:lnTo>
                    <a:pt x="192169" y="332452"/>
                  </a:lnTo>
                  <a:lnTo>
                    <a:pt x="197387" y="331578"/>
                  </a:lnTo>
                  <a:lnTo>
                    <a:pt x="202575" y="330539"/>
                  </a:lnTo>
                  <a:lnTo>
                    <a:pt x="207728" y="329336"/>
                  </a:lnTo>
                  <a:lnTo>
                    <a:pt x="212839" y="327971"/>
                  </a:lnTo>
                  <a:lnTo>
                    <a:pt x="217905" y="326445"/>
                  </a:lnTo>
                  <a:lnTo>
                    <a:pt x="222920" y="324759"/>
                  </a:lnTo>
                  <a:lnTo>
                    <a:pt x="227880" y="322915"/>
                  </a:lnTo>
                  <a:lnTo>
                    <a:pt x="232778" y="320915"/>
                  </a:lnTo>
                  <a:lnTo>
                    <a:pt x="237611" y="318762"/>
                  </a:lnTo>
                  <a:lnTo>
                    <a:pt x="242373" y="316456"/>
                  </a:lnTo>
                  <a:lnTo>
                    <a:pt x="247060" y="314001"/>
                  </a:lnTo>
                  <a:lnTo>
                    <a:pt x="251667" y="311399"/>
                  </a:lnTo>
                  <a:lnTo>
                    <a:pt x="256189" y="308652"/>
                  </a:lnTo>
                  <a:lnTo>
                    <a:pt x="260622" y="305763"/>
                  </a:lnTo>
                  <a:lnTo>
                    <a:pt x="264961" y="302736"/>
                  </a:lnTo>
                  <a:lnTo>
                    <a:pt x="269202" y="299573"/>
                  </a:lnTo>
                  <a:lnTo>
                    <a:pt x="273341" y="296277"/>
                  </a:lnTo>
                  <a:lnTo>
                    <a:pt x="277374" y="292852"/>
                  </a:lnTo>
                  <a:lnTo>
                    <a:pt x="281296" y="289301"/>
                  </a:lnTo>
                  <a:lnTo>
                    <a:pt x="285104" y="285628"/>
                  </a:lnTo>
                  <a:lnTo>
                    <a:pt x="288794" y="281836"/>
                  </a:lnTo>
                  <a:lnTo>
                    <a:pt x="292362" y="277929"/>
                  </a:lnTo>
                  <a:lnTo>
                    <a:pt x="295805" y="273911"/>
                  </a:lnTo>
                  <a:lnTo>
                    <a:pt x="299118" y="269786"/>
                  </a:lnTo>
                  <a:lnTo>
                    <a:pt x="302300" y="265559"/>
                  </a:lnTo>
                  <a:lnTo>
                    <a:pt x="305346" y="261233"/>
                  </a:lnTo>
                  <a:lnTo>
                    <a:pt x="308253" y="256812"/>
                  </a:lnTo>
                  <a:lnTo>
                    <a:pt x="311020" y="252302"/>
                  </a:lnTo>
                  <a:lnTo>
                    <a:pt x="313642" y="247707"/>
                  </a:lnTo>
                  <a:lnTo>
                    <a:pt x="316117" y="243030"/>
                  </a:lnTo>
                  <a:lnTo>
                    <a:pt x="318444" y="238278"/>
                  </a:lnTo>
                  <a:lnTo>
                    <a:pt x="320618" y="233455"/>
                  </a:lnTo>
                  <a:lnTo>
                    <a:pt x="322639" y="228565"/>
                  </a:lnTo>
                  <a:lnTo>
                    <a:pt x="324504" y="223614"/>
                  </a:lnTo>
                  <a:lnTo>
                    <a:pt x="326212" y="218606"/>
                  </a:lnTo>
                  <a:lnTo>
                    <a:pt x="327760" y="213547"/>
                  </a:lnTo>
                  <a:lnTo>
                    <a:pt x="329147" y="208441"/>
                  </a:lnTo>
                  <a:lnTo>
                    <a:pt x="330372" y="203294"/>
                  </a:lnTo>
                  <a:lnTo>
                    <a:pt x="331434" y="198110"/>
                  </a:lnTo>
                  <a:lnTo>
                    <a:pt x="332331" y="192896"/>
                  </a:lnTo>
                  <a:lnTo>
                    <a:pt x="333062" y="187656"/>
                  </a:lnTo>
                  <a:lnTo>
                    <a:pt x="333628" y="182395"/>
                  </a:lnTo>
                  <a:lnTo>
                    <a:pt x="334026" y="177119"/>
                  </a:lnTo>
                  <a:lnTo>
                    <a:pt x="334258" y="171834"/>
                  </a:lnTo>
                  <a:lnTo>
                    <a:pt x="334322" y="166543"/>
                  </a:lnTo>
                  <a:lnTo>
                    <a:pt x="334218" y="161253"/>
                  </a:lnTo>
                  <a:lnTo>
                    <a:pt x="333947" y="155969"/>
                  </a:lnTo>
                  <a:lnTo>
                    <a:pt x="333509" y="150696"/>
                  </a:lnTo>
                  <a:lnTo>
                    <a:pt x="332905" y="145440"/>
                  </a:lnTo>
                  <a:lnTo>
                    <a:pt x="332134" y="140205"/>
                  </a:lnTo>
                  <a:lnTo>
                    <a:pt x="331198" y="134998"/>
                  </a:lnTo>
                  <a:lnTo>
                    <a:pt x="330098" y="129823"/>
                  </a:lnTo>
                  <a:lnTo>
                    <a:pt x="328835" y="124685"/>
                  </a:lnTo>
                  <a:lnTo>
                    <a:pt x="327409" y="119590"/>
                  </a:lnTo>
                  <a:lnTo>
                    <a:pt x="325823" y="114542"/>
                  </a:lnTo>
                  <a:lnTo>
                    <a:pt x="324079" y="109547"/>
                  </a:lnTo>
                  <a:lnTo>
                    <a:pt x="322176" y="104610"/>
                  </a:lnTo>
                  <a:lnTo>
                    <a:pt x="320119" y="99735"/>
                  </a:lnTo>
                  <a:lnTo>
                    <a:pt x="317908" y="94928"/>
                  </a:lnTo>
                  <a:lnTo>
                    <a:pt x="315547" y="90194"/>
                  </a:lnTo>
                  <a:lnTo>
                    <a:pt x="313037" y="85536"/>
                  </a:lnTo>
                  <a:lnTo>
                    <a:pt x="310380" y="80960"/>
                  </a:lnTo>
                  <a:lnTo>
                    <a:pt x="307580" y="76471"/>
                  </a:lnTo>
                  <a:lnTo>
                    <a:pt x="304640" y="72072"/>
                  </a:lnTo>
                  <a:lnTo>
                    <a:pt x="301561" y="67769"/>
                  </a:lnTo>
                  <a:lnTo>
                    <a:pt x="298349" y="63565"/>
                  </a:lnTo>
                  <a:lnTo>
                    <a:pt x="295004" y="59465"/>
                  </a:lnTo>
                  <a:lnTo>
                    <a:pt x="291532" y="55473"/>
                  </a:lnTo>
                  <a:lnTo>
                    <a:pt x="287935" y="51593"/>
                  </a:lnTo>
                  <a:lnTo>
                    <a:pt x="284217" y="47829"/>
                  </a:lnTo>
                  <a:lnTo>
                    <a:pt x="280382" y="44184"/>
                  </a:lnTo>
                  <a:lnTo>
                    <a:pt x="276433" y="40662"/>
                  </a:lnTo>
                  <a:lnTo>
                    <a:pt x="272375" y="37268"/>
                  </a:lnTo>
                  <a:lnTo>
                    <a:pt x="268211" y="34003"/>
                  </a:lnTo>
                  <a:lnTo>
                    <a:pt x="263946" y="30871"/>
                  </a:lnTo>
                  <a:lnTo>
                    <a:pt x="259585" y="27877"/>
                  </a:lnTo>
                  <a:lnTo>
                    <a:pt x="255130" y="25021"/>
                  </a:lnTo>
                  <a:lnTo>
                    <a:pt x="250588" y="22308"/>
                  </a:lnTo>
                  <a:lnTo>
                    <a:pt x="245962" y="19741"/>
                  </a:lnTo>
                  <a:lnTo>
                    <a:pt x="241257" y="17321"/>
                  </a:lnTo>
                  <a:lnTo>
                    <a:pt x="236477" y="15051"/>
                  </a:lnTo>
                  <a:lnTo>
                    <a:pt x="231629" y="12933"/>
                  </a:lnTo>
                  <a:lnTo>
                    <a:pt x="226715" y="10970"/>
                  </a:lnTo>
                  <a:lnTo>
                    <a:pt x="221743" y="9163"/>
                  </a:lnTo>
                  <a:lnTo>
                    <a:pt x="216715" y="7515"/>
                  </a:lnTo>
                  <a:lnTo>
                    <a:pt x="211638" y="6026"/>
                  </a:lnTo>
                  <a:lnTo>
                    <a:pt x="206516" y="4699"/>
                  </a:lnTo>
                  <a:lnTo>
                    <a:pt x="201355" y="3535"/>
                  </a:lnTo>
                  <a:lnTo>
                    <a:pt x="196159" y="2535"/>
                  </a:lnTo>
                  <a:lnTo>
                    <a:pt x="190934" y="1699"/>
                  </a:lnTo>
                  <a:lnTo>
                    <a:pt x="185686" y="1030"/>
                  </a:lnTo>
                  <a:lnTo>
                    <a:pt x="180419" y="527"/>
                  </a:lnTo>
                  <a:lnTo>
                    <a:pt x="175139" y="190"/>
                  </a:lnTo>
                  <a:lnTo>
                    <a:pt x="169851" y="21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19359" y="4659281"/>
              <a:ext cx="167165" cy="178614"/>
            </a:xfrm>
            <a:custGeom>
              <a:avLst/>
              <a:pathLst>
                <a:path w="167165" h="178614">
                  <a:moveTo>
                    <a:pt x="167165" y="0"/>
                  </a:moveTo>
                  <a:lnTo>
                    <a:pt x="161793" y="86"/>
                  </a:lnTo>
                  <a:lnTo>
                    <a:pt x="156426" y="345"/>
                  </a:lnTo>
                  <a:lnTo>
                    <a:pt x="151070" y="776"/>
                  </a:lnTo>
                  <a:lnTo>
                    <a:pt x="145731" y="1379"/>
                  </a:lnTo>
                  <a:lnTo>
                    <a:pt x="140414" y="2154"/>
                  </a:lnTo>
                  <a:lnTo>
                    <a:pt x="135125" y="3099"/>
                  </a:lnTo>
                  <a:lnTo>
                    <a:pt x="129868" y="4213"/>
                  </a:lnTo>
                  <a:lnTo>
                    <a:pt x="124651" y="5496"/>
                  </a:lnTo>
                  <a:lnTo>
                    <a:pt x="119477" y="6946"/>
                  </a:lnTo>
                  <a:lnTo>
                    <a:pt x="114352" y="8561"/>
                  </a:lnTo>
                  <a:lnTo>
                    <a:pt x="109282" y="10341"/>
                  </a:lnTo>
                  <a:lnTo>
                    <a:pt x="104272" y="12282"/>
                  </a:lnTo>
                  <a:lnTo>
                    <a:pt x="99327" y="14383"/>
                  </a:lnTo>
                  <a:lnTo>
                    <a:pt x="94452" y="16642"/>
                  </a:lnTo>
                  <a:lnTo>
                    <a:pt x="89652" y="19057"/>
                  </a:lnTo>
                  <a:lnTo>
                    <a:pt x="84932" y="21625"/>
                  </a:lnTo>
                  <a:lnTo>
                    <a:pt x="80297" y="24343"/>
                  </a:lnTo>
                  <a:lnTo>
                    <a:pt x="75752" y="27208"/>
                  </a:lnTo>
                  <a:lnTo>
                    <a:pt x="71301" y="30218"/>
                  </a:lnTo>
                  <a:lnTo>
                    <a:pt x="66949" y="33370"/>
                  </a:lnTo>
                  <a:lnTo>
                    <a:pt x="62701" y="36660"/>
                  </a:lnTo>
                  <a:lnTo>
                    <a:pt x="58561" y="40085"/>
                  </a:lnTo>
                  <a:lnTo>
                    <a:pt x="54532" y="43641"/>
                  </a:lnTo>
                  <a:lnTo>
                    <a:pt x="50621" y="47324"/>
                  </a:lnTo>
                  <a:lnTo>
                    <a:pt x="46829" y="51132"/>
                  </a:lnTo>
                  <a:lnTo>
                    <a:pt x="43162" y="55059"/>
                  </a:lnTo>
                  <a:lnTo>
                    <a:pt x="39624" y="59102"/>
                  </a:lnTo>
                  <a:lnTo>
                    <a:pt x="36216" y="63257"/>
                  </a:lnTo>
                  <a:lnTo>
                    <a:pt x="32945" y="67519"/>
                  </a:lnTo>
                  <a:lnTo>
                    <a:pt x="29811" y="71884"/>
                  </a:lnTo>
                  <a:lnTo>
                    <a:pt x="26820" y="76348"/>
                  </a:lnTo>
                  <a:lnTo>
                    <a:pt x="23974" y="80905"/>
                  </a:lnTo>
                  <a:lnTo>
                    <a:pt x="21276" y="85551"/>
                  </a:lnTo>
                  <a:lnTo>
                    <a:pt x="18728" y="90282"/>
                  </a:lnTo>
                  <a:lnTo>
                    <a:pt x="16334" y="95092"/>
                  </a:lnTo>
                  <a:lnTo>
                    <a:pt x="14095" y="99977"/>
                  </a:lnTo>
                  <a:lnTo>
                    <a:pt x="12015" y="104931"/>
                  </a:lnTo>
                  <a:lnTo>
                    <a:pt x="10095" y="109950"/>
                  </a:lnTo>
                  <a:lnTo>
                    <a:pt x="8337" y="115027"/>
                  </a:lnTo>
                  <a:lnTo>
                    <a:pt x="6744" y="120158"/>
                  </a:lnTo>
                  <a:lnTo>
                    <a:pt x="5316" y="125338"/>
                  </a:lnTo>
                  <a:lnTo>
                    <a:pt x="4055" y="130561"/>
                  </a:lnTo>
                  <a:lnTo>
                    <a:pt x="2963" y="135822"/>
                  </a:lnTo>
                  <a:lnTo>
                    <a:pt x="2040" y="141116"/>
                  </a:lnTo>
                  <a:lnTo>
                    <a:pt x="1288" y="146436"/>
                  </a:lnTo>
                  <a:lnTo>
                    <a:pt x="708" y="151778"/>
                  </a:lnTo>
                  <a:lnTo>
                    <a:pt x="299" y="157135"/>
                  </a:lnTo>
                  <a:lnTo>
                    <a:pt x="63" y="162503"/>
                  </a:lnTo>
                  <a:lnTo>
                    <a:pt x="0" y="167876"/>
                  </a:lnTo>
                  <a:lnTo>
                    <a:pt x="109" y="173248"/>
                  </a:lnTo>
                  <a:lnTo>
                    <a:pt x="390" y="17861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19749" y="4826449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19749" y="4826449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19749" y="4826449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19749" y="4826449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19749" y="4826449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19749" y="4826449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749" y="4826449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749" y="4826449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749" y="4826449"/>
              <a:ext cx="166775" cy="11446"/>
            </a:xfrm>
            <a:custGeom>
              <a:avLst/>
              <a:pathLst>
                <a:path w="166775" h="11446">
                  <a:moveTo>
                    <a:pt x="0" y="11446"/>
                  </a:moveTo>
                  <a:lnTo>
                    <a:pt x="1667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749" y="4826449"/>
              <a:ext cx="166775" cy="33686"/>
            </a:xfrm>
            <a:custGeom>
              <a:avLst/>
              <a:pathLst>
                <a:path w="166775" h="33686">
                  <a:moveTo>
                    <a:pt x="0" y="11446"/>
                  </a:moveTo>
                  <a:lnTo>
                    <a:pt x="679" y="18902"/>
                  </a:lnTo>
                  <a:lnTo>
                    <a:pt x="1692" y="26320"/>
                  </a:lnTo>
                  <a:lnTo>
                    <a:pt x="3036" y="33686"/>
                  </a:lnTo>
                  <a:lnTo>
                    <a:pt x="16677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2786" y="4659281"/>
              <a:ext cx="330887" cy="334334"/>
            </a:xfrm>
            <a:custGeom>
              <a:avLst/>
              <a:pathLst>
                <a:path w="330887" h="334334">
                  <a:moveTo>
                    <a:pt x="0" y="200853"/>
                  </a:moveTo>
                  <a:lnTo>
                    <a:pt x="1152" y="206035"/>
                  </a:lnTo>
                  <a:lnTo>
                    <a:pt x="2468" y="211178"/>
                  </a:lnTo>
                  <a:lnTo>
                    <a:pt x="3946" y="216276"/>
                  </a:lnTo>
                  <a:lnTo>
                    <a:pt x="5586" y="221325"/>
                  </a:lnTo>
                  <a:lnTo>
                    <a:pt x="7386" y="226319"/>
                  </a:lnTo>
                  <a:lnTo>
                    <a:pt x="9343" y="231254"/>
                  </a:lnTo>
                  <a:lnTo>
                    <a:pt x="11455" y="236124"/>
                  </a:lnTo>
                  <a:lnTo>
                    <a:pt x="13722" y="240924"/>
                  </a:lnTo>
                  <a:lnTo>
                    <a:pt x="16139" y="245650"/>
                  </a:lnTo>
                  <a:lnTo>
                    <a:pt x="18706" y="250297"/>
                  </a:lnTo>
                  <a:lnTo>
                    <a:pt x="21418" y="254860"/>
                  </a:lnTo>
                  <a:lnTo>
                    <a:pt x="24274" y="259335"/>
                  </a:lnTo>
                  <a:lnTo>
                    <a:pt x="27271" y="263717"/>
                  </a:lnTo>
                  <a:lnTo>
                    <a:pt x="30406" y="268001"/>
                  </a:lnTo>
                  <a:lnTo>
                    <a:pt x="33675" y="272184"/>
                  </a:lnTo>
                  <a:lnTo>
                    <a:pt x="37075" y="276261"/>
                  </a:lnTo>
                  <a:lnTo>
                    <a:pt x="40602" y="280227"/>
                  </a:lnTo>
                  <a:lnTo>
                    <a:pt x="44254" y="284080"/>
                  </a:lnTo>
                  <a:lnTo>
                    <a:pt x="48027" y="287815"/>
                  </a:lnTo>
                  <a:lnTo>
                    <a:pt x="51916" y="291428"/>
                  </a:lnTo>
                  <a:lnTo>
                    <a:pt x="55918" y="294916"/>
                  </a:lnTo>
                  <a:lnTo>
                    <a:pt x="60028" y="298275"/>
                  </a:lnTo>
                  <a:lnTo>
                    <a:pt x="64243" y="301502"/>
                  </a:lnTo>
                  <a:lnTo>
                    <a:pt x="68559" y="304593"/>
                  </a:lnTo>
                  <a:lnTo>
                    <a:pt x="72970" y="307546"/>
                  </a:lnTo>
                  <a:lnTo>
                    <a:pt x="77474" y="310357"/>
                  </a:lnTo>
                  <a:lnTo>
                    <a:pt x="82064" y="313024"/>
                  </a:lnTo>
                  <a:lnTo>
                    <a:pt x="86736" y="315544"/>
                  </a:lnTo>
                  <a:lnTo>
                    <a:pt x="91486" y="317914"/>
                  </a:lnTo>
                  <a:lnTo>
                    <a:pt x="96309" y="320132"/>
                  </a:lnTo>
                  <a:lnTo>
                    <a:pt x="101200" y="322196"/>
                  </a:lnTo>
                  <a:lnTo>
                    <a:pt x="106154" y="324103"/>
                  </a:lnTo>
                  <a:lnTo>
                    <a:pt x="111166" y="325853"/>
                  </a:lnTo>
                  <a:lnTo>
                    <a:pt x="116231" y="327442"/>
                  </a:lnTo>
                  <a:lnTo>
                    <a:pt x="121344" y="328869"/>
                  </a:lnTo>
                  <a:lnTo>
                    <a:pt x="126499" y="330134"/>
                  </a:lnTo>
                  <a:lnTo>
                    <a:pt x="131693" y="331234"/>
                  </a:lnTo>
                  <a:lnTo>
                    <a:pt x="136918" y="332169"/>
                  </a:lnTo>
                  <a:lnTo>
                    <a:pt x="142171" y="332937"/>
                  </a:lnTo>
                  <a:lnTo>
                    <a:pt x="147445" y="333539"/>
                  </a:lnTo>
                  <a:lnTo>
                    <a:pt x="152736" y="333972"/>
                  </a:lnTo>
                  <a:lnTo>
                    <a:pt x="158038" y="334237"/>
                  </a:lnTo>
                  <a:lnTo>
                    <a:pt x="163345" y="334334"/>
                  </a:lnTo>
                  <a:lnTo>
                    <a:pt x="168653" y="334262"/>
                  </a:lnTo>
                  <a:lnTo>
                    <a:pt x="173957" y="334022"/>
                  </a:lnTo>
                  <a:lnTo>
                    <a:pt x="179249" y="333613"/>
                  </a:lnTo>
                  <a:lnTo>
                    <a:pt x="184526" y="333037"/>
                  </a:lnTo>
                  <a:lnTo>
                    <a:pt x="189783" y="332293"/>
                  </a:lnTo>
                  <a:lnTo>
                    <a:pt x="195012" y="331383"/>
                  </a:lnTo>
                  <a:lnTo>
                    <a:pt x="200211" y="330307"/>
                  </a:lnTo>
                  <a:lnTo>
                    <a:pt x="205372" y="329067"/>
                  </a:lnTo>
                  <a:lnTo>
                    <a:pt x="210492" y="327663"/>
                  </a:lnTo>
                  <a:lnTo>
                    <a:pt x="215564" y="326098"/>
                  </a:lnTo>
                  <a:lnTo>
                    <a:pt x="220585" y="324372"/>
                  </a:lnTo>
                  <a:lnTo>
                    <a:pt x="225547" y="322488"/>
                  </a:lnTo>
                  <a:lnTo>
                    <a:pt x="230448" y="320447"/>
                  </a:lnTo>
                  <a:lnTo>
                    <a:pt x="235281" y="318251"/>
                  </a:lnTo>
                  <a:lnTo>
                    <a:pt x="240042" y="315904"/>
                  </a:lnTo>
                  <a:lnTo>
                    <a:pt x="244726" y="313406"/>
                  </a:lnTo>
                  <a:lnTo>
                    <a:pt x="249329" y="310760"/>
                  </a:lnTo>
                  <a:lnTo>
                    <a:pt x="253845" y="307970"/>
                  </a:lnTo>
                  <a:lnTo>
                    <a:pt x="258270" y="305038"/>
                  </a:lnTo>
                  <a:lnTo>
                    <a:pt x="262600" y="301967"/>
                  </a:lnTo>
                  <a:lnTo>
                    <a:pt x="266831" y="298760"/>
                  </a:lnTo>
                  <a:lnTo>
                    <a:pt x="270957" y="295421"/>
                  </a:lnTo>
                  <a:lnTo>
                    <a:pt x="274975" y="291951"/>
                  </a:lnTo>
                  <a:lnTo>
                    <a:pt x="278881" y="288357"/>
                  </a:lnTo>
                  <a:lnTo>
                    <a:pt x="282671" y="284640"/>
                  </a:lnTo>
                  <a:lnTo>
                    <a:pt x="286341" y="280804"/>
                  </a:lnTo>
                  <a:lnTo>
                    <a:pt x="289887" y="276854"/>
                  </a:lnTo>
                  <a:lnTo>
                    <a:pt x="293307" y="272793"/>
                  </a:lnTo>
                  <a:lnTo>
                    <a:pt x="296595" y="268626"/>
                  </a:lnTo>
                  <a:lnTo>
                    <a:pt x="299750" y="264356"/>
                  </a:lnTo>
                  <a:lnTo>
                    <a:pt x="302767" y="259989"/>
                  </a:lnTo>
                  <a:lnTo>
                    <a:pt x="305644" y="255527"/>
                  </a:lnTo>
                  <a:lnTo>
                    <a:pt x="308378" y="250977"/>
                  </a:lnTo>
                  <a:lnTo>
                    <a:pt x="310966" y="246342"/>
                  </a:lnTo>
                  <a:lnTo>
                    <a:pt x="313406" y="241628"/>
                  </a:lnTo>
                  <a:lnTo>
                    <a:pt x="315695" y="236838"/>
                  </a:lnTo>
                  <a:lnTo>
                    <a:pt x="317830" y="231978"/>
                  </a:lnTo>
                  <a:lnTo>
                    <a:pt x="319810" y="227052"/>
                  </a:lnTo>
                  <a:lnTo>
                    <a:pt x="321633" y="222067"/>
                  </a:lnTo>
                  <a:lnTo>
                    <a:pt x="323297" y="217026"/>
                  </a:lnTo>
                  <a:lnTo>
                    <a:pt x="324799" y="211934"/>
                  </a:lnTo>
                  <a:lnTo>
                    <a:pt x="326140" y="206798"/>
                  </a:lnTo>
                  <a:lnTo>
                    <a:pt x="327316" y="201621"/>
                  </a:lnTo>
                  <a:lnTo>
                    <a:pt x="328328" y="196410"/>
                  </a:lnTo>
                  <a:lnTo>
                    <a:pt x="329173" y="191169"/>
                  </a:lnTo>
                  <a:lnTo>
                    <a:pt x="329852" y="185904"/>
                  </a:lnTo>
                  <a:lnTo>
                    <a:pt x="330363" y="180620"/>
                  </a:lnTo>
                  <a:lnTo>
                    <a:pt x="330706" y="175323"/>
                  </a:lnTo>
                  <a:lnTo>
                    <a:pt x="330881" y="170017"/>
                  </a:lnTo>
                  <a:lnTo>
                    <a:pt x="330887" y="164709"/>
                  </a:lnTo>
                  <a:lnTo>
                    <a:pt x="330725" y="159403"/>
                  </a:lnTo>
                  <a:lnTo>
                    <a:pt x="330394" y="154105"/>
                  </a:lnTo>
                  <a:lnTo>
                    <a:pt x="329895" y="148820"/>
                  </a:lnTo>
                  <a:lnTo>
                    <a:pt x="329229" y="143553"/>
                  </a:lnTo>
                  <a:lnTo>
                    <a:pt x="328396" y="138310"/>
                  </a:lnTo>
                  <a:lnTo>
                    <a:pt x="327396" y="133097"/>
                  </a:lnTo>
                  <a:lnTo>
                    <a:pt x="326232" y="127917"/>
                  </a:lnTo>
                  <a:lnTo>
                    <a:pt x="324904" y="122778"/>
                  </a:lnTo>
                  <a:lnTo>
                    <a:pt x="323413" y="117683"/>
                  </a:lnTo>
                  <a:lnTo>
                    <a:pt x="321762" y="112638"/>
                  </a:lnTo>
                  <a:lnTo>
                    <a:pt x="319951" y="107648"/>
                  </a:lnTo>
                  <a:lnTo>
                    <a:pt x="317982" y="102718"/>
                  </a:lnTo>
                  <a:lnTo>
                    <a:pt x="315858" y="97853"/>
                  </a:lnTo>
                  <a:lnTo>
                    <a:pt x="313580" y="93058"/>
                  </a:lnTo>
                  <a:lnTo>
                    <a:pt x="311152" y="88337"/>
                  </a:lnTo>
                  <a:lnTo>
                    <a:pt x="308574" y="83696"/>
                  </a:lnTo>
                  <a:lnTo>
                    <a:pt x="305851" y="79140"/>
                  </a:lnTo>
                  <a:lnTo>
                    <a:pt x="302984" y="74672"/>
                  </a:lnTo>
                  <a:lnTo>
                    <a:pt x="299977" y="70297"/>
                  </a:lnTo>
                  <a:lnTo>
                    <a:pt x="296833" y="66020"/>
                  </a:lnTo>
                  <a:lnTo>
                    <a:pt x="293554" y="61845"/>
                  </a:lnTo>
                  <a:lnTo>
                    <a:pt x="290144" y="57776"/>
                  </a:lnTo>
                  <a:lnTo>
                    <a:pt x="286607" y="53818"/>
                  </a:lnTo>
                  <a:lnTo>
                    <a:pt x="282946" y="49974"/>
                  </a:lnTo>
                  <a:lnTo>
                    <a:pt x="279165" y="46248"/>
                  </a:lnTo>
                  <a:lnTo>
                    <a:pt x="275268" y="42644"/>
                  </a:lnTo>
                  <a:lnTo>
                    <a:pt x="271258" y="39165"/>
                  </a:lnTo>
                  <a:lnTo>
                    <a:pt x="267139" y="35816"/>
                  </a:lnTo>
                  <a:lnTo>
                    <a:pt x="262916" y="32599"/>
                  </a:lnTo>
                  <a:lnTo>
                    <a:pt x="258594" y="29518"/>
                  </a:lnTo>
                  <a:lnTo>
                    <a:pt x="254175" y="26575"/>
                  </a:lnTo>
                  <a:lnTo>
                    <a:pt x="249666" y="23775"/>
                  </a:lnTo>
                  <a:lnTo>
                    <a:pt x="245069" y="21119"/>
                  </a:lnTo>
                  <a:lnTo>
                    <a:pt x="240391" y="18610"/>
                  </a:lnTo>
                  <a:lnTo>
                    <a:pt x="235636" y="16251"/>
                  </a:lnTo>
                  <a:lnTo>
                    <a:pt x="230807" y="14044"/>
                  </a:lnTo>
                  <a:lnTo>
                    <a:pt x="225912" y="11992"/>
                  </a:lnTo>
                  <a:lnTo>
                    <a:pt x="220953" y="10096"/>
                  </a:lnTo>
                  <a:lnTo>
                    <a:pt x="215937" y="8358"/>
                  </a:lnTo>
                  <a:lnTo>
                    <a:pt x="210868" y="6781"/>
                  </a:lnTo>
                  <a:lnTo>
                    <a:pt x="205752" y="5365"/>
                  </a:lnTo>
                  <a:lnTo>
                    <a:pt x="200594" y="4113"/>
                  </a:lnTo>
                  <a:lnTo>
                    <a:pt x="195398" y="3025"/>
                  </a:lnTo>
                  <a:lnTo>
                    <a:pt x="190170" y="2102"/>
                  </a:lnTo>
                  <a:lnTo>
                    <a:pt x="184916" y="1346"/>
                  </a:lnTo>
                  <a:lnTo>
                    <a:pt x="179640" y="758"/>
                  </a:lnTo>
                  <a:lnTo>
                    <a:pt x="174348" y="337"/>
                  </a:lnTo>
                  <a:lnTo>
                    <a:pt x="169046" y="84"/>
                  </a:lnTo>
                  <a:lnTo>
                    <a:pt x="163738" y="0"/>
                  </a:lnTo>
                  <a:lnTo>
                    <a:pt x="1637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3330" y="5018213"/>
              <a:ext cx="5390" cy="167167"/>
            </a:xfrm>
            <a:custGeom>
              <a:avLst/>
              <a:pathLst>
                <a:path w="5390" h="167167">
                  <a:moveTo>
                    <a:pt x="5390" y="0"/>
                  </a:moveTo>
                  <a:lnTo>
                    <a:pt x="0" y="86"/>
                  </a:lnTo>
                  <a:lnTo>
                    <a:pt x="539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321562" y="5018300"/>
              <a:ext cx="334325" cy="334237"/>
            </a:xfrm>
            <a:custGeom>
              <a:avLst/>
              <a:pathLst>
                <a:path w="334325" h="334237">
                  <a:moveTo>
                    <a:pt x="161768" y="0"/>
                  </a:moveTo>
                  <a:lnTo>
                    <a:pt x="156489" y="253"/>
                  </a:lnTo>
                  <a:lnTo>
                    <a:pt x="151221" y="674"/>
                  </a:lnTo>
                  <a:lnTo>
                    <a:pt x="145969" y="1261"/>
                  </a:lnTo>
                  <a:lnTo>
                    <a:pt x="140738" y="2014"/>
                  </a:lnTo>
                  <a:lnTo>
                    <a:pt x="135533" y="2931"/>
                  </a:lnTo>
                  <a:lnTo>
                    <a:pt x="130360" y="4013"/>
                  </a:lnTo>
                  <a:lnTo>
                    <a:pt x="125224" y="5257"/>
                  </a:lnTo>
                  <a:lnTo>
                    <a:pt x="120130" y="6664"/>
                  </a:lnTo>
                  <a:lnTo>
                    <a:pt x="115083" y="8231"/>
                  </a:lnTo>
                  <a:lnTo>
                    <a:pt x="110088" y="9956"/>
                  </a:lnTo>
                  <a:lnTo>
                    <a:pt x="105149" y="11838"/>
                  </a:lnTo>
                  <a:lnTo>
                    <a:pt x="100273" y="13876"/>
                  </a:lnTo>
                  <a:lnTo>
                    <a:pt x="95464" y="16067"/>
                  </a:lnTo>
                  <a:lnTo>
                    <a:pt x="90726" y="18409"/>
                  </a:lnTo>
                  <a:lnTo>
                    <a:pt x="86065" y="20899"/>
                  </a:lnTo>
                  <a:lnTo>
                    <a:pt x="81485" y="23535"/>
                  </a:lnTo>
                  <a:lnTo>
                    <a:pt x="76990" y="26315"/>
                  </a:lnTo>
                  <a:lnTo>
                    <a:pt x="72586" y="29236"/>
                  </a:lnTo>
                  <a:lnTo>
                    <a:pt x="68276" y="32294"/>
                  </a:lnTo>
                  <a:lnTo>
                    <a:pt x="64065" y="35487"/>
                  </a:lnTo>
                  <a:lnTo>
                    <a:pt x="59956" y="38811"/>
                  </a:lnTo>
                  <a:lnTo>
                    <a:pt x="55955" y="42264"/>
                  </a:lnTo>
                  <a:lnTo>
                    <a:pt x="52066" y="45841"/>
                  </a:lnTo>
                  <a:lnTo>
                    <a:pt x="48291" y="49540"/>
                  </a:lnTo>
                  <a:lnTo>
                    <a:pt x="44635" y="53356"/>
                  </a:lnTo>
                  <a:lnTo>
                    <a:pt x="41101" y="57286"/>
                  </a:lnTo>
                  <a:lnTo>
                    <a:pt x="37694" y="61325"/>
                  </a:lnTo>
                  <a:lnTo>
                    <a:pt x="34415" y="65471"/>
                  </a:lnTo>
                  <a:lnTo>
                    <a:pt x="31270" y="69717"/>
                  </a:lnTo>
                  <a:lnTo>
                    <a:pt x="28260" y="74061"/>
                  </a:lnTo>
                  <a:lnTo>
                    <a:pt x="25389" y="78498"/>
                  </a:lnTo>
                  <a:lnTo>
                    <a:pt x="22660" y="83024"/>
                  </a:lnTo>
                  <a:lnTo>
                    <a:pt x="20075" y="87633"/>
                  </a:lnTo>
                  <a:lnTo>
                    <a:pt x="17638" y="92322"/>
                  </a:lnTo>
                  <a:lnTo>
                    <a:pt x="15349" y="97086"/>
                  </a:lnTo>
                  <a:lnTo>
                    <a:pt x="13213" y="101920"/>
                  </a:lnTo>
                  <a:lnTo>
                    <a:pt x="11230" y="106818"/>
                  </a:lnTo>
                  <a:lnTo>
                    <a:pt x="9403" y="111777"/>
                  </a:lnTo>
                  <a:lnTo>
                    <a:pt x="7734" y="116792"/>
                  </a:lnTo>
                  <a:lnTo>
                    <a:pt x="6224" y="121856"/>
                  </a:lnTo>
                  <a:lnTo>
                    <a:pt x="4874" y="126966"/>
                  </a:lnTo>
                  <a:lnTo>
                    <a:pt x="3688" y="132116"/>
                  </a:lnTo>
                  <a:lnTo>
                    <a:pt x="2664" y="137300"/>
                  </a:lnTo>
                  <a:lnTo>
                    <a:pt x="1805" y="142515"/>
                  </a:lnTo>
                  <a:lnTo>
                    <a:pt x="1111" y="147754"/>
                  </a:lnTo>
                  <a:lnTo>
                    <a:pt x="583" y="153012"/>
                  </a:lnTo>
                  <a:lnTo>
                    <a:pt x="222" y="158285"/>
                  </a:lnTo>
                  <a:lnTo>
                    <a:pt x="27" y="163566"/>
                  </a:lnTo>
                  <a:lnTo>
                    <a:pt x="0" y="168850"/>
                  </a:lnTo>
                  <a:lnTo>
                    <a:pt x="139" y="174133"/>
                  </a:lnTo>
                  <a:lnTo>
                    <a:pt x="445" y="179409"/>
                  </a:lnTo>
                  <a:lnTo>
                    <a:pt x="918" y="184673"/>
                  </a:lnTo>
                  <a:lnTo>
                    <a:pt x="1558" y="189919"/>
                  </a:lnTo>
                  <a:lnTo>
                    <a:pt x="2362" y="195142"/>
                  </a:lnTo>
                  <a:lnTo>
                    <a:pt x="3332" y="200337"/>
                  </a:lnTo>
                  <a:lnTo>
                    <a:pt x="4465" y="205499"/>
                  </a:lnTo>
                  <a:lnTo>
                    <a:pt x="5761" y="210623"/>
                  </a:lnTo>
                  <a:lnTo>
                    <a:pt x="7218" y="215703"/>
                  </a:lnTo>
                  <a:lnTo>
                    <a:pt x="8834" y="220734"/>
                  </a:lnTo>
                  <a:lnTo>
                    <a:pt x="10610" y="225712"/>
                  </a:lnTo>
                  <a:lnTo>
                    <a:pt x="12541" y="230631"/>
                  </a:lnTo>
                  <a:lnTo>
                    <a:pt x="14627" y="235486"/>
                  </a:lnTo>
                  <a:lnTo>
                    <a:pt x="16866" y="240274"/>
                  </a:lnTo>
                  <a:lnTo>
                    <a:pt x="19254" y="244988"/>
                  </a:lnTo>
                  <a:lnTo>
                    <a:pt x="21791" y="249624"/>
                  </a:lnTo>
                  <a:lnTo>
                    <a:pt x="24473" y="254178"/>
                  </a:lnTo>
                  <a:lnTo>
                    <a:pt x="27297" y="258645"/>
                  </a:lnTo>
                  <a:lnTo>
                    <a:pt x="30262" y="263020"/>
                  </a:lnTo>
                  <a:lnTo>
                    <a:pt x="33363" y="267299"/>
                  </a:lnTo>
                  <a:lnTo>
                    <a:pt x="36597" y="271478"/>
                  </a:lnTo>
                  <a:lnTo>
                    <a:pt x="39963" y="275553"/>
                  </a:lnTo>
                  <a:lnTo>
                    <a:pt x="43455" y="279519"/>
                  </a:lnTo>
                  <a:lnTo>
                    <a:pt x="47071" y="283373"/>
                  </a:lnTo>
                  <a:lnTo>
                    <a:pt x="50807" y="287111"/>
                  </a:lnTo>
                  <a:lnTo>
                    <a:pt x="54659" y="290729"/>
                  </a:lnTo>
                  <a:lnTo>
                    <a:pt x="58624" y="294223"/>
                  </a:lnTo>
                  <a:lnTo>
                    <a:pt x="62697" y="297591"/>
                  </a:lnTo>
                  <a:lnTo>
                    <a:pt x="66875" y="300827"/>
                  </a:lnTo>
                  <a:lnTo>
                    <a:pt x="71153" y="303930"/>
                  </a:lnTo>
                  <a:lnTo>
                    <a:pt x="75527" y="306897"/>
                  </a:lnTo>
                  <a:lnTo>
                    <a:pt x="79992" y="309723"/>
                  </a:lnTo>
                  <a:lnTo>
                    <a:pt x="84544" y="312407"/>
                  </a:lnTo>
                  <a:lnTo>
                    <a:pt x="89179" y="314946"/>
                  </a:lnTo>
                  <a:lnTo>
                    <a:pt x="93892" y="317337"/>
                  </a:lnTo>
                  <a:lnTo>
                    <a:pt x="98679" y="319578"/>
                  </a:lnTo>
                  <a:lnTo>
                    <a:pt x="103533" y="321666"/>
                  </a:lnTo>
                  <a:lnTo>
                    <a:pt x="108451" y="323600"/>
                  </a:lnTo>
                  <a:lnTo>
                    <a:pt x="113428" y="325378"/>
                  </a:lnTo>
                  <a:lnTo>
                    <a:pt x="118459" y="326997"/>
                  </a:lnTo>
                  <a:lnTo>
                    <a:pt x="123538" y="328456"/>
                  </a:lnTo>
                  <a:lnTo>
                    <a:pt x="128661" y="329754"/>
                  </a:lnTo>
                  <a:lnTo>
                    <a:pt x="133822" y="330890"/>
                  </a:lnTo>
                  <a:lnTo>
                    <a:pt x="139017" y="331862"/>
                  </a:lnTo>
                  <a:lnTo>
                    <a:pt x="144240" y="332669"/>
                  </a:lnTo>
                  <a:lnTo>
                    <a:pt x="149486" y="333311"/>
                  </a:lnTo>
                  <a:lnTo>
                    <a:pt x="154749" y="333786"/>
                  </a:lnTo>
                  <a:lnTo>
                    <a:pt x="160025" y="334095"/>
                  </a:lnTo>
                  <a:lnTo>
                    <a:pt x="165308" y="334237"/>
                  </a:lnTo>
                  <a:lnTo>
                    <a:pt x="170592" y="334212"/>
                  </a:lnTo>
                  <a:lnTo>
                    <a:pt x="175874" y="334020"/>
                  </a:lnTo>
                  <a:lnTo>
                    <a:pt x="181146" y="333661"/>
                  </a:lnTo>
                  <a:lnTo>
                    <a:pt x="186405" y="333136"/>
                  </a:lnTo>
                  <a:lnTo>
                    <a:pt x="191644" y="332444"/>
                  </a:lnTo>
                  <a:lnTo>
                    <a:pt x="196859" y="331588"/>
                  </a:lnTo>
                  <a:lnTo>
                    <a:pt x="202044" y="330567"/>
                  </a:lnTo>
                  <a:lnTo>
                    <a:pt x="207195" y="329382"/>
                  </a:lnTo>
                  <a:lnTo>
                    <a:pt x="212305" y="328035"/>
                  </a:lnTo>
                  <a:lnTo>
                    <a:pt x="217370" y="326528"/>
                  </a:lnTo>
                  <a:lnTo>
                    <a:pt x="222385" y="324861"/>
                  </a:lnTo>
                  <a:lnTo>
                    <a:pt x="227345" y="323036"/>
                  </a:lnTo>
                  <a:lnTo>
                    <a:pt x="232245" y="321056"/>
                  </a:lnTo>
                  <a:lnTo>
                    <a:pt x="237079" y="318922"/>
                  </a:lnTo>
                  <a:lnTo>
                    <a:pt x="241844" y="316636"/>
                  </a:lnTo>
                  <a:lnTo>
                    <a:pt x="246534" y="314200"/>
                  </a:lnTo>
                  <a:lnTo>
                    <a:pt x="251145" y="311617"/>
                  </a:lnTo>
                  <a:lnTo>
                    <a:pt x="255672" y="308890"/>
                  </a:lnTo>
                  <a:lnTo>
                    <a:pt x="260110" y="306022"/>
                  </a:lnTo>
                  <a:lnTo>
                    <a:pt x="264456" y="303014"/>
                  </a:lnTo>
                  <a:lnTo>
                    <a:pt x="268704" y="299870"/>
                  </a:lnTo>
                  <a:lnTo>
                    <a:pt x="272851" y="296594"/>
                  </a:lnTo>
                  <a:lnTo>
                    <a:pt x="276892" y="293189"/>
                  </a:lnTo>
                  <a:lnTo>
                    <a:pt x="280823" y="289657"/>
                  </a:lnTo>
                  <a:lnTo>
                    <a:pt x="284641" y="286003"/>
                  </a:lnTo>
                  <a:lnTo>
                    <a:pt x="288341" y="282230"/>
                  </a:lnTo>
                  <a:lnTo>
                    <a:pt x="291921" y="278342"/>
                  </a:lnTo>
                  <a:lnTo>
                    <a:pt x="295375" y="274342"/>
                  </a:lnTo>
                  <a:lnTo>
                    <a:pt x="298702" y="270236"/>
                  </a:lnTo>
                  <a:lnTo>
                    <a:pt x="301897" y="266026"/>
                  </a:lnTo>
                  <a:lnTo>
                    <a:pt x="304957" y="261717"/>
                  </a:lnTo>
                  <a:lnTo>
                    <a:pt x="307880" y="257314"/>
                  </a:lnTo>
                  <a:lnTo>
                    <a:pt x="310662" y="252821"/>
                  </a:lnTo>
                  <a:lnTo>
                    <a:pt x="313300" y="248242"/>
                  </a:lnTo>
                  <a:lnTo>
                    <a:pt x="315793" y="243582"/>
                  </a:lnTo>
                  <a:lnTo>
                    <a:pt x="318137" y="238845"/>
                  </a:lnTo>
                  <a:lnTo>
                    <a:pt x="320330" y="234037"/>
                  </a:lnTo>
                  <a:lnTo>
                    <a:pt x="322370" y="229162"/>
                  </a:lnTo>
                  <a:lnTo>
                    <a:pt x="324254" y="224225"/>
                  </a:lnTo>
                  <a:lnTo>
                    <a:pt x="325982" y="219230"/>
                  </a:lnTo>
                  <a:lnTo>
                    <a:pt x="327551" y="214184"/>
                  </a:lnTo>
                  <a:lnTo>
                    <a:pt x="328960" y="209090"/>
                  </a:lnTo>
                  <a:lnTo>
                    <a:pt x="330207" y="203955"/>
                  </a:lnTo>
                  <a:lnTo>
                    <a:pt x="331291" y="198782"/>
                  </a:lnTo>
                  <a:lnTo>
                    <a:pt x="332211" y="193578"/>
                  </a:lnTo>
                  <a:lnTo>
                    <a:pt x="332967" y="188348"/>
                  </a:lnTo>
                  <a:lnTo>
                    <a:pt x="333556" y="183096"/>
                  </a:lnTo>
                  <a:lnTo>
                    <a:pt x="333979" y="177828"/>
                  </a:lnTo>
                  <a:lnTo>
                    <a:pt x="334236" y="172550"/>
                  </a:lnTo>
                  <a:lnTo>
                    <a:pt x="334325" y="167265"/>
                  </a:lnTo>
                  <a:lnTo>
                    <a:pt x="334247" y="161981"/>
                  </a:lnTo>
                  <a:lnTo>
                    <a:pt x="334003" y="156702"/>
                  </a:lnTo>
                  <a:lnTo>
                    <a:pt x="333591" y="151433"/>
                  </a:lnTo>
                  <a:lnTo>
                    <a:pt x="333013" y="146180"/>
                  </a:lnTo>
                  <a:lnTo>
                    <a:pt x="332270" y="140948"/>
                  </a:lnTo>
                  <a:lnTo>
                    <a:pt x="331361" y="135742"/>
                  </a:lnTo>
                  <a:lnTo>
                    <a:pt x="330289" y="130567"/>
                  </a:lnTo>
                  <a:lnTo>
                    <a:pt x="329053" y="125429"/>
                  </a:lnTo>
                  <a:lnTo>
                    <a:pt x="327656" y="120332"/>
                  </a:lnTo>
                  <a:lnTo>
                    <a:pt x="326098" y="115282"/>
                  </a:lnTo>
                  <a:lnTo>
                    <a:pt x="324381" y="110284"/>
                  </a:lnTo>
                  <a:lnTo>
                    <a:pt x="322507" y="105343"/>
                  </a:lnTo>
                  <a:lnTo>
                    <a:pt x="320478" y="100463"/>
                  </a:lnTo>
                  <a:lnTo>
                    <a:pt x="318295" y="95650"/>
                  </a:lnTo>
                  <a:lnTo>
                    <a:pt x="315962" y="90908"/>
                  </a:lnTo>
                  <a:lnTo>
                    <a:pt x="313480" y="86242"/>
                  </a:lnTo>
                  <a:lnTo>
                    <a:pt x="310852" y="81658"/>
                  </a:lnTo>
                  <a:lnTo>
                    <a:pt x="308080" y="77158"/>
                  </a:lnTo>
                  <a:lnTo>
                    <a:pt x="305167" y="72749"/>
                  </a:lnTo>
                  <a:lnTo>
                    <a:pt x="302116" y="68433"/>
                  </a:lnTo>
                  <a:lnTo>
                    <a:pt x="298930" y="64217"/>
                  </a:lnTo>
                  <a:lnTo>
                    <a:pt x="295613" y="60103"/>
                  </a:lnTo>
                  <a:lnTo>
                    <a:pt x="292167" y="56096"/>
                  </a:lnTo>
                  <a:lnTo>
                    <a:pt x="288597" y="52200"/>
                  </a:lnTo>
                  <a:lnTo>
                    <a:pt x="284905" y="48418"/>
                  </a:lnTo>
                  <a:lnTo>
                    <a:pt x="281095" y="44756"/>
                  </a:lnTo>
                  <a:lnTo>
                    <a:pt x="277171" y="41215"/>
                  </a:lnTo>
                  <a:lnTo>
                    <a:pt x="273138" y="37801"/>
                  </a:lnTo>
                  <a:lnTo>
                    <a:pt x="268998" y="34515"/>
                  </a:lnTo>
                  <a:lnTo>
                    <a:pt x="264757" y="31362"/>
                  </a:lnTo>
                  <a:lnTo>
                    <a:pt x="260418" y="28345"/>
                  </a:lnTo>
                  <a:lnTo>
                    <a:pt x="255986" y="25466"/>
                  </a:lnTo>
                  <a:lnTo>
                    <a:pt x="251465" y="22729"/>
                  </a:lnTo>
                  <a:lnTo>
                    <a:pt x="246860" y="20136"/>
                  </a:lnTo>
                  <a:lnTo>
                    <a:pt x="242176" y="17691"/>
                  </a:lnTo>
                  <a:lnTo>
                    <a:pt x="237416" y="15394"/>
                  </a:lnTo>
                  <a:lnTo>
                    <a:pt x="232586" y="13249"/>
                  </a:lnTo>
                  <a:lnTo>
                    <a:pt x="227691" y="11257"/>
                  </a:lnTo>
                  <a:lnTo>
                    <a:pt x="222735" y="9422"/>
                  </a:lnTo>
                  <a:lnTo>
                    <a:pt x="217724" y="7744"/>
                  </a:lnTo>
                  <a:lnTo>
                    <a:pt x="212662" y="6225"/>
                  </a:lnTo>
                  <a:lnTo>
                    <a:pt x="207555" y="4867"/>
                  </a:lnTo>
                  <a:lnTo>
                    <a:pt x="202407" y="3671"/>
                  </a:lnTo>
                  <a:lnTo>
                    <a:pt x="197224" y="2639"/>
                  </a:lnTo>
                  <a:lnTo>
                    <a:pt x="192011" y="1770"/>
                  </a:lnTo>
                  <a:lnTo>
                    <a:pt x="186773" y="1067"/>
                  </a:lnTo>
                  <a:lnTo>
                    <a:pt x="181516" y="530"/>
                  </a:lnTo>
                  <a:lnTo>
                    <a:pt x="167158" y="167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14358" cy="167167"/>
            </a:xfrm>
            <a:custGeom>
              <a:avLst/>
              <a:pathLst>
                <a:path w="14358" h="167167">
                  <a:moveTo>
                    <a:pt x="14358" y="6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797335" y="5269756"/>
              <a:ext cx="167165" cy="199972"/>
            </a:xfrm>
            <a:custGeom>
              <a:avLst/>
              <a:pathLst>
                <a:path w="167165" h="199972">
                  <a:moveTo>
                    <a:pt x="167165" y="0"/>
                  </a:moveTo>
                  <a:lnTo>
                    <a:pt x="161791" y="86"/>
                  </a:lnTo>
                  <a:lnTo>
                    <a:pt x="156423" y="345"/>
                  </a:lnTo>
                  <a:lnTo>
                    <a:pt x="151066" y="777"/>
                  </a:lnTo>
                  <a:lnTo>
                    <a:pt x="145726" y="1380"/>
                  </a:lnTo>
                  <a:lnTo>
                    <a:pt x="140408" y="2155"/>
                  </a:lnTo>
                  <a:lnTo>
                    <a:pt x="135117" y="3100"/>
                  </a:lnTo>
                  <a:lnTo>
                    <a:pt x="129859" y="4215"/>
                  </a:lnTo>
                  <a:lnTo>
                    <a:pt x="124640" y="5499"/>
                  </a:lnTo>
                  <a:lnTo>
                    <a:pt x="119466" y="6949"/>
                  </a:lnTo>
                  <a:lnTo>
                    <a:pt x="114340" y="8565"/>
                  </a:lnTo>
                  <a:lnTo>
                    <a:pt x="109269" y="10346"/>
                  </a:lnTo>
                  <a:lnTo>
                    <a:pt x="104258" y="12288"/>
                  </a:lnTo>
                  <a:lnTo>
                    <a:pt x="99311" y="14390"/>
                  </a:lnTo>
                  <a:lnTo>
                    <a:pt x="94435" y="16650"/>
                  </a:lnTo>
                  <a:lnTo>
                    <a:pt x="89634" y="19066"/>
                  </a:lnTo>
                  <a:lnTo>
                    <a:pt x="84914" y="21635"/>
                  </a:lnTo>
                  <a:lnTo>
                    <a:pt x="80278" y="24354"/>
                  </a:lnTo>
                  <a:lnTo>
                    <a:pt x="75732" y="27221"/>
                  </a:lnTo>
                  <a:lnTo>
                    <a:pt x="71281" y="30232"/>
                  </a:lnTo>
                  <a:lnTo>
                    <a:pt x="66928" y="33385"/>
                  </a:lnTo>
                  <a:lnTo>
                    <a:pt x="62680" y="36677"/>
                  </a:lnTo>
                  <a:lnTo>
                    <a:pt x="58539" y="40103"/>
                  </a:lnTo>
                  <a:lnTo>
                    <a:pt x="54510" y="43660"/>
                  </a:lnTo>
                  <a:lnTo>
                    <a:pt x="50598" y="47346"/>
                  </a:lnTo>
                  <a:lnTo>
                    <a:pt x="46807" y="51155"/>
                  </a:lnTo>
                  <a:lnTo>
                    <a:pt x="43140" y="55084"/>
                  </a:lnTo>
                  <a:lnTo>
                    <a:pt x="39601" y="59128"/>
                  </a:lnTo>
                  <a:lnTo>
                    <a:pt x="36194" y="63285"/>
                  </a:lnTo>
                  <a:lnTo>
                    <a:pt x="32922" y="67549"/>
                  </a:lnTo>
                  <a:lnTo>
                    <a:pt x="29789" y="71916"/>
                  </a:lnTo>
                  <a:lnTo>
                    <a:pt x="26798" y="76381"/>
                  </a:lnTo>
                  <a:lnTo>
                    <a:pt x="23952" y="80940"/>
                  </a:lnTo>
                  <a:lnTo>
                    <a:pt x="21255" y="85588"/>
                  </a:lnTo>
                  <a:lnTo>
                    <a:pt x="18708" y="90321"/>
                  </a:lnTo>
                  <a:lnTo>
                    <a:pt x="16314" y="95133"/>
                  </a:lnTo>
                  <a:lnTo>
                    <a:pt x="14076" y="100019"/>
                  </a:lnTo>
                  <a:lnTo>
                    <a:pt x="11997" y="104975"/>
                  </a:lnTo>
                  <a:lnTo>
                    <a:pt x="10078" y="109995"/>
                  </a:lnTo>
                  <a:lnTo>
                    <a:pt x="8321" y="115075"/>
                  </a:lnTo>
                  <a:lnTo>
                    <a:pt x="6729" y="120208"/>
                  </a:lnTo>
                  <a:lnTo>
                    <a:pt x="5302" y="125389"/>
                  </a:lnTo>
                  <a:lnTo>
                    <a:pt x="4043" y="130614"/>
                  </a:lnTo>
                  <a:lnTo>
                    <a:pt x="2952" y="135877"/>
                  </a:lnTo>
                  <a:lnTo>
                    <a:pt x="2031" y="141172"/>
                  </a:lnTo>
                  <a:lnTo>
                    <a:pt x="1281" y="146493"/>
                  </a:lnTo>
                  <a:lnTo>
                    <a:pt x="702" y="151836"/>
                  </a:lnTo>
                  <a:lnTo>
                    <a:pt x="295" y="157195"/>
                  </a:lnTo>
                  <a:lnTo>
                    <a:pt x="61" y="162565"/>
                  </a:lnTo>
                  <a:lnTo>
                    <a:pt x="0" y="167939"/>
                  </a:lnTo>
                  <a:lnTo>
                    <a:pt x="111" y="173312"/>
                  </a:lnTo>
                  <a:lnTo>
                    <a:pt x="395" y="178679"/>
                  </a:lnTo>
                  <a:lnTo>
                    <a:pt x="851" y="184034"/>
                  </a:lnTo>
                  <a:lnTo>
                    <a:pt x="1479" y="189372"/>
                  </a:lnTo>
                  <a:lnTo>
                    <a:pt x="2278" y="194686"/>
                  </a:lnTo>
                  <a:lnTo>
                    <a:pt x="3248" y="19997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800584" y="5269756"/>
              <a:ext cx="331070" cy="334331"/>
            </a:xfrm>
            <a:custGeom>
              <a:avLst/>
              <a:pathLst>
                <a:path w="331070" h="334331">
                  <a:moveTo>
                    <a:pt x="0" y="199972"/>
                  </a:moveTo>
                  <a:lnTo>
                    <a:pt x="1125" y="205167"/>
                  </a:lnTo>
                  <a:lnTo>
                    <a:pt x="2415" y="210323"/>
                  </a:lnTo>
                  <a:lnTo>
                    <a:pt x="3869" y="215435"/>
                  </a:lnTo>
                  <a:lnTo>
                    <a:pt x="5484" y="220498"/>
                  </a:lnTo>
                  <a:lnTo>
                    <a:pt x="7260" y="225508"/>
                  </a:lnTo>
                  <a:lnTo>
                    <a:pt x="9194" y="230458"/>
                  </a:lnTo>
                  <a:lnTo>
                    <a:pt x="11284" y="235345"/>
                  </a:lnTo>
                  <a:lnTo>
                    <a:pt x="13528" y="240162"/>
                  </a:lnTo>
                  <a:lnTo>
                    <a:pt x="15925" y="244906"/>
                  </a:lnTo>
                  <a:lnTo>
                    <a:pt x="18471" y="249572"/>
                  </a:lnTo>
                  <a:lnTo>
                    <a:pt x="21164" y="254154"/>
                  </a:lnTo>
                  <a:lnTo>
                    <a:pt x="24001" y="258648"/>
                  </a:lnTo>
                  <a:lnTo>
                    <a:pt x="26980" y="263049"/>
                  </a:lnTo>
                  <a:lnTo>
                    <a:pt x="30097" y="267354"/>
                  </a:lnTo>
                  <a:lnTo>
                    <a:pt x="33350" y="271557"/>
                  </a:lnTo>
                  <a:lnTo>
                    <a:pt x="36734" y="275655"/>
                  </a:lnTo>
                  <a:lnTo>
                    <a:pt x="40247" y="279643"/>
                  </a:lnTo>
                  <a:lnTo>
                    <a:pt x="43886" y="283518"/>
                  </a:lnTo>
                  <a:lnTo>
                    <a:pt x="47645" y="287275"/>
                  </a:lnTo>
                  <a:lnTo>
                    <a:pt x="51522" y="290910"/>
                  </a:lnTo>
                  <a:lnTo>
                    <a:pt x="55512" y="294421"/>
                  </a:lnTo>
                  <a:lnTo>
                    <a:pt x="59613" y="297803"/>
                  </a:lnTo>
                  <a:lnTo>
                    <a:pt x="63818" y="301052"/>
                  </a:lnTo>
                  <a:lnTo>
                    <a:pt x="68125" y="304167"/>
                  </a:lnTo>
                  <a:lnTo>
                    <a:pt x="72528" y="307143"/>
                  </a:lnTo>
                  <a:lnTo>
                    <a:pt x="77024" y="309977"/>
                  </a:lnTo>
                  <a:lnTo>
                    <a:pt x="81608" y="312667"/>
                  </a:lnTo>
                  <a:lnTo>
                    <a:pt x="86275" y="315210"/>
                  </a:lnTo>
                  <a:lnTo>
                    <a:pt x="91021" y="317603"/>
                  </a:lnTo>
                  <a:lnTo>
                    <a:pt x="95840" y="319845"/>
                  </a:lnTo>
                  <a:lnTo>
                    <a:pt x="100728" y="321932"/>
                  </a:lnTo>
                  <a:lnTo>
                    <a:pt x="105679" y="323862"/>
                  </a:lnTo>
                  <a:lnTo>
                    <a:pt x="110690" y="325634"/>
                  </a:lnTo>
                  <a:lnTo>
                    <a:pt x="115755" y="327246"/>
                  </a:lnTo>
                  <a:lnTo>
                    <a:pt x="120868" y="328696"/>
                  </a:lnTo>
                  <a:lnTo>
                    <a:pt x="126025" y="329983"/>
                  </a:lnTo>
                  <a:lnTo>
                    <a:pt x="131219" y="331106"/>
                  </a:lnTo>
                  <a:lnTo>
                    <a:pt x="136448" y="332062"/>
                  </a:lnTo>
                  <a:lnTo>
                    <a:pt x="141703" y="332852"/>
                  </a:lnTo>
                  <a:lnTo>
                    <a:pt x="146982" y="333474"/>
                  </a:lnTo>
                  <a:lnTo>
                    <a:pt x="152277" y="333929"/>
                  </a:lnTo>
                  <a:lnTo>
                    <a:pt x="157584" y="334214"/>
                  </a:lnTo>
                  <a:lnTo>
                    <a:pt x="162898" y="334331"/>
                  </a:lnTo>
                  <a:lnTo>
                    <a:pt x="168212" y="334279"/>
                  </a:lnTo>
                  <a:lnTo>
                    <a:pt x="173523" y="334058"/>
                  </a:lnTo>
                  <a:lnTo>
                    <a:pt x="178823" y="333668"/>
                  </a:lnTo>
                  <a:lnTo>
                    <a:pt x="184108" y="333110"/>
                  </a:lnTo>
                  <a:lnTo>
                    <a:pt x="189374" y="332385"/>
                  </a:lnTo>
                  <a:lnTo>
                    <a:pt x="194613" y="331492"/>
                  </a:lnTo>
                  <a:lnTo>
                    <a:pt x="199821" y="330433"/>
                  </a:lnTo>
                  <a:lnTo>
                    <a:pt x="204993" y="329209"/>
                  </a:lnTo>
                  <a:lnTo>
                    <a:pt x="210124" y="327821"/>
                  </a:lnTo>
                  <a:lnTo>
                    <a:pt x="215207" y="326271"/>
                  </a:lnTo>
                  <a:lnTo>
                    <a:pt x="220239" y="324560"/>
                  </a:lnTo>
                  <a:lnTo>
                    <a:pt x="225214" y="322690"/>
                  </a:lnTo>
                  <a:lnTo>
                    <a:pt x="230127" y="320663"/>
                  </a:lnTo>
                  <a:lnTo>
                    <a:pt x="234973" y="318481"/>
                  </a:lnTo>
                  <a:lnTo>
                    <a:pt x="239748" y="316145"/>
                  </a:lnTo>
                  <a:lnTo>
                    <a:pt x="244445" y="313659"/>
                  </a:lnTo>
                  <a:lnTo>
                    <a:pt x="249061" y="311025"/>
                  </a:lnTo>
                  <a:lnTo>
                    <a:pt x="253592" y="308246"/>
                  </a:lnTo>
                  <a:lnTo>
                    <a:pt x="258031" y="305324"/>
                  </a:lnTo>
                  <a:lnTo>
                    <a:pt x="262376" y="302262"/>
                  </a:lnTo>
                  <a:lnTo>
                    <a:pt x="266620" y="299064"/>
                  </a:lnTo>
                  <a:lnTo>
                    <a:pt x="270761" y="295732"/>
                  </a:lnTo>
                  <a:lnTo>
                    <a:pt x="274794" y="292271"/>
                  </a:lnTo>
                  <a:lnTo>
                    <a:pt x="278715" y="288683"/>
                  </a:lnTo>
                  <a:lnTo>
                    <a:pt x="282520" y="284972"/>
                  </a:lnTo>
                  <a:lnTo>
                    <a:pt x="286205" y="281142"/>
                  </a:lnTo>
                  <a:lnTo>
                    <a:pt x="289767" y="277197"/>
                  </a:lnTo>
                  <a:lnTo>
                    <a:pt x="293201" y="273141"/>
                  </a:lnTo>
                  <a:lnTo>
                    <a:pt x="296504" y="268977"/>
                  </a:lnTo>
                  <a:lnTo>
                    <a:pt x="299674" y="264711"/>
                  </a:lnTo>
                  <a:lnTo>
                    <a:pt x="302706" y="260346"/>
                  </a:lnTo>
                  <a:lnTo>
                    <a:pt x="305598" y="255887"/>
                  </a:lnTo>
                  <a:lnTo>
                    <a:pt x="308347" y="251338"/>
                  </a:lnTo>
                  <a:lnTo>
                    <a:pt x="310950" y="246704"/>
                  </a:lnTo>
                  <a:lnTo>
                    <a:pt x="313404" y="241990"/>
                  </a:lnTo>
                  <a:lnTo>
                    <a:pt x="315707" y="237200"/>
                  </a:lnTo>
                  <a:lnTo>
                    <a:pt x="317856" y="232339"/>
                  </a:lnTo>
                  <a:lnTo>
                    <a:pt x="319850" y="227413"/>
                  </a:lnTo>
                  <a:lnTo>
                    <a:pt x="321687" y="222425"/>
                  </a:lnTo>
                  <a:lnTo>
                    <a:pt x="323364" y="217382"/>
                  </a:lnTo>
                  <a:lnTo>
                    <a:pt x="324879" y="212288"/>
                  </a:lnTo>
                  <a:lnTo>
                    <a:pt x="326232" y="207148"/>
                  </a:lnTo>
                  <a:lnTo>
                    <a:pt x="327421" y="201968"/>
                  </a:lnTo>
                  <a:lnTo>
                    <a:pt x="328445" y="196752"/>
                  </a:lnTo>
                  <a:lnTo>
                    <a:pt x="329302" y="191507"/>
                  </a:lnTo>
                  <a:lnTo>
                    <a:pt x="329993" y="186237"/>
                  </a:lnTo>
                  <a:lnTo>
                    <a:pt x="330515" y="180948"/>
                  </a:lnTo>
                  <a:lnTo>
                    <a:pt x="330869" y="175645"/>
                  </a:lnTo>
                  <a:lnTo>
                    <a:pt x="331054" y="170334"/>
                  </a:lnTo>
                  <a:lnTo>
                    <a:pt x="331070" y="165019"/>
                  </a:lnTo>
                  <a:lnTo>
                    <a:pt x="330917" y="159706"/>
                  </a:lnTo>
                  <a:lnTo>
                    <a:pt x="330596" y="154401"/>
                  </a:lnTo>
                  <a:lnTo>
                    <a:pt x="330106" y="149109"/>
                  </a:lnTo>
                  <a:lnTo>
                    <a:pt x="329448" y="143835"/>
                  </a:lnTo>
                  <a:lnTo>
                    <a:pt x="328622" y="138585"/>
                  </a:lnTo>
                  <a:lnTo>
                    <a:pt x="327630" y="133363"/>
                  </a:lnTo>
                  <a:lnTo>
                    <a:pt x="326473" y="128176"/>
                  </a:lnTo>
                  <a:lnTo>
                    <a:pt x="325151" y="123028"/>
                  </a:lnTo>
                  <a:lnTo>
                    <a:pt x="323667" y="117925"/>
                  </a:lnTo>
                  <a:lnTo>
                    <a:pt x="322021" y="112871"/>
                  </a:lnTo>
                  <a:lnTo>
                    <a:pt x="320215" y="107873"/>
                  </a:lnTo>
                  <a:lnTo>
                    <a:pt x="318251" y="102934"/>
                  </a:lnTo>
                  <a:lnTo>
                    <a:pt x="316131" y="98060"/>
                  </a:lnTo>
                  <a:lnTo>
                    <a:pt x="313857" y="93256"/>
                  </a:lnTo>
                  <a:lnTo>
                    <a:pt x="311432" y="88527"/>
                  </a:lnTo>
                  <a:lnTo>
                    <a:pt x="308857" y="83877"/>
                  </a:lnTo>
                  <a:lnTo>
                    <a:pt x="306136" y="79312"/>
                  </a:lnTo>
                  <a:lnTo>
                    <a:pt x="303271" y="74835"/>
                  </a:lnTo>
                  <a:lnTo>
                    <a:pt x="300266" y="70452"/>
                  </a:lnTo>
                  <a:lnTo>
                    <a:pt x="297122" y="66166"/>
                  </a:lnTo>
                  <a:lnTo>
                    <a:pt x="293844" y="61983"/>
                  </a:lnTo>
                  <a:lnTo>
                    <a:pt x="290435" y="57906"/>
                  </a:lnTo>
                  <a:lnTo>
                    <a:pt x="286898" y="53939"/>
                  </a:lnTo>
                  <a:lnTo>
                    <a:pt x="283236" y="50087"/>
                  </a:lnTo>
                  <a:lnTo>
                    <a:pt x="279454" y="46353"/>
                  </a:lnTo>
                  <a:lnTo>
                    <a:pt x="275555" y="42741"/>
                  </a:lnTo>
                  <a:lnTo>
                    <a:pt x="271543" y="39255"/>
                  </a:lnTo>
                  <a:lnTo>
                    <a:pt x="267422" y="35898"/>
                  </a:lnTo>
                  <a:lnTo>
                    <a:pt x="263197" y="32674"/>
                  </a:lnTo>
                  <a:lnTo>
                    <a:pt x="258871" y="29586"/>
                  </a:lnTo>
                  <a:lnTo>
                    <a:pt x="254450" y="26637"/>
                  </a:lnTo>
                  <a:lnTo>
                    <a:pt x="249937" y="23830"/>
                  </a:lnTo>
                  <a:lnTo>
                    <a:pt x="245337" y="21168"/>
                  </a:lnTo>
                  <a:lnTo>
                    <a:pt x="240654" y="18653"/>
                  </a:lnTo>
                  <a:lnTo>
                    <a:pt x="235894" y="16289"/>
                  </a:lnTo>
                  <a:lnTo>
                    <a:pt x="231061" y="14077"/>
                  </a:lnTo>
                  <a:lnTo>
                    <a:pt x="226161" y="12020"/>
                  </a:lnTo>
                  <a:lnTo>
                    <a:pt x="221197" y="10120"/>
                  </a:lnTo>
                  <a:lnTo>
                    <a:pt x="216176" y="8378"/>
                  </a:lnTo>
                  <a:lnTo>
                    <a:pt x="211102" y="6797"/>
                  </a:lnTo>
                  <a:lnTo>
                    <a:pt x="205980" y="5378"/>
                  </a:lnTo>
                  <a:lnTo>
                    <a:pt x="200815" y="4123"/>
                  </a:lnTo>
                  <a:lnTo>
                    <a:pt x="195614" y="3032"/>
                  </a:lnTo>
                  <a:lnTo>
                    <a:pt x="190380" y="2107"/>
                  </a:lnTo>
                  <a:lnTo>
                    <a:pt x="185119" y="1350"/>
                  </a:lnTo>
                  <a:lnTo>
                    <a:pt x="179837" y="759"/>
                  </a:lnTo>
                  <a:lnTo>
                    <a:pt x="174539" y="337"/>
                  </a:lnTo>
                  <a:lnTo>
                    <a:pt x="169231" y="84"/>
                  </a:lnTo>
                  <a:lnTo>
                    <a:pt x="163916" y="0"/>
                  </a:lnTo>
                  <a:lnTo>
                    <a:pt x="16391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53190" y="5399291"/>
              <a:ext cx="33025" cy="167167"/>
            </a:xfrm>
            <a:custGeom>
              <a:avLst/>
              <a:pathLst>
                <a:path w="33025" h="167167">
                  <a:moveTo>
                    <a:pt x="33025" y="0"/>
                  </a:moveTo>
                  <a:lnTo>
                    <a:pt x="26378" y="132"/>
                  </a:lnTo>
                  <a:lnTo>
                    <a:pt x="19741" y="528"/>
                  </a:lnTo>
                  <a:lnTo>
                    <a:pt x="13126" y="1188"/>
                  </a:lnTo>
                  <a:lnTo>
                    <a:pt x="6542" y="2111"/>
                  </a:lnTo>
                  <a:lnTo>
                    <a:pt x="0" y="3294"/>
                  </a:lnTo>
                  <a:lnTo>
                    <a:pt x="3302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53190" y="5402586"/>
              <a:ext cx="33025" cy="163872"/>
            </a:xfrm>
            <a:custGeom>
              <a:avLst/>
              <a:pathLst>
                <a:path w="33025" h="163872">
                  <a:moveTo>
                    <a:pt x="0" y="0"/>
                  </a:moveTo>
                  <a:lnTo>
                    <a:pt x="33025" y="16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3190" y="5402586"/>
              <a:ext cx="33025" cy="163872"/>
            </a:xfrm>
            <a:custGeom>
              <a:avLst/>
              <a:pathLst>
                <a:path w="33025" h="163872">
                  <a:moveTo>
                    <a:pt x="0" y="0"/>
                  </a:moveTo>
                  <a:lnTo>
                    <a:pt x="33025" y="16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53190" y="5402586"/>
              <a:ext cx="33025" cy="163872"/>
            </a:xfrm>
            <a:custGeom>
              <a:avLst/>
              <a:pathLst>
                <a:path w="33025" h="163872">
                  <a:moveTo>
                    <a:pt x="0" y="0"/>
                  </a:moveTo>
                  <a:lnTo>
                    <a:pt x="33025" y="16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53190" y="5402586"/>
              <a:ext cx="33025" cy="163872"/>
            </a:xfrm>
            <a:custGeom>
              <a:avLst/>
              <a:pathLst>
                <a:path w="33025" h="163872">
                  <a:moveTo>
                    <a:pt x="0" y="0"/>
                  </a:moveTo>
                  <a:lnTo>
                    <a:pt x="33025" y="16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53190" y="5402586"/>
              <a:ext cx="33025" cy="163872"/>
            </a:xfrm>
            <a:custGeom>
              <a:avLst/>
              <a:pathLst>
                <a:path w="33025" h="163872">
                  <a:moveTo>
                    <a:pt x="0" y="0"/>
                  </a:moveTo>
                  <a:lnTo>
                    <a:pt x="33025" y="1638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53190" y="5402586"/>
              <a:ext cx="33025" cy="163872"/>
            </a:xfrm>
            <a:custGeom>
              <a:avLst/>
              <a:pathLst>
                <a:path w="33025" h="163872">
                  <a:moveTo>
                    <a:pt x="0" y="0"/>
                  </a:moveTo>
                  <a:lnTo>
                    <a:pt x="33025" y="1638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319063" y="5401048"/>
              <a:ext cx="334318" cy="332575"/>
            </a:xfrm>
            <a:custGeom>
              <a:avLst/>
              <a:pathLst>
                <a:path w="334318" h="332575">
                  <a:moveTo>
                    <a:pt x="134126" y="1537"/>
                  </a:moveTo>
                  <a:lnTo>
                    <a:pt x="128966" y="2662"/>
                  </a:lnTo>
                  <a:lnTo>
                    <a:pt x="123845" y="3949"/>
                  </a:lnTo>
                  <a:lnTo>
                    <a:pt x="118767" y="5398"/>
                  </a:lnTo>
                  <a:lnTo>
                    <a:pt x="113736" y="7006"/>
                  </a:lnTo>
                  <a:lnTo>
                    <a:pt x="108760" y="8772"/>
                  </a:lnTo>
                  <a:lnTo>
                    <a:pt x="103841" y="10695"/>
                  </a:lnTo>
                  <a:lnTo>
                    <a:pt x="98986" y="12772"/>
                  </a:lnTo>
                  <a:lnTo>
                    <a:pt x="94199" y="15001"/>
                  </a:lnTo>
                  <a:lnTo>
                    <a:pt x="89484" y="17380"/>
                  </a:lnTo>
                  <a:lnTo>
                    <a:pt x="84847" y="19907"/>
                  </a:lnTo>
                  <a:lnTo>
                    <a:pt x="80293" y="22580"/>
                  </a:lnTo>
                  <a:lnTo>
                    <a:pt x="75824" y="25394"/>
                  </a:lnTo>
                  <a:lnTo>
                    <a:pt x="71447" y="28349"/>
                  </a:lnTo>
                  <a:lnTo>
                    <a:pt x="67166" y="31440"/>
                  </a:lnTo>
                  <a:lnTo>
                    <a:pt x="62984" y="34665"/>
                  </a:lnTo>
                  <a:lnTo>
                    <a:pt x="58907" y="38021"/>
                  </a:lnTo>
                  <a:lnTo>
                    <a:pt x="54937" y="41503"/>
                  </a:lnTo>
                  <a:lnTo>
                    <a:pt x="51079" y="45110"/>
                  </a:lnTo>
                  <a:lnTo>
                    <a:pt x="47337" y="48836"/>
                  </a:lnTo>
                  <a:lnTo>
                    <a:pt x="43715" y="52679"/>
                  </a:lnTo>
                  <a:lnTo>
                    <a:pt x="40216" y="56634"/>
                  </a:lnTo>
                  <a:lnTo>
                    <a:pt x="36843" y="60698"/>
                  </a:lnTo>
                  <a:lnTo>
                    <a:pt x="33601" y="64866"/>
                  </a:lnTo>
                  <a:lnTo>
                    <a:pt x="30492" y="69134"/>
                  </a:lnTo>
                  <a:lnTo>
                    <a:pt x="27519" y="73499"/>
                  </a:lnTo>
                  <a:lnTo>
                    <a:pt x="24685" y="77955"/>
                  </a:lnTo>
                  <a:lnTo>
                    <a:pt x="21994" y="82499"/>
                  </a:lnTo>
                  <a:lnTo>
                    <a:pt x="19448" y="87125"/>
                  </a:lnTo>
                  <a:lnTo>
                    <a:pt x="17049" y="91830"/>
                  </a:lnTo>
                  <a:lnTo>
                    <a:pt x="14799" y="96608"/>
                  </a:lnTo>
                  <a:lnTo>
                    <a:pt x="12702" y="101454"/>
                  </a:lnTo>
                  <a:lnTo>
                    <a:pt x="10759" y="106364"/>
                  </a:lnTo>
                  <a:lnTo>
                    <a:pt x="8972" y="111334"/>
                  </a:lnTo>
                  <a:lnTo>
                    <a:pt x="7343" y="116357"/>
                  </a:lnTo>
                  <a:lnTo>
                    <a:pt x="5873" y="121429"/>
                  </a:lnTo>
                  <a:lnTo>
                    <a:pt x="4565" y="126545"/>
                  </a:lnTo>
                  <a:lnTo>
                    <a:pt x="3418" y="131700"/>
                  </a:lnTo>
                  <a:lnTo>
                    <a:pt x="2435" y="136889"/>
                  </a:lnTo>
                  <a:lnTo>
                    <a:pt x="1617" y="142106"/>
                  </a:lnTo>
                  <a:lnTo>
                    <a:pt x="963" y="147346"/>
                  </a:lnTo>
                  <a:lnTo>
                    <a:pt x="475" y="152604"/>
                  </a:lnTo>
                  <a:lnTo>
                    <a:pt x="154" y="157875"/>
                  </a:lnTo>
                  <a:lnTo>
                    <a:pt x="0" y="163154"/>
                  </a:lnTo>
                  <a:lnTo>
                    <a:pt x="12" y="168435"/>
                  </a:lnTo>
                  <a:lnTo>
                    <a:pt x="191" y="173713"/>
                  </a:lnTo>
                  <a:lnTo>
                    <a:pt x="536" y="178982"/>
                  </a:lnTo>
                  <a:lnTo>
                    <a:pt x="1048" y="184238"/>
                  </a:lnTo>
                  <a:lnTo>
                    <a:pt x="1726" y="189475"/>
                  </a:lnTo>
                  <a:lnTo>
                    <a:pt x="2568" y="194689"/>
                  </a:lnTo>
                  <a:lnTo>
                    <a:pt x="3575" y="199872"/>
                  </a:lnTo>
                  <a:lnTo>
                    <a:pt x="4745" y="205022"/>
                  </a:lnTo>
                  <a:lnTo>
                    <a:pt x="6078" y="210132"/>
                  </a:lnTo>
                  <a:lnTo>
                    <a:pt x="7571" y="215198"/>
                  </a:lnTo>
                  <a:lnTo>
                    <a:pt x="9223" y="220213"/>
                  </a:lnTo>
                  <a:lnTo>
                    <a:pt x="11033" y="225174"/>
                  </a:lnTo>
                  <a:lnTo>
                    <a:pt x="12998" y="230076"/>
                  </a:lnTo>
                  <a:lnTo>
                    <a:pt x="15118" y="234913"/>
                  </a:lnTo>
                  <a:lnTo>
                    <a:pt x="17389" y="239680"/>
                  </a:lnTo>
                  <a:lnTo>
                    <a:pt x="19810" y="244373"/>
                  </a:lnTo>
                  <a:lnTo>
                    <a:pt x="22377" y="248988"/>
                  </a:lnTo>
                  <a:lnTo>
                    <a:pt x="25089" y="253519"/>
                  </a:lnTo>
                  <a:lnTo>
                    <a:pt x="27943" y="257962"/>
                  </a:lnTo>
                  <a:lnTo>
                    <a:pt x="30936" y="262313"/>
                  </a:lnTo>
                  <a:lnTo>
                    <a:pt x="34065" y="266567"/>
                  </a:lnTo>
                  <a:lnTo>
                    <a:pt x="37327" y="270721"/>
                  </a:lnTo>
                  <a:lnTo>
                    <a:pt x="40718" y="274769"/>
                  </a:lnTo>
                  <a:lnTo>
                    <a:pt x="44235" y="278708"/>
                  </a:lnTo>
                  <a:lnTo>
                    <a:pt x="47875" y="282534"/>
                  </a:lnTo>
                  <a:lnTo>
                    <a:pt x="51634" y="286243"/>
                  </a:lnTo>
                  <a:lnTo>
                    <a:pt x="55508" y="289831"/>
                  </a:lnTo>
                  <a:lnTo>
                    <a:pt x="59494" y="293296"/>
                  </a:lnTo>
                  <a:lnTo>
                    <a:pt x="63587" y="296632"/>
                  </a:lnTo>
                  <a:lnTo>
                    <a:pt x="67784" y="299838"/>
                  </a:lnTo>
                  <a:lnTo>
                    <a:pt x="72079" y="302910"/>
                  </a:lnTo>
                  <a:lnTo>
                    <a:pt x="76470" y="305844"/>
                  </a:lnTo>
                  <a:lnTo>
                    <a:pt x="80951" y="308638"/>
                  </a:lnTo>
                  <a:lnTo>
                    <a:pt x="85518" y="311289"/>
                  </a:lnTo>
                  <a:lnTo>
                    <a:pt x="90167" y="313795"/>
                  </a:lnTo>
                  <a:lnTo>
                    <a:pt x="94892" y="316153"/>
                  </a:lnTo>
                  <a:lnTo>
                    <a:pt x="99689" y="318360"/>
                  </a:lnTo>
                  <a:lnTo>
                    <a:pt x="104554" y="320415"/>
                  </a:lnTo>
                  <a:lnTo>
                    <a:pt x="109481" y="322314"/>
                  </a:lnTo>
                  <a:lnTo>
                    <a:pt x="114466" y="324058"/>
                  </a:lnTo>
                  <a:lnTo>
                    <a:pt x="119504" y="325643"/>
                  </a:lnTo>
                  <a:lnTo>
                    <a:pt x="124588" y="327068"/>
                  </a:lnTo>
                  <a:lnTo>
                    <a:pt x="129716" y="328332"/>
                  </a:lnTo>
                  <a:lnTo>
                    <a:pt x="134881" y="329433"/>
                  </a:lnTo>
                  <a:lnTo>
                    <a:pt x="140078" y="330370"/>
                  </a:lnTo>
                  <a:lnTo>
                    <a:pt x="145302" y="331143"/>
                  </a:lnTo>
                  <a:lnTo>
                    <a:pt x="150547" y="331751"/>
                  </a:lnTo>
                  <a:lnTo>
                    <a:pt x="155810" y="332192"/>
                  </a:lnTo>
                  <a:lnTo>
                    <a:pt x="161083" y="332467"/>
                  </a:lnTo>
                  <a:lnTo>
                    <a:pt x="166363" y="332575"/>
                  </a:lnTo>
                  <a:lnTo>
                    <a:pt x="171644" y="332517"/>
                  </a:lnTo>
                  <a:lnTo>
                    <a:pt x="176920" y="332292"/>
                  </a:lnTo>
                  <a:lnTo>
                    <a:pt x="182186" y="331900"/>
                  </a:lnTo>
                  <a:lnTo>
                    <a:pt x="187437" y="331342"/>
                  </a:lnTo>
                  <a:lnTo>
                    <a:pt x="192668" y="330618"/>
                  </a:lnTo>
                  <a:lnTo>
                    <a:pt x="197874" y="329730"/>
                  </a:lnTo>
                  <a:lnTo>
                    <a:pt x="203049" y="328677"/>
                  </a:lnTo>
                  <a:lnTo>
                    <a:pt x="208188" y="327462"/>
                  </a:lnTo>
                  <a:lnTo>
                    <a:pt x="213286" y="326085"/>
                  </a:lnTo>
                  <a:lnTo>
                    <a:pt x="218338" y="324548"/>
                  </a:lnTo>
                  <a:lnTo>
                    <a:pt x="223339" y="322852"/>
                  </a:lnTo>
                  <a:lnTo>
                    <a:pt x="228284" y="320998"/>
                  </a:lnTo>
                  <a:lnTo>
                    <a:pt x="233168" y="318990"/>
                  </a:lnTo>
                  <a:lnTo>
                    <a:pt x="237986" y="316828"/>
                  </a:lnTo>
                  <a:lnTo>
                    <a:pt x="242734" y="314515"/>
                  </a:lnTo>
                  <a:lnTo>
                    <a:pt x="247406" y="312053"/>
                  </a:lnTo>
                  <a:lnTo>
                    <a:pt x="251997" y="309445"/>
                  </a:lnTo>
                  <a:lnTo>
                    <a:pt x="256505" y="306693"/>
                  </a:lnTo>
                  <a:lnTo>
                    <a:pt x="260923" y="303800"/>
                  </a:lnTo>
                  <a:lnTo>
                    <a:pt x="265247" y="300770"/>
                  </a:lnTo>
                  <a:lnTo>
                    <a:pt x="269474" y="297604"/>
                  </a:lnTo>
                  <a:lnTo>
                    <a:pt x="273598" y="294306"/>
                  </a:lnTo>
                  <a:lnTo>
                    <a:pt x="277616" y="290879"/>
                  </a:lnTo>
                  <a:lnTo>
                    <a:pt x="281524" y="287327"/>
                  </a:lnTo>
                  <a:lnTo>
                    <a:pt x="285318" y="283654"/>
                  </a:lnTo>
                  <a:lnTo>
                    <a:pt x="288994" y="279862"/>
                  </a:lnTo>
                  <a:lnTo>
                    <a:pt x="292548" y="275957"/>
                  </a:lnTo>
                  <a:lnTo>
                    <a:pt x="295978" y="271941"/>
                  </a:lnTo>
                  <a:lnTo>
                    <a:pt x="299278" y="267819"/>
                  </a:lnTo>
                  <a:lnTo>
                    <a:pt x="302447" y="263594"/>
                  </a:lnTo>
                  <a:lnTo>
                    <a:pt x="305481" y="259272"/>
                  </a:lnTo>
                  <a:lnTo>
                    <a:pt x="308376" y="254855"/>
                  </a:lnTo>
                  <a:lnTo>
                    <a:pt x="311131" y="250350"/>
                  </a:lnTo>
                  <a:lnTo>
                    <a:pt x="313742" y="245760"/>
                  </a:lnTo>
                  <a:lnTo>
                    <a:pt x="316207" y="241090"/>
                  </a:lnTo>
                  <a:lnTo>
                    <a:pt x="318523" y="236344"/>
                  </a:lnTo>
                  <a:lnTo>
                    <a:pt x="320688" y="231527"/>
                  </a:lnTo>
                  <a:lnTo>
                    <a:pt x="322700" y="226644"/>
                  </a:lnTo>
                  <a:lnTo>
                    <a:pt x="324557" y="221701"/>
                  </a:lnTo>
                  <a:lnTo>
                    <a:pt x="326256" y="216701"/>
                  </a:lnTo>
                  <a:lnTo>
                    <a:pt x="327797" y="211650"/>
                  </a:lnTo>
                  <a:lnTo>
                    <a:pt x="329177" y="206553"/>
                  </a:lnTo>
                  <a:lnTo>
                    <a:pt x="330396" y="201414"/>
                  </a:lnTo>
                  <a:lnTo>
                    <a:pt x="331452" y="196240"/>
                  </a:lnTo>
                  <a:lnTo>
                    <a:pt x="332343" y="191035"/>
                  </a:lnTo>
                  <a:lnTo>
                    <a:pt x="333070" y="185804"/>
                  </a:lnTo>
                  <a:lnTo>
                    <a:pt x="333632" y="180554"/>
                  </a:lnTo>
                  <a:lnTo>
                    <a:pt x="334027" y="175287"/>
                  </a:lnTo>
                  <a:lnTo>
                    <a:pt x="334256" y="170012"/>
                  </a:lnTo>
                  <a:lnTo>
                    <a:pt x="334318" y="164731"/>
                  </a:lnTo>
                  <a:lnTo>
                    <a:pt x="334213" y="159451"/>
                  </a:lnTo>
                  <a:lnTo>
                    <a:pt x="333941" y="154177"/>
                  </a:lnTo>
                  <a:lnTo>
                    <a:pt x="333503" y="148915"/>
                  </a:lnTo>
                  <a:lnTo>
                    <a:pt x="332899" y="143669"/>
                  </a:lnTo>
                  <a:lnTo>
                    <a:pt x="332130" y="138444"/>
                  </a:lnTo>
                  <a:lnTo>
                    <a:pt x="331196" y="133247"/>
                  </a:lnTo>
                  <a:lnTo>
                    <a:pt x="330098" y="128081"/>
                  </a:lnTo>
                  <a:lnTo>
                    <a:pt x="328838" y="122953"/>
                  </a:lnTo>
                  <a:lnTo>
                    <a:pt x="327416" y="117867"/>
                  </a:lnTo>
                  <a:lnTo>
                    <a:pt x="325834" y="112829"/>
                  </a:lnTo>
                  <a:lnTo>
                    <a:pt x="324094" y="107843"/>
                  </a:lnTo>
                  <a:lnTo>
                    <a:pt x="322198" y="102914"/>
                  </a:lnTo>
                  <a:lnTo>
                    <a:pt x="320146" y="98048"/>
                  </a:lnTo>
                  <a:lnTo>
                    <a:pt x="317942" y="93249"/>
                  </a:lnTo>
                  <a:lnTo>
                    <a:pt x="315588" y="88522"/>
                  </a:lnTo>
                  <a:lnTo>
                    <a:pt x="313085" y="83872"/>
                  </a:lnTo>
                  <a:lnTo>
                    <a:pt x="310437" y="79303"/>
                  </a:lnTo>
                  <a:lnTo>
                    <a:pt x="307646" y="74820"/>
                  </a:lnTo>
                  <a:lnTo>
                    <a:pt x="304714" y="70428"/>
                  </a:lnTo>
                  <a:lnTo>
                    <a:pt x="301645" y="66130"/>
                  </a:lnTo>
                  <a:lnTo>
                    <a:pt x="298442" y="61932"/>
                  </a:lnTo>
                  <a:lnTo>
                    <a:pt x="295108" y="57836"/>
                  </a:lnTo>
                  <a:lnTo>
                    <a:pt x="291647" y="53848"/>
                  </a:lnTo>
                  <a:lnTo>
                    <a:pt x="288061" y="49972"/>
                  </a:lnTo>
                  <a:lnTo>
                    <a:pt x="284354" y="46210"/>
                  </a:lnTo>
                  <a:lnTo>
                    <a:pt x="280531" y="42568"/>
                  </a:lnTo>
                  <a:lnTo>
                    <a:pt x="276594" y="39048"/>
                  </a:lnTo>
                  <a:lnTo>
                    <a:pt x="272548" y="35654"/>
                  </a:lnTo>
                  <a:lnTo>
                    <a:pt x="268397" y="32390"/>
                  </a:lnTo>
                  <a:lnTo>
                    <a:pt x="264145" y="29258"/>
                  </a:lnTo>
                  <a:lnTo>
                    <a:pt x="259796" y="26262"/>
                  </a:lnTo>
                  <a:lnTo>
                    <a:pt x="255354" y="23405"/>
                  </a:lnTo>
                  <a:lnTo>
                    <a:pt x="250825" y="20690"/>
                  </a:lnTo>
                  <a:lnTo>
                    <a:pt x="246212" y="18120"/>
                  </a:lnTo>
                  <a:lnTo>
                    <a:pt x="241520" y="15696"/>
                  </a:lnTo>
                  <a:lnTo>
                    <a:pt x="236754" y="13422"/>
                  </a:lnTo>
                  <a:lnTo>
                    <a:pt x="231919" y="11299"/>
                  </a:lnTo>
                  <a:lnTo>
                    <a:pt x="227019" y="9330"/>
                  </a:lnTo>
                  <a:lnTo>
                    <a:pt x="222059" y="7517"/>
                  </a:lnTo>
                  <a:lnTo>
                    <a:pt x="217044" y="5861"/>
                  </a:lnTo>
                  <a:lnTo>
                    <a:pt x="211980" y="4365"/>
                  </a:lnTo>
                  <a:lnTo>
                    <a:pt x="206871" y="3030"/>
                  </a:lnTo>
                  <a:lnTo>
                    <a:pt x="201722" y="1856"/>
                  </a:lnTo>
                  <a:lnTo>
                    <a:pt x="196539" y="846"/>
                  </a:lnTo>
                  <a:lnTo>
                    <a:pt x="191326" y="0"/>
                  </a:lnTo>
                  <a:lnTo>
                    <a:pt x="167152" y="1654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24174" cy="167167"/>
            </a:xfrm>
            <a:custGeom>
              <a:avLst/>
              <a:pathLst>
                <a:path w="24174" h="167167">
                  <a:moveTo>
                    <a:pt x="24174" y="1757"/>
                  </a:moveTo>
                  <a:lnTo>
                    <a:pt x="16147" y="781"/>
                  </a:lnTo>
                  <a:lnTo>
                    <a:pt x="8083" y="1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856376" y="5399291"/>
              <a:ext cx="167167" cy="331301"/>
            </a:xfrm>
            <a:custGeom>
              <a:avLst/>
              <a:pathLst>
                <a:path w="167167" h="331301">
                  <a:moveTo>
                    <a:pt x="167167" y="0"/>
                  </a:moveTo>
                  <a:lnTo>
                    <a:pt x="161806" y="85"/>
                  </a:lnTo>
                  <a:lnTo>
                    <a:pt x="156451" y="343"/>
                  </a:lnTo>
                  <a:lnTo>
                    <a:pt x="151107" y="773"/>
                  </a:lnTo>
                  <a:lnTo>
                    <a:pt x="145779" y="1373"/>
                  </a:lnTo>
                  <a:lnTo>
                    <a:pt x="140473" y="2145"/>
                  </a:lnTo>
                  <a:lnTo>
                    <a:pt x="135195" y="3085"/>
                  </a:lnTo>
                  <a:lnTo>
                    <a:pt x="129950" y="4195"/>
                  </a:lnTo>
                  <a:lnTo>
                    <a:pt x="124743" y="5472"/>
                  </a:lnTo>
                  <a:lnTo>
                    <a:pt x="119579" y="6916"/>
                  </a:lnTo>
                  <a:lnTo>
                    <a:pt x="114465" y="8525"/>
                  </a:lnTo>
                  <a:lnTo>
                    <a:pt x="109404" y="10296"/>
                  </a:lnTo>
                  <a:lnTo>
                    <a:pt x="104403" y="12229"/>
                  </a:lnTo>
                  <a:lnTo>
                    <a:pt x="99467" y="14322"/>
                  </a:lnTo>
                  <a:lnTo>
                    <a:pt x="94600" y="16571"/>
                  </a:lnTo>
                  <a:lnTo>
                    <a:pt x="89808" y="18976"/>
                  </a:lnTo>
                  <a:lnTo>
                    <a:pt x="85096" y="21533"/>
                  </a:lnTo>
                  <a:lnTo>
                    <a:pt x="80468" y="24240"/>
                  </a:lnTo>
                  <a:lnTo>
                    <a:pt x="75929" y="27093"/>
                  </a:lnTo>
                  <a:lnTo>
                    <a:pt x="71484" y="30091"/>
                  </a:lnTo>
                  <a:lnTo>
                    <a:pt x="67138" y="33230"/>
                  </a:lnTo>
                  <a:lnTo>
                    <a:pt x="62894" y="36507"/>
                  </a:lnTo>
                  <a:lnTo>
                    <a:pt x="58757" y="39918"/>
                  </a:lnTo>
                  <a:lnTo>
                    <a:pt x="54733" y="43460"/>
                  </a:lnTo>
                  <a:lnTo>
                    <a:pt x="50823" y="47129"/>
                  </a:lnTo>
                  <a:lnTo>
                    <a:pt x="47034" y="50922"/>
                  </a:lnTo>
                  <a:lnTo>
                    <a:pt x="43368" y="54834"/>
                  </a:lnTo>
                  <a:lnTo>
                    <a:pt x="39829" y="58862"/>
                  </a:lnTo>
                  <a:lnTo>
                    <a:pt x="36421" y="63001"/>
                  </a:lnTo>
                  <a:lnTo>
                    <a:pt x="33148" y="67247"/>
                  </a:lnTo>
                  <a:lnTo>
                    <a:pt x="30013" y="71596"/>
                  </a:lnTo>
                  <a:lnTo>
                    <a:pt x="27019" y="76044"/>
                  </a:lnTo>
                  <a:lnTo>
                    <a:pt x="24169" y="80585"/>
                  </a:lnTo>
                  <a:lnTo>
                    <a:pt x="21466" y="85215"/>
                  </a:lnTo>
                  <a:lnTo>
                    <a:pt x="18912" y="89930"/>
                  </a:lnTo>
                  <a:lnTo>
                    <a:pt x="16512" y="94724"/>
                  </a:lnTo>
                  <a:lnTo>
                    <a:pt x="14266" y="99592"/>
                  </a:lnTo>
                  <a:lnTo>
                    <a:pt x="12178" y="104530"/>
                  </a:lnTo>
                  <a:lnTo>
                    <a:pt x="10249" y="109533"/>
                  </a:lnTo>
                  <a:lnTo>
                    <a:pt x="8481" y="114594"/>
                  </a:lnTo>
                  <a:lnTo>
                    <a:pt x="6877" y="119710"/>
                  </a:lnTo>
                  <a:lnTo>
                    <a:pt x="5438" y="124875"/>
                  </a:lnTo>
                  <a:lnTo>
                    <a:pt x="4165" y="130083"/>
                  </a:lnTo>
                  <a:lnTo>
                    <a:pt x="3059" y="135329"/>
                  </a:lnTo>
                  <a:lnTo>
                    <a:pt x="2123" y="140608"/>
                  </a:lnTo>
                  <a:lnTo>
                    <a:pt x="1356" y="145915"/>
                  </a:lnTo>
                  <a:lnTo>
                    <a:pt x="760" y="151243"/>
                  </a:lnTo>
                  <a:lnTo>
                    <a:pt x="335" y="156587"/>
                  </a:lnTo>
                  <a:lnTo>
                    <a:pt x="81" y="161943"/>
                  </a:lnTo>
                  <a:lnTo>
                    <a:pt x="0" y="167304"/>
                  </a:lnTo>
                  <a:lnTo>
                    <a:pt x="90" y="172664"/>
                  </a:lnTo>
                  <a:lnTo>
                    <a:pt x="352" y="178019"/>
                  </a:lnTo>
                  <a:lnTo>
                    <a:pt x="786" y="183363"/>
                  </a:lnTo>
                  <a:lnTo>
                    <a:pt x="1391" y="188691"/>
                  </a:lnTo>
                  <a:lnTo>
                    <a:pt x="2166" y="193996"/>
                  </a:lnTo>
                  <a:lnTo>
                    <a:pt x="3112" y="199273"/>
                  </a:lnTo>
                  <a:lnTo>
                    <a:pt x="4226" y="204518"/>
                  </a:lnTo>
                  <a:lnTo>
                    <a:pt x="5507" y="209724"/>
                  </a:lnTo>
                  <a:lnTo>
                    <a:pt x="6955" y="214886"/>
                  </a:lnTo>
                  <a:lnTo>
                    <a:pt x="8568" y="219999"/>
                  </a:lnTo>
                  <a:lnTo>
                    <a:pt x="10343" y="225058"/>
                  </a:lnTo>
                  <a:lnTo>
                    <a:pt x="12281" y="230057"/>
                  </a:lnTo>
                  <a:lnTo>
                    <a:pt x="14377" y="234992"/>
                  </a:lnTo>
                  <a:lnTo>
                    <a:pt x="16631" y="239857"/>
                  </a:lnTo>
                  <a:lnTo>
                    <a:pt x="19039" y="244647"/>
                  </a:lnTo>
                  <a:lnTo>
                    <a:pt x="21600" y="249357"/>
                  </a:lnTo>
                  <a:lnTo>
                    <a:pt x="24310" y="253983"/>
                  </a:lnTo>
                  <a:lnTo>
                    <a:pt x="27168" y="258519"/>
                  </a:lnTo>
                  <a:lnTo>
                    <a:pt x="30169" y="262962"/>
                  </a:lnTo>
                  <a:lnTo>
                    <a:pt x="33312" y="267306"/>
                  </a:lnTo>
                  <a:lnTo>
                    <a:pt x="36592" y="271547"/>
                  </a:lnTo>
                  <a:lnTo>
                    <a:pt x="40006" y="275680"/>
                  </a:lnTo>
                  <a:lnTo>
                    <a:pt x="43552" y="279702"/>
                  </a:lnTo>
                  <a:lnTo>
                    <a:pt x="47224" y="283609"/>
                  </a:lnTo>
                  <a:lnTo>
                    <a:pt x="51020" y="287395"/>
                  </a:lnTo>
                  <a:lnTo>
                    <a:pt x="54935" y="291058"/>
                  </a:lnTo>
                  <a:lnTo>
                    <a:pt x="58966" y="294593"/>
                  </a:lnTo>
                  <a:lnTo>
                    <a:pt x="63108" y="297998"/>
                  </a:lnTo>
                  <a:lnTo>
                    <a:pt x="67357" y="301267"/>
                  </a:lnTo>
                  <a:lnTo>
                    <a:pt x="71708" y="304399"/>
                  </a:lnTo>
                  <a:lnTo>
                    <a:pt x="76158" y="307390"/>
                  </a:lnTo>
                  <a:lnTo>
                    <a:pt x="80702" y="310236"/>
                  </a:lnTo>
                  <a:lnTo>
                    <a:pt x="85334" y="312935"/>
                  </a:lnTo>
                  <a:lnTo>
                    <a:pt x="90051" y="315484"/>
                  </a:lnTo>
                  <a:lnTo>
                    <a:pt x="94847" y="317881"/>
                  </a:lnTo>
                  <a:lnTo>
                    <a:pt x="99717" y="320123"/>
                  </a:lnTo>
                  <a:lnTo>
                    <a:pt x="104657" y="322207"/>
                  </a:lnTo>
                  <a:lnTo>
                    <a:pt x="109661" y="324132"/>
                  </a:lnTo>
                  <a:lnTo>
                    <a:pt x="114724" y="325895"/>
                  </a:lnTo>
                  <a:lnTo>
                    <a:pt x="119841" y="327495"/>
                  </a:lnTo>
                  <a:lnTo>
                    <a:pt x="125007" y="328931"/>
                  </a:lnTo>
                  <a:lnTo>
                    <a:pt x="130216" y="330199"/>
                  </a:lnTo>
                  <a:lnTo>
                    <a:pt x="135463" y="33130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991840" y="5566459"/>
              <a:ext cx="31703" cy="164133"/>
            </a:xfrm>
            <a:custGeom>
              <a:avLst/>
              <a:pathLst>
                <a:path w="31703" h="164133">
                  <a:moveTo>
                    <a:pt x="0" y="164133"/>
                  </a:moveTo>
                  <a:lnTo>
                    <a:pt x="317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91840" y="5566459"/>
              <a:ext cx="31703" cy="164133"/>
            </a:xfrm>
            <a:custGeom>
              <a:avLst/>
              <a:pathLst>
                <a:path w="31703" h="164133">
                  <a:moveTo>
                    <a:pt x="0" y="164133"/>
                  </a:moveTo>
                  <a:lnTo>
                    <a:pt x="317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91840" y="5566459"/>
              <a:ext cx="31703" cy="164133"/>
            </a:xfrm>
            <a:custGeom>
              <a:avLst/>
              <a:pathLst>
                <a:path w="31703" h="164133">
                  <a:moveTo>
                    <a:pt x="0" y="164133"/>
                  </a:moveTo>
                  <a:lnTo>
                    <a:pt x="3170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91840" y="5566459"/>
              <a:ext cx="31703" cy="164133"/>
            </a:xfrm>
            <a:custGeom>
              <a:avLst/>
              <a:pathLst>
                <a:path w="31703" h="164133">
                  <a:moveTo>
                    <a:pt x="0" y="164133"/>
                  </a:moveTo>
                  <a:lnTo>
                    <a:pt x="3170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91840" y="5566459"/>
              <a:ext cx="31703" cy="164133"/>
            </a:xfrm>
            <a:custGeom>
              <a:avLst/>
              <a:pathLst>
                <a:path w="31703" h="164133">
                  <a:moveTo>
                    <a:pt x="0" y="164133"/>
                  </a:moveTo>
                  <a:lnTo>
                    <a:pt x="3170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91840" y="5566459"/>
              <a:ext cx="125252" cy="167151"/>
            </a:xfrm>
            <a:custGeom>
              <a:avLst/>
              <a:pathLst>
                <a:path w="125252" h="167151">
                  <a:moveTo>
                    <a:pt x="0" y="164133"/>
                  </a:moveTo>
                  <a:lnTo>
                    <a:pt x="5617" y="165119"/>
                  </a:lnTo>
                  <a:lnTo>
                    <a:pt x="11265" y="165913"/>
                  </a:lnTo>
                  <a:lnTo>
                    <a:pt x="16936" y="166513"/>
                  </a:lnTo>
                  <a:lnTo>
                    <a:pt x="22625" y="166920"/>
                  </a:lnTo>
                  <a:lnTo>
                    <a:pt x="28324" y="167133"/>
                  </a:lnTo>
                  <a:lnTo>
                    <a:pt x="34027" y="167151"/>
                  </a:lnTo>
                  <a:lnTo>
                    <a:pt x="39728" y="166974"/>
                  </a:lnTo>
                  <a:lnTo>
                    <a:pt x="45419" y="166603"/>
                  </a:lnTo>
                  <a:lnTo>
                    <a:pt x="51094" y="166038"/>
                  </a:lnTo>
                  <a:lnTo>
                    <a:pt x="56747" y="165280"/>
                  </a:lnTo>
                  <a:lnTo>
                    <a:pt x="62370" y="164330"/>
                  </a:lnTo>
                  <a:lnTo>
                    <a:pt x="67958" y="163188"/>
                  </a:lnTo>
                  <a:lnTo>
                    <a:pt x="73504" y="161856"/>
                  </a:lnTo>
                  <a:lnTo>
                    <a:pt x="79000" y="160336"/>
                  </a:lnTo>
                  <a:lnTo>
                    <a:pt x="84442" y="158630"/>
                  </a:lnTo>
                  <a:lnTo>
                    <a:pt x="89823" y="156738"/>
                  </a:lnTo>
                  <a:lnTo>
                    <a:pt x="95136" y="154664"/>
                  </a:lnTo>
                  <a:lnTo>
                    <a:pt x="100375" y="152411"/>
                  </a:lnTo>
                  <a:lnTo>
                    <a:pt x="105534" y="149979"/>
                  </a:lnTo>
                  <a:lnTo>
                    <a:pt x="110607" y="147374"/>
                  </a:lnTo>
                  <a:lnTo>
                    <a:pt x="115588" y="144596"/>
                  </a:lnTo>
                  <a:lnTo>
                    <a:pt x="120472" y="141651"/>
                  </a:lnTo>
                  <a:lnTo>
                    <a:pt x="125252" y="138540"/>
                  </a:lnTo>
                  <a:lnTo>
                    <a:pt x="3170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167158" cy="305708"/>
            </a:xfrm>
            <a:custGeom>
              <a:avLst/>
              <a:pathLst>
                <a:path w="167158" h="305708">
                  <a:moveTo>
                    <a:pt x="93549" y="305708"/>
                  </a:moveTo>
                  <a:lnTo>
                    <a:pt x="97912" y="302659"/>
                  </a:lnTo>
                  <a:lnTo>
                    <a:pt x="102177" y="299472"/>
                  </a:lnTo>
                  <a:lnTo>
                    <a:pt x="106338" y="296152"/>
                  </a:lnTo>
                  <a:lnTo>
                    <a:pt x="110391" y="292701"/>
                  </a:lnTo>
                  <a:lnTo>
                    <a:pt x="114332" y="289122"/>
                  </a:lnTo>
                  <a:lnTo>
                    <a:pt x="118157" y="285420"/>
                  </a:lnTo>
                  <a:lnTo>
                    <a:pt x="121862" y="281598"/>
                  </a:lnTo>
                  <a:lnTo>
                    <a:pt x="125444" y="277659"/>
                  </a:lnTo>
                  <a:lnTo>
                    <a:pt x="128899" y="273609"/>
                  </a:lnTo>
                  <a:lnTo>
                    <a:pt x="132222" y="269451"/>
                  </a:lnTo>
                  <a:lnTo>
                    <a:pt x="135412" y="265189"/>
                  </a:lnTo>
                  <a:lnTo>
                    <a:pt x="138465" y="260828"/>
                  </a:lnTo>
                  <a:lnTo>
                    <a:pt x="141377" y="256371"/>
                  </a:lnTo>
                  <a:lnTo>
                    <a:pt x="144145" y="251825"/>
                  </a:lnTo>
                  <a:lnTo>
                    <a:pt x="146768" y="247192"/>
                  </a:lnTo>
                  <a:lnTo>
                    <a:pt x="149241" y="242478"/>
                  </a:lnTo>
                  <a:lnTo>
                    <a:pt x="151564" y="237688"/>
                  </a:lnTo>
                  <a:lnTo>
                    <a:pt x="153732" y="232827"/>
                  </a:lnTo>
                  <a:lnTo>
                    <a:pt x="155745" y="227898"/>
                  </a:lnTo>
                  <a:lnTo>
                    <a:pt x="157600" y="222909"/>
                  </a:lnTo>
                  <a:lnTo>
                    <a:pt x="159295" y="217862"/>
                  </a:lnTo>
                  <a:lnTo>
                    <a:pt x="160828" y="212765"/>
                  </a:lnTo>
                  <a:lnTo>
                    <a:pt x="162198" y="207621"/>
                  </a:lnTo>
                  <a:lnTo>
                    <a:pt x="163404" y="202436"/>
                  </a:lnTo>
                  <a:lnTo>
                    <a:pt x="164444" y="197215"/>
                  </a:lnTo>
                  <a:lnTo>
                    <a:pt x="165318" y="191963"/>
                  </a:lnTo>
                  <a:lnTo>
                    <a:pt x="166023" y="186687"/>
                  </a:lnTo>
                  <a:lnTo>
                    <a:pt x="166561" y="181391"/>
                  </a:lnTo>
                  <a:lnTo>
                    <a:pt x="166929" y="176080"/>
                  </a:lnTo>
                  <a:lnTo>
                    <a:pt x="167128" y="170761"/>
                  </a:lnTo>
                  <a:lnTo>
                    <a:pt x="167158" y="165437"/>
                  </a:lnTo>
                  <a:lnTo>
                    <a:pt x="167018" y="160116"/>
                  </a:lnTo>
                  <a:lnTo>
                    <a:pt x="166709" y="154801"/>
                  </a:lnTo>
                  <a:lnTo>
                    <a:pt x="166231" y="149500"/>
                  </a:lnTo>
                  <a:lnTo>
                    <a:pt x="165584" y="144216"/>
                  </a:lnTo>
                  <a:lnTo>
                    <a:pt x="164769" y="138955"/>
                  </a:lnTo>
                  <a:lnTo>
                    <a:pt x="163787" y="133723"/>
                  </a:lnTo>
                  <a:lnTo>
                    <a:pt x="162639" y="128525"/>
                  </a:lnTo>
                  <a:lnTo>
                    <a:pt x="161327" y="123366"/>
                  </a:lnTo>
                  <a:lnTo>
                    <a:pt x="159850" y="118251"/>
                  </a:lnTo>
                  <a:lnTo>
                    <a:pt x="158212" y="113186"/>
                  </a:lnTo>
                  <a:lnTo>
                    <a:pt x="156413" y="108176"/>
                  </a:lnTo>
                  <a:lnTo>
                    <a:pt x="154455" y="103226"/>
                  </a:lnTo>
                  <a:lnTo>
                    <a:pt x="152341" y="98340"/>
                  </a:lnTo>
                  <a:lnTo>
                    <a:pt x="150072" y="93525"/>
                  </a:lnTo>
                  <a:lnTo>
                    <a:pt x="147651" y="88784"/>
                  </a:lnTo>
                  <a:lnTo>
                    <a:pt x="145080" y="84122"/>
                  </a:lnTo>
                  <a:lnTo>
                    <a:pt x="142363" y="79545"/>
                  </a:lnTo>
                  <a:lnTo>
                    <a:pt x="139501" y="75056"/>
                  </a:lnTo>
                  <a:lnTo>
                    <a:pt x="136497" y="70661"/>
                  </a:lnTo>
                  <a:lnTo>
                    <a:pt x="133355" y="66364"/>
                  </a:lnTo>
                  <a:lnTo>
                    <a:pt x="130078" y="62169"/>
                  </a:lnTo>
                  <a:lnTo>
                    <a:pt x="126669" y="58080"/>
                  </a:lnTo>
                  <a:lnTo>
                    <a:pt x="123131" y="54102"/>
                  </a:lnTo>
                  <a:lnTo>
                    <a:pt x="119469" y="50239"/>
                  </a:lnTo>
                  <a:lnTo>
                    <a:pt x="115685" y="46495"/>
                  </a:lnTo>
                  <a:lnTo>
                    <a:pt x="111784" y="42872"/>
                  </a:lnTo>
                  <a:lnTo>
                    <a:pt x="107770" y="39376"/>
                  </a:lnTo>
                  <a:lnTo>
                    <a:pt x="103646" y="36009"/>
                  </a:lnTo>
                  <a:lnTo>
                    <a:pt x="99417" y="32776"/>
                  </a:lnTo>
                  <a:lnTo>
                    <a:pt x="95088" y="29678"/>
                  </a:lnTo>
                  <a:lnTo>
                    <a:pt x="90662" y="26720"/>
                  </a:lnTo>
                  <a:lnTo>
                    <a:pt x="86144" y="23905"/>
                  </a:lnTo>
                  <a:lnTo>
                    <a:pt x="81539" y="21235"/>
                  </a:lnTo>
                  <a:lnTo>
                    <a:pt x="76851" y="18712"/>
                  </a:lnTo>
                  <a:lnTo>
                    <a:pt x="72085" y="16341"/>
                  </a:lnTo>
                  <a:lnTo>
                    <a:pt x="67246" y="14122"/>
                  </a:lnTo>
                  <a:lnTo>
                    <a:pt x="62339" y="12058"/>
                  </a:lnTo>
                  <a:lnTo>
                    <a:pt x="57369" y="10152"/>
                  </a:lnTo>
                  <a:lnTo>
                    <a:pt x="52340" y="8405"/>
                  </a:lnTo>
                  <a:lnTo>
                    <a:pt x="47259" y="6819"/>
                  </a:lnTo>
                  <a:lnTo>
                    <a:pt x="42129" y="5395"/>
                  </a:lnTo>
                  <a:lnTo>
                    <a:pt x="36957" y="4136"/>
                  </a:lnTo>
                  <a:lnTo>
                    <a:pt x="31747" y="3042"/>
                  </a:lnTo>
                  <a:lnTo>
                    <a:pt x="26505" y="2114"/>
                  </a:lnTo>
                  <a:lnTo>
                    <a:pt x="21236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415123" y="5269756"/>
              <a:ext cx="130134" cy="167167"/>
            </a:xfrm>
            <a:custGeom>
              <a:avLst/>
              <a:pathLst>
                <a:path w="130134" h="167167">
                  <a:moveTo>
                    <a:pt x="130134" y="0"/>
                  </a:moveTo>
                  <a:lnTo>
                    <a:pt x="124611" y="91"/>
                  </a:lnTo>
                  <a:lnTo>
                    <a:pt x="119094" y="364"/>
                  </a:lnTo>
                  <a:lnTo>
                    <a:pt x="113589" y="820"/>
                  </a:lnTo>
                  <a:lnTo>
                    <a:pt x="108102" y="1458"/>
                  </a:lnTo>
                  <a:lnTo>
                    <a:pt x="102639" y="2276"/>
                  </a:lnTo>
                  <a:lnTo>
                    <a:pt x="97206" y="3275"/>
                  </a:lnTo>
                  <a:lnTo>
                    <a:pt x="91809" y="4452"/>
                  </a:lnTo>
                  <a:lnTo>
                    <a:pt x="86454" y="5807"/>
                  </a:lnTo>
                  <a:lnTo>
                    <a:pt x="81147" y="7338"/>
                  </a:lnTo>
                  <a:lnTo>
                    <a:pt x="75893" y="9044"/>
                  </a:lnTo>
                  <a:lnTo>
                    <a:pt x="70698" y="10922"/>
                  </a:lnTo>
                  <a:lnTo>
                    <a:pt x="65569" y="12971"/>
                  </a:lnTo>
                  <a:lnTo>
                    <a:pt x="60509" y="15189"/>
                  </a:lnTo>
                  <a:lnTo>
                    <a:pt x="55526" y="17572"/>
                  </a:lnTo>
                  <a:lnTo>
                    <a:pt x="50624" y="20119"/>
                  </a:lnTo>
                  <a:lnTo>
                    <a:pt x="45809" y="22826"/>
                  </a:lnTo>
                  <a:lnTo>
                    <a:pt x="41087" y="25691"/>
                  </a:lnTo>
                  <a:lnTo>
                    <a:pt x="36461" y="28710"/>
                  </a:lnTo>
                  <a:lnTo>
                    <a:pt x="31938" y="31881"/>
                  </a:lnTo>
                  <a:lnTo>
                    <a:pt x="27521" y="35199"/>
                  </a:lnTo>
                  <a:lnTo>
                    <a:pt x="23217" y="38661"/>
                  </a:lnTo>
                  <a:lnTo>
                    <a:pt x="19030" y="42264"/>
                  </a:lnTo>
                  <a:lnTo>
                    <a:pt x="14964" y="46003"/>
                  </a:lnTo>
                  <a:lnTo>
                    <a:pt x="11024" y="49874"/>
                  </a:lnTo>
                  <a:lnTo>
                    <a:pt x="7213" y="53873"/>
                  </a:lnTo>
                  <a:lnTo>
                    <a:pt x="3537" y="57997"/>
                  </a:lnTo>
                  <a:lnTo>
                    <a:pt x="0" y="62239"/>
                  </a:lnTo>
                  <a:lnTo>
                    <a:pt x="13013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415123" y="5331995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415123" y="5331995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415123" y="5331995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415123" y="5331995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88577" y="5331995"/>
              <a:ext cx="156680" cy="104928"/>
            </a:xfrm>
            <a:custGeom>
              <a:avLst/>
              <a:pathLst>
                <a:path w="156680" h="104928">
                  <a:moveTo>
                    <a:pt x="26546" y="0"/>
                  </a:moveTo>
                  <a:lnTo>
                    <a:pt x="22870" y="4729"/>
                  </a:lnTo>
                  <a:lnTo>
                    <a:pt x="19367" y="9587"/>
                  </a:lnTo>
                  <a:lnTo>
                    <a:pt x="16039" y="14567"/>
                  </a:lnTo>
                  <a:lnTo>
                    <a:pt x="12892" y="19664"/>
                  </a:lnTo>
                  <a:lnTo>
                    <a:pt x="9930" y="24870"/>
                  </a:lnTo>
                  <a:lnTo>
                    <a:pt x="7156" y="30178"/>
                  </a:lnTo>
                  <a:lnTo>
                    <a:pt x="4574" y="35583"/>
                  </a:lnTo>
                  <a:lnTo>
                    <a:pt x="2188" y="41077"/>
                  </a:lnTo>
                  <a:lnTo>
                    <a:pt x="0" y="46652"/>
                  </a:lnTo>
                  <a:lnTo>
                    <a:pt x="156680" y="1049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78095" y="5269756"/>
              <a:ext cx="334315" cy="334332"/>
            </a:xfrm>
            <a:custGeom>
              <a:avLst/>
              <a:pathLst>
                <a:path w="334315" h="334332">
                  <a:moveTo>
                    <a:pt x="10481" y="108891"/>
                  </a:moveTo>
                  <a:lnTo>
                    <a:pt x="8714" y="113883"/>
                  </a:lnTo>
                  <a:lnTo>
                    <a:pt x="7106" y="118928"/>
                  </a:lnTo>
                  <a:lnTo>
                    <a:pt x="5658" y="124022"/>
                  </a:lnTo>
                  <a:lnTo>
                    <a:pt x="4373" y="129159"/>
                  </a:lnTo>
                  <a:lnTo>
                    <a:pt x="3251" y="134334"/>
                  </a:lnTo>
                  <a:lnTo>
                    <a:pt x="2293" y="139542"/>
                  </a:lnTo>
                  <a:lnTo>
                    <a:pt x="1501" y="144778"/>
                  </a:lnTo>
                  <a:lnTo>
                    <a:pt x="875" y="150036"/>
                  </a:lnTo>
                  <a:lnTo>
                    <a:pt x="416" y="155311"/>
                  </a:lnTo>
                  <a:lnTo>
                    <a:pt x="124" y="160598"/>
                  </a:lnTo>
                  <a:lnTo>
                    <a:pt x="0" y="165892"/>
                  </a:lnTo>
                  <a:lnTo>
                    <a:pt x="43" y="171187"/>
                  </a:lnTo>
                  <a:lnTo>
                    <a:pt x="254" y="176478"/>
                  </a:lnTo>
                  <a:lnTo>
                    <a:pt x="633" y="181760"/>
                  </a:lnTo>
                  <a:lnTo>
                    <a:pt x="1179" y="187027"/>
                  </a:lnTo>
                  <a:lnTo>
                    <a:pt x="1891" y="192274"/>
                  </a:lnTo>
                  <a:lnTo>
                    <a:pt x="2769" y="197496"/>
                  </a:lnTo>
                  <a:lnTo>
                    <a:pt x="3812" y="202688"/>
                  </a:lnTo>
                  <a:lnTo>
                    <a:pt x="5019" y="207844"/>
                  </a:lnTo>
                  <a:lnTo>
                    <a:pt x="6389" y="212959"/>
                  </a:lnTo>
                  <a:lnTo>
                    <a:pt x="7920" y="218028"/>
                  </a:lnTo>
                  <a:lnTo>
                    <a:pt x="9611" y="223046"/>
                  </a:lnTo>
                  <a:lnTo>
                    <a:pt x="11460" y="228008"/>
                  </a:lnTo>
                  <a:lnTo>
                    <a:pt x="13465" y="232909"/>
                  </a:lnTo>
                  <a:lnTo>
                    <a:pt x="15624" y="237744"/>
                  </a:lnTo>
                  <a:lnTo>
                    <a:pt x="17935" y="242508"/>
                  </a:lnTo>
                  <a:lnTo>
                    <a:pt x="20397" y="247197"/>
                  </a:lnTo>
                  <a:lnTo>
                    <a:pt x="23005" y="251805"/>
                  </a:lnTo>
                  <a:lnTo>
                    <a:pt x="25758" y="256329"/>
                  </a:lnTo>
                  <a:lnTo>
                    <a:pt x="28653" y="260763"/>
                  </a:lnTo>
                  <a:lnTo>
                    <a:pt x="31687" y="265103"/>
                  </a:lnTo>
                  <a:lnTo>
                    <a:pt x="34857" y="269344"/>
                  </a:lnTo>
                  <a:lnTo>
                    <a:pt x="38159" y="273484"/>
                  </a:lnTo>
                  <a:lnTo>
                    <a:pt x="41591" y="277516"/>
                  </a:lnTo>
                  <a:lnTo>
                    <a:pt x="45149" y="281438"/>
                  </a:lnTo>
                  <a:lnTo>
                    <a:pt x="48830" y="285245"/>
                  </a:lnTo>
                  <a:lnTo>
                    <a:pt x="52629" y="288934"/>
                  </a:lnTo>
                  <a:lnTo>
                    <a:pt x="56543" y="292500"/>
                  </a:lnTo>
                  <a:lnTo>
                    <a:pt x="60568" y="295941"/>
                  </a:lnTo>
                  <a:lnTo>
                    <a:pt x="64700" y="299252"/>
                  </a:lnTo>
                  <a:lnTo>
                    <a:pt x="68935" y="302431"/>
                  </a:lnTo>
                  <a:lnTo>
                    <a:pt x="73269" y="305475"/>
                  </a:lnTo>
                  <a:lnTo>
                    <a:pt x="77696" y="308379"/>
                  </a:lnTo>
                  <a:lnTo>
                    <a:pt x="82214" y="311142"/>
                  </a:lnTo>
                  <a:lnTo>
                    <a:pt x="86817" y="313760"/>
                  </a:lnTo>
                  <a:lnTo>
                    <a:pt x="91500" y="316231"/>
                  </a:lnTo>
                  <a:lnTo>
                    <a:pt x="96259" y="318553"/>
                  </a:lnTo>
                  <a:lnTo>
                    <a:pt x="101089" y="320723"/>
                  </a:lnTo>
                  <a:lnTo>
                    <a:pt x="105986" y="322738"/>
                  </a:lnTo>
                  <a:lnTo>
                    <a:pt x="110944" y="324598"/>
                  </a:lnTo>
                  <a:lnTo>
                    <a:pt x="115959" y="326299"/>
                  </a:lnTo>
                  <a:lnTo>
                    <a:pt x="121025" y="327841"/>
                  </a:lnTo>
                  <a:lnTo>
                    <a:pt x="126137" y="329222"/>
                  </a:lnTo>
                  <a:lnTo>
                    <a:pt x="131290" y="330440"/>
                  </a:lnTo>
                  <a:lnTo>
                    <a:pt x="136479" y="331494"/>
                  </a:lnTo>
                  <a:lnTo>
                    <a:pt x="141699" y="332384"/>
                  </a:lnTo>
                  <a:lnTo>
                    <a:pt x="146945" y="333107"/>
                  </a:lnTo>
                  <a:lnTo>
                    <a:pt x="152211" y="333664"/>
                  </a:lnTo>
                  <a:lnTo>
                    <a:pt x="157492" y="334054"/>
                  </a:lnTo>
                  <a:lnTo>
                    <a:pt x="162782" y="334277"/>
                  </a:lnTo>
                  <a:lnTo>
                    <a:pt x="168077" y="334332"/>
                  </a:lnTo>
                  <a:lnTo>
                    <a:pt x="173372" y="334219"/>
                  </a:lnTo>
                  <a:lnTo>
                    <a:pt x="178659" y="333939"/>
                  </a:lnTo>
                  <a:lnTo>
                    <a:pt x="183936" y="333491"/>
                  </a:lnTo>
                  <a:lnTo>
                    <a:pt x="189195" y="332876"/>
                  </a:lnTo>
                  <a:lnTo>
                    <a:pt x="194433" y="332095"/>
                  </a:lnTo>
                  <a:lnTo>
                    <a:pt x="199643" y="331149"/>
                  </a:lnTo>
                  <a:lnTo>
                    <a:pt x="204820" y="330038"/>
                  </a:lnTo>
                  <a:lnTo>
                    <a:pt x="209960" y="328763"/>
                  </a:lnTo>
                  <a:lnTo>
                    <a:pt x="215056" y="327327"/>
                  </a:lnTo>
                  <a:lnTo>
                    <a:pt x="220105" y="325729"/>
                  </a:lnTo>
                  <a:lnTo>
                    <a:pt x="225101" y="323973"/>
                  </a:lnTo>
                  <a:lnTo>
                    <a:pt x="230038" y="322059"/>
                  </a:lnTo>
                  <a:lnTo>
                    <a:pt x="234912" y="319990"/>
                  </a:lnTo>
                  <a:lnTo>
                    <a:pt x="239719" y="317767"/>
                  </a:lnTo>
                  <a:lnTo>
                    <a:pt x="244452" y="315394"/>
                  </a:lnTo>
                  <a:lnTo>
                    <a:pt x="249108" y="312871"/>
                  </a:lnTo>
                  <a:lnTo>
                    <a:pt x="253682" y="310203"/>
                  </a:lnTo>
                  <a:lnTo>
                    <a:pt x="258169" y="307391"/>
                  </a:lnTo>
                  <a:lnTo>
                    <a:pt x="262564" y="304438"/>
                  </a:lnTo>
                  <a:lnTo>
                    <a:pt x="266864" y="301348"/>
                  </a:lnTo>
                  <a:lnTo>
                    <a:pt x="271064" y="298122"/>
                  </a:lnTo>
                  <a:lnTo>
                    <a:pt x="275160" y="294766"/>
                  </a:lnTo>
                  <a:lnTo>
                    <a:pt x="279147" y="291281"/>
                  </a:lnTo>
                  <a:lnTo>
                    <a:pt x="283022" y="287672"/>
                  </a:lnTo>
                  <a:lnTo>
                    <a:pt x="286780" y="283942"/>
                  </a:lnTo>
                  <a:lnTo>
                    <a:pt x="290419" y="280095"/>
                  </a:lnTo>
                  <a:lnTo>
                    <a:pt x="293934" y="276134"/>
                  </a:lnTo>
                  <a:lnTo>
                    <a:pt x="297321" y="272064"/>
                  </a:lnTo>
                  <a:lnTo>
                    <a:pt x="300579" y="267889"/>
                  </a:lnTo>
                  <a:lnTo>
                    <a:pt x="303702" y="263613"/>
                  </a:lnTo>
                  <a:lnTo>
                    <a:pt x="306688" y="259240"/>
                  </a:lnTo>
                  <a:lnTo>
                    <a:pt x="309534" y="254775"/>
                  </a:lnTo>
                  <a:lnTo>
                    <a:pt x="312237" y="250222"/>
                  </a:lnTo>
                  <a:lnTo>
                    <a:pt x="314795" y="245585"/>
                  </a:lnTo>
                  <a:lnTo>
                    <a:pt x="317205" y="240870"/>
                  </a:lnTo>
                  <a:lnTo>
                    <a:pt x="319464" y="236081"/>
                  </a:lnTo>
                  <a:lnTo>
                    <a:pt x="321570" y="231222"/>
                  </a:lnTo>
                  <a:lnTo>
                    <a:pt x="323522" y="226300"/>
                  </a:lnTo>
                  <a:lnTo>
                    <a:pt x="325316" y="221318"/>
                  </a:lnTo>
                  <a:lnTo>
                    <a:pt x="326952" y="216281"/>
                  </a:lnTo>
                  <a:lnTo>
                    <a:pt x="328427" y="211196"/>
                  </a:lnTo>
                  <a:lnTo>
                    <a:pt x="329741" y="206066"/>
                  </a:lnTo>
                  <a:lnTo>
                    <a:pt x="330891" y="200897"/>
                  </a:lnTo>
                  <a:lnTo>
                    <a:pt x="331877" y="195694"/>
                  </a:lnTo>
                  <a:lnTo>
                    <a:pt x="332698" y="190463"/>
                  </a:lnTo>
                  <a:lnTo>
                    <a:pt x="333353" y="185208"/>
                  </a:lnTo>
                  <a:lnTo>
                    <a:pt x="333841" y="179936"/>
                  </a:lnTo>
                  <a:lnTo>
                    <a:pt x="334162" y="174650"/>
                  </a:lnTo>
                  <a:lnTo>
                    <a:pt x="334315" y="169357"/>
                  </a:lnTo>
                  <a:lnTo>
                    <a:pt x="334301" y="164062"/>
                  </a:lnTo>
                  <a:lnTo>
                    <a:pt x="334118" y="158770"/>
                  </a:lnTo>
                  <a:lnTo>
                    <a:pt x="333769" y="153486"/>
                  </a:lnTo>
                  <a:lnTo>
                    <a:pt x="333252" y="148216"/>
                  </a:lnTo>
                  <a:lnTo>
                    <a:pt x="332568" y="142965"/>
                  </a:lnTo>
                  <a:lnTo>
                    <a:pt x="331719" y="137738"/>
                  </a:lnTo>
                  <a:lnTo>
                    <a:pt x="330704" y="132541"/>
                  </a:lnTo>
                  <a:lnTo>
                    <a:pt x="329525" y="127378"/>
                  </a:lnTo>
                  <a:lnTo>
                    <a:pt x="328184" y="122256"/>
                  </a:lnTo>
                  <a:lnTo>
                    <a:pt x="326680" y="117178"/>
                  </a:lnTo>
                  <a:lnTo>
                    <a:pt x="325017" y="112151"/>
                  </a:lnTo>
                  <a:lnTo>
                    <a:pt x="323195" y="107179"/>
                  </a:lnTo>
                  <a:lnTo>
                    <a:pt x="321217" y="102267"/>
                  </a:lnTo>
                  <a:lnTo>
                    <a:pt x="319084" y="97420"/>
                  </a:lnTo>
                  <a:lnTo>
                    <a:pt x="316799" y="92644"/>
                  </a:lnTo>
                  <a:lnTo>
                    <a:pt x="314364" y="87942"/>
                  </a:lnTo>
                  <a:lnTo>
                    <a:pt x="311781" y="83319"/>
                  </a:lnTo>
                  <a:lnTo>
                    <a:pt x="309052" y="78781"/>
                  </a:lnTo>
                  <a:lnTo>
                    <a:pt x="306182" y="74331"/>
                  </a:lnTo>
                  <a:lnTo>
                    <a:pt x="303172" y="69975"/>
                  </a:lnTo>
                  <a:lnTo>
                    <a:pt x="300025" y="65715"/>
                  </a:lnTo>
                  <a:lnTo>
                    <a:pt x="296745" y="61558"/>
                  </a:lnTo>
                  <a:lnTo>
                    <a:pt x="293335" y="57507"/>
                  </a:lnTo>
                  <a:lnTo>
                    <a:pt x="289799" y="53566"/>
                  </a:lnTo>
                  <a:lnTo>
                    <a:pt x="286139" y="49739"/>
                  </a:lnTo>
                  <a:lnTo>
                    <a:pt x="282360" y="46029"/>
                  </a:lnTo>
                  <a:lnTo>
                    <a:pt x="278466" y="42441"/>
                  </a:lnTo>
                  <a:lnTo>
                    <a:pt x="274459" y="38979"/>
                  </a:lnTo>
                  <a:lnTo>
                    <a:pt x="270345" y="35645"/>
                  </a:lnTo>
                  <a:lnTo>
                    <a:pt x="266128" y="32442"/>
                  </a:lnTo>
                  <a:lnTo>
                    <a:pt x="261811" y="29375"/>
                  </a:lnTo>
                  <a:lnTo>
                    <a:pt x="257400" y="26447"/>
                  </a:lnTo>
                  <a:lnTo>
                    <a:pt x="252897" y="23659"/>
                  </a:lnTo>
                  <a:lnTo>
                    <a:pt x="248309" y="21016"/>
                  </a:lnTo>
                  <a:lnTo>
                    <a:pt x="243639" y="18519"/>
                  </a:lnTo>
                  <a:lnTo>
                    <a:pt x="238893" y="16171"/>
                  </a:lnTo>
                  <a:lnTo>
                    <a:pt x="234074" y="13975"/>
                  </a:lnTo>
                  <a:lnTo>
                    <a:pt x="229189" y="11933"/>
                  </a:lnTo>
                  <a:lnTo>
                    <a:pt x="224241" y="10046"/>
                  </a:lnTo>
                  <a:lnTo>
                    <a:pt x="219236" y="8317"/>
                  </a:lnTo>
                  <a:lnTo>
                    <a:pt x="214179" y="6748"/>
                  </a:lnTo>
                  <a:lnTo>
                    <a:pt x="209074" y="5339"/>
                  </a:lnTo>
                  <a:lnTo>
                    <a:pt x="203928" y="4093"/>
                  </a:lnTo>
                  <a:lnTo>
                    <a:pt x="198744" y="3010"/>
                  </a:lnTo>
                  <a:lnTo>
                    <a:pt x="193529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53897" y="5018213"/>
              <a:ext cx="167141" cy="167167"/>
            </a:xfrm>
            <a:custGeom>
              <a:avLst/>
              <a:pathLst>
                <a:path w="167141" h="167167">
                  <a:moveTo>
                    <a:pt x="167141" y="0"/>
                  </a:moveTo>
                  <a:lnTo>
                    <a:pt x="161733" y="87"/>
                  </a:lnTo>
                  <a:lnTo>
                    <a:pt x="156330" y="350"/>
                  </a:lnTo>
                  <a:lnTo>
                    <a:pt x="150938" y="787"/>
                  </a:lnTo>
                  <a:lnTo>
                    <a:pt x="145563" y="1398"/>
                  </a:lnTo>
                  <a:lnTo>
                    <a:pt x="140211" y="2183"/>
                  </a:lnTo>
                  <a:lnTo>
                    <a:pt x="134887" y="3141"/>
                  </a:lnTo>
                  <a:lnTo>
                    <a:pt x="129597" y="4270"/>
                  </a:lnTo>
                  <a:lnTo>
                    <a:pt x="124346" y="5570"/>
                  </a:lnTo>
                  <a:lnTo>
                    <a:pt x="119139" y="7040"/>
                  </a:lnTo>
                  <a:lnTo>
                    <a:pt x="113984" y="8677"/>
                  </a:lnTo>
                  <a:lnTo>
                    <a:pt x="108883" y="10479"/>
                  </a:lnTo>
                  <a:lnTo>
                    <a:pt x="103844" y="12446"/>
                  </a:lnTo>
                  <a:lnTo>
                    <a:pt x="98871" y="14575"/>
                  </a:lnTo>
                  <a:lnTo>
                    <a:pt x="93970" y="16864"/>
                  </a:lnTo>
                  <a:lnTo>
                    <a:pt x="89145" y="19310"/>
                  </a:lnTo>
                  <a:lnTo>
                    <a:pt x="84402" y="21911"/>
                  </a:lnTo>
                  <a:lnTo>
                    <a:pt x="79746" y="24665"/>
                  </a:lnTo>
                  <a:lnTo>
                    <a:pt x="75181" y="27567"/>
                  </a:lnTo>
                  <a:lnTo>
                    <a:pt x="70712" y="30615"/>
                  </a:lnTo>
                  <a:lnTo>
                    <a:pt x="66344" y="33807"/>
                  </a:lnTo>
                  <a:lnTo>
                    <a:pt x="62082" y="37138"/>
                  </a:lnTo>
                  <a:lnTo>
                    <a:pt x="57930" y="40605"/>
                  </a:lnTo>
                  <a:lnTo>
                    <a:pt x="53892" y="44205"/>
                  </a:lnTo>
                  <a:lnTo>
                    <a:pt x="49973" y="47934"/>
                  </a:lnTo>
                  <a:lnTo>
                    <a:pt x="46177" y="51787"/>
                  </a:lnTo>
                  <a:lnTo>
                    <a:pt x="42507" y="55762"/>
                  </a:lnTo>
                  <a:lnTo>
                    <a:pt x="38968" y="59852"/>
                  </a:lnTo>
                  <a:lnTo>
                    <a:pt x="35562" y="64056"/>
                  </a:lnTo>
                  <a:lnTo>
                    <a:pt x="32295" y="68367"/>
                  </a:lnTo>
                  <a:lnTo>
                    <a:pt x="29169" y="72782"/>
                  </a:lnTo>
                  <a:lnTo>
                    <a:pt x="26187" y="77295"/>
                  </a:lnTo>
                  <a:lnTo>
                    <a:pt x="23353" y="81903"/>
                  </a:lnTo>
                  <a:lnTo>
                    <a:pt x="20670" y="86600"/>
                  </a:lnTo>
                  <a:lnTo>
                    <a:pt x="18140" y="91381"/>
                  </a:lnTo>
                  <a:lnTo>
                    <a:pt x="15766" y="96242"/>
                  </a:lnTo>
                  <a:lnTo>
                    <a:pt x="13550" y="101177"/>
                  </a:lnTo>
                  <a:lnTo>
                    <a:pt x="11495" y="106181"/>
                  </a:lnTo>
                  <a:lnTo>
                    <a:pt x="9604" y="111249"/>
                  </a:lnTo>
                  <a:lnTo>
                    <a:pt x="7877" y="116375"/>
                  </a:lnTo>
                  <a:lnTo>
                    <a:pt x="6317" y="121555"/>
                  </a:lnTo>
                  <a:lnTo>
                    <a:pt x="4925" y="126782"/>
                  </a:lnTo>
                  <a:lnTo>
                    <a:pt x="3704" y="132052"/>
                  </a:lnTo>
                  <a:lnTo>
                    <a:pt x="2653" y="137359"/>
                  </a:lnTo>
                  <a:lnTo>
                    <a:pt x="1775" y="142696"/>
                  </a:lnTo>
                  <a:lnTo>
                    <a:pt x="1070" y="148060"/>
                  </a:lnTo>
                  <a:lnTo>
                    <a:pt x="538" y="153443"/>
                  </a:lnTo>
                  <a:lnTo>
                    <a:pt x="181" y="158841"/>
                  </a:lnTo>
                  <a:lnTo>
                    <a:pt x="0" y="164247"/>
                  </a:lnTo>
                  <a:lnTo>
                    <a:pt x="16714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53897" y="5182460"/>
              <a:ext cx="167141" cy="2919"/>
            </a:xfrm>
            <a:custGeom>
              <a:avLst/>
              <a:pathLst>
                <a:path w="167141" h="2919">
                  <a:moveTo>
                    <a:pt x="0" y="0"/>
                  </a:moveTo>
                  <a:lnTo>
                    <a:pt x="167141" y="29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53897" y="5182460"/>
              <a:ext cx="167141" cy="2919"/>
            </a:xfrm>
            <a:custGeom>
              <a:avLst/>
              <a:pathLst>
                <a:path w="167141" h="2919">
                  <a:moveTo>
                    <a:pt x="0" y="0"/>
                  </a:moveTo>
                  <a:lnTo>
                    <a:pt x="167141" y="29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53897" y="5182460"/>
              <a:ext cx="167141" cy="2919"/>
            </a:xfrm>
            <a:custGeom>
              <a:avLst/>
              <a:pathLst>
                <a:path w="167141" h="2919">
                  <a:moveTo>
                    <a:pt x="0" y="0"/>
                  </a:moveTo>
                  <a:lnTo>
                    <a:pt x="167141" y="29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53895" y="5182460"/>
              <a:ext cx="167143" cy="72400"/>
            </a:xfrm>
            <a:custGeom>
              <a:avLst/>
              <a:pathLst>
                <a:path w="167143" h="72400">
                  <a:moveTo>
                    <a:pt x="1" y="0"/>
                  </a:moveTo>
                  <a:lnTo>
                    <a:pt x="0" y="5736"/>
                  </a:lnTo>
                  <a:lnTo>
                    <a:pt x="195" y="11469"/>
                  </a:lnTo>
                  <a:lnTo>
                    <a:pt x="586" y="17192"/>
                  </a:lnTo>
                  <a:lnTo>
                    <a:pt x="1174" y="22898"/>
                  </a:lnTo>
                  <a:lnTo>
                    <a:pt x="1957" y="28580"/>
                  </a:lnTo>
                  <a:lnTo>
                    <a:pt x="2935" y="34233"/>
                  </a:lnTo>
                  <a:lnTo>
                    <a:pt x="4106" y="39848"/>
                  </a:lnTo>
                  <a:lnTo>
                    <a:pt x="5469" y="45420"/>
                  </a:lnTo>
                  <a:lnTo>
                    <a:pt x="7022" y="50942"/>
                  </a:lnTo>
                  <a:lnTo>
                    <a:pt x="8764" y="56408"/>
                  </a:lnTo>
                  <a:lnTo>
                    <a:pt x="10692" y="61810"/>
                  </a:lnTo>
                  <a:lnTo>
                    <a:pt x="12805" y="67143"/>
                  </a:lnTo>
                  <a:lnTo>
                    <a:pt x="15099" y="72400"/>
                  </a:lnTo>
                  <a:lnTo>
                    <a:pt x="167143" y="29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68995" y="5018213"/>
              <a:ext cx="319190" cy="334334"/>
            </a:xfrm>
            <a:custGeom>
              <a:avLst/>
              <a:pathLst>
                <a:path w="319190" h="334334">
                  <a:moveTo>
                    <a:pt x="0" y="236648"/>
                  </a:moveTo>
                  <a:lnTo>
                    <a:pt x="2280" y="241437"/>
                  </a:lnTo>
                  <a:lnTo>
                    <a:pt x="4712" y="246151"/>
                  </a:lnTo>
                  <a:lnTo>
                    <a:pt x="7292" y="250785"/>
                  </a:lnTo>
                  <a:lnTo>
                    <a:pt x="10018" y="255336"/>
                  </a:lnTo>
                  <a:lnTo>
                    <a:pt x="12887" y="259797"/>
                  </a:lnTo>
                  <a:lnTo>
                    <a:pt x="15895" y="264165"/>
                  </a:lnTo>
                  <a:lnTo>
                    <a:pt x="19041" y="268436"/>
                  </a:lnTo>
                  <a:lnTo>
                    <a:pt x="22321" y="272605"/>
                  </a:lnTo>
                  <a:lnTo>
                    <a:pt x="25732" y="276667"/>
                  </a:lnTo>
                  <a:lnTo>
                    <a:pt x="29269" y="280619"/>
                  </a:lnTo>
                  <a:lnTo>
                    <a:pt x="32930" y="284457"/>
                  </a:lnTo>
                  <a:lnTo>
                    <a:pt x="36712" y="288177"/>
                  </a:lnTo>
                  <a:lnTo>
                    <a:pt x="40609" y="291775"/>
                  </a:lnTo>
                  <a:lnTo>
                    <a:pt x="44618" y="295248"/>
                  </a:lnTo>
                  <a:lnTo>
                    <a:pt x="48736" y="298592"/>
                  </a:lnTo>
                  <a:lnTo>
                    <a:pt x="52957" y="301803"/>
                  </a:lnTo>
                  <a:lnTo>
                    <a:pt x="57279" y="304879"/>
                  </a:lnTo>
                  <a:lnTo>
                    <a:pt x="61696" y="307816"/>
                  </a:lnTo>
                  <a:lnTo>
                    <a:pt x="66203" y="310612"/>
                  </a:lnTo>
                  <a:lnTo>
                    <a:pt x="70798" y="313263"/>
                  </a:lnTo>
                  <a:lnTo>
                    <a:pt x="75473" y="315767"/>
                  </a:lnTo>
                  <a:lnTo>
                    <a:pt x="80227" y="318122"/>
                  </a:lnTo>
                  <a:lnTo>
                    <a:pt x="85052" y="320324"/>
                  </a:lnTo>
                  <a:lnTo>
                    <a:pt x="89945" y="322372"/>
                  </a:lnTo>
                  <a:lnTo>
                    <a:pt x="94900" y="324264"/>
                  </a:lnTo>
                  <a:lnTo>
                    <a:pt x="99913" y="325998"/>
                  </a:lnTo>
                  <a:lnTo>
                    <a:pt x="104978" y="327572"/>
                  </a:lnTo>
                  <a:lnTo>
                    <a:pt x="110091" y="328985"/>
                  </a:lnTo>
                  <a:lnTo>
                    <a:pt x="115246" y="330234"/>
                  </a:lnTo>
                  <a:lnTo>
                    <a:pt x="120438" y="331319"/>
                  </a:lnTo>
                  <a:lnTo>
                    <a:pt x="125662" y="332240"/>
                  </a:lnTo>
                  <a:lnTo>
                    <a:pt x="130912" y="332993"/>
                  </a:lnTo>
                  <a:lnTo>
                    <a:pt x="136184" y="333580"/>
                  </a:lnTo>
                  <a:lnTo>
                    <a:pt x="141471" y="334000"/>
                  </a:lnTo>
                  <a:lnTo>
                    <a:pt x="146770" y="334251"/>
                  </a:lnTo>
                  <a:lnTo>
                    <a:pt x="152073" y="334334"/>
                  </a:lnTo>
                  <a:lnTo>
                    <a:pt x="157377" y="334249"/>
                  </a:lnTo>
                  <a:lnTo>
                    <a:pt x="162675" y="333996"/>
                  </a:lnTo>
                  <a:lnTo>
                    <a:pt x="167963" y="333575"/>
                  </a:lnTo>
                  <a:lnTo>
                    <a:pt x="173234" y="332986"/>
                  </a:lnTo>
                  <a:lnTo>
                    <a:pt x="178484" y="332230"/>
                  </a:lnTo>
                  <a:lnTo>
                    <a:pt x="183708" y="331308"/>
                  </a:lnTo>
                  <a:lnTo>
                    <a:pt x="188899" y="330221"/>
                  </a:lnTo>
                  <a:lnTo>
                    <a:pt x="194054" y="328970"/>
                  </a:lnTo>
                  <a:lnTo>
                    <a:pt x="199166" y="327555"/>
                  </a:lnTo>
                  <a:lnTo>
                    <a:pt x="204231" y="325979"/>
                  </a:lnTo>
                  <a:lnTo>
                    <a:pt x="209243" y="324244"/>
                  </a:lnTo>
                  <a:lnTo>
                    <a:pt x="214198" y="322350"/>
                  </a:lnTo>
                  <a:lnTo>
                    <a:pt x="219090" y="320300"/>
                  </a:lnTo>
                  <a:lnTo>
                    <a:pt x="223914" y="318096"/>
                  </a:lnTo>
                  <a:lnTo>
                    <a:pt x="228667" y="315740"/>
                  </a:lnTo>
                  <a:lnTo>
                    <a:pt x="233342" y="313234"/>
                  </a:lnTo>
                  <a:lnTo>
                    <a:pt x="237935" y="310581"/>
                  </a:lnTo>
                  <a:lnTo>
                    <a:pt x="242442" y="307784"/>
                  </a:lnTo>
                  <a:lnTo>
                    <a:pt x="246857" y="304845"/>
                  </a:lnTo>
                  <a:lnTo>
                    <a:pt x="251178" y="301768"/>
                  </a:lnTo>
                  <a:lnTo>
                    <a:pt x="255398" y="298555"/>
                  </a:lnTo>
                  <a:lnTo>
                    <a:pt x="259514" y="295210"/>
                  </a:lnTo>
                  <a:lnTo>
                    <a:pt x="263523" y="291736"/>
                  </a:lnTo>
                  <a:lnTo>
                    <a:pt x="267419" y="288136"/>
                  </a:lnTo>
                  <a:lnTo>
                    <a:pt x="271198" y="284415"/>
                  </a:lnTo>
                  <a:lnTo>
                    <a:pt x="274858" y="280575"/>
                  </a:lnTo>
                  <a:lnTo>
                    <a:pt x="278394" y="276622"/>
                  </a:lnTo>
                  <a:lnTo>
                    <a:pt x="281803" y="272558"/>
                  </a:lnTo>
                  <a:lnTo>
                    <a:pt x="285082" y="268388"/>
                  </a:lnTo>
                  <a:lnTo>
                    <a:pt x="288226" y="264117"/>
                  </a:lnTo>
                  <a:lnTo>
                    <a:pt x="291233" y="259747"/>
                  </a:lnTo>
                  <a:lnTo>
                    <a:pt x="294100" y="255285"/>
                  </a:lnTo>
                  <a:lnTo>
                    <a:pt x="296825" y="250733"/>
                  </a:lnTo>
                  <a:lnTo>
                    <a:pt x="299403" y="246098"/>
                  </a:lnTo>
                  <a:lnTo>
                    <a:pt x="301833" y="241383"/>
                  </a:lnTo>
                  <a:lnTo>
                    <a:pt x="304112" y="236593"/>
                  </a:lnTo>
                  <a:lnTo>
                    <a:pt x="306238" y="231734"/>
                  </a:lnTo>
                  <a:lnTo>
                    <a:pt x="308209" y="226809"/>
                  </a:lnTo>
                  <a:lnTo>
                    <a:pt x="310023" y="221825"/>
                  </a:lnTo>
                  <a:lnTo>
                    <a:pt x="311677" y="216785"/>
                  </a:lnTo>
                  <a:lnTo>
                    <a:pt x="313171" y="211696"/>
                  </a:lnTo>
                  <a:lnTo>
                    <a:pt x="314503" y="206561"/>
                  </a:lnTo>
                  <a:lnTo>
                    <a:pt x="315671" y="201387"/>
                  </a:lnTo>
                  <a:lnTo>
                    <a:pt x="316674" y="196179"/>
                  </a:lnTo>
                  <a:lnTo>
                    <a:pt x="317512" y="190941"/>
                  </a:lnTo>
                  <a:lnTo>
                    <a:pt x="318183" y="185680"/>
                  </a:lnTo>
                  <a:lnTo>
                    <a:pt x="318686" y="180399"/>
                  </a:lnTo>
                  <a:lnTo>
                    <a:pt x="319022" y="175106"/>
                  </a:lnTo>
                  <a:lnTo>
                    <a:pt x="319190" y="169804"/>
                  </a:lnTo>
                  <a:lnTo>
                    <a:pt x="319190" y="164500"/>
                  </a:lnTo>
                  <a:lnTo>
                    <a:pt x="319021" y="159198"/>
                  </a:lnTo>
                  <a:lnTo>
                    <a:pt x="318684" y="153905"/>
                  </a:lnTo>
                  <a:lnTo>
                    <a:pt x="318179" y="148625"/>
                  </a:lnTo>
                  <a:lnTo>
                    <a:pt x="317507" y="143363"/>
                  </a:lnTo>
                  <a:lnTo>
                    <a:pt x="316669" y="138126"/>
                  </a:lnTo>
                  <a:lnTo>
                    <a:pt x="315665" y="132917"/>
                  </a:lnTo>
                  <a:lnTo>
                    <a:pt x="314496" y="127743"/>
                  </a:lnTo>
                  <a:lnTo>
                    <a:pt x="313163" y="122609"/>
                  </a:lnTo>
                  <a:lnTo>
                    <a:pt x="311668" y="117520"/>
                  </a:lnTo>
                  <a:lnTo>
                    <a:pt x="310013" y="112481"/>
                  </a:lnTo>
                  <a:lnTo>
                    <a:pt x="308198" y="107496"/>
                  </a:lnTo>
                  <a:lnTo>
                    <a:pt x="306227" y="102572"/>
                  </a:lnTo>
                  <a:lnTo>
                    <a:pt x="304100" y="97713"/>
                  </a:lnTo>
                  <a:lnTo>
                    <a:pt x="301820" y="92924"/>
                  </a:lnTo>
                  <a:lnTo>
                    <a:pt x="299389" y="88210"/>
                  </a:lnTo>
                  <a:lnTo>
                    <a:pt x="296810" y="83575"/>
                  </a:lnTo>
                  <a:lnTo>
                    <a:pt x="294085" y="79024"/>
                  </a:lnTo>
                  <a:lnTo>
                    <a:pt x="291217" y="74562"/>
                  </a:lnTo>
                  <a:lnTo>
                    <a:pt x="288209" y="70193"/>
                  </a:lnTo>
                  <a:lnTo>
                    <a:pt x="285064" y="65922"/>
                  </a:lnTo>
                  <a:lnTo>
                    <a:pt x="281784" y="61752"/>
                  </a:lnTo>
                  <a:lnTo>
                    <a:pt x="278375" y="57689"/>
                  </a:lnTo>
                  <a:lnTo>
                    <a:pt x="274838" y="53736"/>
                  </a:lnTo>
                  <a:lnTo>
                    <a:pt x="271177" y="49898"/>
                  </a:lnTo>
                  <a:lnTo>
                    <a:pt x="267397" y="46177"/>
                  </a:lnTo>
                  <a:lnTo>
                    <a:pt x="263500" y="42578"/>
                  </a:lnTo>
                  <a:lnTo>
                    <a:pt x="259491" y="39105"/>
                  </a:lnTo>
                  <a:lnTo>
                    <a:pt x="255374" y="35761"/>
                  </a:lnTo>
                  <a:lnTo>
                    <a:pt x="251153" y="32548"/>
                  </a:lnTo>
                  <a:lnTo>
                    <a:pt x="246833" y="29472"/>
                  </a:lnTo>
                  <a:lnTo>
                    <a:pt x="242416" y="26534"/>
                  </a:lnTo>
                  <a:lnTo>
                    <a:pt x="237909" y="23737"/>
                  </a:lnTo>
                  <a:lnTo>
                    <a:pt x="233315" y="21085"/>
                  </a:lnTo>
                  <a:lnTo>
                    <a:pt x="228640" y="18581"/>
                  </a:lnTo>
                  <a:lnTo>
                    <a:pt x="223887" y="16225"/>
                  </a:lnTo>
                  <a:lnTo>
                    <a:pt x="219062" y="14022"/>
                  </a:lnTo>
                  <a:lnTo>
                    <a:pt x="214170" y="11973"/>
                  </a:lnTo>
                  <a:lnTo>
                    <a:pt x="209215" y="10080"/>
                  </a:lnTo>
                  <a:lnTo>
                    <a:pt x="204202" y="8345"/>
                  </a:lnTo>
                  <a:lnTo>
                    <a:pt x="199137" y="6770"/>
                  </a:lnTo>
                  <a:lnTo>
                    <a:pt x="194025" y="5357"/>
                  </a:lnTo>
                  <a:lnTo>
                    <a:pt x="188870" y="4106"/>
                  </a:lnTo>
                  <a:lnTo>
                    <a:pt x="183678" y="3020"/>
                  </a:lnTo>
                  <a:lnTo>
                    <a:pt x="178455" y="2099"/>
                  </a:lnTo>
                  <a:lnTo>
                    <a:pt x="173204" y="1344"/>
                  </a:lnTo>
                  <a:lnTo>
                    <a:pt x="167933" y="756"/>
                  </a:lnTo>
                  <a:lnTo>
                    <a:pt x="162645" y="336"/>
                  </a:lnTo>
                  <a:lnTo>
                    <a:pt x="157347" y="84"/>
                  </a:lnTo>
                  <a:lnTo>
                    <a:pt x="152043" y="0"/>
                  </a:lnTo>
                  <a:lnTo>
                    <a:pt x="1520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256069" y="4659281"/>
              <a:ext cx="167165" cy="333895"/>
            </a:xfrm>
            <a:custGeom>
              <a:avLst/>
              <a:pathLst>
                <a:path w="167165" h="333895">
                  <a:moveTo>
                    <a:pt x="167165" y="0"/>
                  </a:moveTo>
                  <a:lnTo>
                    <a:pt x="161822" y="85"/>
                  </a:lnTo>
                  <a:lnTo>
                    <a:pt x="156484" y="341"/>
                  </a:lnTo>
                  <a:lnTo>
                    <a:pt x="151157" y="768"/>
                  </a:lnTo>
                  <a:lnTo>
                    <a:pt x="145847" y="1364"/>
                  </a:lnTo>
                  <a:lnTo>
                    <a:pt x="140558" y="2131"/>
                  </a:lnTo>
                  <a:lnTo>
                    <a:pt x="135297" y="3065"/>
                  </a:lnTo>
                  <a:lnTo>
                    <a:pt x="130068" y="4168"/>
                  </a:lnTo>
                  <a:lnTo>
                    <a:pt x="124876" y="5437"/>
                  </a:lnTo>
                  <a:lnTo>
                    <a:pt x="119729" y="6871"/>
                  </a:lnTo>
                  <a:lnTo>
                    <a:pt x="114629" y="8469"/>
                  </a:lnTo>
                  <a:lnTo>
                    <a:pt x="109583" y="10230"/>
                  </a:lnTo>
                  <a:lnTo>
                    <a:pt x="104597" y="12150"/>
                  </a:lnTo>
                  <a:lnTo>
                    <a:pt x="99674" y="14230"/>
                  </a:lnTo>
                  <a:lnTo>
                    <a:pt x="94820" y="16465"/>
                  </a:lnTo>
                  <a:lnTo>
                    <a:pt x="90040" y="18854"/>
                  </a:lnTo>
                  <a:lnTo>
                    <a:pt x="85339" y="21395"/>
                  </a:lnTo>
                  <a:lnTo>
                    <a:pt x="80721" y="24085"/>
                  </a:lnTo>
                  <a:lnTo>
                    <a:pt x="76192" y="26922"/>
                  </a:lnTo>
                  <a:lnTo>
                    <a:pt x="71755" y="29901"/>
                  </a:lnTo>
                  <a:lnTo>
                    <a:pt x="67417" y="33021"/>
                  </a:lnTo>
                  <a:lnTo>
                    <a:pt x="63180" y="36278"/>
                  </a:lnTo>
                  <a:lnTo>
                    <a:pt x="59049" y="39668"/>
                  </a:lnTo>
                  <a:lnTo>
                    <a:pt x="55029" y="43189"/>
                  </a:lnTo>
                  <a:lnTo>
                    <a:pt x="51124" y="46837"/>
                  </a:lnTo>
                  <a:lnTo>
                    <a:pt x="47337" y="50608"/>
                  </a:lnTo>
                  <a:lnTo>
                    <a:pt x="43672" y="54497"/>
                  </a:lnTo>
                  <a:lnTo>
                    <a:pt x="40134" y="58502"/>
                  </a:lnTo>
                  <a:lnTo>
                    <a:pt x="36726" y="62618"/>
                  </a:lnTo>
                  <a:lnTo>
                    <a:pt x="33451" y="66841"/>
                  </a:lnTo>
                  <a:lnTo>
                    <a:pt x="30312" y="71166"/>
                  </a:lnTo>
                  <a:lnTo>
                    <a:pt x="27314" y="75589"/>
                  </a:lnTo>
                  <a:lnTo>
                    <a:pt x="24458" y="80106"/>
                  </a:lnTo>
                  <a:lnTo>
                    <a:pt x="21748" y="84712"/>
                  </a:lnTo>
                  <a:lnTo>
                    <a:pt x="19187" y="89403"/>
                  </a:lnTo>
                  <a:lnTo>
                    <a:pt x="16777" y="94172"/>
                  </a:lnTo>
                  <a:lnTo>
                    <a:pt x="14520" y="99017"/>
                  </a:lnTo>
                  <a:lnTo>
                    <a:pt x="12420" y="103930"/>
                  </a:lnTo>
                  <a:lnTo>
                    <a:pt x="10478" y="108909"/>
                  </a:lnTo>
                  <a:lnTo>
                    <a:pt x="8696" y="113947"/>
                  </a:lnTo>
                  <a:lnTo>
                    <a:pt x="7076" y="119040"/>
                  </a:lnTo>
                  <a:lnTo>
                    <a:pt x="5619" y="124181"/>
                  </a:lnTo>
                  <a:lnTo>
                    <a:pt x="4328" y="129367"/>
                  </a:lnTo>
                  <a:lnTo>
                    <a:pt x="3203" y="134591"/>
                  </a:lnTo>
                  <a:lnTo>
                    <a:pt x="2245" y="139848"/>
                  </a:lnTo>
                  <a:lnTo>
                    <a:pt x="1456" y="145134"/>
                  </a:lnTo>
                  <a:lnTo>
                    <a:pt x="837" y="150442"/>
                  </a:lnTo>
                  <a:lnTo>
                    <a:pt x="387" y="155767"/>
                  </a:lnTo>
                  <a:lnTo>
                    <a:pt x="108" y="161103"/>
                  </a:lnTo>
                  <a:lnTo>
                    <a:pt x="0" y="166446"/>
                  </a:lnTo>
                  <a:lnTo>
                    <a:pt x="62" y="171790"/>
                  </a:lnTo>
                  <a:lnTo>
                    <a:pt x="295" y="177129"/>
                  </a:lnTo>
                  <a:lnTo>
                    <a:pt x="699" y="182457"/>
                  </a:lnTo>
                  <a:lnTo>
                    <a:pt x="1273" y="187771"/>
                  </a:lnTo>
                  <a:lnTo>
                    <a:pt x="2016" y="193063"/>
                  </a:lnTo>
                  <a:lnTo>
                    <a:pt x="2928" y="198328"/>
                  </a:lnTo>
                  <a:lnTo>
                    <a:pt x="4008" y="203562"/>
                  </a:lnTo>
                  <a:lnTo>
                    <a:pt x="5255" y="208758"/>
                  </a:lnTo>
                  <a:lnTo>
                    <a:pt x="6667" y="213912"/>
                  </a:lnTo>
                  <a:lnTo>
                    <a:pt x="8243" y="219019"/>
                  </a:lnTo>
                  <a:lnTo>
                    <a:pt x="9981" y="224072"/>
                  </a:lnTo>
                  <a:lnTo>
                    <a:pt x="11881" y="229067"/>
                  </a:lnTo>
                  <a:lnTo>
                    <a:pt x="13939" y="233999"/>
                  </a:lnTo>
                  <a:lnTo>
                    <a:pt x="16153" y="238862"/>
                  </a:lnTo>
                  <a:lnTo>
                    <a:pt x="18522" y="243653"/>
                  </a:lnTo>
                  <a:lnTo>
                    <a:pt x="21043" y="248365"/>
                  </a:lnTo>
                  <a:lnTo>
                    <a:pt x="23713" y="252994"/>
                  </a:lnTo>
                  <a:lnTo>
                    <a:pt x="26529" y="257535"/>
                  </a:lnTo>
                  <a:lnTo>
                    <a:pt x="29490" y="261984"/>
                  </a:lnTo>
                  <a:lnTo>
                    <a:pt x="32591" y="266336"/>
                  </a:lnTo>
                  <a:lnTo>
                    <a:pt x="35829" y="270587"/>
                  </a:lnTo>
                  <a:lnTo>
                    <a:pt x="39202" y="274732"/>
                  </a:lnTo>
                  <a:lnTo>
                    <a:pt x="42706" y="278768"/>
                  </a:lnTo>
                  <a:lnTo>
                    <a:pt x="46336" y="282689"/>
                  </a:lnTo>
                  <a:lnTo>
                    <a:pt x="50091" y="286492"/>
                  </a:lnTo>
                  <a:lnTo>
                    <a:pt x="53964" y="290173"/>
                  </a:lnTo>
                  <a:lnTo>
                    <a:pt x="57954" y="293729"/>
                  </a:lnTo>
                  <a:lnTo>
                    <a:pt x="62055" y="297155"/>
                  </a:lnTo>
                  <a:lnTo>
                    <a:pt x="66264" y="300448"/>
                  </a:lnTo>
                  <a:lnTo>
                    <a:pt x="70575" y="303605"/>
                  </a:lnTo>
                  <a:lnTo>
                    <a:pt x="74986" y="306623"/>
                  </a:lnTo>
                  <a:lnTo>
                    <a:pt x="79490" y="309498"/>
                  </a:lnTo>
                  <a:lnTo>
                    <a:pt x="84085" y="312227"/>
                  </a:lnTo>
                  <a:lnTo>
                    <a:pt x="88764" y="314809"/>
                  </a:lnTo>
                  <a:lnTo>
                    <a:pt x="93523" y="317239"/>
                  </a:lnTo>
                  <a:lnTo>
                    <a:pt x="98358" y="319517"/>
                  </a:lnTo>
                  <a:lnTo>
                    <a:pt x="103262" y="321638"/>
                  </a:lnTo>
                  <a:lnTo>
                    <a:pt x="108232" y="323602"/>
                  </a:lnTo>
                  <a:lnTo>
                    <a:pt x="113263" y="325406"/>
                  </a:lnTo>
                  <a:lnTo>
                    <a:pt x="118348" y="327048"/>
                  </a:lnTo>
                  <a:lnTo>
                    <a:pt x="123484" y="328526"/>
                  </a:lnTo>
                  <a:lnTo>
                    <a:pt x="128664" y="329840"/>
                  </a:lnTo>
                  <a:lnTo>
                    <a:pt x="133883" y="330988"/>
                  </a:lnTo>
                  <a:lnTo>
                    <a:pt x="139136" y="331968"/>
                  </a:lnTo>
                  <a:lnTo>
                    <a:pt x="144418" y="332779"/>
                  </a:lnTo>
                  <a:lnTo>
                    <a:pt x="149723" y="333422"/>
                  </a:lnTo>
                  <a:lnTo>
                    <a:pt x="155046" y="33389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11115" y="4826449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11115" y="4826449"/>
              <a:ext cx="12119" cy="166727"/>
            </a:xfrm>
            <a:custGeom>
              <a:avLst/>
              <a:pathLst>
                <a:path w="12119" h="166727">
                  <a:moveTo>
                    <a:pt x="0" y="166727"/>
                  </a:moveTo>
                  <a:lnTo>
                    <a:pt x="1211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11115" y="4826449"/>
              <a:ext cx="81395" cy="167167"/>
            </a:xfrm>
            <a:custGeom>
              <a:avLst/>
              <a:pathLst>
                <a:path w="81395" h="167167">
                  <a:moveTo>
                    <a:pt x="0" y="166727"/>
                  </a:moveTo>
                  <a:lnTo>
                    <a:pt x="5959" y="167053"/>
                  </a:lnTo>
                  <a:lnTo>
                    <a:pt x="11926" y="167167"/>
                  </a:lnTo>
                  <a:lnTo>
                    <a:pt x="17893" y="167067"/>
                  </a:lnTo>
                  <a:lnTo>
                    <a:pt x="23854" y="166755"/>
                  </a:lnTo>
                  <a:lnTo>
                    <a:pt x="29799" y="166229"/>
                  </a:lnTo>
                  <a:lnTo>
                    <a:pt x="35721" y="165492"/>
                  </a:lnTo>
                  <a:lnTo>
                    <a:pt x="41614" y="164544"/>
                  </a:lnTo>
                  <a:lnTo>
                    <a:pt x="47469" y="163387"/>
                  </a:lnTo>
                  <a:lnTo>
                    <a:pt x="53279" y="162021"/>
                  </a:lnTo>
                  <a:lnTo>
                    <a:pt x="59036" y="160448"/>
                  </a:lnTo>
                  <a:lnTo>
                    <a:pt x="64734" y="158671"/>
                  </a:lnTo>
                  <a:lnTo>
                    <a:pt x="70364" y="156692"/>
                  </a:lnTo>
                  <a:lnTo>
                    <a:pt x="75920" y="154513"/>
                  </a:lnTo>
                  <a:lnTo>
                    <a:pt x="81395" y="152137"/>
                  </a:lnTo>
                  <a:lnTo>
                    <a:pt x="121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167164" cy="319304"/>
            </a:xfrm>
            <a:custGeom>
              <a:avLst/>
              <a:pathLst>
                <a:path w="167164" h="319304">
                  <a:moveTo>
                    <a:pt x="69276" y="319304"/>
                  </a:moveTo>
                  <a:lnTo>
                    <a:pt x="74098" y="317015"/>
                  </a:lnTo>
                  <a:lnTo>
                    <a:pt x="78845" y="314572"/>
                  </a:lnTo>
                  <a:lnTo>
                    <a:pt x="83511" y="311980"/>
                  </a:lnTo>
                  <a:lnTo>
                    <a:pt x="88092" y="309240"/>
                  </a:lnTo>
                  <a:lnTo>
                    <a:pt x="92583" y="306355"/>
                  </a:lnTo>
                  <a:lnTo>
                    <a:pt x="96980" y="303328"/>
                  </a:lnTo>
                  <a:lnTo>
                    <a:pt x="101277" y="300162"/>
                  </a:lnTo>
                  <a:lnTo>
                    <a:pt x="105472" y="296861"/>
                  </a:lnTo>
                  <a:lnTo>
                    <a:pt x="109559" y="293427"/>
                  </a:lnTo>
                  <a:lnTo>
                    <a:pt x="113534" y="289865"/>
                  </a:lnTo>
                  <a:lnTo>
                    <a:pt x="117394" y="286178"/>
                  </a:lnTo>
                  <a:lnTo>
                    <a:pt x="121134" y="282369"/>
                  </a:lnTo>
                  <a:lnTo>
                    <a:pt x="124750" y="278443"/>
                  </a:lnTo>
                  <a:lnTo>
                    <a:pt x="128239" y="274403"/>
                  </a:lnTo>
                  <a:lnTo>
                    <a:pt x="131598" y="270254"/>
                  </a:lnTo>
                  <a:lnTo>
                    <a:pt x="134822" y="266000"/>
                  </a:lnTo>
                  <a:lnTo>
                    <a:pt x="137908" y="261645"/>
                  </a:lnTo>
                  <a:lnTo>
                    <a:pt x="140855" y="257194"/>
                  </a:lnTo>
                  <a:lnTo>
                    <a:pt x="143657" y="252651"/>
                  </a:lnTo>
                  <a:lnTo>
                    <a:pt x="146313" y="248020"/>
                  </a:lnTo>
                  <a:lnTo>
                    <a:pt x="148820" y="243308"/>
                  </a:lnTo>
                  <a:lnTo>
                    <a:pt x="151175" y="238517"/>
                  </a:lnTo>
                  <a:lnTo>
                    <a:pt x="153376" y="233654"/>
                  </a:lnTo>
                  <a:lnTo>
                    <a:pt x="155421" y="228724"/>
                  </a:lnTo>
                  <a:lnTo>
                    <a:pt x="157307" y="223730"/>
                  </a:lnTo>
                  <a:lnTo>
                    <a:pt x="159032" y="218679"/>
                  </a:lnTo>
                  <a:lnTo>
                    <a:pt x="160596" y="213575"/>
                  </a:lnTo>
                  <a:lnTo>
                    <a:pt x="161996" y="208424"/>
                  </a:lnTo>
                  <a:lnTo>
                    <a:pt x="163230" y="203231"/>
                  </a:lnTo>
                  <a:lnTo>
                    <a:pt x="164299" y="198001"/>
                  </a:lnTo>
                  <a:lnTo>
                    <a:pt x="165199" y="192739"/>
                  </a:lnTo>
                  <a:lnTo>
                    <a:pt x="165932" y="187452"/>
                  </a:lnTo>
                  <a:lnTo>
                    <a:pt x="166495" y="182144"/>
                  </a:lnTo>
                  <a:lnTo>
                    <a:pt x="166888" y="176820"/>
                  </a:lnTo>
                  <a:lnTo>
                    <a:pt x="167111" y="171487"/>
                  </a:lnTo>
                  <a:lnTo>
                    <a:pt x="167164" y="166150"/>
                  </a:lnTo>
                  <a:lnTo>
                    <a:pt x="167046" y="160813"/>
                  </a:lnTo>
                  <a:lnTo>
                    <a:pt x="166758" y="155483"/>
                  </a:lnTo>
                  <a:lnTo>
                    <a:pt x="166300" y="150165"/>
                  </a:lnTo>
                  <a:lnTo>
                    <a:pt x="165672" y="144864"/>
                  </a:lnTo>
                  <a:lnTo>
                    <a:pt x="164876" y="139586"/>
                  </a:lnTo>
                  <a:lnTo>
                    <a:pt x="163911" y="134336"/>
                  </a:lnTo>
                  <a:lnTo>
                    <a:pt x="162779" y="129119"/>
                  </a:lnTo>
                  <a:lnTo>
                    <a:pt x="161482" y="123941"/>
                  </a:lnTo>
                  <a:lnTo>
                    <a:pt x="160019" y="118808"/>
                  </a:lnTo>
                  <a:lnTo>
                    <a:pt x="158394" y="113723"/>
                  </a:lnTo>
                  <a:lnTo>
                    <a:pt x="156607" y="108693"/>
                  </a:lnTo>
                  <a:lnTo>
                    <a:pt x="154660" y="103723"/>
                  </a:lnTo>
                  <a:lnTo>
                    <a:pt x="152555" y="98818"/>
                  </a:lnTo>
                  <a:lnTo>
                    <a:pt x="150295" y="93982"/>
                  </a:lnTo>
                  <a:lnTo>
                    <a:pt x="147882" y="89220"/>
                  </a:lnTo>
                  <a:lnTo>
                    <a:pt x="145318" y="84539"/>
                  </a:lnTo>
                  <a:lnTo>
                    <a:pt x="142606" y="79941"/>
                  </a:lnTo>
                  <a:lnTo>
                    <a:pt x="139748" y="75432"/>
                  </a:lnTo>
                  <a:lnTo>
                    <a:pt x="136748" y="71017"/>
                  </a:lnTo>
                  <a:lnTo>
                    <a:pt x="133609" y="66700"/>
                  </a:lnTo>
                  <a:lnTo>
                    <a:pt x="130333" y="62486"/>
                  </a:lnTo>
                  <a:lnTo>
                    <a:pt x="126924" y="58378"/>
                  </a:lnTo>
                  <a:lnTo>
                    <a:pt x="123386" y="54381"/>
                  </a:lnTo>
                  <a:lnTo>
                    <a:pt x="119722" y="50499"/>
                  </a:lnTo>
                  <a:lnTo>
                    <a:pt x="115936" y="46736"/>
                  </a:lnTo>
                  <a:lnTo>
                    <a:pt x="112032" y="43096"/>
                  </a:lnTo>
                  <a:lnTo>
                    <a:pt x="108014" y="39582"/>
                  </a:lnTo>
                  <a:lnTo>
                    <a:pt x="103885" y="36199"/>
                  </a:lnTo>
                  <a:lnTo>
                    <a:pt x="99651" y="32949"/>
                  </a:lnTo>
                  <a:lnTo>
                    <a:pt x="95315" y="29836"/>
                  </a:lnTo>
                  <a:lnTo>
                    <a:pt x="90882" y="26862"/>
                  </a:lnTo>
                  <a:lnTo>
                    <a:pt x="86356" y="24032"/>
                  </a:lnTo>
                  <a:lnTo>
                    <a:pt x="81742" y="21348"/>
                  </a:lnTo>
                  <a:lnTo>
                    <a:pt x="77045" y="18813"/>
                  </a:lnTo>
                  <a:lnTo>
                    <a:pt x="72269" y="16428"/>
                  </a:lnTo>
                  <a:lnTo>
                    <a:pt x="67419" y="14198"/>
                  </a:lnTo>
                  <a:lnTo>
                    <a:pt x="62501" y="12123"/>
                  </a:lnTo>
                  <a:lnTo>
                    <a:pt x="57519" y="10207"/>
                  </a:lnTo>
                  <a:lnTo>
                    <a:pt x="52478" y="8450"/>
                  </a:lnTo>
                  <a:lnTo>
                    <a:pt x="47384" y="6856"/>
                  </a:lnTo>
                  <a:lnTo>
                    <a:pt x="42242" y="5425"/>
                  </a:lnTo>
                  <a:lnTo>
                    <a:pt x="37056" y="4158"/>
                  </a:lnTo>
                  <a:lnTo>
                    <a:pt x="31833" y="3058"/>
                  </a:lnTo>
                  <a:lnTo>
                    <a:pt x="26577" y="2126"/>
                  </a:lnTo>
                  <a:lnTo>
                    <a:pt x="21294" y="1361"/>
                  </a:lnTo>
                  <a:lnTo>
                    <a:pt x="15989" y="766"/>
                  </a:lnTo>
                  <a:lnTo>
                    <a:pt x="10669" y="340"/>
                  </a:lnTo>
                  <a:lnTo>
                    <a:pt x="533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561316" y="4213821"/>
              <a:ext cx="235613" cy="334329"/>
            </a:xfrm>
            <a:custGeom>
              <a:avLst/>
              <a:pathLst>
                <a:path w="235613" h="334329">
                  <a:moveTo>
                    <a:pt x="167155" y="0"/>
                  </a:moveTo>
                  <a:lnTo>
                    <a:pt x="161837" y="84"/>
                  </a:lnTo>
                  <a:lnTo>
                    <a:pt x="156525" y="338"/>
                  </a:lnTo>
                  <a:lnTo>
                    <a:pt x="151223" y="760"/>
                  </a:lnTo>
                  <a:lnTo>
                    <a:pt x="145938" y="1352"/>
                  </a:lnTo>
                  <a:lnTo>
                    <a:pt x="140673" y="2110"/>
                  </a:lnTo>
                  <a:lnTo>
                    <a:pt x="135436" y="3036"/>
                  </a:lnTo>
                  <a:lnTo>
                    <a:pt x="130231" y="4128"/>
                  </a:lnTo>
                  <a:lnTo>
                    <a:pt x="125063" y="5386"/>
                  </a:lnTo>
                  <a:lnTo>
                    <a:pt x="119938" y="6807"/>
                  </a:lnTo>
                  <a:lnTo>
                    <a:pt x="114860" y="8390"/>
                  </a:lnTo>
                  <a:lnTo>
                    <a:pt x="109836" y="10134"/>
                  </a:lnTo>
                  <a:lnTo>
                    <a:pt x="104869" y="12037"/>
                  </a:lnTo>
                  <a:lnTo>
                    <a:pt x="99966" y="14097"/>
                  </a:lnTo>
                  <a:lnTo>
                    <a:pt x="95131" y="16311"/>
                  </a:lnTo>
                  <a:lnTo>
                    <a:pt x="90368" y="18679"/>
                  </a:lnTo>
                  <a:lnTo>
                    <a:pt x="85683" y="21197"/>
                  </a:lnTo>
                  <a:lnTo>
                    <a:pt x="81081" y="23863"/>
                  </a:lnTo>
                  <a:lnTo>
                    <a:pt x="76566" y="26673"/>
                  </a:lnTo>
                  <a:lnTo>
                    <a:pt x="72142" y="29626"/>
                  </a:lnTo>
                  <a:lnTo>
                    <a:pt x="67815" y="32718"/>
                  </a:lnTo>
                  <a:lnTo>
                    <a:pt x="63588" y="35947"/>
                  </a:lnTo>
                  <a:lnTo>
                    <a:pt x="59466" y="39308"/>
                  </a:lnTo>
                  <a:lnTo>
                    <a:pt x="55453" y="42798"/>
                  </a:lnTo>
                  <a:lnTo>
                    <a:pt x="51553" y="46415"/>
                  </a:lnTo>
                  <a:lnTo>
                    <a:pt x="47771" y="50153"/>
                  </a:lnTo>
                  <a:lnTo>
                    <a:pt x="44109" y="54010"/>
                  </a:lnTo>
                  <a:lnTo>
                    <a:pt x="40571" y="57982"/>
                  </a:lnTo>
                  <a:lnTo>
                    <a:pt x="37162" y="62064"/>
                  </a:lnTo>
                  <a:lnTo>
                    <a:pt x="33884" y="66253"/>
                  </a:lnTo>
                  <a:lnTo>
                    <a:pt x="30741" y="70543"/>
                  </a:lnTo>
                  <a:lnTo>
                    <a:pt x="27737" y="74932"/>
                  </a:lnTo>
                  <a:lnTo>
                    <a:pt x="24873" y="79414"/>
                  </a:lnTo>
                  <a:lnTo>
                    <a:pt x="22153" y="83984"/>
                  </a:lnTo>
                  <a:lnTo>
                    <a:pt x="19581" y="88639"/>
                  </a:lnTo>
                  <a:lnTo>
                    <a:pt x="17157" y="93373"/>
                  </a:lnTo>
                  <a:lnTo>
                    <a:pt x="14886" y="98182"/>
                  </a:lnTo>
                  <a:lnTo>
                    <a:pt x="12768" y="103061"/>
                  </a:lnTo>
                  <a:lnTo>
                    <a:pt x="10807" y="108005"/>
                  </a:lnTo>
                  <a:lnTo>
                    <a:pt x="9004" y="113009"/>
                  </a:lnTo>
                  <a:lnTo>
                    <a:pt x="7361" y="118067"/>
                  </a:lnTo>
                  <a:lnTo>
                    <a:pt x="5880" y="123175"/>
                  </a:lnTo>
                  <a:lnTo>
                    <a:pt x="4562" y="128328"/>
                  </a:lnTo>
                  <a:lnTo>
                    <a:pt x="3409" y="133520"/>
                  </a:lnTo>
                  <a:lnTo>
                    <a:pt x="2422" y="138746"/>
                  </a:lnTo>
                  <a:lnTo>
                    <a:pt x="1601" y="144001"/>
                  </a:lnTo>
                  <a:lnTo>
                    <a:pt x="948" y="149279"/>
                  </a:lnTo>
                  <a:lnTo>
                    <a:pt x="463" y="154576"/>
                  </a:lnTo>
                  <a:lnTo>
                    <a:pt x="147" y="159885"/>
                  </a:lnTo>
                  <a:lnTo>
                    <a:pt x="0" y="165202"/>
                  </a:lnTo>
                  <a:lnTo>
                    <a:pt x="22" y="170520"/>
                  </a:lnTo>
                  <a:lnTo>
                    <a:pt x="213" y="175835"/>
                  </a:lnTo>
                  <a:lnTo>
                    <a:pt x="573" y="181142"/>
                  </a:lnTo>
                  <a:lnTo>
                    <a:pt x="1102" y="186434"/>
                  </a:lnTo>
                  <a:lnTo>
                    <a:pt x="1799" y="191706"/>
                  </a:lnTo>
                  <a:lnTo>
                    <a:pt x="2663" y="196954"/>
                  </a:lnTo>
                  <a:lnTo>
                    <a:pt x="3694" y="202172"/>
                  </a:lnTo>
                  <a:lnTo>
                    <a:pt x="4890" y="207354"/>
                  </a:lnTo>
                  <a:lnTo>
                    <a:pt x="6251" y="212496"/>
                  </a:lnTo>
                  <a:lnTo>
                    <a:pt x="7774" y="217592"/>
                  </a:lnTo>
                  <a:lnTo>
                    <a:pt x="9459" y="222636"/>
                  </a:lnTo>
                  <a:lnTo>
                    <a:pt x="11304" y="227625"/>
                  </a:lnTo>
                  <a:lnTo>
                    <a:pt x="13306" y="232552"/>
                  </a:lnTo>
                  <a:lnTo>
                    <a:pt x="15464" y="237413"/>
                  </a:lnTo>
                  <a:lnTo>
                    <a:pt x="17775" y="242203"/>
                  </a:lnTo>
                  <a:lnTo>
                    <a:pt x="20238" y="246917"/>
                  </a:lnTo>
                  <a:lnTo>
                    <a:pt x="22849" y="251551"/>
                  </a:lnTo>
                  <a:lnTo>
                    <a:pt x="25606" y="256099"/>
                  </a:lnTo>
                  <a:lnTo>
                    <a:pt x="28507" y="260557"/>
                  </a:lnTo>
                  <a:lnTo>
                    <a:pt x="31548" y="264920"/>
                  </a:lnTo>
                  <a:lnTo>
                    <a:pt x="34726" y="269184"/>
                  </a:lnTo>
                  <a:lnTo>
                    <a:pt x="38039" y="273345"/>
                  </a:lnTo>
                  <a:lnTo>
                    <a:pt x="41482" y="277399"/>
                  </a:lnTo>
                  <a:lnTo>
                    <a:pt x="45052" y="281341"/>
                  </a:lnTo>
                  <a:lnTo>
                    <a:pt x="48746" y="285168"/>
                  </a:lnTo>
                  <a:lnTo>
                    <a:pt x="52560" y="288875"/>
                  </a:lnTo>
                  <a:lnTo>
                    <a:pt x="56490" y="292459"/>
                  </a:lnTo>
                  <a:lnTo>
                    <a:pt x="60531" y="295916"/>
                  </a:lnTo>
                  <a:lnTo>
                    <a:pt x="64681" y="299243"/>
                  </a:lnTo>
                  <a:lnTo>
                    <a:pt x="68934" y="302436"/>
                  </a:lnTo>
                  <a:lnTo>
                    <a:pt x="73287" y="305492"/>
                  </a:lnTo>
                  <a:lnTo>
                    <a:pt x="77735" y="308408"/>
                  </a:lnTo>
                  <a:lnTo>
                    <a:pt x="82274" y="311181"/>
                  </a:lnTo>
                  <a:lnTo>
                    <a:pt x="86898" y="313808"/>
                  </a:lnTo>
                  <a:lnTo>
                    <a:pt x="91603" y="316287"/>
                  </a:lnTo>
                  <a:lnTo>
                    <a:pt x="96385" y="318615"/>
                  </a:lnTo>
                  <a:lnTo>
                    <a:pt x="101239" y="320790"/>
                  </a:lnTo>
                  <a:lnTo>
                    <a:pt x="106159" y="322809"/>
                  </a:lnTo>
                  <a:lnTo>
                    <a:pt x="111142" y="324671"/>
                  </a:lnTo>
                  <a:lnTo>
                    <a:pt x="116180" y="326373"/>
                  </a:lnTo>
                  <a:lnTo>
                    <a:pt x="121271" y="327914"/>
                  </a:lnTo>
                  <a:lnTo>
                    <a:pt x="126408" y="329292"/>
                  </a:lnTo>
                  <a:lnTo>
                    <a:pt x="131586" y="330506"/>
                  </a:lnTo>
                  <a:lnTo>
                    <a:pt x="136800" y="331555"/>
                  </a:lnTo>
                  <a:lnTo>
                    <a:pt x="142045" y="332438"/>
                  </a:lnTo>
                  <a:lnTo>
                    <a:pt x="147315" y="333153"/>
                  </a:lnTo>
                  <a:lnTo>
                    <a:pt x="152605" y="333700"/>
                  </a:lnTo>
                  <a:lnTo>
                    <a:pt x="157910" y="334079"/>
                  </a:lnTo>
                  <a:lnTo>
                    <a:pt x="163225" y="334288"/>
                  </a:lnTo>
                  <a:lnTo>
                    <a:pt x="168543" y="334329"/>
                  </a:lnTo>
                  <a:lnTo>
                    <a:pt x="173860" y="334200"/>
                  </a:lnTo>
                  <a:lnTo>
                    <a:pt x="179170" y="333902"/>
                  </a:lnTo>
                  <a:lnTo>
                    <a:pt x="184469" y="333435"/>
                  </a:lnTo>
                  <a:lnTo>
                    <a:pt x="189749" y="332801"/>
                  </a:lnTo>
                  <a:lnTo>
                    <a:pt x="195007" y="331998"/>
                  </a:lnTo>
                  <a:lnTo>
                    <a:pt x="200236" y="331029"/>
                  </a:lnTo>
                  <a:lnTo>
                    <a:pt x="205432" y="329893"/>
                  </a:lnTo>
                  <a:lnTo>
                    <a:pt x="210589" y="328593"/>
                  </a:lnTo>
                  <a:lnTo>
                    <a:pt x="215703" y="327130"/>
                  </a:lnTo>
                  <a:lnTo>
                    <a:pt x="220767" y="325504"/>
                  </a:lnTo>
                  <a:lnTo>
                    <a:pt x="225777" y="323719"/>
                  </a:lnTo>
                  <a:lnTo>
                    <a:pt x="230727" y="321775"/>
                  </a:lnTo>
                  <a:lnTo>
                    <a:pt x="235613" y="319674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380988"/>
              <a:ext cx="68457" cy="152507"/>
            </a:xfrm>
            <a:custGeom>
              <a:avLst/>
              <a:pathLst>
                <a:path w="68457" h="152507">
                  <a:moveTo>
                    <a:pt x="68457" y="1525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380988"/>
              <a:ext cx="135846" cy="152507"/>
            </a:xfrm>
            <a:custGeom>
              <a:avLst/>
              <a:pathLst>
                <a:path w="135846" h="152507">
                  <a:moveTo>
                    <a:pt x="68457" y="152507"/>
                  </a:moveTo>
                  <a:lnTo>
                    <a:pt x="73770" y="150009"/>
                  </a:lnTo>
                  <a:lnTo>
                    <a:pt x="78991" y="147327"/>
                  </a:lnTo>
                  <a:lnTo>
                    <a:pt x="84114" y="144463"/>
                  </a:lnTo>
                  <a:lnTo>
                    <a:pt x="89134" y="141421"/>
                  </a:lnTo>
                  <a:lnTo>
                    <a:pt x="94045" y="138204"/>
                  </a:lnTo>
                  <a:lnTo>
                    <a:pt x="98839" y="134817"/>
                  </a:lnTo>
                  <a:lnTo>
                    <a:pt x="103511" y="131264"/>
                  </a:lnTo>
                  <a:lnTo>
                    <a:pt x="108056" y="127549"/>
                  </a:lnTo>
                  <a:lnTo>
                    <a:pt x="112467" y="123677"/>
                  </a:lnTo>
                  <a:lnTo>
                    <a:pt x="116740" y="119652"/>
                  </a:lnTo>
                  <a:lnTo>
                    <a:pt x="120869" y="115479"/>
                  </a:lnTo>
                  <a:lnTo>
                    <a:pt x="124848" y="111165"/>
                  </a:lnTo>
                  <a:lnTo>
                    <a:pt x="128674" y="106713"/>
                  </a:lnTo>
                  <a:lnTo>
                    <a:pt x="132342" y="102130"/>
                  </a:lnTo>
                  <a:lnTo>
                    <a:pt x="135846" y="974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167160" cy="264588"/>
            </a:xfrm>
            <a:custGeom>
              <a:avLst/>
              <a:pathLst>
                <a:path w="167160" h="264588">
                  <a:moveTo>
                    <a:pt x="135846" y="264588"/>
                  </a:moveTo>
                  <a:lnTo>
                    <a:pt x="138916" y="260157"/>
                  </a:lnTo>
                  <a:lnTo>
                    <a:pt x="141842" y="255629"/>
                  </a:lnTo>
                  <a:lnTo>
                    <a:pt x="144621" y="251010"/>
                  </a:lnTo>
                  <a:lnTo>
                    <a:pt x="147249" y="246303"/>
                  </a:lnTo>
                  <a:lnTo>
                    <a:pt x="149724" y="241514"/>
                  </a:lnTo>
                  <a:lnTo>
                    <a:pt x="152043" y="236648"/>
                  </a:lnTo>
                  <a:lnTo>
                    <a:pt x="154205" y="231709"/>
                  </a:lnTo>
                  <a:lnTo>
                    <a:pt x="156206" y="226704"/>
                  </a:lnTo>
                  <a:lnTo>
                    <a:pt x="158044" y="221636"/>
                  </a:lnTo>
                  <a:lnTo>
                    <a:pt x="159718" y="216512"/>
                  </a:lnTo>
                  <a:lnTo>
                    <a:pt x="161226" y="211336"/>
                  </a:lnTo>
                  <a:lnTo>
                    <a:pt x="162566" y="206115"/>
                  </a:lnTo>
                  <a:lnTo>
                    <a:pt x="163738" y="200853"/>
                  </a:lnTo>
                  <a:lnTo>
                    <a:pt x="164739" y="195556"/>
                  </a:lnTo>
                  <a:lnTo>
                    <a:pt x="165568" y="190229"/>
                  </a:lnTo>
                  <a:lnTo>
                    <a:pt x="166226" y="184879"/>
                  </a:lnTo>
                  <a:lnTo>
                    <a:pt x="166711" y="179510"/>
                  </a:lnTo>
                  <a:lnTo>
                    <a:pt x="167022" y="174128"/>
                  </a:lnTo>
                  <a:lnTo>
                    <a:pt x="167160" y="168739"/>
                  </a:lnTo>
                  <a:lnTo>
                    <a:pt x="167123" y="163349"/>
                  </a:lnTo>
                  <a:lnTo>
                    <a:pt x="166913" y="157962"/>
                  </a:lnTo>
                  <a:lnTo>
                    <a:pt x="166530" y="152585"/>
                  </a:lnTo>
                  <a:lnTo>
                    <a:pt x="165973" y="147223"/>
                  </a:lnTo>
                  <a:lnTo>
                    <a:pt x="165244" y="141882"/>
                  </a:lnTo>
                  <a:lnTo>
                    <a:pt x="164342" y="136567"/>
                  </a:lnTo>
                  <a:lnTo>
                    <a:pt x="163270" y="131284"/>
                  </a:lnTo>
                  <a:lnTo>
                    <a:pt x="162028" y="126038"/>
                  </a:lnTo>
                  <a:lnTo>
                    <a:pt x="160618" y="120835"/>
                  </a:lnTo>
                  <a:lnTo>
                    <a:pt x="159041" y="115680"/>
                  </a:lnTo>
                  <a:lnTo>
                    <a:pt x="157298" y="110579"/>
                  </a:lnTo>
                  <a:lnTo>
                    <a:pt x="155391" y="105537"/>
                  </a:lnTo>
                  <a:lnTo>
                    <a:pt x="153323" y="100558"/>
                  </a:lnTo>
                  <a:lnTo>
                    <a:pt x="151096" y="95649"/>
                  </a:lnTo>
                  <a:lnTo>
                    <a:pt x="148712" y="90815"/>
                  </a:lnTo>
                  <a:lnTo>
                    <a:pt x="146172" y="86059"/>
                  </a:lnTo>
                  <a:lnTo>
                    <a:pt x="143481" y="81388"/>
                  </a:lnTo>
                  <a:lnTo>
                    <a:pt x="140641" y="76807"/>
                  </a:lnTo>
                  <a:lnTo>
                    <a:pt x="137654" y="72319"/>
                  </a:lnTo>
                  <a:lnTo>
                    <a:pt x="134524" y="67930"/>
                  </a:lnTo>
                  <a:lnTo>
                    <a:pt x="131255" y="63644"/>
                  </a:lnTo>
                  <a:lnTo>
                    <a:pt x="127848" y="59465"/>
                  </a:lnTo>
                  <a:lnTo>
                    <a:pt x="124309" y="55399"/>
                  </a:lnTo>
                  <a:lnTo>
                    <a:pt x="120641" y="51449"/>
                  </a:lnTo>
                  <a:lnTo>
                    <a:pt x="116847" y="47619"/>
                  </a:lnTo>
                  <a:lnTo>
                    <a:pt x="112932" y="43914"/>
                  </a:lnTo>
                  <a:lnTo>
                    <a:pt x="108899" y="40337"/>
                  </a:lnTo>
                  <a:lnTo>
                    <a:pt x="104753" y="36891"/>
                  </a:lnTo>
                  <a:lnTo>
                    <a:pt x="100498" y="33582"/>
                  </a:lnTo>
                  <a:lnTo>
                    <a:pt x="96138" y="30411"/>
                  </a:lnTo>
                  <a:lnTo>
                    <a:pt x="91679" y="27382"/>
                  </a:lnTo>
                  <a:lnTo>
                    <a:pt x="87124" y="24498"/>
                  </a:lnTo>
                  <a:lnTo>
                    <a:pt x="82478" y="21763"/>
                  </a:lnTo>
                  <a:lnTo>
                    <a:pt x="77747" y="19180"/>
                  </a:lnTo>
                  <a:lnTo>
                    <a:pt x="72935" y="16750"/>
                  </a:lnTo>
                  <a:lnTo>
                    <a:pt x="68047" y="14476"/>
                  </a:lnTo>
                  <a:lnTo>
                    <a:pt x="63089" y="12362"/>
                  </a:lnTo>
                  <a:lnTo>
                    <a:pt x="58064" y="10408"/>
                  </a:lnTo>
                  <a:lnTo>
                    <a:pt x="52980" y="8617"/>
                  </a:lnTo>
                  <a:lnTo>
                    <a:pt x="47840" y="6991"/>
                  </a:lnTo>
                  <a:lnTo>
                    <a:pt x="42651" y="5532"/>
                  </a:lnTo>
                  <a:lnTo>
                    <a:pt x="37417" y="4241"/>
                  </a:lnTo>
                  <a:lnTo>
                    <a:pt x="32144" y="3119"/>
                  </a:lnTo>
                  <a:lnTo>
                    <a:pt x="26838" y="2168"/>
                  </a:lnTo>
                  <a:lnTo>
                    <a:pt x="21504" y="1388"/>
                  </a:lnTo>
                  <a:lnTo>
                    <a:pt x="16147" y="781"/>
                  </a:lnTo>
                  <a:lnTo>
                    <a:pt x="10774" y="347"/>
                  </a:lnTo>
                  <a:lnTo>
                    <a:pt x="539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751854" y="3707720"/>
              <a:ext cx="179275" cy="334328"/>
            </a:xfrm>
            <a:custGeom>
              <a:avLst/>
              <a:pathLst>
                <a:path w="179275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1" y="761"/>
                  </a:lnTo>
                  <a:lnTo>
                    <a:pt x="145934" y="1352"/>
                  </a:lnTo>
                  <a:lnTo>
                    <a:pt x="140669" y="2111"/>
                  </a:lnTo>
                  <a:lnTo>
                    <a:pt x="135431" y="3038"/>
                  </a:lnTo>
                  <a:lnTo>
                    <a:pt x="130224" y="4130"/>
                  </a:lnTo>
                  <a:lnTo>
                    <a:pt x="125056" y="5388"/>
                  </a:lnTo>
                  <a:lnTo>
                    <a:pt x="119930" y="6809"/>
                  </a:lnTo>
                  <a:lnTo>
                    <a:pt x="114851" y="8393"/>
                  </a:lnTo>
                  <a:lnTo>
                    <a:pt x="109826" y="10138"/>
                  </a:lnTo>
                  <a:lnTo>
                    <a:pt x="104858" y="12041"/>
                  </a:lnTo>
                  <a:lnTo>
                    <a:pt x="99954" y="14102"/>
                  </a:lnTo>
                  <a:lnTo>
                    <a:pt x="95118" y="16318"/>
                  </a:lnTo>
                  <a:lnTo>
                    <a:pt x="90355" y="18686"/>
                  </a:lnTo>
                  <a:lnTo>
                    <a:pt x="85669" y="21205"/>
                  </a:lnTo>
                  <a:lnTo>
                    <a:pt x="81066" y="23872"/>
                  </a:lnTo>
                  <a:lnTo>
                    <a:pt x="76551" y="26683"/>
                  </a:lnTo>
                  <a:lnTo>
                    <a:pt x="72127" y="29637"/>
                  </a:lnTo>
                  <a:lnTo>
                    <a:pt x="67799" y="32731"/>
                  </a:lnTo>
                  <a:lnTo>
                    <a:pt x="63572" y="35960"/>
                  </a:lnTo>
                  <a:lnTo>
                    <a:pt x="59449" y="39322"/>
                  </a:lnTo>
                  <a:lnTo>
                    <a:pt x="55436" y="42814"/>
                  </a:lnTo>
                  <a:lnTo>
                    <a:pt x="51536" y="46432"/>
                  </a:lnTo>
                  <a:lnTo>
                    <a:pt x="47753" y="50172"/>
                  </a:lnTo>
                  <a:lnTo>
                    <a:pt x="44091" y="54030"/>
                  </a:lnTo>
                  <a:lnTo>
                    <a:pt x="40553" y="58003"/>
                  </a:lnTo>
                  <a:lnTo>
                    <a:pt x="37144" y="62086"/>
                  </a:lnTo>
                  <a:lnTo>
                    <a:pt x="33867" y="66276"/>
                  </a:lnTo>
                  <a:lnTo>
                    <a:pt x="30724" y="70568"/>
                  </a:lnTo>
                  <a:lnTo>
                    <a:pt x="27719" y="74958"/>
                  </a:lnTo>
                  <a:lnTo>
                    <a:pt x="24856" y="79442"/>
                  </a:lnTo>
                  <a:lnTo>
                    <a:pt x="22137" y="84014"/>
                  </a:lnTo>
                  <a:lnTo>
                    <a:pt x="19565" y="88670"/>
                  </a:lnTo>
                  <a:lnTo>
                    <a:pt x="17142" y="93406"/>
                  </a:lnTo>
                  <a:lnTo>
                    <a:pt x="14871" y="98216"/>
                  </a:lnTo>
                  <a:lnTo>
                    <a:pt x="12754" y="103097"/>
                  </a:lnTo>
                  <a:lnTo>
                    <a:pt x="10794" y="108042"/>
                  </a:lnTo>
                  <a:lnTo>
                    <a:pt x="8992" y="113047"/>
                  </a:lnTo>
                  <a:lnTo>
                    <a:pt x="7350" y="118107"/>
                  </a:lnTo>
                  <a:lnTo>
                    <a:pt x="5870" y="123216"/>
                  </a:lnTo>
                  <a:lnTo>
                    <a:pt x="4553" y="128370"/>
                  </a:lnTo>
                  <a:lnTo>
                    <a:pt x="3401" y="133564"/>
                  </a:lnTo>
                  <a:lnTo>
                    <a:pt x="2414" y="138791"/>
                  </a:lnTo>
                  <a:lnTo>
                    <a:pt x="1595" y="144047"/>
                  </a:lnTo>
                  <a:lnTo>
                    <a:pt x="943" y="149327"/>
                  </a:lnTo>
                  <a:lnTo>
                    <a:pt x="460" y="154624"/>
                  </a:lnTo>
                  <a:lnTo>
                    <a:pt x="145" y="159935"/>
                  </a:lnTo>
                  <a:lnTo>
                    <a:pt x="0" y="165252"/>
                  </a:lnTo>
                  <a:lnTo>
                    <a:pt x="23" y="170572"/>
                  </a:lnTo>
                  <a:lnTo>
                    <a:pt x="216" y="175888"/>
                  </a:lnTo>
                  <a:lnTo>
                    <a:pt x="578" y="181195"/>
                  </a:lnTo>
                  <a:lnTo>
                    <a:pt x="1109" y="186488"/>
                  </a:lnTo>
                  <a:lnTo>
                    <a:pt x="1808" y="191762"/>
                  </a:lnTo>
                  <a:lnTo>
                    <a:pt x="2674" y="197010"/>
                  </a:lnTo>
                  <a:lnTo>
                    <a:pt x="3707" y="202229"/>
                  </a:lnTo>
                  <a:lnTo>
                    <a:pt x="4905" y="207411"/>
                  </a:lnTo>
                  <a:lnTo>
                    <a:pt x="6268" y="212553"/>
                  </a:lnTo>
                  <a:lnTo>
                    <a:pt x="7793" y="217650"/>
                  </a:lnTo>
                  <a:lnTo>
                    <a:pt x="9480" y="222695"/>
                  </a:lnTo>
                  <a:lnTo>
                    <a:pt x="11327" y="227683"/>
                  </a:lnTo>
                  <a:lnTo>
                    <a:pt x="13331" y="232611"/>
                  </a:lnTo>
                  <a:lnTo>
                    <a:pt x="15491" y="237472"/>
                  </a:lnTo>
                  <a:lnTo>
                    <a:pt x="17805" y="242262"/>
                  </a:lnTo>
                  <a:lnTo>
                    <a:pt x="20270" y="246976"/>
                  </a:lnTo>
                  <a:lnTo>
                    <a:pt x="22884" y="251609"/>
                  </a:lnTo>
                  <a:lnTo>
                    <a:pt x="25644" y="256157"/>
                  </a:lnTo>
                  <a:lnTo>
                    <a:pt x="28547" y="260615"/>
                  </a:lnTo>
                  <a:lnTo>
                    <a:pt x="31590" y="264978"/>
                  </a:lnTo>
                  <a:lnTo>
                    <a:pt x="34771" y="269242"/>
                  </a:lnTo>
                  <a:lnTo>
                    <a:pt x="38086" y="273402"/>
                  </a:lnTo>
                  <a:lnTo>
                    <a:pt x="41532" y="277455"/>
                  </a:lnTo>
                  <a:lnTo>
                    <a:pt x="45104" y="281396"/>
                  </a:lnTo>
                  <a:lnTo>
                    <a:pt x="48801" y="285222"/>
                  </a:lnTo>
                  <a:lnTo>
                    <a:pt x="52617" y="288928"/>
                  </a:lnTo>
                  <a:lnTo>
                    <a:pt x="56549" y="292511"/>
                  </a:lnTo>
                  <a:lnTo>
                    <a:pt x="60593" y="295967"/>
                  </a:lnTo>
                  <a:lnTo>
                    <a:pt x="64745" y="299292"/>
                  </a:lnTo>
                  <a:lnTo>
                    <a:pt x="69001" y="302484"/>
                  </a:lnTo>
                  <a:lnTo>
                    <a:pt x="73356" y="305538"/>
                  </a:lnTo>
                  <a:lnTo>
                    <a:pt x="77806" y="308453"/>
                  </a:lnTo>
                  <a:lnTo>
                    <a:pt x="82347" y="311224"/>
                  </a:lnTo>
                  <a:lnTo>
                    <a:pt x="86974" y="313849"/>
                  </a:lnTo>
                  <a:lnTo>
                    <a:pt x="91681" y="316326"/>
                  </a:lnTo>
                  <a:lnTo>
                    <a:pt x="96466" y="318652"/>
                  </a:lnTo>
                  <a:lnTo>
                    <a:pt x="101321" y="320825"/>
                  </a:lnTo>
                  <a:lnTo>
                    <a:pt x="106244" y="322842"/>
                  </a:lnTo>
                  <a:lnTo>
                    <a:pt x="111228" y="324701"/>
                  </a:lnTo>
                  <a:lnTo>
                    <a:pt x="116268" y="326401"/>
                  </a:lnTo>
                  <a:lnTo>
                    <a:pt x="121361" y="327939"/>
                  </a:lnTo>
                  <a:lnTo>
                    <a:pt x="126499" y="329315"/>
                  </a:lnTo>
                  <a:lnTo>
                    <a:pt x="131679" y="330527"/>
                  </a:lnTo>
                  <a:lnTo>
                    <a:pt x="136895" y="331573"/>
                  </a:lnTo>
                  <a:lnTo>
                    <a:pt x="142141" y="332452"/>
                  </a:lnTo>
                  <a:lnTo>
                    <a:pt x="147413" y="333164"/>
                  </a:lnTo>
                  <a:lnTo>
                    <a:pt x="152705" y="333709"/>
                  </a:lnTo>
                  <a:lnTo>
                    <a:pt x="158011" y="334084"/>
                  </a:lnTo>
                  <a:lnTo>
                    <a:pt x="163327" y="334291"/>
                  </a:lnTo>
                  <a:lnTo>
                    <a:pt x="168646" y="334328"/>
                  </a:lnTo>
                  <a:lnTo>
                    <a:pt x="173964" y="334196"/>
                  </a:lnTo>
                  <a:lnTo>
                    <a:pt x="179275" y="33389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13484"/>
              <a:ext cx="167167" cy="328130"/>
            </a:xfrm>
            <a:custGeom>
              <a:avLst/>
              <a:pathLst>
                <a:path w="167167" h="328130">
                  <a:moveTo>
                    <a:pt x="12119" y="328130"/>
                  </a:moveTo>
                  <a:lnTo>
                    <a:pt x="17427" y="327659"/>
                  </a:lnTo>
                  <a:lnTo>
                    <a:pt x="22718" y="327019"/>
                  </a:lnTo>
                  <a:lnTo>
                    <a:pt x="27986" y="326211"/>
                  </a:lnTo>
                  <a:lnTo>
                    <a:pt x="33225" y="325235"/>
                  </a:lnTo>
                  <a:lnTo>
                    <a:pt x="38431" y="324093"/>
                  </a:lnTo>
                  <a:lnTo>
                    <a:pt x="43598" y="322785"/>
                  </a:lnTo>
                  <a:lnTo>
                    <a:pt x="48720" y="321313"/>
                  </a:lnTo>
                  <a:lnTo>
                    <a:pt x="53793" y="319679"/>
                  </a:lnTo>
                  <a:lnTo>
                    <a:pt x="58811" y="317884"/>
                  </a:lnTo>
                  <a:lnTo>
                    <a:pt x="63769" y="315929"/>
                  </a:lnTo>
                  <a:lnTo>
                    <a:pt x="68662" y="313818"/>
                  </a:lnTo>
                  <a:lnTo>
                    <a:pt x="73486" y="311552"/>
                  </a:lnTo>
                  <a:lnTo>
                    <a:pt x="78235" y="309133"/>
                  </a:lnTo>
                  <a:lnTo>
                    <a:pt x="82904" y="306564"/>
                  </a:lnTo>
                  <a:lnTo>
                    <a:pt x="87490" y="303847"/>
                  </a:lnTo>
                  <a:lnTo>
                    <a:pt x="91986" y="300986"/>
                  </a:lnTo>
                  <a:lnTo>
                    <a:pt x="96389" y="297983"/>
                  </a:lnTo>
                  <a:lnTo>
                    <a:pt x="100693" y="294841"/>
                  </a:lnTo>
                  <a:lnTo>
                    <a:pt x="104896" y="291563"/>
                  </a:lnTo>
                  <a:lnTo>
                    <a:pt x="108992" y="288153"/>
                  </a:lnTo>
                  <a:lnTo>
                    <a:pt x="112977" y="284614"/>
                  </a:lnTo>
                  <a:lnTo>
                    <a:pt x="116847" y="280950"/>
                  </a:lnTo>
                  <a:lnTo>
                    <a:pt x="120598" y="277165"/>
                  </a:lnTo>
                  <a:lnTo>
                    <a:pt x="124227" y="273262"/>
                  </a:lnTo>
                  <a:lnTo>
                    <a:pt x="127730" y="269245"/>
                  </a:lnTo>
                  <a:lnTo>
                    <a:pt x="131103" y="265118"/>
                  </a:lnTo>
                  <a:lnTo>
                    <a:pt x="134342" y="260886"/>
                  </a:lnTo>
                  <a:lnTo>
                    <a:pt x="137445" y="256553"/>
                  </a:lnTo>
                  <a:lnTo>
                    <a:pt x="140408" y="252124"/>
                  </a:lnTo>
                  <a:lnTo>
                    <a:pt x="143229" y="247602"/>
                  </a:lnTo>
                  <a:lnTo>
                    <a:pt x="145904" y="242992"/>
                  </a:lnTo>
                  <a:lnTo>
                    <a:pt x="148431" y="238300"/>
                  </a:lnTo>
                  <a:lnTo>
                    <a:pt x="150807" y="233529"/>
                  </a:lnTo>
                  <a:lnTo>
                    <a:pt x="153029" y="228685"/>
                  </a:lnTo>
                  <a:lnTo>
                    <a:pt x="155096" y="223773"/>
                  </a:lnTo>
                  <a:lnTo>
                    <a:pt x="157005" y="218797"/>
                  </a:lnTo>
                  <a:lnTo>
                    <a:pt x="158755" y="213763"/>
                  </a:lnTo>
                  <a:lnTo>
                    <a:pt x="160344" y="208676"/>
                  </a:lnTo>
                  <a:lnTo>
                    <a:pt x="161769" y="203540"/>
                  </a:lnTo>
                  <a:lnTo>
                    <a:pt x="163030" y="198362"/>
                  </a:lnTo>
                  <a:lnTo>
                    <a:pt x="164125" y="193146"/>
                  </a:lnTo>
                  <a:lnTo>
                    <a:pt x="165054" y="187898"/>
                  </a:lnTo>
                  <a:lnTo>
                    <a:pt x="165815" y="182623"/>
                  </a:lnTo>
                  <a:lnTo>
                    <a:pt x="166407" y="177327"/>
                  </a:lnTo>
                  <a:lnTo>
                    <a:pt x="166830" y="172014"/>
                  </a:lnTo>
                  <a:lnTo>
                    <a:pt x="167083" y="166691"/>
                  </a:lnTo>
                  <a:lnTo>
                    <a:pt x="167167" y="161362"/>
                  </a:lnTo>
                  <a:lnTo>
                    <a:pt x="167081" y="156033"/>
                  </a:lnTo>
                  <a:lnTo>
                    <a:pt x="166825" y="150710"/>
                  </a:lnTo>
                  <a:lnTo>
                    <a:pt x="166399" y="145397"/>
                  </a:lnTo>
                  <a:lnTo>
                    <a:pt x="165804" y="140101"/>
                  </a:lnTo>
                  <a:lnTo>
                    <a:pt x="165041" y="134827"/>
                  </a:lnTo>
                  <a:lnTo>
                    <a:pt x="164110" y="129579"/>
                  </a:lnTo>
                  <a:lnTo>
                    <a:pt x="163012" y="124364"/>
                  </a:lnTo>
                  <a:lnTo>
                    <a:pt x="161748" y="119186"/>
                  </a:lnTo>
                  <a:lnTo>
                    <a:pt x="160320" y="114052"/>
                  </a:lnTo>
                  <a:lnTo>
                    <a:pt x="158730" y="108965"/>
                  </a:lnTo>
                  <a:lnTo>
                    <a:pt x="156977" y="103932"/>
                  </a:lnTo>
                  <a:lnTo>
                    <a:pt x="155066" y="98957"/>
                  </a:lnTo>
                  <a:lnTo>
                    <a:pt x="152996" y="94046"/>
                  </a:lnTo>
                  <a:lnTo>
                    <a:pt x="150771" y="89203"/>
                  </a:lnTo>
                  <a:lnTo>
                    <a:pt x="148393" y="84433"/>
                  </a:lnTo>
                  <a:lnTo>
                    <a:pt x="145864" y="79742"/>
                  </a:lnTo>
                  <a:lnTo>
                    <a:pt x="143187" y="75134"/>
                  </a:lnTo>
                  <a:lnTo>
                    <a:pt x="140364" y="70613"/>
                  </a:lnTo>
                  <a:lnTo>
                    <a:pt x="137399" y="66185"/>
                  </a:lnTo>
                  <a:lnTo>
                    <a:pt x="134294" y="61854"/>
                  </a:lnTo>
                  <a:lnTo>
                    <a:pt x="131052" y="57623"/>
                  </a:lnTo>
                  <a:lnTo>
                    <a:pt x="127677" y="53498"/>
                  </a:lnTo>
                  <a:lnTo>
                    <a:pt x="124173" y="49483"/>
                  </a:lnTo>
                  <a:lnTo>
                    <a:pt x="120542" y="45582"/>
                  </a:lnTo>
                  <a:lnTo>
                    <a:pt x="116789" y="41798"/>
                  </a:lnTo>
                  <a:lnTo>
                    <a:pt x="112917" y="38136"/>
                  </a:lnTo>
                  <a:lnTo>
                    <a:pt x="108930" y="34599"/>
                  </a:lnTo>
                  <a:lnTo>
                    <a:pt x="104832" y="31191"/>
                  </a:lnTo>
                  <a:lnTo>
                    <a:pt x="100628" y="27916"/>
                  </a:lnTo>
                  <a:lnTo>
                    <a:pt x="96322" y="24776"/>
                  </a:lnTo>
                  <a:lnTo>
                    <a:pt x="91918" y="21775"/>
                  </a:lnTo>
                  <a:lnTo>
                    <a:pt x="87420" y="18916"/>
                  </a:lnTo>
                  <a:lnTo>
                    <a:pt x="82833" y="16201"/>
                  </a:lnTo>
                  <a:lnTo>
                    <a:pt x="78163" y="13635"/>
                  </a:lnTo>
                  <a:lnTo>
                    <a:pt x="73413" y="11218"/>
                  </a:lnTo>
                  <a:lnTo>
                    <a:pt x="68588" y="8954"/>
                  </a:lnTo>
                  <a:lnTo>
                    <a:pt x="63693" y="6845"/>
                  </a:lnTo>
                  <a:lnTo>
                    <a:pt x="58734" y="4893"/>
                  </a:lnTo>
                  <a:lnTo>
                    <a:pt x="53715" y="3101"/>
                  </a:lnTo>
                  <a:lnTo>
                    <a:pt x="48642" y="1469"/>
                  </a:lnTo>
                  <a:lnTo>
                    <a:pt x="43519" y="0"/>
                  </a:lnTo>
                  <a:lnTo>
                    <a:pt x="0" y="1614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43519" cy="167167"/>
            </a:xfrm>
            <a:custGeom>
              <a:avLst/>
              <a:pathLst>
                <a:path w="43519" h="167167">
                  <a:moveTo>
                    <a:pt x="43519" y="5764"/>
                  </a:moveTo>
                  <a:lnTo>
                    <a:pt x="37417" y="4241"/>
                  </a:lnTo>
                  <a:lnTo>
                    <a:pt x="31262" y="2949"/>
                  </a:lnTo>
                  <a:lnTo>
                    <a:pt x="25063" y="1889"/>
                  </a:lnTo>
                  <a:lnTo>
                    <a:pt x="18828" y="1063"/>
                  </a:lnTo>
                  <a:lnTo>
                    <a:pt x="12567" y="473"/>
                  </a:lnTo>
                  <a:lnTo>
                    <a:pt x="6288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tx80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2025-06-05T17:27:54Z</dcterms:modified>
  <cp:category/>
</cp:coreProperties>
</file>