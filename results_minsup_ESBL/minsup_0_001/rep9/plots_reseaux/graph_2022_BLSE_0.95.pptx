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23465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15007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06220" y="1274626"/>
              <a:ext cx="497318" cy="4125866"/>
            </a:xfrm>
            <a:custGeom>
              <a:avLst/>
              <a:pathLst>
                <a:path w="497318" h="4125866">
                  <a:moveTo>
                    <a:pt x="0" y="0"/>
                  </a:moveTo>
                  <a:lnTo>
                    <a:pt x="497318" y="412586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145424" y="1265108"/>
              <a:ext cx="1281890" cy="3404893"/>
            </a:xfrm>
            <a:custGeom>
              <a:avLst/>
              <a:pathLst>
                <a:path w="1281890" h="3404893">
                  <a:moveTo>
                    <a:pt x="1281890" y="0"/>
                  </a:moveTo>
                  <a:lnTo>
                    <a:pt x="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25946" y="1271038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45115" y="1265108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120661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9366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443240" y="2460097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748477" y="24600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8608" y="3170392"/>
              <a:ext cx="45170" cy="167167"/>
            </a:xfrm>
            <a:custGeom>
              <a:avLst/>
              <a:pathLst>
                <a:path w="45170" h="167167">
                  <a:moveTo>
                    <a:pt x="45170" y="0"/>
                  </a:moveTo>
                  <a:lnTo>
                    <a:pt x="38638" y="127"/>
                  </a:lnTo>
                  <a:lnTo>
                    <a:pt x="32115" y="510"/>
                  </a:lnTo>
                  <a:lnTo>
                    <a:pt x="25612" y="1148"/>
                  </a:lnTo>
                  <a:lnTo>
                    <a:pt x="19140" y="2039"/>
                  </a:lnTo>
                  <a:lnTo>
                    <a:pt x="12707" y="3182"/>
                  </a:lnTo>
                  <a:lnTo>
                    <a:pt x="6323" y="4576"/>
                  </a:lnTo>
                  <a:lnTo>
                    <a:pt x="0" y="6218"/>
                  </a:lnTo>
                  <a:lnTo>
                    <a:pt x="451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8608" y="3176611"/>
              <a:ext cx="45170" cy="160948"/>
            </a:xfrm>
            <a:custGeom>
              <a:avLst/>
              <a:pathLst>
                <a:path w="45170" h="160948">
                  <a:moveTo>
                    <a:pt x="0" y="0"/>
                  </a:moveTo>
                  <a:lnTo>
                    <a:pt x="45170" y="1609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11" y="3170463"/>
              <a:ext cx="334328" cy="334253"/>
            </a:xfrm>
            <a:custGeom>
              <a:avLst/>
              <a:pathLst>
                <a:path w="334328" h="334253">
                  <a:moveTo>
                    <a:pt x="121996" y="6147"/>
                  </a:moveTo>
                  <a:lnTo>
                    <a:pt x="116927" y="7657"/>
                  </a:lnTo>
                  <a:lnTo>
                    <a:pt x="111908" y="9326"/>
                  </a:lnTo>
                  <a:lnTo>
                    <a:pt x="106944" y="11153"/>
                  </a:lnTo>
                  <a:lnTo>
                    <a:pt x="102041" y="13137"/>
                  </a:lnTo>
                  <a:lnTo>
                    <a:pt x="97202" y="15274"/>
                  </a:lnTo>
                  <a:lnTo>
                    <a:pt x="92434" y="17564"/>
                  </a:lnTo>
                  <a:lnTo>
                    <a:pt x="87741" y="20003"/>
                  </a:lnTo>
                  <a:lnTo>
                    <a:pt x="83127" y="22589"/>
                  </a:lnTo>
                  <a:lnTo>
                    <a:pt x="78597" y="25321"/>
                  </a:lnTo>
                  <a:lnTo>
                    <a:pt x="74156" y="28194"/>
                  </a:lnTo>
                  <a:lnTo>
                    <a:pt x="69808" y="31206"/>
                  </a:lnTo>
                  <a:lnTo>
                    <a:pt x="65557" y="34354"/>
                  </a:lnTo>
                  <a:lnTo>
                    <a:pt x="61409" y="37635"/>
                  </a:lnTo>
                  <a:lnTo>
                    <a:pt x="57366" y="41046"/>
                  </a:lnTo>
                  <a:lnTo>
                    <a:pt x="53433" y="44583"/>
                  </a:lnTo>
                  <a:lnTo>
                    <a:pt x="49614" y="48242"/>
                  </a:lnTo>
                  <a:lnTo>
                    <a:pt x="45912" y="52021"/>
                  </a:lnTo>
                  <a:lnTo>
                    <a:pt x="42332" y="55915"/>
                  </a:lnTo>
                  <a:lnTo>
                    <a:pt x="38877" y="59920"/>
                  </a:lnTo>
                  <a:lnTo>
                    <a:pt x="35551" y="64032"/>
                  </a:lnTo>
                  <a:lnTo>
                    <a:pt x="32356" y="68248"/>
                  </a:lnTo>
                  <a:lnTo>
                    <a:pt x="29296" y="72562"/>
                  </a:lnTo>
                  <a:lnTo>
                    <a:pt x="26374" y="76972"/>
                  </a:lnTo>
                  <a:lnTo>
                    <a:pt x="23594" y="81471"/>
                  </a:lnTo>
                  <a:lnTo>
                    <a:pt x="20957" y="86056"/>
                  </a:lnTo>
                  <a:lnTo>
                    <a:pt x="18466" y="90723"/>
                  </a:lnTo>
                  <a:lnTo>
                    <a:pt x="16124" y="95465"/>
                  </a:lnTo>
                  <a:lnTo>
                    <a:pt x="13933" y="100280"/>
                  </a:lnTo>
                  <a:lnTo>
                    <a:pt x="11896" y="105161"/>
                  </a:lnTo>
                  <a:lnTo>
                    <a:pt x="10014" y="110105"/>
                  </a:lnTo>
                  <a:lnTo>
                    <a:pt x="8290" y="115105"/>
                  </a:lnTo>
                  <a:lnTo>
                    <a:pt x="6725" y="120157"/>
                  </a:lnTo>
                  <a:lnTo>
                    <a:pt x="5320" y="125257"/>
                  </a:lnTo>
                  <a:lnTo>
                    <a:pt x="4077" y="130398"/>
                  </a:lnTo>
                  <a:lnTo>
                    <a:pt x="2998" y="135576"/>
                  </a:lnTo>
                  <a:lnTo>
                    <a:pt x="2083" y="140786"/>
                  </a:lnTo>
                  <a:lnTo>
                    <a:pt x="1333" y="146022"/>
                  </a:lnTo>
                  <a:lnTo>
                    <a:pt x="749" y="151279"/>
                  </a:lnTo>
                  <a:lnTo>
                    <a:pt x="332" y="156552"/>
                  </a:lnTo>
                  <a:lnTo>
                    <a:pt x="82" y="161836"/>
                  </a:lnTo>
                  <a:lnTo>
                    <a:pt x="0" y="167124"/>
                  </a:lnTo>
                  <a:lnTo>
                    <a:pt x="84" y="172413"/>
                  </a:lnTo>
                  <a:lnTo>
                    <a:pt x="336" y="177697"/>
                  </a:lnTo>
                  <a:lnTo>
                    <a:pt x="755" y="182969"/>
                  </a:lnTo>
                  <a:lnTo>
                    <a:pt x="1340" y="188226"/>
                  </a:lnTo>
                  <a:lnTo>
                    <a:pt x="2092" y="193462"/>
                  </a:lnTo>
                  <a:lnTo>
                    <a:pt x="3009" y="198671"/>
                  </a:lnTo>
                  <a:lnTo>
                    <a:pt x="4090" y="203849"/>
                  </a:lnTo>
                  <a:lnTo>
                    <a:pt x="5334" y="208990"/>
                  </a:lnTo>
                  <a:lnTo>
                    <a:pt x="6741" y="214089"/>
                  </a:lnTo>
                  <a:lnTo>
                    <a:pt x="8308" y="219141"/>
                  </a:lnTo>
                  <a:lnTo>
                    <a:pt x="10034" y="224141"/>
                  </a:lnTo>
                  <a:lnTo>
                    <a:pt x="11917" y="229084"/>
                  </a:lnTo>
                  <a:lnTo>
                    <a:pt x="13956" y="233964"/>
                  </a:lnTo>
                  <a:lnTo>
                    <a:pt x="16148" y="238778"/>
                  </a:lnTo>
                  <a:lnTo>
                    <a:pt x="18492" y="243520"/>
                  </a:lnTo>
                  <a:lnTo>
                    <a:pt x="20984" y="248185"/>
                  </a:lnTo>
                  <a:lnTo>
                    <a:pt x="23623" y="252770"/>
                  </a:lnTo>
                  <a:lnTo>
                    <a:pt x="26405" y="257268"/>
                  </a:lnTo>
                  <a:lnTo>
                    <a:pt x="29328" y="261676"/>
                  </a:lnTo>
                  <a:lnTo>
                    <a:pt x="32389" y="265990"/>
                  </a:lnTo>
                  <a:lnTo>
                    <a:pt x="35586" y="270204"/>
                  </a:lnTo>
                  <a:lnTo>
                    <a:pt x="38914" y="274316"/>
                  </a:lnTo>
                  <a:lnTo>
                    <a:pt x="42370" y="278320"/>
                  </a:lnTo>
                  <a:lnTo>
                    <a:pt x="45951" y="282212"/>
                  </a:lnTo>
                  <a:lnTo>
                    <a:pt x="49654" y="285990"/>
                  </a:lnTo>
                  <a:lnTo>
                    <a:pt x="53474" y="289648"/>
                  </a:lnTo>
                  <a:lnTo>
                    <a:pt x="57408" y="293184"/>
                  </a:lnTo>
                  <a:lnTo>
                    <a:pt x="61452" y="296593"/>
                  </a:lnTo>
                  <a:lnTo>
                    <a:pt x="65602" y="299873"/>
                  </a:lnTo>
                  <a:lnTo>
                    <a:pt x="69854" y="303019"/>
                  </a:lnTo>
                  <a:lnTo>
                    <a:pt x="74203" y="306030"/>
                  </a:lnTo>
                  <a:lnTo>
                    <a:pt x="78645" y="308902"/>
                  </a:lnTo>
                  <a:lnTo>
                    <a:pt x="83176" y="311631"/>
                  </a:lnTo>
                  <a:lnTo>
                    <a:pt x="87790" y="314216"/>
                  </a:lnTo>
                  <a:lnTo>
                    <a:pt x="92485" y="316654"/>
                  </a:lnTo>
                  <a:lnTo>
                    <a:pt x="97254" y="318942"/>
                  </a:lnTo>
                  <a:lnTo>
                    <a:pt x="102093" y="321078"/>
                  </a:lnTo>
                  <a:lnTo>
                    <a:pt x="106997" y="323059"/>
                  </a:lnTo>
                  <a:lnTo>
                    <a:pt x="111961" y="324885"/>
                  </a:lnTo>
                  <a:lnTo>
                    <a:pt x="116981" y="326552"/>
                  </a:lnTo>
                  <a:lnTo>
                    <a:pt x="122051" y="328060"/>
                  </a:lnTo>
                  <a:lnTo>
                    <a:pt x="127166" y="329407"/>
                  </a:lnTo>
                  <a:lnTo>
                    <a:pt x="132321" y="330591"/>
                  </a:lnTo>
                  <a:lnTo>
                    <a:pt x="137511" y="331612"/>
                  </a:lnTo>
                  <a:lnTo>
                    <a:pt x="142731" y="332468"/>
                  </a:lnTo>
                  <a:lnTo>
                    <a:pt x="147975" y="333158"/>
                  </a:lnTo>
                  <a:lnTo>
                    <a:pt x="153238" y="333682"/>
                  </a:lnTo>
                  <a:lnTo>
                    <a:pt x="158516" y="334040"/>
                  </a:lnTo>
                  <a:lnTo>
                    <a:pt x="163802" y="334230"/>
                  </a:lnTo>
                  <a:lnTo>
                    <a:pt x="169091" y="334253"/>
                  </a:lnTo>
                  <a:lnTo>
                    <a:pt x="174378" y="334108"/>
                  </a:lnTo>
                  <a:lnTo>
                    <a:pt x="179659" y="333796"/>
                  </a:lnTo>
                  <a:lnTo>
                    <a:pt x="184926" y="333318"/>
                  </a:lnTo>
                  <a:lnTo>
                    <a:pt x="190176" y="332673"/>
                  </a:lnTo>
                  <a:lnTo>
                    <a:pt x="195403" y="331862"/>
                  </a:lnTo>
                  <a:lnTo>
                    <a:pt x="200602" y="330886"/>
                  </a:lnTo>
                  <a:lnTo>
                    <a:pt x="205767" y="329746"/>
                  </a:lnTo>
                  <a:lnTo>
                    <a:pt x="210893" y="328443"/>
                  </a:lnTo>
                  <a:lnTo>
                    <a:pt x="215976" y="326979"/>
                  </a:lnTo>
                  <a:lnTo>
                    <a:pt x="221010" y="325355"/>
                  </a:lnTo>
                  <a:lnTo>
                    <a:pt x="225990" y="323572"/>
                  </a:lnTo>
                  <a:lnTo>
                    <a:pt x="230911" y="321633"/>
                  </a:lnTo>
                  <a:lnTo>
                    <a:pt x="235768" y="319539"/>
                  </a:lnTo>
                  <a:lnTo>
                    <a:pt x="240557" y="317292"/>
                  </a:lnTo>
                  <a:lnTo>
                    <a:pt x="245272" y="314895"/>
                  </a:lnTo>
                  <a:lnTo>
                    <a:pt x="249909" y="312350"/>
                  </a:lnTo>
                  <a:lnTo>
                    <a:pt x="254463" y="309660"/>
                  </a:lnTo>
                  <a:lnTo>
                    <a:pt x="258929" y="306827"/>
                  </a:lnTo>
                  <a:lnTo>
                    <a:pt x="263304" y="303854"/>
                  </a:lnTo>
                  <a:lnTo>
                    <a:pt x="267583" y="300744"/>
                  </a:lnTo>
                  <a:lnTo>
                    <a:pt x="271761" y="297500"/>
                  </a:lnTo>
                  <a:lnTo>
                    <a:pt x="275834" y="294125"/>
                  </a:lnTo>
                  <a:lnTo>
                    <a:pt x="279799" y="290624"/>
                  </a:lnTo>
                  <a:lnTo>
                    <a:pt x="283650" y="286999"/>
                  </a:lnTo>
                  <a:lnTo>
                    <a:pt x="287385" y="283253"/>
                  </a:lnTo>
                  <a:lnTo>
                    <a:pt x="291000" y="279392"/>
                  </a:lnTo>
                  <a:lnTo>
                    <a:pt x="294491" y="275418"/>
                  </a:lnTo>
                  <a:lnTo>
                    <a:pt x="297854" y="271335"/>
                  </a:lnTo>
                  <a:lnTo>
                    <a:pt x="301087" y="267149"/>
                  </a:lnTo>
                  <a:lnTo>
                    <a:pt x="304185" y="262862"/>
                  </a:lnTo>
                  <a:lnTo>
                    <a:pt x="307146" y="258479"/>
                  </a:lnTo>
                  <a:lnTo>
                    <a:pt x="309967" y="254004"/>
                  </a:lnTo>
                  <a:lnTo>
                    <a:pt x="312645" y="249443"/>
                  </a:lnTo>
                  <a:lnTo>
                    <a:pt x="315178" y="244799"/>
                  </a:lnTo>
                  <a:lnTo>
                    <a:pt x="317562" y="240078"/>
                  </a:lnTo>
                  <a:lnTo>
                    <a:pt x="319796" y="235283"/>
                  </a:lnTo>
                  <a:lnTo>
                    <a:pt x="321876" y="230420"/>
                  </a:lnTo>
                  <a:lnTo>
                    <a:pt x="323802" y="225494"/>
                  </a:lnTo>
                  <a:lnTo>
                    <a:pt x="325572" y="220509"/>
                  </a:lnTo>
                  <a:lnTo>
                    <a:pt x="327182" y="215471"/>
                  </a:lnTo>
                  <a:lnTo>
                    <a:pt x="328632" y="210384"/>
                  </a:lnTo>
                  <a:lnTo>
                    <a:pt x="329921" y="205254"/>
                  </a:lnTo>
                  <a:lnTo>
                    <a:pt x="331047" y="200086"/>
                  </a:lnTo>
                  <a:lnTo>
                    <a:pt x="332009" y="194885"/>
                  </a:lnTo>
                  <a:lnTo>
                    <a:pt x="332805" y="189656"/>
                  </a:lnTo>
                  <a:lnTo>
                    <a:pt x="333436" y="184404"/>
                  </a:lnTo>
                  <a:lnTo>
                    <a:pt x="333900" y="179135"/>
                  </a:lnTo>
                  <a:lnTo>
                    <a:pt x="334198" y="173854"/>
                  </a:lnTo>
                  <a:lnTo>
                    <a:pt x="334328" y="168566"/>
                  </a:lnTo>
                  <a:lnTo>
                    <a:pt x="334291" y="163277"/>
                  </a:lnTo>
                  <a:lnTo>
                    <a:pt x="334086" y="157991"/>
                  </a:lnTo>
                  <a:lnTo>
                    <a:pt x="333715" y="152715"/>
                  </a:lnTo>
                  <a:lnTo>
                    <a:pt x="333176" y="147453"/>
                  </a:lnTo>
                  <a:lnTo>
                    <a:pt x="332472" y="142211"/>
                  </a:lnTo>
                  <a:lnTo>
                    <a:pt x="331602" y="136993"/>
                  </a:lnTo>
                  <a:lnTo>
                    <a:pt x="330567" y="131806"/>
                  </a:lnTo>
                  <a:lnTo>
                    <a:pt x="329369" y="126654"/>
                  </a:lnTo>
                  <a:lnTo>
                    <a:pt x="328008" y="121543"/>
                  </a:lnTo>
                  <a:lnTo>
                    <a:pt x="326486" y="116477"/>
                  </a:lnTo>
                  <a:lnTo>
                    <a:pt x="324805" y="111462"/>
                  </a:lnTo>
                  <a:lnTo>
                    <a:pt x="322966" y="106502"/>
                  </a:lnTo>
                  <a:lnTo>
                    <a:pt x="320971" y="101604"/>
                  </a:lnTo>
                  <a:lnTo>
                    <a:pt x="318822" y="96771"/>
                  </a:lnTo>
                  <a:lnTo>
                    <a:pt x="316521" y="92008"/>
                  </a:lnTo>
                  <a:lnTo>
                    <a:pt x="314071" y="87320"/>
                  </a:lnTo>
                  <a:lnTo>
                    <a:pt x="311473" y="82712"/>
                  </a:lnTo>
                  <a:lnTo>
                    <a:pt x="308731" y="78189"/>
                  </a:lnTo>
                  <a:lnTo>
                    <a:pt x="305848" y="73755"/>
                  </a:lnTo>
                  <a:lnTo>
                    <a:pt x="302825" y="69414"/>
                  </a:lnTo>
                  <a:lnTo>
                    <a:pt x="299667" y="65171"/>
                  </a:lnTo>
                  <a:lnTo>
                    <a:pt x="296376" y="61030"/>
                  </a:lnTo>
                  <a:lnTo>
                    <a:pt x="292956" y="56995"/>
                  </a:lnTo>
                  <a:lnTo>
                    <a:pt x="289409" y="53071"/>
                  </a:lnTo>
                  <a:lnTo>
                    <a:pt x="285741" y="49261"/>
                  </a:lnTo>
                  <a:lnTo>
                    <a:pt x="281953" y="45568"/>
                  </a:lnTo>
                  <a:lnTo>
                    <a:pt x="278051" y="41997"/>
                  </a:lnTo>
                  <a:lnTo>
                    <a:pt x="274038" y="38552"/>
                  </a:lnTo>
                  <a:lnTo>
                    <a:pt x="269917" y="35235"/>
                  </a:lnTo>
                  <a:lnTo>
                    <a:pt x="265694" y="32051"/>
                  </a:lnTo>
                  <a:lnTo>
                    <a:pt x="261372" y="29001"/>
                  </a:lnTo>
                  <a:lnTo>
                    <a:pt x="256956" y="26090"/>
                  </a:lnTo>
                  <a:lnTo>
                    <a:pt x="252450" y="23320"/>
                  </a:lnTo>
                  <a:lnTo>
                    <a:pt x="247859" y="20693"/>
                  </a:lnTo>
                  <a:lnTo>
                    <a:pt x="243187" y="18214"/>
                  </a:lnTo>
                  <a:lnTo>
                    <a:pt x="238438" y="15883"/>
                  </a:lnTo>
                  <a:lnTo>
                    <a:pt x="233619" y="13704"/>
                  </a:lnTo>
                  <a:lnTo>
                    <a:pt x="228732" y="11679"/>
                  </a:lnTo>
                  <a:lnTo>
                    <a:pt x="223785" y="9809"/>
                  </a:lnTo>
                  <a:lnTo>
                    <a:pt x="218780" y="8096"/>
                  </a:lnTo>
                  <a:lnTo>
                    <a:pt x="213724" y="6543"/>
                  </a:lnTo>
                  <a:lnTo>
                    <a:pt x="208621" y="5150"/>
                  </a:lnTo>
                  <a:lnTo>
                    <a:pt x="203477" y="3920"/>
                  </a:lnTo>
                  <a:lnTo>
                    <a:pt x="198296" y="2853"/>
                  </a:lnTo>
                  <a:lnTo>
                    <a:pt x="193084" y="1950"/>
                  </a:lnTo>
                  <a:lnTo>
                    <a:pt x="187846" y="1213"/>
                  </a:lnTo>
                  <a:lnTo>
                    <a:pt x="182588" y="642"/>
                  </a:lnTo>
                  <a:lnTo>
                    <a:pt x="177314" y="237"/>
                  </a:lnTo>
                  <a:lnTo>
                    <a:pt x="172030" y="0"/>
                  </a:lnTo>
                  <a:lnTo>
                    <a:pt x="167167" y="167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4862" cy="167167"/>
            </a:xfrm>
            <a:custGeom>
              <a:avLst/>
              <a:pathLst>
                <a:path w="4862" h="167167">
                  <a:moveTo>
                    <a:pt x="4862" y="7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2348" y="2633064"/>
              <a:ext cx="166663" cy="167167"/>
            </a:xfrm>
            <a:custGeom>
              <a:avLst/>
              <a:pathLst>
                <a:path w="166663" h="167167">
                  <a:moveTo>
                    <a:pt x="166663" y="0"/>
                  </a:moveTo>
                  <a:lnTo>
                    <a:pt x="161238" y="88"/>
                  </a:lnTo>
                  <a:lnTo>
                    <a:pt x="155818" y="352"/>
                  </a:lnTo>
                  <a:lnTo>
                    <a:pt x="150410" y="791"/>
                  </a:lnTo>
                  <a:lnTo>
                    <a:pt x="145019" y="1407"/>
                  </a:lnTo>
                  <a:lnTo>
                    <a:pt x="139651" y="2196"/>
                  </a:lnTo>
                  <a:lnTo>
                    <a:pt x="134312" y="3160"/>
                  </a:lnTo>
                  <a:lnTo>
                    <a:pt x="129006" y="4296"/>
                  </a:lnTo>
                  <a:lnTo>
                    <a:pt x="123740" y="5604"/>
                  </a:lnTo>
                  <a:lnTo>
                    <a:pt x="118520" y="7082"/>
                  </a:lnTo>
                  <a:lnTo>
                    <a:pt x="113350" y="8729"/>
                  </a:lnTo>
                  <a:lnTo>
                    <a:pt x="108236" y="10542"/>
                  </a:lnTo>
                  <a:lnTo>
                    <a:pt x="103184" y="12521"/>
                  </a:lnTo>
                  <a:lnTo>
                    <a:pt x="98199" y="14662"/>
                  </a:lnTo>
                  <a:lnTo>
                    <a:pt x="93285" y="16965"/>
                  </a:lnTo>
                  <a:lnTo>
                    <a:pt x="88450" y="19425"/>
                  </a:lnTo>
                  <a:lnTo>
                    <a:pt x="83696" y="22041"/>
                  </a:lnTo>
                  <a:lnTo>
                    <a:pt x="79030" y="24810"/>
                  </a:lnTo>
                  <a:lnTo>
                    <a:pt x="74456" y="27729"/>
                  </a:lnTo>
                  <a:lnTo>
                    <a:pt x="69980" y="30795"/>
                  </a:lnTo>
                  <a:lnTo>
                    <a:pt x="65605" y="34004"/>
                  </a:lnTo>
                  <a:lnTo>
                    <a:pt x="61336" y="37354"/>
                  </a:lnTo>
                  <a:lnTo>
                    <a:pt x="57179" y="40841"/>
                  </a:lnTo>
                  <a:lnTo>
                    <a:pt x="53137" y="44460"/>
                  </a:lnTo>
                  <a:lnTo>
                    <a:pt x="49215" y="48209"/>
                  </a:lnTo>
                  <a:lnTo>
                    <a:pt x="45416" y="52084"/>
                  </a:lnTo>
                  <a:lnTo>
                    <a:pt x="41745" y="56079"/>
                  </a:lnTo>
                  <a:lnTo>
                    <a:pt x="38206" y="60191"/>
                  </a:lnTo>
                  <a:lnTo>
                    <a:pt x="34802" y="64417"/>
                  </a:lnTo>
                  <a:lnTo>
                    <a:pt x="31537" y="68750"/>
                  </a:lnTo>
                  <a:lnTo>
                    <a:pt x="28414" y="73187"/>
                  </a:lnTo>
                  <a:lnTo>
                    <a:pt x="25437" y="77723"/>
                  </a:lnTo>
                  <a:lnTo>
                    <a:pt x="22608" y="82354"/>
                  </a:lnTo>
                  <a:lnTo>
                    <a:pt x="19932" y="87073"/>
                  </a:lnTo>
                  <a:lnTo>
                    <a:pt x="17410" y="91877"/>
                  </a:lnTo>
                  <a:lnTo>
                    <a:pt x="15045" y="96761"/>
                  </a:lnTo>
                  <a:lnTo>
                    <a:pt x="12840" y="101718"/>
                  </a:lnTo>
                  <a:lnTo>
                    <a:pt x="10797" y="106745"/>
                  </a:lnTo>
                  <a:lnTo>
                    <a:pt x="8918" y="111835"/>
                  </a:lnTo>
                  <a:lnTo>
                    <a:pt x="7206" y="116984"/>
                  </a:lnTo>
                  <a:lnTo>
                    <a:pt x="5661" y="122185"/>
                  </a:lnTo>
                  <a:lnTo>
                    <a:pt x="4286" y="127434"/>
                  </a:lnTo>
                  <a:lnTo>
                    <a:pt x="3082" y="132724"/>
                  </a:lnTo>
                  <a:lnTo>
                    <a:pt x="2050" y="138051"/>
                  </a:lnTo>
                  <a:lnTo>
                    <a:pt x="1192" y="143409"/>
                  </a:lnTo>
                  <a:lnTo>
                    <a:pt x="508" y="148791"/>
                  </a:lnTo>
                  <a:lnTo>
                    <a:pt x="0" y="154193"/>
                  </a:lnTo>
                  <a:lnTo>
                    <a:pt x="1666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2348" y="2787257"/>
              <a:ext cx="166663" cy="12973"/>
            </a:xfrm>
            <a:custGeom>
              <a:avLst/>
              <a:pathLst>
                <a:path w="166663" h="12973">
                  <a:moveTo>
                    <a:pt x="0" y="0"/>
                  </a:moveTo>
                  <a:lnTo>
                    <a:pt x="166663" y="129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1860" y="2642487"/>
              <a:ext cx="334314" cy="324908"/>
            </a:xfrm>
            <a:custGeom>
              <a:avLst/>
              <a:pathLst>
                <a:path w="334314" h="324908">
                  <a:moveTo>
                    <a:pt x="487" y="144769"/>
                  </a:moveTo>
                  <a:lnTo>
                    <a:pt x="159" y="150076"/>
                  </a:lnTo>
                  <a:lnTo>
                    <a:pt x="0" y="155390"/>
                  </a:lnTo>
                  <a:lnTo>
                    <a:pt x="9" y="160706"/>
                  </a:lnTo>
                  <a:lnTo>
                    <a:pt x="188" y="166020"/>
                  </a:lnTo>
                  <a:lnTo>
                    <a:pt x="536" y="171325"/>
                  </a:lnTo>
                  <a:lnTo>
                    <a:pt x="1052" y="176617"/>
                  </a:lnTo>
                  <a:lnTo>
                    <a:pt x="1736" y="181889"/>
                  </a:lnTo>
                  <a:lnTo>
                    <a:pt x="2587" y="187137"/>
                  </a:lnTo>
                  <a:lnTo>
                    <a:pt x="3605" y="192355"/>
                  </a:lnTo>
                  <a:lnTo>
                    <a:pt x="4789" y="197538"/>
                  </a:lnTo>
                  <a:lnTo>
                    <a:pt x="6136" y="202681"/>
                  </a:lnTo>
                  <a:lnTo>
                    <a:pt x="7647" y="207779"/>
                  </a:lnTo>
                  <a:lnTo>
                    <a:pt x="9318" y="212825"/>
                  </a:lnTo>
                  <a:lnTo>
                    <a:pt x="11150" y="217817"/>
                  </a:lnTo>
                  <a:lnTo>
                    <a:pt x="13139" y="222747"/>
                  </a:lnTo>
                  <a:lnTo>
                    <a:pt x="15284" y="227612"/>
                  </a:lnTo>
                  <a:lnTo>
                    <a:pt x="17583" y="232406"/>
                  </a:lnTo>
                  <a:lnTo>
                    <a:pt x="20033" y="237124"/>
                  </a:lnTo>
                  <a:lnTo>
                    <a:pt x="22631" y="241762"/>
                  </a:lnTo>
                  <a:lnTo>
                    <a:pt x="25376" y="246315"/>
                  </a:lnTo>
                  <a:lnTo>
                    <a:pt x="28264" y="250779"/>
                  </a:lnTo>
                  <a:lnTo>
                    <a:pt x="31293" y="255148"/>
                  </a:lnTo>
                  <a:lnTo>
                    <a:pt x="34459" y="259419"/>
                  </a:lnTo>
                  <a:lnTo>
                    <a:pt x="37760" y="263587"/>
                  </a:lnTo>
                  <a:lnTo>
                    <a:pt x="41191" y="267648"/>
                  </a:lnTo>
                  <a:lnTo>
                    <a:pt x="44750" y="271598"/>
                  </a:lnTo>
                  <a:lnTo>
                    <a:pt x="48432" y="275433"/>
                  </a:lnTo>
                  <a:lnTo>
                    <a:pt x="52235" y="279149"/>
                  </a:lnTo>
                  <a:lnTo>
                    <a:pt x="56153" y="282742"/>
                  </a:lnTo>
                  <a:lnTo>
                    <a:pt x="60184" y="286208"/>
                  </a:lnTo>
                  <a:lnTo>
                    <a:pt x="64324" y="289545"/>
                  </a:lnTo>
                  <a:lnTo>
                    <a:pt x="68567" y="292748"/>
                  </a:lnTo>
                  <a:lnTo>
                    <a:pt x="72910" y="295815"/>
                  </a:lnTo>
                  <a:lnTo>
                    <a:pt x="77348" y="298741"/>
                  </a:lnTo>
                  <a:lnTo>
                    <a:pt x="81877" y="301526"/>
                  </a:lnTo>
                  <a:lnTo>
                    <a:pt x="86493" y="304165"/>
                  </a:lnTo>
                  <a:lnTo>
                    <a:pt x="91189" y="306656"/>
                  </a:lnTo>
                  <a:lnTo>
                    <a:pt x="95963" y="308996"/>
                  </a:lnTo>
                  <a:lnTo>
                    <a:pt x="100809" y="311183"/>
                  </a:lnTo>
                  <a:lnTo>
                    <a:pt x="105722" y="313215"/>
                  </a:lnTo>
                  <a:lnTo>
                    <a:pt x="110697" y="315090"/>
                  </a:lnTo>
                  <a:lnTo>
                    <a:pt x="115729" y="316806"/>
                  </a:lnTo>
                  <a:lnTo>
                    <a:pt x="120813" y="318360"/>
                  </a:lnTo>
                  <a:lnTo>
                    <a:pt x="125944" y="319753"/>
                  </a:lnTo>
                  <a:lnTo>
                    <a:pt x="131117" y="320981"/>
                  </a:lnTo>
                  <a:lnTo>
                    <a:pt x="136326" y="322044"/>
                  </a:lnTo>
                  <a:lnTo>
                    <a:pt x="141566" y="322941"/>
                  </a:lnTo>
                  <a:lnTo>
                    <a:pt x="146832" y="323671"/>
                  </a:lnTo>
                  <a:lnTo>
                    <a:pt x="152119" y="324234"/>
                  </a:lnTo>
                  <a:lnTo>
                    <a:pt x="157421" y="324627"/>
                  </a:lnTo>
                  <a:lnTo>
                    <a:pt x="162733" y="324852"/>
                  </a:lnTo>
                  <a:lnTo>
                    <a:pt x="168049" y="324908"/>
                  </a:lnTo>
                  <a:lnTo>
                    <a:pt x="173365" y="324795"/>
                  </a:lnTo>
                  <a:lnTo>
                    <a:pt x="178674" y="324513"/>
                  </a:lnTo>
                  <a:lnTo>
                    <a:pt x="183971" y="324062"/>
                  </a:lnTo>
                  <a:lnTo>
                    <a:pt x="189251" y="323443"/>
                  </a:lnTo>
                  <a:lnTo>
                    <a:pt x="194509" y="322657"/>
                  </a:lnTo>
                  <a:lnTo>
                    <a:pt x="199740" y="321703"/>
                  </a:lnTo>
                  <a:lnTo>
                    <a:pt x="204937" y="320584"/>
                  </a:lnTo>
                  <a:lnTo>
                    <a:pt x="210096" y="319300"/>
                  </a:lnTo>
                  <a:lnTo>
                    <a:pt x="215212" y="317853"/>
                  </a:lnTo>
                  <a:lnTo>
                    <a:pt x="220279" y="316243"/>
                  </a:lnTo>
                  <a:lnTo>
                    <a:pt x="225293" y="314474"/>
                  </a:lnTo>
                  <a:lnTo>
                    <a:pt x="230247" y="312546"/>
                  </a:lnTo>
                  <a:lnTo>
                    <a:pt x="235138" y="310461"/>
                  </a:lnTo>
                  <a:lnTo>
                    <a:pt x="239960" y="308222"/>
                  </a:lnTo>
                  <a:lnTo>
                    <a:pt x="244708" y="305830"/>
                  </a:lnTo>
                  <a:lnTo>
                    <a:pt x="249378" y="303289"/>
                  </a:lnTo>
                  <a:lnTo>
                    <a:pt x="253965" y="300601"/>
                  </a:lnTo>
                  <a:lnTo>
                    <a:pt x="258464" y="297768"/>
                  </a:lnTo>
                  <a:lnTo>
                    <a:pt x="262870" y="294793"/>
                  </a:lnTo>
                  <a:lnTo>
                    <a:pt x="267180" y="291680"/>
                  </a:lnTo>
                  <a:lnTo>
                    <a:pt x="271389" y="288431"/>
                  </a:lnTo>
                  <a:lnTo>
                    <a:pt x="275492" y="285050"/>
                  </a:lnTo>
                  <a:lnTo>
                    <a:pt x="279485" y="281541"/>
                  </a:lnTo>
                  <a:lnTo>
                    <a:pt x="283365" y="277906"/>
                  </a:lnTo>
                  <a:lnTo>
                    <a:pt x="287127" y="274150"/>
                  </a:lnTo>
                  <a:lnTo>
                    <a:pt x="290768" y="270276"/>
                  </a:lnTo>
                  <a:lnTo>
                    <a:pt x="294284" y="266288"/>
                  </a:lnTo>
                  <a:lnTo>
                    <a:pt x="297672" y="262190"/>
                  </a:lnTo>
                  <a:lnTo>
                    <a:pt x="300927" y="257987"/>
                  </a:lnTo>
                  <a:lnTo>
                    <a:pt x="304047" y="253682"/>
                  </a:lnTo>
                  <a:lnTo>
                    <a:pt x="307029" y="249280"/>
                  </a:lnTo>
                  <a:lnTo>
                    <a:pt x="309869" y="244786"/>
                  </a:lnTo>
                  <a:lnTo>
                    <a:pt x="312565" y="240203"/>
                  </a:lnTo>
                  <a:lnTo>
                    <a:pt x="315113" y="235537"/>
                  </a:lnTo>
                  <a:lnTo>
                    <a:pt x="317512" y="230793"/>
                  </a:lnTo>
                  <a:lnTo>
                    <a:pt x="319759" y="225974"/>
                  </a:lnTo>
                  <a:lnTo>
                    <a:pt x="321852" y="221087"/>
                  </a:lnTo>
                  <a:lnTo>
                    <a:pt x="323788" y="216136"/>
                  </a:lnTo>
                  <a:lnTo>
                    <a:pt x="325565" y="211125"/>
                  </a:lnTo>
                  <a:lnTo>
                    <a:pt x="327183" y="206060"/>
                  </a:lnTo>
                  <a:lnTo>
                    <a:pt x="328638" y="200947"/>
                  </a:lnTo>
                  <a:lnTo>
                    <a:pt x="329931" y="195790"/>
                  </a:lnTo>
                  <a:lnTo>
                    <a:pt x="331058" y="190594"/>
                  </a:lnTo>
                  <a:lnTo>
                    <a:pt x="332020" y="185366"/>
                  </a:lnTo>
                  <a:lnTo>
                    <a:pt x="332815" y="180109"/>
                  </a:lnTo>
                  <a:lnTo>
                    <a:pt x="333442" y="174829"/>
                  </a:lnTo>
                  <a:lnTo>
                    <a:pt x="333902" y="169533"/>
                  </a:lnTo>
                  <a:lnTo>
                    <a:pt x="334192" y="164224"/>
                  </a:lnTo>
                  <a:lnTo>
                    <a:pt x="334314" y="158909"/>
                  </a:lnTo>
                  <a:lnTo>
                    <a:pt x="334266" y="153593"/>
                  </a:lnTo>
                  <a:lnTo>
                    <a:pt x="334050" y="148280"/>
                  </a:lnTo>
                  <a:lnTo>
                    <a:pt x="333664" y="142978"/>
                  </a:lnTo>
                  <a:lnTo>
                    <a:pt x="333111" y="137690"/>
                  </a:lnTo>
                  <a:lnTo>
                    <a:pt x="332389" y="132423"/>
                  </a:lnTo>
                  <a:lnTo>
                    <a:pt x="331500" y="127181"/>
                  </a:lnTo>
                  <a:lnTo>
                    <a:pt x="330445" y="121970"/>
                  </a:lnTo>
                  <a:lnTo>
                    <a:pt x="329225" y="116796"/>
                  </a:lnTo>
                  <a:lnTo>
                    <a:pt x="327841" y="111663"/>
                  </a:lnTo>
                  <a:lnTo>
                    <a:pt x="326295" y="106576"/>
                  </a:lnTo>
                  <a:lnTo>
                    <a:pt x="324587" y="101541"/>
                  </a:lnTo>
                  <a:lnTo>
                    <a:pt x="322720" y="96563"/>
                  </a:lnTo>
                  <a:lnTo>
                    <a:pt x="320696" y="91647"/>
                  </a:lnTo>
                  <a:lnTo>
                    <a:pt x="318516" y="86798"/>
                  </a:lnTo>
                  <a:lnTo>
                    <a:pt x="316184" y="82020"/>
                  </a:lnTo>
                  <a:lnTo>
                    <a:pt x="313700" y="77319"/>
                  </a:lnTo>
                  <a:lnTo>
                    <a:pt x="311069" y="72700"/>
                  </a:lnTo>
                  <a:lnTo>
                    <a:pt x="308292" y="68166"/>
                  </a:lnTo>
                  <a:lnTo>
                    <a:pt x="305372" y="63723"/>
                  </a:lnTo>
                  <a:lnTo>
                    <a:pt x="302312" y="59375"/>
                  </a:lnTo>
                  <a:lnTo>
                    <a:pt x="299116" y="55127"/>
                  </a:lnTo>
                  <a:lnTo>
                    <a:pt x="295786" y="50982"/>
                  </a:lnTo>
                  <a:lnTo>
                    <a:pt x="292326" y="46946"/>
                  </a:lnTo>
                  <a:lnTo>
                    <a:pt x="288739" y="43021"/>
                  </a:lnTo>
                  <a:lnTo>
                    <a:pt x="285030" y="39213"/>
                  </a:lnTo>
                  <a:lnTo>
                    <a:pt x="281201" y="35524"/>
                  </a:lnTo>
                  <a:lnTo>
                    <a:pt x="277256" y="31959"/>
                  </a:lnTo>
                  <a:lnTo>
                    <a:pt x="273201" y="28522"/>
                  </a:lnTo>
                  <a:lnTo>
                    <a:pt x="269038" y="25215"/>
                  </a:lnTo>
                  <a:lnTo>
                    <a:pt x="264772" y="22042"/>
                  </a:lnTo>
                  <a:lnTo>
                    <a:pt x="260408" y="19006"/>
                  </a:lnTo>
                  <a:lnTo>
                    <a:pt x="255949" y="16111"/>
                  </a:lnTo>
                  <a:lnTo>
                    <a:pt x="251400" y="13358"/>
                  </a:lnTo>
                  <a:lnTo>
                    <a:pt x="246766" y="10752"/>
                  </a:lnTo>
                  <a:lnTo>
                    <a:pt x="242051" y="8295"/>
                  </a:lnTo>
                  <a:lnTo>
                    <a:pt x="237261" y="5989"/>
                  </a:lnTo>
                  <a:lnTo>
                    <a:pt x="232400" y="3836"/>
                  </a:lnTo>
                  <a:lnTo>
                    <a:pt x="227473" y="1839"/>
                  </a:lnTo>
                  <a:lnTo>
                    <a:pt x="222484" y="0"/>
                  </a:lnTo>
                  <a:lnTo>
                    <a:pt x="167150" y="157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919011" y="2633064"/>
              <a:ext cx="55333" cy="167167"/>
            </a:xfrm>
            <a:custGeom>
              <a:avLst/>
              <a:pathLst>
                <a:path w="55333" h="167167">
                  <a:moveTo>
                    <a:pt x="55333" y="9423"/>
                  </a:moveTo>
                  <a:lnTo>
                    <a:pt x="49383" y="7460"/>
                  </a:lnTo>
                  <a:lnTo>
                    <a:pt x="43363" y="5722"/>
                  </a:lnTo>
                  <a:lnTo>
                    <a:pt x="37282" y="4210"/>
                  </a:lnTo>
                  <a:lnTo>
                    <a:pt x="31148" y="2927"/>
                  </a:lnTo>
                  <a:lnTo>
                    <a:pt x="24971" y="1875"/>
                  </a:lnTo>
                  <a:lnTo>
                    <a:pt x="18759" y="1055"/>
                  </a:lnTo>
                  <a:lnTo>
                    <a:pt x="12521" y="469"/>
                  </a:lnTo>
                  <a:lnTo>
                    <a:pt x="6264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6741" y="2126963"/>
              <a:ext cx="61730" cy="167167"/>
            </a:xfrm>
            <a:custGeom>
              <a:avLst/>
              <a:pathLst>
                <a:path w="61730" h="167167">
                  <a:moveTo>
                    <a:pt x="61730" y="0"/>
                  </a:moveTo>
                  <a:lnTo>
                    <a:pt x="55983" y="98"/>
                  </a:lnTo>
                  <a:lnTo>
                    <a:pt x="50243" y="395"/>
                  </a:lnTo>
                  <a:lnTo>
                    <a:pt x="44517" y="888"/>
                  </a:lnTo>
                  <a:lnTo>
                    <a:pt x="38811" y="1578"/>
                  </a:lnTo>
                  <a:lnTo>
                    <a:pt x="33132" y="2464"/>
                  </a:lnTo>
                  <a:lnTo>
                    <a:pt x="27487" y="3544"/>
                  </a:lnTo>
                  <a:lnTo>
                    <a:pt x="21882" y="4818"/>
                  </a:lnTo>
                  <a:lnTo>
                    <a:pt x="16324" y="6284"/>
                  </a:lnTo>
                  <a:lnTo>
                    <a:pt x="10820" y="7940"/>
                  </a:lnTo>
                  <a:lnTo>
                    <a:pt x="5377" y="9785"/>
                  </a:lnTo>
                  <a:lnTo>
                    <a:pt x="0" y="11815"/>
                  </a:lnTo>
                  <a:lnTo>
                    <a:pt x="617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61313" y="2138779"/>
              <a:ext cx="167159" cy="307285"/>
            </a:xfrm>
            <a:custGeom>
              <a:avLst/>
              <a:pathLst>
                <a:path w="167159" h="307285">
                  <a:moveTo>
                    <a:pt x="105428" y="0"/>
                  </a:moveTo>
                  <a:lnTo>
                    <a:pt x="100495" y="2051"/>
                  </a:lnTo>
                  <a:lnTo>
                    <a:pt x="95630" y="4260"/>
                  </a:lnTo>
                  <a:lnTo>
                    <a:pt x="90839" y="6623"/>
                  </a:lnTo>
                  <a:lnTo>
                    <a:pt x="86125" y="9138"/>
                  </a:lnTo>
                  <a:lnTo>
                    <a:pt x="81494" y="11802"/>
                  </a:lnTo>
                  <a:lnTo>
                    <a:pt x="76951" y="14613"/>
                  </a:lnTo>
                  <a:lnTo>
                    <a:pt x="72499" y="17567"/>
                  </a:lnTo>
                  <a:lnTo>
                    <a:pt x="68145" y="20662"/>
                  </a:lnTo>
                  <a:lnTo>
                    <a:pt x="63891" y="23895"/>
                  </a:lnTo>
                  <a:lnTo>
                    <a:pt x="59743" y="27262"/>
                  </a:lnTo>
                  <a:lnTo>
                    <a:pt x="55705" y="30760"/>
                  </a:lnTo>
                  <a:lnTo>
                    <a:pt x="51780" y="34385"/>
                  </a:lnTo>
                  <a:lnTo>
                    <a:pt x="47974" y="38134"/>
                  </a:lnTo>
                  <a:lnTo>
                    <a:pt x="44289" y="42002"/>
                  </a:lnTo>
                  <a:lnTo>
                    <a:pt x="40730" y="45987"/>
                  </a:lnTo>
                  <a:lnTo>
                    <a:pt x="37299" y="50083"/>
                  </a:lnTo>
                  <a:lnTo>
                    <a:pt x="34002" y="54286"/>
                  </a:lnTo>
                  <a:lnTo>
                    <a:pt x="30840" y="58593"/>
                  </a:lnTo>
                  <a:lnTo>
                    <a:pt x="27818" y="62998"/>
                  </a:lnTo>
                  <a:lnTo>
                    <a:pt x="24938" y="67498"/>
                  </a:lnTo>
                  <a:lnTo>
                    <a:pt x="22203" y="72088"/>
                  </a:lnTo>
                  <a:lnTo>
                    <a:pt x="19616" y="76762"/>
                  </a:lnTo>
                  <a:lnTo>
                    <a:pt x="17180" y="81517"/>
                  </a:lnTo>
                  <a:lnTo>
                    <a:pt x="14898" y="86347"/>
                  </a:lnTo>
                  <a:lnTo>
                    <a:pt x="12770" y="91248"/>
                  </a:lnTo>
                  <a:lnTo>
                    <a:pt x="10801" y="96214"/>
                  </a:lnTo>
                  <a:lnTo>
                    <a:pt x="8991" y="101241"/>
                  </a:lnTo>
                  <a:lnTo>
                    <a:pt x="7343" y="106323"/>
                  </a:lnTo>
                  <a:lnTo>
                    <a:pt x="5857" y="111455"/>
                  </a:lnTo>
                  <a:lnTo>
                    <a:pt x="4537" y="116632"/>
                  </a:lnTo>
                  <a:lnTo>
                    <a:pt x="3383" y="121848"/>
                  </a:lnTo>
                  <a:lnTo>
                    <a:pt x="2396" y="127099"/>
                  </a:lnTo>
                  <a:lnTo>
                    <a:pt x="1577" y="132378"/>
                  </a:lnTo>
                  <a:lnTo>
                    <a:pt x="928" y="137681"/>
                  </a:lnTo>
                  <a:lnTo>
                    <a:pt x="448" y="143002"/>
                  </a:lnTo>
                  <a:lnTo>
                    <a:pt x="138" y="148336"/>
                  </a:lnTo>
                  <a:lnTo>
                    <a:pt x="0" y="153677"/>
                  </a:lnTo>
                  <a:lnTo>
                    <a:pt x="31" y="159019"/>
                  </a:lnTo>
                  <a:lnTo>
                    <a:pt x="234" y="164358"/>
                  </a:lnTo>
                  <a:lnTo>
                    <a:pt x="607" y="169687"/>
                  </a:lnTo>
                  <a:lnTo>
                    <a:pt x="1150" y="175002"/>
                  </a:lnTo>
                  <a:lnTo>
                    <a:pt x="1863" y="180297"/>
                  </a:lnTo>
                  <a:lnTo>
                    <a:pt x="2744" y="185567"/>
                  </a:lnTo>
                  <a:lnTo>
                    <a:pt x="3794" y="190805"/>
                  </a:lnTo>
                  <a:lnTo>
                    <a:pt x="5010" y="196007"/>
                  </a:lnTo>
                  <a:lnTo>
                    <a:pt x="6392" y="201168"/>
                  </a:lnTo>
                  <a:lnTo>
                    <a:pt x="7938" y="206282"/>
                  </a:lnTo>
                  <a:lnTo>
                    <a:pt x="9647" y="211344"/>
                  </a:lnTo>
                  <a:lnTo>
                    <a:pt x="11517" y="216349"/>
                  </a:lnTo>
                  <a:lnTo>
                    <a:pt x="13546" y="221291"/>
                  </a:lnTo>
                  <a:lnTo>
                    <a:pt x="15731" y="226166"/>
                  </a:lnTo>
                  <a:lnTo>
                    <a:pt x="18071" y="230969"/>
                  </a:lnTo>
                  <a:lnTo>
                    <a:pt x="20564" y="235694"/>
                  </a:lnTo>
                  <a:lnTo>
                    <a:pt x="23206" y="240338"/>
                  </a:lnTo>
                  <a:lnTo>
                    <a:pt x="25995" y="244894"/>
                  </a:lnTo>
                  <a:lnTo>
                    <a:pt x="28929" y="249360"/>
                  </a:lnTo>
                  <a:lnTo>
                    <a:pt x="32004" y="253729"/>
                  </a:lnTo>
                  <a:lnTo>
                    <a:pt x="35216" y="257997"/>
                  </a:lnTo>
                  <a:lnTo>
                    <a:pt x="38564" y="262161"/>
                  </a:lnTo>
                  <a:lnTo>
                    <a:pt x="42043" y="266216"/>
                  </a:lnTo>
                  <a:lnTo>
                    <a:pt x="45649" y="270158"/>
                  </a:lnTo>
                  <a:lnTo>
                    <a:pt x="49380" y="273982"/>
                  </a:lnTo>
                  <a:lnTo>
                    <a:pt x="53231" y="277685"/>
                  </a:lnTo>
                  <a:lnTo>
                    <a:pt x="57198" y="281263"/>
                  </a:lnTo>
                  <a:lnTo>
                    <a:pt x="61278" y="284712"/>
                  </a:lnTo>
                  <a:lnTo>
                    <a:pt x="65466" y="288030"/>
                  </a:lnTo>
                  <a:lnTo>
                    <a:pt x="69757" y="291212"/>
                  </a:lnTo>
                  <a:lnTo>
                    <a:pt x="74149" y="294255"/>
                  </a:lnTo>
                  <a:lnTo>
                    <a:pt x="78635" y="297156"/>
                  </a:lnTo>
                  <a:lnTo>
                    <a:pt x="83212" y="299912"/>
                  </a:lnTo>
                  <a:lnTo>
                    <a:pt x="87874" y="302521"/>
                  </a:lnTo>
                  <a:lnTo>
                    <a:pt x="92617" y="304980"/>
                  </a:lnTo>
                  <a:lnTo>
                    <a:pt x="97437" y="307285"/>
                  </a:lnTo>
                  <a:lnTo>
                    <a:pt x="167159" y="1553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58750" y="2126963"/>
              <a:ext cx="236883" cy="334314"/>
            </a:xfrm>
            <a:custGeom>
              <a:avLst/>
              <a:pathLst>
                <a:path w="236883" h="334314">
                  <a:moveTo>
                    <a:pt x="0" y="319101"/>
                  </a:moveTo>
                  <a:lnTo>
                    <a:pt x="4879" y="321246"/>
                  </a:lnTo>
                  <a:lnTo>
                    <a:pt x="9825" y="323236"/>
                  </a:lnTo>
                  <a:lnTo>
                    <a:pt x="14832" y="325066"/>
                  </a:lnTo>
                  <a:lnTo>
                    <a:pt x="19895" y="326736"/>
                  </a:lnTo>
                  <a:lnTo>
                    <a:pt x="25008" y="328244"/>
                  </a:lnTo>
                  <a:lnTo>
                    <a:pt x="30167" y="329587"/>
                  </a:lnTo>
                  <a:lnTo>
                    <a:pt x="35366" y="330766"/>
                  </a:lnTo>
                  <a:lnTo>
                    <a:pt x="40600" y="331778"/>
                  </a:lnTo>
                  <a:lnTo>
                    <a:pt x="45864" y="332623"/>
                  </a:lnTo>
                  <a:lnTo>
                    <a:pt x="51151" y="333300"/>
                  </a:lnTo>
                  <a:lnTo>
                    <a:pt x="56458" y="333807"/>
                  </a:lnTo>
                  <a:lnTo>
                    <a:pt x="61778" y="334146"/>
                  </a:lnTo>
                  <a:lnTo>
                    <a:pt x="67107" y="334314"/>
                  </a:lnTo>
                  <a:lnTo>
                    <a:pt x="72438" y="334312"/>
                  </a:lnTo>
                  <a:lnTo>
                    <a:pt x="77766" y="334141"/>
                  </a:lnTo>
                  <a:lnTo>
                    <a:pt x="83086" y="333799"/>
                  </a:lnTo>
                  <a:lnTo>
                    <a:pt x="88392" y="333288"/>
                  </a:lnTo>
                  <a:lnTo>
                    <a:pt x="93680" y="332609"/>
                  </a:lnTo>
                  <a:lnTo>
                    <a:pt x="98943" y="331761"/>
                  </a:lnTo>
                  <a:lnTo>
                    <a:pt x="104176" y="330745"/>
                  </a:lnTo>
                  <a:lnTo>
                    <a:pt x="109374" y="329563"/>
                  </a:lnTo>
                  <a:lnTo>
                    <a:pt x="114532" y="328216"/>
                  </a:lnTo>
                  <a:lnTo>
                    <a:pt x="119645" y="326706"/>
                  </a:lnTo>
                  <a:lnTo>
                    <a:pt x="124706" y="325033"/>
                  </a:lnTo>
                  <a:lnTo>
                    <a:pt x="129712" y="323199"/>
                  </a:lnTo>
                  <a:lnTo>
                    <a:pt x="134657" y="321207"/>
                  </a:lnTo>
                  <a:lnTo>
                    <a:pt x="139536" y="319058"/>
                  </a:lnTo>
                  <a:lnTo>
                    <a:pt x="144343" y="316755"/>
                  </a:lnTo>
                  <a:lnTo>
                    <a:pt x="149075" y="314299"/>
                  </a:lnTo>
                  <a:lnTo>
                    <a:pt x="153726" y="311694"/>
                  </a:lnTo>
                  <a:lnTo>
                    <a:pt x="158292" y="308942"/>
                  </a:lnTo>
                  <a:lnTo>
                    <a:pt x="162767" y="306046"/>
                  </a:lnTo>
                  <a:lnTo>
                    <a:pt x="167148" y="303009"/>
                  </a:lnTo>
                  <a:lnTo>
                    <a:pt x="171430" y="299833"/>
                  </a:lnTo>
                  <a:lnTo>
                    <a:pt x="175609" y="296522"/>
                  </a:lnTo>
                  <a:lnTo>
                    <a:pt x="179679" y="293080"/>
                  </a:lnTo>
                  <a:lnTo>
                    <a:pt x="183638" y="289510"/>
                  </a:lnTo>
                  <a:lnTo>
                    <a:pt x="187481" y="285816"/>
                  </a:lnTo>
                  <a:lnTo>
                    <a:pt x="191205" y="282000"/>
                  </a:lnTo>
                  <a:lnTo>
                    <a:pt x="194805" y="278068"/>
                  </a:lnTo>
                  <a:lnTo>
                    <a:pt x="198277" y="274024"/>
                  </a:lnTo>
                  <a:lnTo>
                    <a:pt x="201619" y="269870"/>
                  </a:lnTo>
                  <a:lnTo>
                    <a:pt x="204827" y="265612"/>
                  </a:lnTo>
                  <a:lnTo>
                    <a:pt x="207897" y="261254"/>
                  </a:lnTo>
                  <a:lnTo>
                    <a:pt x="210827" y="256801"/>
                  </a:lnTo>
                  <a:lnTo>
                    <a:pt x="213613" y="252256"/>
                  </a:lnTo>
                  <a:lnTo>
                    <a:pt x="216253" y="247624"/>
                  </a:lnTo>
                  <a:lnTo>
                    <a:pt x="218744" y="242911"/>
                  </a:lnTo>
                  <a:lnTo>
                    <a:pt x="221083" y="238121"/>
                  </a:lnTo>
                  <a:lnTo>
                    <a:pt x="223269" y="233259"/>
                  </a:lnTo>
                  <a:lnTo>
                    <a:pt x="225298" y="228329"/>
                  </a:lnTo>
                  <a:lnTo>
                    <a:pt x="227169" y="223337"/>
                  </a:lnTo>
                  <a:lnTo>
                    <a:pt x="228880" y="218288"/>
                  </a:lnTo>
                  <a:lnTo>
                    <a:pt x="230429" y="213187"/>
                  </a:lnTo>
                  <a:lnTo>
                    <a:pt x="231815" y="208040"/>
                  </a:lnTo>
                  <a:lnTo>
                    <a:pt x="233036" y="202850"/>
                  </a:lnTo>
                  <a:lnTo>
                    <a:pt x="234091" y="197625"/>
                  </a:lnTo>
                  <a:lnTo>
                    <a:pt x="234978" y="192368"/>
                  </a:lnTo>
                  <a:lnTo>
                    <a:pt x="235698" y="187086"/>
                  </a:lnTo>
                  <a:lnTo>
                    <a:pt x="236249" y="181784"/>
                  </a:lnTo>
                  <a:lnTo>
                    <a:pt x="236630" y="176466"/>
                  </a:lnTo>
                  <a:lnTo>
                    <a:pt x="236842" y="171140"/>
                  </a:lnTo>
                  <a:lnTo>
                    <a:pt x="236883" y="165809"/>
                  </a:lnTo>
                  <a:lnTo>
                    <a:pt x="236755" y="160479"/>
                  </a:lnTo>
                  <a:lnTo>
                    <a:pt x="236457" y="155157"/>
                  </a:lnTo>
                  <a:lnTo>
                    <a:pt x="235989" y="149846"/>
                  </a:lnTo>
                  <a:lnTo>
                    <a:pt x="235352" y="144554"/>
                  </a:lnTo>
                  <a:lnTo>
                    <a:pt x="234547" y="139284"/>
                  </a:lnTo>
                  <a:lnTo>
                    <a:pt x="233574" y="134042"/>
                  </a:lnTo>
                  <a:lnTo>
                    <a:pt x="232435" y="128835"/>
                  </a:lnTo>
                  <a:lnTo>
                    <a:pt x="231130" y="123666"/>
                  </a:lnTo>
                  <a:lnTo>
                    <a:pt x="229660" y="118541"/>
                  </a:lnTo>
                  <a:lnTo>
                    <a:pt x="228029" y="113466"/>
                  </a:lnTo>
                  <a:lnTo>
                    <a:pt x="226236" y="108446"/>
                  </a:lnTo>
                  <a:lnTo>
                    <a:pt x="224284" y="103485"/>
                  </a:lnTo>
                  <a:lnTo>
                    <a:pt x="222175" y="98589"/>
                  </a:lnTo>
                  <a:lnTo>
                    <a:pt x="219911" y="93763"/>
                  </a:lnTo>
                  <a:lnTo>
                    <a:pt x="217494" y="89011"/>
                  </a:lnTo>
                  <a:lnTo>
                    <a:pt x="214926" y="84339"/>
                  </a:lnTo>
                  <a:lnTo>
                    <a:pt x="212212" y="79751"/>
                  </a:lnTo>
                  <a:lnTo>
                    <a:pt x="209352" y="75252"/>
                  </a:lnTo>
                  <a:lnTo>
                    <a:pt x="206350" y="70847"/>
                  </a:lnTo>
                  <a:lnTo>
                    <a:pt x="203209" y="66539"/>
                  </a:lnTo>
                  <a:lnTo>
                    <a:pt x="199933" y="62334"/>
                  </a:lnTo>
                  <a:lnTo>
                    <a:pt x="196524" y="58235"/>
                  </a:lnTo>
                  <a:lnTo>
                    <a:pt x="192986" y="54248"/>
                  </a:lnTo>
                  <a:lnTo>
                    <a:pt x="189323" y="50375"/>
                  </a:lnTo>
                  <a:lnTo>
                    <a:pt x="185538" y="46620"/>
                  </a:lnTo>
                  <a:lnTo>
                    <a:pt x="181635" y="42989"/>
                  </a:lnTo>
                  <a:lnTo>
                    <a:pt x="177619" y="39484"/>
                  </a:lnTo>
                  <a:lnTo>
                    <a:pt x="173493" y="36108"/>
                  </a:lnTo>
                  <a:lnTo>
                    <a:pt x="169261" y="32866"/>
                  </a:lnTo>
                  <a:lnTo>
                    <a:pt x="164928" y="29760"/>
                  </a:lnTo>
                  <a:lnTo>
                    <a:pt x="160498" y="26794"/>
                  </a:lnTo>
                  <a:lnTo>
                    <a:pt x="155976" y="23971"/>
                  </a:lnTo>
                  <a:lnTo>
                    <a:pt x="151367" y="21294"/>
                  </a:lnTo>
                  <a:lnTo>
                    <a:pt x="146674" y="18765"/>
                  </a:lnTo>
                  <a:lnTo>
                    <a:pt x="141903" y="16386"/>
                  </a:lnTo>
                  <a:lnTo>
                    <a:pt x="137058" y="14161"/>
                  </a:lnTo>
                  <a:lnTo>
                    <a:pt x="132145" y="12092"/>
                  </a:lnTo>
                  <a:lnTo>
                    <a:pt x="127169" y="10181"/>
                  </a:lnTo>
                  <a:lnTo>
                    <a:pt x="122134" y="8429"/>
                  </a:lnTo>
                  <a:lnTo>
                    <a:pt x="117046" y="6838"/>
                  </a:lnTo>
                  <a:lnTo>
                    <a:pt x="111910" y="5411"/>
                  </a:lnTo>
                  <a:lnTo>
                    <a:pt x="106730" y="4148"/>
                  </a:lnTo>
                  <a:lnTo>
                    <a:pt x="101514" y="3050"/>
                  </a:lnTo>
                  <a:lnTo>
                    <a:pt x="96264" y="2120"/>
                  </a:lnTo>
                  <a:lnTo>
                    <a:pt x="90988" y="1358"/>
                  </a:lnTo>
                  <a:lnTo>
                    <a:pt x="85691" y="764"/>
                  </a:lnTo>
                  <a:lnTo>
                    <a:pt x="80376" y="339"/>
                  </a:lnTo>
                  <a:lnTo>
                    <a:pt x="75052" y="85"/>
                  </a:lnTo>
                  <a:lnTo>
                    <a:pt x="69721" y="0"/>
                  </a:lnTo>
                  <a:lnTo>
                    <a:pt x="697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8762" y="1681503"/>
              <a:ext cx="44472" cy="167167"/>
            </a:xfrm>
            <a:custGeom>
              <a:avLst/>
              <a:pathLst>
                <a:path w="44472" h="167167">
                  <a:moveTo>
                    <a:pt x="44472" y="0"/>
                  </a:moveTo>
                  <a:lnTo>
                    <a:pt x="38043" y="123"/>
                  </a:lnTo>
                  <a:lnTo>
                    <a:pt x="31624" y="494"/>
                  </a:lnTo>
                  <a:lnTo>
                    <a:pt x="25223" y="1111"/>
                  </a:lnTo>
                  <a:lnTo>
                    <a:pt x="18851" y="1975"/>
                  </a:lnTo>
                  <a:lnTo>
                    <a:pt x="12517" y="3082"/>
                  </a:lnTo>
                  <a:lnTo>
                    <a:pt x="6230" y="4433"/>
                  </a:lnTo>
                  <a:lnTo>
                    <a:pt x="0" y="6024"/>
                  </a:lnTo>
                  <a:lnTo>
                    <a:pt x="4447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378762" y="1687527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56069" y="1687527"/>
              <a:ext cx="334312" cy="328308"/>
            </a:xfrm>
            <a:custGeom>
              <a:avLst/>
              <a:pathLst>
                <a:path w="334312" h="328308">
                  <a:moveTo>
                    <a:pt x="122692" y="0"/>
                  </a:moveTo>
                  <a:lnTo>
                    <a:pt x="117620" y="1486"/>
                  </a:lnTo>
                  <a:lnTo>
                    <a:pt x="112597" y="3132"/>
                  </a:lnTo>
                  <a:lnTo>
                    <a:pt x="107629" y="4936"/>
                  </a:lnTo>
                  <a:lnTo>
                    <a:pt x="102720" y="6897"/>
                  </a:lnTo>
                  <a:lnTo>
                    <a:pt x="97876" y="9011"/>
                  </a:lnTo>
                  <a:lnTo>
                    <a:pt x="93101" y="11278"/>
                  </a:lnTo>
                  <a:lnTo>
                    <a:pt x="88400" y="13694"/>
                  </a:lnTo>
                  <a:lnTo>
                    <a:pt x="83777" y="16258"/>
                  </a:lnTo>
                  <a:lnTo>
                    <a:pt x="79239" y="18967"/>
                  </a:lnTo>
                  <a:lnTo>
                    <a:pt x="74788" y="21818"/>
                  </a:lnTo>
                  <a:lnTo>
                    <a:pt x="70429" y="24808"/>
                  </a:lnTo>
                  <a:lnTo>
                    <a:pt x="66167" y="27935"/>
                  </a:lnTo>
                  <a:lnTo>
                    <a:pt x="62006" y="31194"/>
                  </a:lnTo>
                  <a:lnTo>
                    <a:pt x="57950" y="34584"/>
                  </a:lnTo>
                  <a:lnTo>
                    <a:pt x="54004" y="38100"/>
                  </a:lnTo>
                  <a:lnTo>
                    <a:pt x="50170" y="41739"/>
                  </a:lnTo>
                  <a:lnTo>
                    <a:pt x="46454" y="45498"/>
                  </a:lnTo>
                  <a:lnTo>
                    <a:pt x="42858" y="49372"/>
                  </a:lnTo>
                  <a:lnTo>
                    <a:pt x="39386" y="53357"/>
                  </a:lnTo>
                  <a:lnTo>
                    <a:pt x="36043" y="57451"/>
                  </a:lnTo>
                  <a:lnTo>
                    <a:pt x="32830" y="61648"/>
                  </a:lnTo>
                  <a:lnTo>
                    <a:pt x="29752" y="65945"/>
                  </a:lnTo>
                  <a:lnTo>
                    <a:pt x="26811" y="70337"/>
                  </a:lnTo>
                  <a:lnTo>
                    <a:pt x="24010" y="74820"/>
                  </a:lnTo>
                  <a:lnTo>
                    <a:pt x="21352" y="79389"/>
                  </a:lnTo>
                  <a:lnTo>
                    <a:pt x="18841" y="84040"/>
                  </a:lnTo>
                  <a:lnTo>
                    <a:pt x="16477" y="88767"/>
                  </a:lnTo>
                  <a:lnTo>
                    <a:pt x="14264" y="93568"/>
                  </a:lnTo>
                  <a:lnTo>
                    <a:pt x="12204" y="98435"/>
                  </a:lnTo>
                  <a:lnTo>
                    <a:pt x="10299" y="103366"/>
                  </a:lnTo>
                  <a:lnTo>
                    <a:pt x="8551" y="108354"/>
                  </a:lnTo>
                  <a:lnTo>
                    <a:pt x="6961" y="113395"/>
                  </a:lnTo>
                  <a:lnTo>
                    <a:pt x="5532" y="118484"/>
                  </a:lnTo>
                  <a:lnTo>
                    <a:pt x="4264" y="123615"/>
                  </a:lnTo>
                  <a:lnTo>
                    <a:pt x="3159" y="128784"/>
                  </a:lnTo>
                  <a:lnTo>
                    <a:pt x="2218" y="133985"/>
                  </a:lnTo>
                  <a:lnTo>
                    <a:pt x="1442" y="139214"/>
                  </a:lnTo>
                  <a:lnTo>
                    <a:pt x="831" y="144464"/>
                  </a:lnTo>
                  <a:lnTo>
                    <a:pt x="387" y="149731"/>
                  </a:lnTo>
                  <a:lnTo>
                    <a:pt x="110" y="155009"/>
                  </a:lnTo>
                  <a:lnTo>
                    <a:pt x="0" y="160294"/>
                  </a:lnTo>
                  <a:lnTo>
                    <a:pt x="56" y="165579"/>
                  </a:lnTo>
                  <a:lnTo>
                    <a:pt x="280" y="170860"/>
                  </a:lnTo>
                  <a:lnTo>
                    <a:pt x="671" y="176132"/>
                  </a:lnTo>
                  <a:lnTo>
                    <a:pt x="1228" y="181388"/>
                  </a:lnTo>
                  <a:lnTo>
                    <a:pt x="1951" y="186624"/>
                  </a:lnTo>
                  <a:lnTo>
                    <a:pt x="2839" y="191834"/>
                  </a:lnTo>
                  <a:lnTo>
                    <a:pt x="3891" y="197014"/>
                  </a:lnTo>
                  <a:lnTo>
                    <a:pt x="5107" y="202158"/>
                  </a:lnTo>
                  <a:lnTo>
                    <a:pt x="6485" y="207261"/>
                  </a:lnTo>
                  <a:lnTo>
                    <a:pt x="8023" y="212318"/>
                  </a:lnTo>
                  <a:lnTo>
                    <a:pt x="9721" y="217324"/>
                  </a:lnTo>
                  <a:lnTo>
                    <a:pt x="11576" y="222273"/>
                  </a:lnTo>
                  <a:lnTo>
                    <a:pt x="13586" y="227162"/>
                  </a:lnTo>
                  <a:lnTo>
                    <a:pt x="15750" y="231984"/>
                  </a:lnTo>
                  <a:lnTo>
                    <a:pt x="18065" y="236736"/>
                  </a:lnTo>
                  <a:lnTo>
                    <a:pt x="20530" y="241412"/>
                  </a:lnTo>
                  <a:lnTo>
                    <a:pt x="23141" y="246008"/>
                  </a:lnTo>
                  <a:lnTo>
                    <a:pt x="25896" y="250519"/>
                  </a:lnTo>
                  <a:lnTo>
                    <a:pt x="28792" y="254940"/>
                  </a:lnTo>
                  <a:lnTo>
                    <a:pt x="31827" y="259268"/>
                  </a:lnTo>
                  <a:lnTo>
                    <a:pt x="34997" y="263498"/>
                  </a:lnTo>
                  <a:lnTo>
                    <a:pt x="38299" y="267625"/>
                  </a:lnTo>
                  <a:lnTo>
                    <a:pt x="41730" y="271646"/>
                  </a:lnTo>
                  <a:lnTo>
                    <a:pt x="45286" y="275556"/>
                  </a:lnTo>
                  <a:lnTo>
                    <a:pt x="48964" y="279352"/>
                  </a:lnTo>
                  <a:lnTo>
                    <a:pt x="52760" y="283030"/>
                  </a:lnTo>
                  <a:lnTo>
                    <a:pt x="56671" y="286586"/>
                  </a:lnTo>
                  <a:lnTo>
                    <a:pt x="60692" y="290017"/>
                  </a:lnTo>
                  <a:lnTo>
                    <a:pt x="64820" y="293319"/>
                  </a:lnTo>
                  <a:lnTo>
                    <a:pt x="69050" y="296488"/>
                  </a:lnTo>
                  <a:lnTo>
                    <a:pt x="73378" y="299522"/>
                  </a:lnTo>
                  <a:lnTo>
                    <a:pt x="77799" y="302418"/>
                  </a:lnTo>
                  <a:lnTo>
                    <a:pt x="82311" y="305173"/>
                  </a:lnTo>
                  <a:lnTo>
                    <a:pt x="86907" y="307784"/>
                  </a:lnTo>
                  <a:lnTo>
                    <a:pt x="91583" y="310248"/>
                  </a:lnTo>
                  <a:lnTo>
                    <a:pt x="96335" y="312563"/>
                  </a:lnTo>
                  <a:lnTo>
                    <a:pt x="101157" y="314726"/>
                  </a:lnTo>
                  <a:lnTo>
                    <a:pt x="106046" y="316736"/>
                  </a:lnTo>
                  <a:lnTo>
                    <a:pt x="110995" y="318591"/>
                  </a:lnTo>
                  <a:lnTo>
                    <a:pt x="116001" y="320288"/>
                  </a:lnTo>
                  <a:lnTo>
                    <a:pt x="121058" y="321826"/>
                  </a:lnTo>
                  <a:lnTo>
                    <a:pt x="126161" y="323203"/>
                  </a:lnTo>
                  <a:lnTo>
                    <a:pt x="131305" y="324419"/>
                  </a:lnTo>
                  <a:lnTo>
                    <a:pt x="136485" y="325471"/>
                  </a:lnTo>
                  <a:lnTo>
                    <a:pt x="141696" y="326359"/>
                  </a:lnTo>
                  <a:lnTo>
                    <a:pt x="146932" y="327081"/>
                  </a:lnTo>
                  <a:lnTo>
                    <a:pt x="152188" y="327638"/>
                  </a:lnTo>
                  <a:lnTo>
                    <a:pt x="157460" y="328028"/>
                  </a:lnTo>
                  <a:lnTo>
                    <a:pt x="162741" y="328252"/>
                  </a:lnTo>
                  <a:lnTo>
                    <a:pt x="168026" y="328308"/>
                  </a:lnTo>
                  <a:lnTo>
                    <a:pt x="173310" y="328197"/>
                  </a:lnTo>
                  <a:lnTo>
                    <a:pt x="178589" y="327919"/>
                  </a:lnTo>
                  <a:lnTo>
                    <a:pt x="183856" y="327475"/>
                  </a:lnTo>
                  <a:lnTo>
                    <a:pt x="189106" y="326864"/>
                  </a:lnTo>
                  <a:lnTo>
                    <a:pt x="194334" y="326087"/>
                  </a:lnTo>
                  <a:lnTo>
                    <a:pt x="199536" y="325146"/>
                  </a:lnTo>
                  <a:lnTo>
                    <a:pt x="204704" y="324041"/>
                  </a:lnTo>
                  <a:lnTo>
                    <a:pt x="209836" y="322772"/>
                  </a:lnTo>
                  <a:lnTo>
                    <a:pt x="214924" y="321343"/>
                  </a:lnTo>
                  <a:lnTo>
                    <a:pt x="219965" y="319752"/>
                  </a:lnTo>
                  <a:lnTo>
                    <a:pt x="224953" y="318004"/>
                  </a:lnTo>
                  <a:lnTo>
                    <a:pt x="229884" y="316098"/>
                  </a:lnTo>
                  <a:lnTo>
                    <a:pt x="234751" y="314038"/>
                  </a:lnTo>
                  <a:lnTo>
                    <a:pt x="239551" y="311825"/>
                  </a:lnTo>
                  <a:lnTo>
                    <a:pt x="244279" y="309461"/>
                  </a:lnTo>
                  <a:lnTo>
                    <a:pt x="248930" y="306949"/>
                  </a:lnTo>
                  <a:lnTo>
                    <a:pt x="253498" y="304291"/>
                  </a:lnTo>
                  <a:lnTo>
                    <a:pt x="257981" y="301490"/>
                  </a:lnTo>
                  <a:lnTo>
                    <a:pt x="262373" y="298549"/>
                  </a:lnTo>
                  <a:lnTo>
                    <a:pt x="266669" y="295470"/>
                  </a:lnTo>
                  <a:lnTo>
                    <a:pt x="270866" y="292257"/>
                  </a:lnTo>
                  <a:lnTo>
                    <a:pt x="274960" y="288913"/>
                  </a:lnTo>
                  <a:lnTo>
                    <a:pt x="278945" y="285441"/>
                  </a:lnTo>
                  <a:lnTo>
                    <a:pt x="282819" y="281845"/>
                  </a:lnTo>
                  <a:lnTo>
                    <a:pt x="286577" y="278128"/>
                  </a:lnTo>
                  <a:lnTo>
                    <a:pt x="290216" y="274295"/>
                  </a:lnTo>
                  <a:lnTo>
                    <a:pt x="293732" y="270348"/>
                  </a:lnTo>
                  <a:lnTo>
                    <a:pt x="297121" y="266292"/>
                  </a:lnTo>
                  <a:lnTo>
                    <a:pt x="300380" y="262130"/>
                  </a:lnTo>
                  <a:lnTo>
                    <a:pt x="303507" y="257868"/>
                  </a:lnTo>
                  <a:lnTo>
                    <a:pt x="306496" y="253510"/>
                  </a:lnTo>
                  <a:lnTo>
                    <a:pt x="309347" y="249058"/>
                  </a:lnTo>
                  <a:lnTo>
                    <a:pt x="312055" y="244519"/>
                  </a:lnTo>
                  <a:lnTo>
                    <a:pt x="314619" y="239897"/>
                  </a:lnTo>
                  <a:lnTo>
                    <a:pt x="317035" y="235196"/>
                  </a:lnTo>
                  <a:lnTo>
                    <a:pt x="319301" y="230420"/>
                  </a:lnTo>
                  <a:lnTo>
                    <a:pt x="321416" y="225576"/>
                  </a:lnTo>
                  <a:lnTo>
                    <a:pt x="323376" y="220667"/>
                  </a:lnTo>
                  <a:lnTo>
                    <a:pt x="325179" y="215699"/>
                  </a:lnTo>
                  <a:lnTo>
                    <a:pt x="326825" y="210676"/>
                  </a:lnTo>
                  <a:lnTo>
                    <a:pt x="328311" y="205603"/>
                  </a:lnTo>
                  <a:lnTo>
                    <a:pt x="329636" y="200486"/>
                  </a:lnTo>
                  <a:lnTo>
                    <a:pt x="330799" y="195330"/>
                  </a:lnTo>
                  <a:lnTo>
                    <a:pt x="331798" y="190140"/>
                  </a:lnTo>
                  <a:lnTo>
                    <a:pt x="332633" y="184920"/>
                  </a:lnTo>
                  <a:lnTo>
                    <a:pt x="333302" y="179677"/>
                  </a:lnTo>
                  <a:lnTo>
                    <a:pt x="333804" y="174415"/>
                  </a:lnTo>
                  <a:lnTo>
                    <a:pt x="334141" y="169140"/>
                  </a:lnTo>
                  <a:lnTo>
                    <a:pt x="334310" y="163858"/>
                  </a:lnTo>
                  <a:lnTo>
                    <a:pt x="334312" y="158572"/>
                  </a:lnTo>
                  <a:lnTo>
                    <a:pt x="334148" y="153289"/>
                  </a:lnTo>
                  <a:lnTo>
                    <a:pt x="333816" y="148013"/>
                  </a:lnTo>
                  <a:lnTo>
                    <a:pt x="333317" y="142751"/>
                  </a:lnTo>
                  <a:lnTo>
                    <a:pt x="332653" y="137508"/>
                  </a:lnTo>
                  <a:lnTo>
                    <a:pt x="331823" y="132287"/>
                  </a:lnTo>
                  <a:lnTo>
                    <a:pt x="330828" y="127096"/>
                  </a:lnTo>
                  <a:lnTo>
                    <a:pt x="329670" y="121939"/>
                  </a:lnTo>
                  <a:lnTo>
                    <a:pt x="328350" y="116821"/>
                  </a:lnTo>
                  <a:lnTo>
                    <a:pt x="326868" y="111747"/>
                  </a:lnTo>
                  <a:lnTo>
                    <a:pt x="325226" y="106723"/>
                  </a:lnTo>
                  <a:lnTo>
                    <a:pt x="323427" y="101753"/>
                  </a:lnTo>
                  <a:lnTo>
                    <a:pt x="321471" y="96842"/>
                  </a:lnTo>
                  <a:lnTo>
                    <a:pt x="319361" y="91996"/>
                  </a:lnTo>
                  <a:lnTo>
                    <a:pt x="317099" y="87219"/>
                  </a:lnTo>
                  <a:lnTo>
                    <a:pt x="314687" y="82516"/>
                  </a:lnTo>
                  <a:lnTo>
                    <a:pt x="312127" y="77891"/>
                  </a:lnTo>
                  <a:lnTo>
                    <a:pt x="309423" y="73349"/>
                  </a:lnTo>
                  <a:lnTo>
                    <a:pt x="306576" y="68896"/>
                  </a:lnTo>
                  <a:lnTo>
                    <a:pt x="303590" y="64534"/>
                  </a:lnTo>
                  <a:lnTo>
                    <a:pt x="300467" y="60270"/>
                  </a:lnTo>
                  <a:lnTo>
                    <a:pt x="297212" y="56106"/>
                  </a:lnTo>
                  <a:lnTo>
                    <a:pt x="293826" y="52047"/>
                  </a:lnTo>
                  <a:lnTo>
                    <a:pt x="290313" y="48097"/>
                  </a:lnTo>
                  <a:lnTo>
                    <a:pt x="286678" y="44260"/>
                  </a:lnTo>
                  <a:lnTo>
                    <a:pt x="282923" y="40540"/>
                  </a:lnTo>
                  <a:lnTo>
                    <a:pt x="279052" y="36941"/>
                  </a:lnTo>
                  <a:lnTo>
                    <a:pt x="275070" y="33465"/>
                  </a:lnTo>
                  <a:lnTo>
                    <a:pt x="270979" y="30118"/>
                  </a:lnTo>
                  <a:lnTo>
                    <a:pt x="266785" y="26901"/>
                  </a:lnTo>
                  <a:lnTo>
                    <a:pt x="262491" y="23819"/>
                  </a:lnTo>
                  <a:lnTo>
                    <a:pt x="258102" y="20874"/>
                  </a:lnTo>
                  <a:lnTo>
                    <a:pt x="253622" y="18069"/>
                  </a:lnTo>
                  <a:lnTo>
                    <a:pt x="249055" y="15407"/>
                  </a:lnTo>
                  <a:lnTo>
                    <a:pt x="167165" y="161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23235" y="1681503"/>
              <a:ext cx="81890" cy="167167"/>
            </a:xfrm>
            <a:custGeom>
              <a:avLst/>
              <a:pathLst>
                <a:path w="81890" h="167167">
                  <a:moveTo>
                    <a:pt x="81890" y="21431"/>
                  </a:moveTo>
                  <a:lnTo>
                    <a:pt x="76869" y="18722"/>
                  </a:lnTo>
                  <a:lnTo>
                    <a:pt x="71759" y="16185"/>
                  </a:lnTo>
                  <a:lnTo>
                    <a:pt x="66565" y="13824"/>
                  </a:lnTo>
                  <a:lnTo>
                    <a:pt x="61294" y="11642"/>
                  </a:lnTo>
                  <a:lnTo>
                    <a:pt x="55951" y="9641"/>
                  </a:lnTo>
                  <a:lnTo>
                    <a:pt x="50544" y="7824"/>
                  </a:lnTo>
                  <a:lnTo>
                    <a:pt x="45077" y="6192"/>
                  </a:lnTo>
                  <a:lnTo>
                    <a:pt x="39558" y="4747"/>
                  </a:lnTo>
                  <a:lnTo>
                    <a:pt x="33993" y="3492"/>
                  </a:lnTo>
                  <a:lnTo>
                    <a:pt x="28388" y="2428"/>
                  </a:lnTo>
                  <a:lnTo>
                    <a:pt x="22750" y="1555"/>
                  </a:lnTo>
                  <a:lnTo>
                    <a:pt x="17086" y="875"/>
                  </a:lnTo>
                  <a:lnTo>
                    <a:pt x="11401" y="389"/>
                  </a:lnTo>
                  <a:lnTo>
                    <a:pt x="570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853885" y="1322571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2"/>
                  </a:lnTo>
                  <a:lnTo>
                    <a:pt x="135574" y="3009"/>
                  </a:lnTo>
                  <a:lnTo>
                    <a:pt x="130391" y="4092"/>
                  </a:lnTo>
                  <a:lnTo>
                    <a:pt x="125245" y="5338"/>
                  </a:lnTo>
                  <a:lnTo>
                    <a:pt x="120141" y="6746"/>
                  </a:lnTo>
                  <a:lnTo>
                    <a:pt x="115085" y="8315"/>
                  </a:lnTo>
                  <a:lnTo>
                    <a:pt x="110080" y="10044"/>
                  </a:lnTo>
                  <a:lnTo>
                    <a:pt x="105133" y="11930"/>
                  </a:lnTo>
                  <a:lnTo>
                    <a:pt x="100248" y="13972"/>
                  </a:lnTo>
                  <a:lnTo>
                    <a:pt x="95430" y="16168"/>
                  </a:lnTo>
                  <a:lnTo>
                    <a:pt x="90684" y="18515"/>
                  </a:lnTo>
                  <a:lnTo>
                    <a:pt x="86014" y="21011"/>
                  </a:lnTo>
                  <a:lnTo>
                    <a:pt x="81426" y="23654"/>
                  </a:lnTo>
                  <a:lnTo>
                    <a:pt x="76925" y="26441"/>
                  </a:lnTo>
                  <a:lnTo>
                    <a:pt x="72513" y="29369"/>
                  </a:lnTo>
                  <a:lnTo>
                    <a:pt x="68197" y="32435"/>
                  </a:lnTo>
                  <a:lnTo>
                    <a:pt x="63979" y="35637"/>
                  </a:lnTo>
                  <a:lnTo>
                    <a:pt x="59866" y="38970"/>
                  </a:lnTo>
                  <a:lnTo>
                    <a:pt x="55860" y="42432"/>
                  </a:lnTo>
                  <a:lnTo>
                    <a:pt x="51965" y="46019"/>
                  </a:lnTo>
                  <a:lnTo>
                    <a:pt x="48186" y="49728"/>
                  </a:lnTo>
                  <a:lnTo>
                    <a:pt x="44527" y="53554"/>
                  </a:lnTo>
                  <a:lnTo>
                    <a:pt x="40990" y="57495"/>
                  </a:lnTo>
                  <a:lnTo>
                    <a:pt x="37581" y="61545"/>
                  </a:lnTo>
                  <a:lnTo>
                    <a:pt x="34301" y="65702"/>
                  </a:lnTo>
                  <a:lnTo>
                    <a:pt x="31154" y="69960"/>
                  </a:lnTo>
                  <a:lnTo>
                    <a:pt x="28144" y="74316"/>
                  </a:lnTo>
                  <a:lnTo>
                    <a:pt x="25273" y="78765"/>
                  </a:lnTo>
                  <a:lnTo>
                    <a:pt x="22544" y="83302"/>
                  </a:lnTo>
                  <a:lnTo>
                    <a:pt x="19961" y="87924"/>
                  </a:lnTo>
                  <a:lnTo>
                    <a:pt x="17525" y="92625"/>
                  </a:lnTo>
                  <a:lnTo>
                    <a:pt x="15240" y="97401"/>
                  </a:lnTo>
                  <a:lnTo>
                    <a:pt x="13106" y="102247"/>
                  </a:lnTo>
                  <a:lnTo>
                    <a:pt x="11128" y="107158"/>
                  </a:lnTo>
                  <a:lnTo>
                    <a:pt x="9306" y="112129"/>
                  </a:lnTo>
                  <a:lnTo>
                    <a:pt x="7642" y="117156"/>
                  </a:lnTo>
                  <a:lnTo>
                    <a:pt x="6138" y="122232"/>
                  </a:lnTo>
                  <a:lnTo>
                    <a:pt x="4796" y="127354"/>
                  </a:lnTo>
                  <a:lnTo>
                    <a:pt x="3616" y="132516"/>
                  </a:lnTo>
                  <a:lnTo>
                    <a:pt x="2601" y="137712"/>
                  </a:lnTo>
                  <a:lnTo>
                    <a:pt x="1751" y="142938"/>
                  </a:lnTo>
                  <a:lnTo>
                    <a:pt x="1066" y="148189"/>
                  </a:lnTo>
                  <a:lnTo>
                    <a:pt x="549" y="153458"/>
                  </a:lnTo>
                  <a:lnTo>
                    <a:pt x="198" y="158741"/>
                  </a:lnTo>
                  <a:lnTo>
                    <a:pt x="15" y="164032"/>
                  </a:lnTo>
                  <a:lnTo>
                    <a:pt x="0" y="169327"/>
                  </a:lnTo>
                  <a:lnTo>
                    <a:pt x="152" y="174620"/>
                  </a:lnTo>
                  <a:lnTo>
                    <a:pt x="472" y="179905"/>
                  </a:lnTo>
                  <a:lnTo>
                    <a:pt x="959" y="185177"/>
                  </a:lnTo>
                  <a:lnTo>
                    <a:pt x="1612" y="190431"/>
                  </a:lnTo>
                  <a:lnTo>
                    <a:pt x="2432" y="195662"/>
                  </a:lnTo>
                  <a:lnTo>
                    <a:pt x="3417" y="200864"/>
                  </a:lnTo>
                  <a:lnTo>
                    <a:pt x="4566" y="206033"/>
                  </a:lnTo>
                  <a:lnTo>
                    <a:pt x="5879" y="211162"/>
                  </a:lnTo>
                  <a:lnTo>
                    <a:pt x="7353" y="216248"/>
                  </a:lnTo>
                  <a:lnTo>
                    <a:pt x="8987" y="221284"/>
                  </a:lnTo>
                  <a:lnTo>
                    <a:pt x="10781" y="226265"/>
                  </a:lnTo>
                  <a:lnTo>
                    <a:pt x="12731" y="231188"/>
                  </a:lnTo>
                  <a:lnTo>
                    <a:pt x="14836" y="236046"/>
                  </a:lnTo>
                  <a:lnTo>
                    <a:pt x="17093" y="240835"/>
                  </a:lnTo>
                  <a:lnTo>
                    <a:pt x="19502" y="245551"/>
                  </a:lnTo>
                  <a:lnTo>
                    <a:pt x="22058" y="250187"/>
                  </a:lnTo>
                  <a:lnTo>
                    <a:pt x="24760" y="254741"/>
                  </a:lnTo>
                  <a:lnTo>
                    <a:pt x="27605" y="259206"/>
                  </a:lnTo>
                  <a:lnTo>
                    <a:pt x="30590" y="263580"/>
                  </a:lnTo>
                  <a:lnTo>
                    <a:pt x="33711" y="267856"/>
                  </a:lnTo>
                  <a:lnTo>
                    <a:pt x="36967" y="272032"/>
                  </a:lnTo>
                  <a:lnTo>
                    <a:pt x="40353" y="276102"/>
                  </a:lnTo>
                  <a:lnTo>
                    <a:pt x="43867" y="280063"/>
                  </a:lnTo>
                  <a:lnTo>
                    <a:pt x="47504" y="283911"/>
                  </a:lnTo>
                  <a:lnTo>
                    <a:pt x="51261" y="287641"/>
                  </a:lnTo>
                  <a:lnTo>
                    <a:pt x="55135" y="291251"/>
                  </a:lnTo>
                  <a:lnTo>
                    <a:pt x="59120" y="294736"/>
                  </a:lnTo>
                  <a:lnTo>
                    <a:pt x="63215" y="298093"/>
                  </a:lnTo>
                  <a:lnTo>
                    <a:pt x="67413" y="301319"/>
                  </a:lnTo>
                  <a:lnTo>
                    <a:pt x="71712" y="304411"/>
                  </a:lnTo>
                  <a:lnTo>
                    <a:pt x="76106" y="307365"/>
                  </a:lnTo>
                  <a:lnTo>
                    <a:pt x="80591" y="310178"/>
                  </a:lnTo>
                  <a:lnTo>
                    <a:pt x="85164" y="312847"/>
                  </a:lnTo>
                  <a:lnTo>
                    <a:pt x="89819" y="315371"/>
                  </a:lnTo>
                  <a:lnTo>
                    <a:pt x="94551" y="317745"/>
                  </a:lnTo>
                  <a:lnTo>
                    <a:pt x="99356" y="319969"/>
                  </a:lnTo>
                  <a:lnTo>
                    <a:pt x="104229" y="322040"/>
                  </a:lnTo>
                  <a:lnTo>
                    <a:pt x="109165" y="323955"/>
                  </a:lnTo>
                  <a:lnTo>
                    <a:pt x="114160" y="325712"/>
                  </a:lnTo>
                  <a:lnTo>
                    <a:pt x="119207" y="327311"/>
                  </a:lnTo>
                  <a:lnTo>
                    <a:pt x="124303" y="328749"/>
                  </a:lnTo>
                  <a:lnTo>
                    <a:pt x="129442" y="330025"/>
                  </a:lnTo>
                  <a:lnTo>
                    <a:pt x="134618" y="331138"/>
                  </a:lnTo>
                  <a:lnTo>
                    <a:pt x="139827" y="332086"/>
                  </a:lnTo>
                  <a:lnTo>
                    <a:pt x="145064" y="332869"/>
                  </a:lnTo>
                  <a:lnTo>
                    <a:pt x="150322" y="333485"/>
                  </a:lnTo>
                  <a:lnTo>
                    <a:pt x="155598" y="333935"/>
                  </a:lnTo>
                  <a:lnTo>
                    <a:pt x="160885" y="334217"/>
                  </a:lnTo>
                  <a:lnTo>
                    <a:pt x="166179" y="334332"/>
                  </a:lnTo>
                  <a:lnTo>
                    <a:pt x="171473" y="334279"/>
                  </a:lnTo>
                  <a:lnTo>
                    <a:pt x="176763" y="334058"/>
                  </a:lnTo>
                  <a:lnTo>
                    <a:pt x="182044" y="333670"/>
                  </a:lnTo>
                  <a:lnTo>
                    <a:pt x="187309" y="333115"/>
                  </a:lnTo>
                  <a:lnTo>
                    <a:pt x="192554" y="332393"/>
                  </a:lnTo>
                  <a:lnTo>
                    <a:pt x="197774" y="331506"/>
                  </a:lnTo>
                  <a:lnTo>
                    <a:pt x="202963" y="330454"/>
                  </a:lnTo>
                  <a:lnTo>
                    <a:pt x="208117" y="329238"/>
                  </a:lnTo>
                  <a:lnTo>
                    <a:pt x="213229" y="327859"/>
                  </a:lnTo>
                  <a:lnTo>
                    <a:pt x="218294" y="326319"/>
                  </a:lnTo>
                  <a:lnTo>
                    <a:pt x="223309" y="324620"/>
                  </a:lnTo>
                  <a:lnTo>
                    <a:pt x="228267" y="322763"/>
                  </a:lnTo>
                  <a:lnTo>
                    <a:pt x="233164" y="320749"/>
                  </a:lnTo>
                  <a:lnTo>
                    <a:pt x="237995" y="318582"/>
                  </a:lnTo>
                  <a:lnTo>
                    <a:pt x="242755" y="316262"/>
                  </a:lnTo>
                  <a:lnTo>
                    <a:pt x="247438" y="313793"/>
                  </a:lnTo>
                  <a:lnTo>
                    <a:pt x="252042" y="311177"/>
                  </a:lnTo>
                  <a:lnTo>
                    <a:pt x="256560" y="308416"/>
                  </a:lnTo>
                  <a:lnTo>
                    <a:pt x="260988" y="305514"/>
                  </a:lnTo>
                  <a:lnTo>
                    <a:pt x="265322" y="302473"/>
                  </a:lnTo>
                  <a:lnTo>
                    <a:pt x="269558" y="299296"/>
                  </a:lnTo>
                  <a:lnTo>
                    <a:pt x="273691" y="295987"/>
                  </a:lnTo>
                  <a:lnTo>
                    <a:pt x="277717" y="292548"/>
                  </a:lnTo>
                  <a:lnTo>
                    <a:pt x="281633" y="288984"/>
                  </a:lnTo>
                  <a:lnTo>
                    <a:pt x="285433" y="285297"/>
                  </a:lnTo>
                  <a:lnTo>
                    <a:pt x="289115" y="281492"/>
                  </a:lnTo>
                  <a:lnTo>
                    <a:pt x="292674" y="277573"/>
                  </a:lnTo>
                  <a:lnTo>
                    <a:pt x="296108" y="273542"/>
                  </a:lnTo>
                  <a:lnTo>
                    <a:pt x="299412" y="269405"/>
                  </a:lnTo>
                  <a:lnTo>
                    <a:pt x="302583" y="265165"/>
                  </a:lnTo>
                  <a:lnTo>
                    <a:pt x="305619" y="260827"/>
                  </a:lnTo>
                  <a:lnTo>
                    <a:pt x="308515" y="256395"/>
                  </a:lnTo>
                  <a:lnTo>
                    <a:pt x="311270" y="251873"/>
                  </a:lnTo>
                  <a:lnTo>
                    <a:pt x="313881" y="247267"/>
                  </a:lnTo>
                  <a:lnTo>
                    <a:pt x="316344" y="242580"/>
                  </a:lnTo>
                  <a:lnTo>
                    <a:pt x="318657" y="237817"/>
                  </a:lnTo>
                  <a:lnTo>
                    <a:pt x="320818" y="232984"/>
                  </a:lnTo>
                  <a:lnTo>
                    <a:pt x="322826" y="228084"/>
                  </a:lnTo>
                  <a:lnTo>
                    <a:pt x="324677" y="223124"/>
                  </a:lnTo>
                  <a:lnTo>
                    <a:pt x="326370" y="218107"/>
                  </a:lnTo>
                  <a:lnTo>
                    <a:pt x="327903" y="213039"/>
                  </a:lnTo>
                  <a:lnTo>
                    <a:pt x="329275" y="207925"/>
                  </a:lnTo>
                  <a:lnTo>
                    <a:pt x="330485" y="202771"/>
                  </a:lnTo>
                  <a:lnTo>
                    <a:pt x="331531" y="197580"/>
                  </a:lnTo>
                  <a:lnTo>
                    <a:pt x="332411" y="192359"/>
                  </a:lnTo>
                  <a:lnTo>
                    <a:pt x="333126" y="187113"/>
                  </a:lnTo>
                  <a:lnTo>
                    <a:pt x="333675" y="181847"/>
                  </a:lnTo>
                  <a:lnTo>
                    <a:pt x="334056" y="176566"/>
                  </a:lnTo>
                  <a:lnTo>
                    <a:pt x="334270" y="171276"/>
                  </a:lnTo>
                  <a:lnTo>
                    <a:pt x="334316" y="165981"/>
                  </a:lnTo>
                  <a:lnTo>
                    <a:pt x="334195" y="160688"/>
                  </a:lnTo>
                  <a:lnTo>
                    <a:pt x="333906" y="155401"/>
                  </a:lnTo>
                  <a:lnTo>
                    <a:pt x="333450" y="150126"/>
                  </a:lnTo>
                  <a:lnTo>
                    <a:pt x="332826" y="144868"/>
                  </a:lnTo>
                  <a:lnTo>
                    <a:pt x="332037" y="139633"/>
                  </a:lnTo>
                  <a:lnTo>
                    <a:pt x="331083" y="134425"/>
                  </a:lnTo>
                  <a:lnTo>
                    <a:pt x="329963" y="129250"/>
                  </a:lnTo>
                  <a:lnTo>
                    <a:pt x="328681" y="124112"/>
                  </a:lnTo>
                  <a:lnTo>
                    <a:pt x="327236" y="119019"/>
                  </a:lnTo>
                  <a:lnTo>
                    <a:pt x="325631" y="113973"/>
                  </a:lnTo>
                  <a:lnTo>
                    <a:pt x="323867" y="108981"/>
                  </a:lnTo>
                  <a:lnTo>
                    <a:pt x="321946" y="104047"/>
                  </a:lnTo>
                  <a:lnTo>
                    <a:pt x="319869" y="99177"/>
                  </a:lnTo>
                  <a:lnTo>
                    <a:pt x="317639" y="94374"/>
                  </a:lnTo>
                  <a:lnTo>
                    <a:pt x="315259" y="89645"/>
                  </a:lnTo>
                  <a:lnTo>
                    <a:pt x="312729" y="84994"/>
                  </a:lnTo>
                  <a:lnTo>
                    <a:pt x="310054" y="80425"/>
                  </a:lnTo>
                  <a:lnTo>
                    <a:pt x="307235" y="75942"/>
                  </a:lnTo>
                  <a:lnTo>
                    <a:pt x="304276" y="71552"/>
                  </a:lnTo>
                  <a:lnTo>
                    <a:pt x="301179" y="67257"/>
                  </a:lnTo>
                  <a:lnTo>
                    <a:pt x="297948" y="63063"/>
                  </a:lnTo>
                  <a:lnTo>
                    <a:pt x="294585" y="58973"/>
                  </a:lnTo>
                  <a:lnTo>
                    <a:pt x="291095" y="54992"/>
                  </a:lnTo>
                  <a:lnTo>
                    <a:pt x="287480" y="51123"/>
                  </a:lnTo>
                  <a:lnTo>
                    <a:pt x="283745" y="47370"/>
                  </a:lnTo>
                  <a:lnTo>
                    <a:pt x="279893" y="43738"/>
                  </a:lnTo>
                  <a:lnTo>
                    <a:pt x="275927" y="40230"/>
                  </a:lnTo>
                  <a:lnTo>
                    <a:pt x="271853" y="36848"/>
                  </a:lnTo>
                  <a:lnTo>
                    <a:pt x="267673" y="33598"/>
                  </a:lnTo>
                  <a:lnTo>
                    <a:pt x="263393" y="30482"/>
                  </a:lnTo>
                  <a:lnTo>
                    <a:pt x="259016" y="27502"/>
                  </a:lnTo>
                  <a:lnTo>
                    <a:pt x="254547" y="24663"/>
                  </a:lnTo>
                  <a:lnTo>
                    <a:pt x="249990" y="21967"/>
                  </a:lnTo>
                  <a:lnTo>
                    <a:pt x="245350" y="19417"/>
                  </a:lnTo>
                  <a:lnTo>
                    <a:pt x="240632" y="17014"/>
                  </a:lnTo>
                  <a:lnTo>
                    <a:pt x="235840" y="14763"/>
                  </a:lnTo>
                  <a:lnTo>
                    <a:pt x="230979" y="12664"/>
                  </a:lnTo>
                  <a:lnTo>
                    <a:pt x="226054" y="10720"/>
                  </a:lnTo>
                  <a:lnTo>
                    <a:pt x="221070" y="8933"/>
                  </a:lnTo>
                  <a:lnTo>
                    <a:pt x="216031" y="7305"/>
                  </a:lnTo>
                  <a:lnTo>
                    <a:pt x="210944" y="5837"/>
                  </a:lnTo>
                  <a:lnTo>
                    <a:pt x="205813" y="4531"/>
                  </a:lnTo>
                  <a:lnTo>
                    <a:pt x="200643" y="3389"/>
                  </a:lnTo>
                  <a:lnTo>
                    <a:pt x="195440" y="2410"/>
                  </a:lnTo>
                  <a:lnTo>
                    <a:pt x="190208" y="1597"/>
                  </a:lnTo>
                  <a:lnTo>
                    <a:pt x="184953" y="950"/>
                  </a:lnTo>
                  <a:lnTo>
                    <a:pt x="179680" y="470"/>
                  </a:lnTo>
                  <a:lnTo>
                    <a:pt x="174394" y="15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22728"/>
              <a:ext cx="7241" cy="167010"/>
            </a:xfrm>
            <a:custGeom>
              <a:avLst/>
              <a:pathLst>
                <a:path w="7241" h="167010">
                  <a:moveTo>
                    <a:pt x="7241" y="0"/>
                  </a:moveTo>
                  <a:lnTo>
                    <a:pt x="0" y="167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21039" y="1322571"/>
              <a:ext cx="7138" cy="167167"/>
            </a:xfrm>
            <a:custGeom>
              <a:avLst/>
              <a:pathLst>
                <a:path w="7138" h="167167">
                  <a:moveTo>
                    <a:pt x="7138" y="15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378110" y="1071028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1" y="336"/>
                  </a:lnTo>
                  <a:lnTo>
                    <a:pt x="151266" y="756"/>
                  </a:lnTo>
                  <a:lnTo>
                    <a:pt x="145996" y="1343"/>
                  </a:lnTo>
                  <a:lnTo>
                    <a:pt x="140748" y="2097"/>
                  </a:lnTo>
                  <a:lnTo>
                    <a:pt x="135527" y="3017"/>
                  </a:lnTo>
                  <a:lnTo>
                    <a:pt x="130337" y="4103"/>
                  </a:lnTo>
                  <a:lnTo>
                    <a:pt x="125185" y="5352"/>
                  </a:lnTo>
                  <a:lnTo>
                    <a:pt x="120074" y="6764"/>
                  </a:lnTo>
                  <a:lnTo>
                    <a:pt x="115011" y="8338"/>
                  </a:lnTo>
                  <a:lnTo>
                    <a:pt x="110001" y="10071"/>
                  </a:lnTo>
                  <a:lnTo>
                    <a:pt x="105048" y="11962"/>
                  </a:lnTo>
                  <a:lnTo>
                    <a:pt x="100157" y="14010"/>
                  </a:lnTo>
                  <a:lnTo>
                    <a:pt x="95334" y="16211"/>
                  </a:lnTo>
                  <a:lnTo>
                    <a:pt x="90583" y="18564"/>
                  </a:lnTo>
                  <a:lnTo>
                    <a:pt x="85909" y="21067"/>
                  </a:lnTo>
                  <a:lnTo>
                    <a:pt x="81317" y="23717"/>
                  </a:lnTo>
                  <a:lnTo>
                    <a:pt x="76811" y="26511"/>
                  </a:lnTo>
                  <a:lnTo>
                    <a:pt x="72396" y="29446"/>
                  </a:lnTo>
                  <a:lnTo>
                    <a:pt x="68076" y="32521"/>
                  </a:lnTo>
                  <a:lnTo>
                    <a:pt x="63856" y="35730"/>
                  </a:lnTo>
                  <a:lnTo>
                    <a:pt x="59739" y="39072"/>
                  </a:lnTo>
                  <a:lnTo>
                    <a:pt x="55731" y="42542"/>
                  </a:lnTo>
                  <a:lnTo>
                    <a:pt x="51835" y="46138"/>
                  </a:lnTo>
                  <a:lnTo>
                    <a:pt x="48055" y="49856"/>
                  </a:lnTo>
                  <a:lnTo>
                    <a:pt x="44395" y="53692"/>
                  </a:lnTo>
                  <a:lnTo>
                    <a:pt x="40858" y="57641"/>
                  </a:lnTo>
                  <a:lnTo>
                    <a:pt x="37448" y="61701"/>
                  </a:lnTo>
                  <a:lnTo>
                    <a:pt x="34169" y="65868"/>
                  </a:lnTo>
                  <a:lnTo>
                    <a:pt x="31024" y="70136"/>
                  </a:lnTo>
                  <a:lnTo>
                    <a:pt x="28015" y="74501"/>
                  </a:lnTo>
                  <a:lnTo>
                    <a:pt x="25146" y="78960"/>
                  </a:lnTo>
                  <a:lnTo>
                    <a:pt x="22420" y="83507"/>
                  </a:lnTo>
                  <a:lnTo>
                    <a:pt x="19840" y="88139"/>
                  </a:lnTo>
                  <a:lnTo>
                    <a:pt x="17408" y="92850"/>
                  </a:lnTo>
                  <a:lnTo>
                    <a:pt x="15127" y="97636"/>
                  </a:lnTo>
                  <a:lnTo>
                    <a:pt x="12998" y="102492"/>
                  </a:lnTo>
                  <a:lnTo>
                    <a:pt x="11025" y="107413"/>
                  </a:lnTo>
                  <a:lnTo>
                    <a:pt x="9208" y="112394"/>
                  </a:lnTo>
                  <a:lnTo>
                    <a:pt x="7551" y="117430"/>
                  </a:lnTo>
                  <a:lnTo>
                    <a:pt x="6054" y="122516"/>
                  </a:lnTo>
                  <a:lnTo>
                    <a:pt x="4719" y="127647"/>
                  </a:lnTo>
                  <a:lnTo>
                    <a:pt x="3547" y="132818"/>
                  </a:lnTo>
                  <a:lnTo>
                    <a:pt x="2540" y="138024"/>
                  </a:lnTo>
                  <a:lnTo>
                    <a:pt x="1699" y="143258"/>
                  </a:lnTo>
                  <a:lnTo>
                    <a:pt x="1024" y="148517"/>
                  </a:lnTo>
                  <a:lnTo>
                    <a:pt x="516" y="153795"/>
                  </a:lnTo>
                  <a:lnTo>
                    <a:pt x="176" y="159086"/>
                  </a:lnTo>
                  <a:lnTo>
                    <a:pt x="4" y="164385"/>
                  </a:lnTo>
                  <a:lnTo>
                    <a:pt x="0" y="169687"/>
                  </a:lnTo>
                  <a:lnTo>
                    <a:pt x="163" y="174986"/>
                  </a:lnTo>
                  <a:lnTo>
                    <a:pt x="495" y="180277"/>
                  </a:lnTo>
                  <a:lnTo>
                    <a:pt x="995" y="185556"/>
                  </a:lnTo>
                  <a:lnTo>
                    <a:pt x="1662" y="190816"/>
                  </a:lnTo>
                  <a:lnTo>
                    <a:pt x="2495" y="196052"/>
                  </a:lnTo>
                  <a:lnTo>
                    <a:pt x="3494" y="201259"/>
                  </a:lnTo>
                  <a:lnTo>
                    <a:pt x="4657" y="206431"/>
                  </a:lnTo>
                  <a:lnTo>
                    <a:pt x="5984" y="211564"/>
                  </a:lnTo>
                  <a:lnTo>
                    <a:pt x="7473" y="216653"/>
                  </a:lnTo>
                  <a:lnTo>
                    <a:pt x="9123" y="221692"/>
                  </a:lnTo>
                  <a:lnTo>
                    <a:pt x="10931" y="226676"/>
                  </a:lnTo>
                  <a:lnTo>
                    <a:pt x="12897" y="231600"/>
                  </a:lnTo>
                  <a:lnTo>
                    <a:pt x="15018" y="236459"/>
                  </a:lnTo>
                  <a:lnTo>
                    <a:pt x="17292" y="241248"/>
                  </a:lnTo>
                  <a:lnTo>
                    <a:pt x="19716" y="245963"/>
                  </a:lnTo>
                  <a:lnTo>
                    <a:pt x="22289" y="250599"/>
                  </a:lnTo>
                  <a:lnTo>
                    <a:pt x="25008" y="255151"/>
                  </a:lnTo>
                  <a:lnTo>
                    <a:pt x="27870" y="259614"/>
                  </a:lnTo>
                  <a:lnTo>
                    <a:pt x="30871" y="263984"/>
                  </a:lnTo>
                  <a:lnTo>
                    <a:pt x="34010" y="268257"/>
                  </a:lnTo>
                  <a:lnTo>
                    <a:pt x="37283" y="272429"/>
                  </a:lnTo>
                  <a:lnTo>
                    <a:pt x="40686" y="276494"/>
                  </a:lnTo>
                  <a:lnTo>
                    <a:pt x="44217" y="280449"/>
                  </a:lnTo>
                  <a:lnTo>
                    <a:pt x="47871" y="284291"/>
                  </a:lnTo>
                  <a:lnTo>
                    <a:pt x="51645" y="288014"/>
                  </a:lnTo>
                  <a:lnTo>
                    <a:pt x="55536" y="291616"/>
                  </a:lnTo>
                  <a:lnTo>
                    <a:pt x="59538" y="295093"/>
                  </a:lnTo>
                  <a:lnTo>
                    <a:pt x="63649" y="298441"/>
                  </a:lnTo>
                  <a:lnTo>
                    <a:pt x="67864" y="301658"/>
                  </a:lnTo>
                  <a:lnTo>
                    <a:pt x="72179" y="304738"/>
                  </a:lnTo>
                  <a:lnTo>
                    <a:pt x="76590" y="307681"/>
                  </a:lnTo>
                  <a:lnTo>
                    <a:pt x="81091" y="310482"/>
                  </a:lnTo>
                  <a:lnTo>
                    <a:pt x="85679" y="313139"/>
                  </a:lnTo>
                  <a:lnTo>
                    <a:pt x="90349" y="315649"/>
                  </a:lnTo>
                  <a:lnTo>
                    <a:pt x="95097" y="318010"/>
                  </a:lnTo>
                  <a:lnTo>
                    <a:pt x="99917" y="320219"/>
                  </a:lnTo>
                  <a:lnTo>
                    <a:pt x="104804" y="322274"/>
                  </a:lnTo>
                  <a:lnTo>
                    <a:pt x="109754" y="324173"/>
                  </a:lnTo>
                  <a:lnTo>
                    <a:pt x="114762" y="325914"/>
                  </a:lnTo>
                  <a:lnTo>
                    <a:pt x="119822" y="327496"/>
                  </a:lnTo>
                  <a:lnTo>
                    <a:pt x="124931" y="328916"/>
                  </a:lnTo>
                  <a:lnTo>
                    <a:pt x="130081" y="330173"/>
                  </a:lnTo>
                  <a:lnTo>
                    <a:pt x="135269" y="331267"/>
                  </a:lnTo>
                  <a:lnTo>
                    <a:pt x="140489" y="332195"/>
                  </a:lnTo>
                  <a:lnTo>
                    <a:pt x="145736" y="332957"/>
                  </a:lnTo>
                  <a:lnTo>
                    <a:pt x="151004" y="333553"/>
                  </a:lnTo>
                  <a:lnTo>
                    <a:pt x="156289" y="333981"/>
                  </a:lnTo>
                  <a:lnTo>
                    <a:pt x="161584" y="334242"/>
                  </a:lnTo>
                  <a:lnTo>
                    <a:pt x="166885" y="334334"/>
                  </a:lnTo>
                  <a:lnTo>
                    <a:pt x="172187" y="334258"/>
                  </a:lnTo>
                  <a:lnTo>
                    <a:pt x="177483" y="334015"/>
                  </a:lnTo>
                  <a:lnTo>
                    <a:pt x="182769" y="333603"/>
                  </a:lnTo>
                  <a:lnTo>
                    <a:pt x="188039" y="333024"/>
                  </a:lnTo>
                  <a:lnTo>
                    <a:pt x="193288" y="332278"/>
                  </a:lnTo>
                  <a:lnTo>
                    <a:pt x="198511" y="331366"/>
                  </a:lnTo>
                  <a:lnTo>
                    <a:pt x="203702" y="330289"/>
                  </a:lnTo>
                  <a:lnTo>
                    <a:pt x="208857" y="329047"/>
                  </a:lnTo>
                  <a:lnTo>
                    <a:pt x="213970" y="327643"/>
                  </a:lnTo>
                  <a:lnTo>
                    <a:pt x="219035" y="326078"/>
                  </a:lnTo>
                  <a:lnTo>
                    <a:pt x="224048" y="324353"/>
                  </a:lnTo>
                  <a:lnTo>
                    <a:pt x="229004" y="322469"/>
                  </a:lnTo>
                  <a:lnTo>
                    <a:pt x="233898" y="320429"/>
                  </a:lnTo>
                  <a:lnTo>
                    <a:pt x="238725" y="318235"/>
                  </a:lnTo>
                  <a:lnTo>
                    <a:pt x="243480" y="315890"/>
                  </a:lnTo>
                  <a:lnTo>
                    <a:pt x="248158" y="313394"/>
                  </a:lnTo>
                  <a:lnTo>
                    <a:pt x="252754" y="310752"/>
                  </a:lnTo>
                  <a:lnTo>
                    <a:pt x="257264" y="307965"/>
                  </a:lnTo>
                  <a:lnTo>
                    <a:pt x="261684" y="305036"/>
                  </a:lnTo>
                  <a:lnTo>
                    <a:pt x="266008" y="301969"/>
                  </a:lnTo>
                  <a:lnTo>
                    <a:pt x="270234" y="298766"/>
                  </a:lnTo>
                  <a:lnTo>
                    <a:pt x="274355" y="295431"/>
                  </a:lnTo>
                  <a:lnTo>
                    <a:pt x="278369" y="291966"/>
                  </a:lnTo>
                  <a:lnTo>
                    <a:pt x="282270" y="288377"/>
                  </a:lnTo>
                  <a:lnTo>
                    <a:pt x="286056" y="284665"/>
                  </a:lnTo>
                  <a:lnTo>
                    <a:pt x="289723" y="280835"/>
                  </a:lnTo>
                  <a:lnTo>
                    <a:pt x="293266" y="276891"/>
                  </a:lnTo>
                  <a:lnTo>
                    <a:pt x="296682" y="272836"/>
                  </a:lnTo>
                  <a:lnTo>
                    <a:pt x="299968" y="268675"/>
                  </a:lnTo>
                  <a:lnTo>
                    <a:pt x="303120" y="264412"/>
                  </a:lnTo>
                  <a:lnTo>
                    <a:pt x="306135" y="260051"/>
                  </a:lnTo>
                  <a:lnTo>
                    <a:pt x="309011" y="255597"/>
                  </a:lnTo>
                  <a:lnTo>
                    <a:pt x="311744" y="251054"/>
                  </a:lnTo>
                  <a:lnTo>
                    <a:pt x="314331" y="246426"/>
                  </a:lnTo>
                  <a:lnTo>
                    <a:pt x="316771" y="241719"/>
                  </a:lnTo>
                  <a:lnTo>
                    <a:pt x="319060" y="236936"/>
                  </a:lnTo>
                  <a:lnTo>
                    <a:pt x="321196" y="232084"/>
                  </a:lnTo>
                  <a:lnTo>
                    <a:pt x="323177" y="227166"/>
                  </a:lnTo>
                  <a:lnTo>
                    <a:pt x="325001" y="222188"/>
                  </a:lnTo>
                  <a:lnTo>
                    <a:pt x="326667" y="217154"/>
                  </a:lnTo>
                  <a:lnTo>
                    <a:pt x="328172" y="212070"/>
                  </a:lnTo>
                  <a:lnTo>
                    <a:pt x="329515" y="206942"/>
                  </a:lnTo>
                  <a:lnTo>
                    <a:pt x="330694" y="201773"/>
                  </a:lnTo>
                  <a:lnTo>
                    <a:pt x="331709" y="196569"/>
                  </a:lnTo>
                  <a:lnTo>
                    <a:pt x="332559" y="191335"/>
                  </a:lnTo>
                  <a:lnTo>
                    <a:pt x="333242" y="186078"/>
                  </a:lnTo>
                  <a:lnTo>
                    <a:pt x="333758" y="180801"/>
                  </a:lnTo>
                  <a:lnTo>
                    <a:pt x="334107" y="175511"/>
                  </a:lnTo>
                  <a:lnTo>
                    <a:pt x="334288" y="170212"/>
                  </a:lnTo>
                  <a:lnTo>
                    <a:pt x="334300" y="164910"/>
                  </a:lnTo>
                  <a:lnTo>
                    <a:pt x="334145" y="159610"/>
                  </a:lnTo>
                  <a:lnTo>
                    <a:pt x="333821" y="154318"/>
                  </a:lnTo>
                  <a:lnTo>
                    <a:pt x="333330" y="149039"/>
                  </a:lnTo>
                  <a:lnTo>
                    <a:pt x="332671" y="143778"/>
                  </a:lnTo>
                  <a:lnTo>
                    <a:pt x="331846" y="138541"/>
                  </a:lnTo>
                  <a:lnTo>
                    <a:pt x="330856" y="133332"/>
                  </a:lnTo>
                  <a:lnTo>
                    <a:pt x="329700" y="128158"/>
                  </a:lnTo>
                  <a:lnTo>
                    <a:pt x="328381" y="123023"/>
                  </a:lnTo>
                  <a:lnTo>
                    <a:pt x="326900" y="117932"/>
                  </a:lnTo>
                  <a:lnTo>
                    <a:pt x="325259" y="112891"/>
                  </a:lnTo>
                  <a:lnTo>
                    <a:pt x="323458" y="107904"/>
                  </a:lnTo>
                  <a:lnTo>
                    <a:pt x="321500" y="102977"/>
                  </a:lnTo>
                  <a:lnTo>
                    <a:pt x="319387" y="98114"/>
                  </a:lnTo>
                  <a:lnTo>
                    <a:pt x="317120" y="93321"/>
                  </a:lnTo>
                  <a:lnTo>
                    <a:pt x="314703" y="88602"/>
                  </a:lnTo>
                  <a:lnTo>
                    <a:pt x="312138" y="83963"/>
                  </a:lnTo>
                  <a:lnTo>
                    <a:pt x="309426" y="79406"/>
                  </a:lnTo>
                  <a:lnTo>
                    <a:pt x="306571" y="74939"/>
                  </a:lnTo>
                  <a:lnTo>
                    <a:pt x="303577" y="70564"/>
                  </a:lnTo>
                  <a:lnTo>
                    <a:pt x="300444" y="66286"/>
                  </a:lnTo>
                  <a:lnTo>
                    <a:pt x="297178" y="62109"/>
                  </a:lnTo>
                  <a:lnTo>
                    <a:pt x="293781" y="58039"/>
                  </a:lnTo>
                  <a:lnTo>
                    <a:pt x="290257" y="54078"/>
                  </a:lnTo>
                  <a:lnTo>
                    <a:pt x="286609" y="5023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121260"/>
              <a:ext cx="119460" cy="116936"/>
            </a:xfrm>
            <a:custGeom>
              <a:avLst/>
              <a:pathLst>
                <a:path w="119460" h="116936">
                  <a:moveTo>
                    <a:pt x="119460" y="0"/>
                  </a:moveTo>
                  <a:lnTo>
                    <a:pt x="0" y="1169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118193"/>
              <a:ext cx="119460" cy="120002"/>
            </a:xfrm>
            <a:custGeom>
              <a:avLst/>
              <a:pathLst>
                <a:path w="119460" h="120002">
                  <a:moveTo>
                    <a:pt x="119460" y="3066"/>
                  </a:moveTo>
                  <a:lnTo>
                    <a:pt x="116380" y="0"/>
                  </a:lnTo>
                  <a:lnTo>
                    <a:pt x="0" y="1200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545258" y="1071028"/>
              <a:ext cx="116380" cy="167167"/>
            </a:xfrm>
            <a:custGeom>
              <a:avLst/>
              <a:pathLst>
                <a:path w="116380" h="167167">
                  <a:moveTo>
                    <a:pt x="116380" y="47165"/>
                  </a:moveTo>
                  <a:lnTo>
                    <a:pt x="112298" y="43336"/>
                  </a:lnTo>
                  <a:lnTo>
                    <a:pt x="108089" y="39646"/>
                  </a:lnTo>
                  <a:lnTo>
                    <a:pt x="103760" y="36099"/>
                  </a:lnTo>
                  <a:lnTo>
                    <a:pt x="99314" y="32699"/>
                  </a:lnTo>
                  <a:lnTo>
                    <a:pt x="94757" y="29450"/>
                  </a:lnTo>
                  <a:lnTo>
                    <a:pt x="90094" y="26355"/>
                  </a:lnTo>
                  <a:lnTo>
                    <a:pt x="85330" y="23418"/>
                  </a:lnTo>
                  <a:lnTo>
                    <a:pt x="80470" y="20642"/>
                  </a:lnTo>
                  <a:lnTo>
                    <a:pt x="75520" y="18031"/>
                  </a:lnTo>
                  <a:lnTo>
                    <a:pt x="70485" y="15586"/>
                  </a:lnTo>
                  <a:lnTo>
                    <a:pt x="65371" y="13312"/>
                  </a:lnTo>
                  <a:lnTo>
                    <a:pt x="60184" y="11209"/>
                  </a:lnTo>
                  <a:lnTo>
                    <a:pt x="54930" y="9282"/>
                  </a:lnTo>
                  <a:lnTo>
                    <a:pt x="49614" y="7532"/>
                  </a:lnTo>
                  <a:lnTo>
                    <a:pt x="44242" y="5960"/>
                  </a:lnTo>
                  <a:lnTo>
                    <a:pt x="38821" y="4570"/>
                  </a:lnTo>
                  <a:lnTo>
                    <a:pt x="33356" y="3361"/>
                  </a:lnTo>
                  <a:lnTo>
                    <a:pt x="27854" y="2337"/>
                  </a:lnTo>
                  <a:lnTo>
                    <a:pt x="22321" y="1496"/>
                  </a:lnTo>
                  <a:lnTo>
                    <a:pt x="16762" y="842"/>
                  </a:lnTo>
                  <a:lnTo>
                    <a:pt x="11185" y="374"/>
                  </a:lnTo>
                  <a:lnTo>
                    <a:pt x="559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29346" y="941493"/>
              <a:ext cx="94197" cy="167167"/>
            </a:xfrm>
            <a:custGeom>
              <a:avLst/>
              <a:pathLst>
                <a:path w="94197" h="167167">
                  <a:moveTo>
                    <a:pt x="94197" y="0"/>
                  </a:moveTo>
                  <a:lnTo>
                    <a:pt x="88639" y="92"/>
                  </a:lnTo>
                  <a:lnTo>
                    <a:pt x="83086" y="369"/>
                  </a:lnTo>
                  <a:lnTo>
                    <a:pt x="77547" y="831"/>
                  </a:lnTo>
                  <a:lnTo>
                    <a:pt x="72025" y="1476"/>
                  </a:lnTo>
                  <a:lnTo>
                    <a:pt x="66528" y="2305"/>
                  </a:lnTo>
                  <a:lnTo>
                    <a:pt x="61062" y="3316"/>
                  </a:lnTo>
                  <a:lnTo>
                    <a:pt x="55632" y="4509"/>
                  </a:lnTo>
                  <a:lnTo>
                    <a:pt x="50245" y="5881"/>
                  </a:lnTo>
                  <a:lnTo>
                    <a:pt x="44907" y="7431"/>
                  </a:lnTo>
                  <a:lnTo>
                    <a:pt x="39623" y="9159"/>
                  </a:lnTo>
                  <a:lnTo>
                    <a:pt x="34399" y="11060"/>
                  </a:lnTo>
                  <a:lnTo>
                    <a:pt x="29242" y="13135"/>
                  </a:lnTo>
                  <a:lnTo>
                    <a:pt x="24156" y="15380"/>
                  </a:lnTo>
                  <a:lnTo>
                    <a:pt x="19148" y="17793"/>
                  </a:lnTo>
                  <a:lnTo>
                    <a:pt x="14223" y="20371"/>
                  </a:lnTo>
                  <a:lnTo>
                    <a:pt x="9386" y="23111"/>
                  </a:lnTo>
                  <a:lnTo>
                    <a:pt x="4643" y="26010"/>
                  </a:lnTo>
                  <a:lnTo>
                    <a:pt x="0" y="29066"/>
                  </a:lnTo>
                  <a:lnTo>
                    <a:pt x="941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929346" y="970559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856388" y="970559"/>
              <a:ext cx="334306" cy="305267"/>
            </a:xfrm>
            <a:custGeom>
              <a:avLst/>
              <a:pathLst>
                <a:path w="334306" h="305267">
                  <a:moveTo>
                    <a:pt x="72957" y="0"/>
                  </a:moveTo>
                  <a:lnTo>
                    <a:pt x="68621" y="3059"/>
                  </a:lnTo>
                  <a:lnTo>
                    <a:pt x="64384" y="6256"/>
                  </a:lnTo>
                  <a:lnTo>
                    <a:pt x="60250" y="9585"/>
                  </a:lnTo>
                  <a:lnTo>
                    <a:pt x="56224" y="13043"/>
                  </a:lnTo>
                  <a:lnTo>
                    <a:pt x="52310" y="16628"/>
                  </a:lnTo>
                  <a:lnTo>
                    <a:pt x="48512" y="20335"/>
                  </a:lnTo>
                  <a:lnTo>
                    <a:pt x="44833" y="24160"/>
                  </a:lnTo>
                  <a:lnTo>
                    <a:pt x="41277" y="28101"/>
                  </a:lnTo>
                  <a:lnTo>
                    <a:pt x="37849" y="32153"/>
                  </a:lnTo>
                  <a:lnTo>
                    <a:pt x="34551" y="36311"/>
                  </a:lnTo>
                  <a:lnTo>
                    <a:pt x="31386" y="40572"/>
                  </a:lnTo>
                  <a:lnTo>
                    <a:pt x="28358" y="44931"/>
                  </a:lnTo>
                  <a:lnTo>
                    <a:pt x="25471" y="49384"/>
                  </a:lnTo>
                  <a:lnTo>
                    <a:pt x="22726" y="53927"/>
                  </a:lnTo>
                  <a:lnTo>
                    <a:pt x="20126" y="58554"/>
                  </a:lnTo>
                  <a:lnTo>
                    <a:pt x="17675" y="63262"/>
                  </a:lnTo>
                  <a:lnTo>
                    <a:pt x="15375" y="68045"/>
                  </a:lnTo>
                  <a:lnTo>
                    <a:pt x="13227" y="72898"/>
                  </a:lnTo>
                  <a:lnTo>
                    <a:pt x="11235" y="77818"/>
                  </a:lnTo>
                  <a:lnTo>
                    <a:pt x="9400" y="82798"/>
                  </a:lnTo>
                  <a:lnTo>
                    <a:pt x="7724" y="87834"/>
                  </a:lnTo>
                  <a:lnTo>
                    <a:pt x="6208" y="92920"/>
                  </a:lnTo>
                  <a:lnTo>
                    <a:pt x="4855" y="98052"/>
                  </a:lnTo>
                  <a:lnTo>
                    <a:pt x="3666" y="103225"/>
                  </a:lnTo>
                  <a:lnTo>
                    <a:pt x="2641" y="108432"/>
                  </a:lnTo>
                  <a:lnTo>
                    <a:pt x="1782" y="113670"/>
                  </a:lnTo>
                  <a:lnTo>
                    <a:pt x="1090" y="118932"/>
                  </a:lnTo>
                  <a:lnTo>
                    <a:pt x="565" y="124214"/>
                  </a:lnTo>
                  <a:lnTo>
                    <a:pt x="208" y="129509"/>
                  </a:lnTo>
                  <a:lnTo>
                    <a:pt x="20" y="134813"/>
                  </a:lnTo>
                  <a:lnTo>
                    <a:pt x="0" y="140121"/>
                  </a:lnTo>
                  <a:lnTo>
                    <a:pt x="148" y="145426"/>
                  </a:lnTo>
                  <a:lnTo>
                    <a:pt x="465" y="150724"/>
                  </a:lnTo>
                  <a:lnTo>
                    <a:pt x="949" y="156010"/>
                  </a:lnTo>
                  <a:lnTo>
                    <a:pt x="1602" y="161277"/>
                  </a:lnTo>
                  <a:lnTo>
                    <a:pt x="2421" y="166521"/>
                  </a:lnTo>
                  <a:lnTo>
                    <a:pt x="3406" y="171736"/>
                  </a:lnTo>
                  <a:lnTo>
                    <a:pt x="4556" y="176917"/>
                  </a:lnTo>
                  <a:lnTo>
                    <a:pt x="5871" y="182059"/>
                  </a:lnTo>
                  <a:lnTo>
                    <a:pt x="7347" y="187157"/>
                  </a:lnTo>
                  <a:lnTo>
                    <a:pt x="8985" y="192206"/>
                  </a:lnTo>
                  <a:lnTo>
                    <a:pt x="10783" y="197200"/>
                  </a:lnTo>
                  <a:lnTo>
                    <a:pt x="12738" y="202134"/>
                  </a:lnTo>
                  <a:lnTo>
                    <a:pt x="14848" y="207004"/>
                  </a:lnTo>
                  <a:lnTo>
                    <a:pt x="17112" y="211804"/>
                  </a:lnTo>
                  <a:lnTo>
                    <a:pt x="19528" y="216530"/>
                  </a:lnTo>
                  <a:lnTo>
                    <a:pt x="22092" y="221177"/>
                  </a:lnTo>
                  <a:lnTo>
                    <a:pt x="24802" y="225740"/>
                  </a:lnTo>
                  <a:lnTo>
                    <a:pt x="27656" y="230215"/>
                  </a:lnTo>
                  <a:lnTo>
                    <a:pt x="30651" y="234597"/>
                  </a:lnTo>
                  <a:lnTo>
                    <a:pt x="33783" y="238882"/>
                  </a:lnTo>
                  <a:lnTo>
                    <a:pt x="37050" y="243065"/>
                  </a:lnTo>
                  <a:lnTo>
                    <a:pt x="40447" y="247143"/>
                  </a:lnTo>
                  <a:lnTo>
                    <a:pt x="43973" y="251110"/>
                  </a:lnTo>
                  <a:lnTo>
                    <a:pt x="47623" y="254964"/>
                  </a:lnTo>
                  <a:lnTo>
                    <a:pt x="51393" y="258699"/>
                  </a:lnTo>
                  <a:lnTo>
                    <a:pt x="55280" y="262313"/>
                  </a:lnTo>
                  <a:lnTo>
                    <a:pt x="59279" y="265802"/>
                  </a:lnTo>
                  <a:lnTo>
                    <a:pt x="63387" y="269163"/>
                  </a:lnTo>
                  <a:lnTo>
                    <a:pt x="67600" y="272391"/>
                  </a:lnTo>
                  <a:lnTo>
                    <a:pt x="71914" y="275483"/>
                  </a:lnTo>
                  <a:lnTo>
                    <a:pt x="76323" y="278438"/>
                  </a:lnTo>
                  <a:lnTo>
                    <a:pt x="80824" y="281250"/>
                  </a:lnTo>
                  <a:lnTo>
                    <a:pt x="85412" y="283919"/>
                  </a:lnTo>
                  <a:lnTo>
                    <a:pt x="90082" y="286440"/>
                  </a:lnTo>
                  <a:lnTo>
                    <a:pt x="94830" y="288812"/>
                  </a:lnTo>
                  <a:lnTo>
                    <a:pt x="99651" y="291032"/>
                  </a:lnTo>
                  <a:lnTo>
                    <a:pt x="104540" y="293098"/>
                  </a:lnTo>
                  <a:lnTo>
                    <a:pt x="109492" y="295008"/>
                  </a:lnTo>
                  <a:lnTo>
                    <a:pt x="114502" y="296759"/>
                  </a:lnTo>
                  <a:lnTo>
                    <a:pt x="119565" y="298351"/>
                  </a:lnTo>
                  <a:lnTo>
                    <a:pt x="124677" y="299781"/>
                  </a:lnTo>
                  <a:lnTo>
                    <a:pt x="129831" y="301048"/>
                  </a:lnTo>
                  <a:lnTo>
                    <a:pt x="135022" y="302150"/>
                  </a:lnTo>
                  <a:lnTo>
                    <a:pt x="140246" y="303088"/>
                  </a:lnTo>
                  <a:lnTo>
                    <a:pt x="145498" y="303859"/>
                  </a:lnTo>
                  <a:lnTo>
                    <a:pt x="150771" y="304463"/>
                  </a:lnTo>
                  <a:lnTo>
                    <a:pt x="156060" y="304899"/>
                  </a:lnTo>
                  <a:lnTo>
                    <a:pt x="161361" y="305167"/>
                  </a:lnTo>
                  <a:lnTo>
                    <a:pt x="166667" y="305267"/>
                  </a:lnTo>
                  <a:lnTo>
                    <a:pt x="171974" y="305198"/>
                  </a:lnTo>
                  <a:lnTo>
                    <a:pt x="177277" y="304961"/>
                  </a:lnTo>
                  <a:lnTo>
                    <a:pt x="182569" y="304556"/>
                  </a:lnTo>
                  <a:lnTo>
                    <a:pt x="187845" y="303982"/>
                  </a:lnTo>
                  <a:lnTo>
                    <a:pt x="193101" y="303242"/>
                  </a:lnTo>
                  <a:lnTo>
                    <a:pt x="198330" y="302335"/>
                  </a:lnTo>
                  <a:lnTo>
                    <a:pt x="203528" y="301263"/>
                  </a:lnTo>
                  <a:lnTo>
                    <a:pt x="208690" y="300026"/>
                  </a:lnTo>
                  <a:lnTo>
                    <a:pt x="213809" y="298625"/>
                  </a:lnTo>
                  <a:lnTo>
                    <a:pt x="218881" y="297063"/>
                  </a:lnTo>
                  <a:lnTo>
                    <a:pt x="223902" y="295341"/>
                  </a:lnTo>
                  <a:lnTo>
                    <a:pt x="228865" y="293461"/>
                  </a:lnTo>
                  <a:lnTo>
                    <a:pt x="233766" y="291423"/>
                  </a:lnTo>
                  <a:lnTo>
                    <a:pt x="238600" y="289231"/>
                  </a:lnTo>
                  <a:lnTo>
                    <a:pt x="243361" y="286887"/>
                  </a:lnTo>
                  <a:lnTo>
                    <a:pt x="248046" y="284393"/>
                  </a:lnTo>
                  <a:lnTo>
                    <a:pt x="252650" y="281751"/>
                  </a:lnTo>
                  <a:lnTo>
                    <a:pt x="257167" y="278965"/>
                  </a:lnTo>
                  <a:lnTo>
                    <a:pt x="261593" y="276036"/>
                  </a:lnTo>
                  <a:lnTo>
                    <a:pt x="265924" y="272969"/>
                  </a:lnTo>
                  <a:lnTo>
                    <a:pt x="270156" y="269765"/>
                  </a:lnTo>
                  <a:lnTo>
                    <a:pt x="274284" y="266429"/>
                  </a:lnTo>
                  <a:lnTo>
                    <a:pt x="278304" y="262964"/>
                  </a:lnTo>
                  <a:lnTo>
                    <a:pt x="282212" y="259372"/>
                  </a:lnTo>
                  <a:lnTo>
                    <a:pt x="286004" y="255658"/>
                  </a:lnTo>
                  <a:lnTo>
                    <a:pt x="289676" y="251826"/>
                  </a:lnTo>
                  <a:lnTo>
                    <a:pt x="293224" y="247879"/>
                  </a:lnTo>
                  <a:lnTo>
                    <a:pt x="296646" y="243822"/>
                  </a:lnTo>
                  <a:lnTo>
                    <a:pt x="299937" y="239658"/>
                  </a:lnTo>
                  <a:lnTo>
                    <a:pt x="303094" y="235391"/>
                  </a:lnTo>
                  <a:lnTo>
                    <a:pt x="306114" y="231027"/>
                  </a:lnTo>
                  <a:lnTo>
                    <a:pt x="308994" y="226569"/>
                  </a:lnTo>
                  <a:lnTo>
                    <a:pt x="311731" y="222021"/>
                  </a:lnTo>
                  <a:lnTo>
                    <a:pt x="314322" y="217390"/>
                  </a:lnTo>
                  <a:lnTo>
                    <a:pt x="316765" y="212678"/>
                  </a:lnTo>
                  <a:lnTo>
                    <a:pt x="319057" y="207891"/>
                  </a:lnTo>
                  <a:lnTo>
                    <a:pt x="321196" y="203033"/>
                  </a:lnTo>
                  <a:lnTo>
                    <a:pt x="323180" y="198110"/>
                  </a:lnTo>
                  <a:lnTo>
                    <a:pt x="325006" y="193127"/>
                  </a:lnTo>
                  <a:lnTo>
                    <a:pt x="326673" y="188088"/>
                  </a:lnTo>
                  <a:lnTo>
                    <a:pt x="328180" y="182999"/>
                  </a:lnTo>
                  <a:lnTo>
                    <a:pt x="329524" y="177865"/>
                  </a:lnTo>
                  <a:lnTo>
                    <a:pt x="330704" y="172690"/>
                  </a:lnTo>
                  <a:lnTo>
                    <a:pt x="331720" y="167481"/>
                  </a:lnTo>
                  <a:lnTo>
                    <a:pt x="332570" y="162242"/>
                  </a:lnTo>
                  <a:lnTo>
                    <a:pt x="333253" y="156978"/>
                  </a:lnTo>
                  <a:lnTo>
                    <a:pt x="333768" y="151696"/>
                  </a:lnTo>
                  <a:lnTo>
                    <a:pt x="334116" y="146400"/>
                  </a:lnTo>
                  <a:lnTo>
                    <a:pt x="334295" y="141095"/>
                  </a:lnTo>
                  <a:lnTo>
                    <a:pt x="334306" y="135788"/>
                  </a:lnTo>
                  <a:lnTo>
                    <a:pt x="334149" y="130483"/>
                  </a:lnTo>
                  <a:lnTo>
                    <a:pt x="333823" y="125185"/>
                  </a:lnTo>
                  <a:lnTo>
                    <a:pt x="333329" y="119901"/>
                  </a:lnTo>
                  <a:lnTo>
                    <a:pt x="332667" y="114635"/>
                  </a:lnTo>
                  <a:lnTo>
                    <a:pt x="331839" y="109392"/>
                  </a:lnTo>
                  <a:lnTo>
                    <a:pt x="330844" y="104179"/>
                  </a:lnTo>
                  <a:lnTo>
                    <a:pt x="329685" y="98999"/>
                  </a:lnTo>
                  <a:lnTo>
                    <a:pt x="328362" y="93859"/>
                  </a:lnTo>
                  <a:lnTo>
                    <a:pt x="326876" y="88764"/>
                  </a:lnTo>
                  <a:lnTo>
                    <a:pt x="325229" y="83718"/>
                  </a:lnTo>
                  <a:lnTo>
                    <a:pt x="323423" y="78728"/>
                  </a:lnTo>
                  <a:lnTo>
                    <a:pt x="321460" y="73797"/>
                  </a:lnTo>
                  <a:lnTo>
                    <a:pt x="319341" y="68931"/>
                  </a:lnTo>
                  <a:lnTo>
                    <a:pt x="317068" y="64134"/>
                  </a:lnTo>
                  <a:lnTo>
                    <a:pt x="314644" y="59413"/>
                  </a:lnTo>
                  <a:lnTo>
                    <a:pt x="312072" y="54770"/>
                  </a:lnTo>
                  <a:lnTo>
                    <a:pt x="309354" y="50212"/>
                  </a:lnTo>
                  <a:lnTo>
                    <a:pt x="306492" y="45742"/>
                  </a:lnTo>
                  <a:lnTo>
                    <a:pt x="303490" y="41365"/>
                  </a:lnTo>
                  <a:lnTo>
                    <a:pt x="300350" y="37086"/>
                  </a:lnTo>
                  <a:lnTo>
                    <a:pt x="297076" y="32908"/>
                  </a:lnTo>
                  <a:lnTo>
                    <a:pt x="293671" y="28837"/>
                  </a:lnTo>
                  <a:lnTo>
                    <a:pt x="290139" y="24875"/>
                  </a:lnTo>
                  <a:lnTo>
                    <a:pt x="286482" y="21028"/>
                  </a:lnTo>
                  <a:lnTo>
                    <a:pt x="282706" y="17299"/>
                  </a:lnTo>
                  <a:lnTo>
                    <a:pt x="278813" y="13692"/>
                  </a:lnTo>
                  <a:lnTo>
                    <a:pt x="274807" y="10210"/>
                  </a:lnTo>
                  <a:lnTo>
                    <a:pt x="270693" y="6857"/>
                  </a:lnTo>
                  <a:lnTo>
                    <a:pt x="167155" y="138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023544" y="941493"/>
              <a:ext cx="103538" cy="167167"/>
            </a:xfrm>
            <a:custGeom>
              <a:avLst/>
              <a:pathLst>
                <a:path w="103538" h="167167">
                  <a:moveTo>
                    <a:pt x="103538" y="35924"/>
                  </a:moveTo>
                  <a:lnTo>
                    <a:pt x="99098" y="32540"/>
                  </a:lnTo>
                  <a:lnTo>
                    <a:pt x="94547" y="29306"/>
                  </a:lnTo>
                  <a:lnTo>
                    <a:pt x="89891" y="26226"/>
                  </a:lnTo>
                  <a:lnTo>
                    <a:pt x="85135" y="23303"/>
                  </a:lnTo>
                  <a:lnTo>
                    <a:pt x="80284" y="20540"/>
                  </a:lnTo>
                  <a:lnTo>
                    <a:pt x="75343" y="17941"/>
                  </a:lnTo>
                  <a:lnTo>
                    <a:pt x="70318" y="15509"/>
                  </a:lnTo>
                  <a:lnTo>
                    <a:pt x="65215" y="13245"/>
                  </a:lnTo>
                  <a:lnTo>
                    <a:pt x="60039" y="11153"/>
                  </a:lnTo>
                  <a:lnTo>
                    <a:pt x="54796" y="9236"/>
                  </a:lnTo>
                  <a:lnTo>
                    <a:pt x="49492" y="7494"/>
                  </a:lnTo>
                  <a:lnTo>
                    <a:pt x="44133" y="5930"/>
                  </a:lnTo>
                  <a:lnTo>
                    <a:pt x="38725" y="4547"/>
                  </a:lnTo>
                  <a:lnTo>
                    <a:pt x="33273" y="3344"/>
                  </a:lnTo>
                  <a:lnTo>
                    <a:pt x="27784" y="2325"/>
                  </a:lnTo>
                  <a:lnTo>
                    <a:pt x="22265" y="1489"/>
                  </a:lnTo>
                  <a:lnTo>
                    <a:pt x="16720" y="838"/>
                  </a:lnTo>
                  <a:lnTo>
                    <a:pt x="11157" y="372"/>
                  </a:lnTo>
                  <a:lnTo>
                    <a:pt x="558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19054" y="941493"/>
              <a:ext cx="167161" cy="187451"/>
            </a:xfrm>
            <a:custGeom>
              <a:avLst/>
              <a:pathLst>
                <a:path w="167161" h="187451">
                  <a:moveTo>
                    <a:pt x="167161" y="0"/>
                  </a:moveTo>
                  <a:lnTo>
                    <a:pt x="161721" y="88"/>
                  </a:lnTo>
                  <a:lnTo>
                    <a:pt x="156287" y="354"/>
                  </a:lnTo>
                  <a:lnTo>
                    <a:pt x="150864" y="796"/>
                  </a:lnTo>
                  <a:lnTo>
                    <a:pt x="145459" y="1414"/>
                  </a:lnTo>
                  <a:lnTo>
                    <a:pt x="140077" y="2208"/>
                  </a:lnTo>
                  <a:lnTo>
                    <a:pt x="134723" y="3177"/>
                  </a:lnTo>
                  <a:lnTo>
                    <a:pt x="129404" y="4319"/>
                  </a:lnTo>
                  <a:lnTo>
                    <a:pt x="124125" y="5634"/>
                  </a:lnTo>
                  <a:lnTo>
                    <a:pt x="118891" y="7120"/>
                  </a:lnTo>
                  <a:lnTo>
                    <a:pt x="113709" y="8776"/>
                  </a:lnTo>
                  <a:lnTo>
                    <a:pt x="108583" y="10599"/>
                  </a:lnTo>
                  <a:lnTo>
                    <a:pt x="103519" y="12588"/>
                  </a:lnTo>
                  <a:lnTo>
                    <a:pt x="98522" y="14741"/>
                  </a:lnTo>
                  <a:lnTo>
                    <a:pt x="93599" y="17055"/>
                  </a:lnTo>
                  <a:lnTo>
                    <a:pt x="88753" y="19528"/>
                  </a:lnTo>
                  <a:lnTo>
                    <a:pt x="83990" y="22158"/>
                  </a:lnTo>
                  <a:lnTo>
                    <a:pt x="79315" y="24941"/>
                  </a:lnTo>
                  <a:lnTo>
                    <a:pt x="74734" y="27875"/>
                  </a:lnTo>
                  <a:lnTo>
                    <a:pt x="70250" y="30957"/>
                  </a:lnTo>
                  <a:lnTo>
                    <a:pt x="65869" y="34183"/>
                  </a:lnTo>
                  <a:lnTo>
                    <a:pt x="61595" y="37549"/>
                  </a:lnTo>
                  <a:lnTo>
                    <a:pt x="57433" y="41053"/>
                  </a:lnTo>
                  <a:lnTo>
                    <a:pt x="53387" y="44690"/>
                  </a:lnTo>
                  <a:lnTo>
                    <a:pt x="49462" y="48458"/>
                  </a:lnTo>
                  <a:lnTo>
                    <a:pt x="45661" y="52351"/>
                  </a:lnTo>
                  <a:lnTo>
                    <a:pt x="41989" y="56365"/>
                  </a:lnTo>
                  <a:lnTo>
                    <a:pt x="38450" y="60497"/>
                  </a:lnTo>
                  <a:lnTo>
                    <a:pt x="35047" y="64742"/>
                  </a:lnTo>
                  <a:lnTo>
                    <a:pt x="31784" y="69095"/>
                  </a:lnTo>
                  <a:lnTo>
                    <a:pt x="28664" y="73552"/>
                  </a:lnTo>
                  <a:lnTo>
                    <a:pt x="25691" y="78109"/>
                  </a:lnTo>
                  <a:lnTo>
                    <a:pt x="22868" y="82760"/>
                  </a:lnTo>
                  <a:lnTo>
                    <a:pt x="20198" y="87500"/>
                  </a:lnTo>
                  <a:lnTo>
                    <a:pt x="17683" y="92324"/>
                  </a:lnTo>
                  <a:lnTo>
                    <a:pt x="15327" y="97228"/>
                  </a:lnTo>
                  <a:lnTo>
                    <a:pt x="13132" y="102206"/>
                  </a:lnTo>
                  <a:lnTo>
                    <a:pt x="11099" y="107253"/>
                  </a:lnTo>
                  <a:lnTo>
                    <a:pt x="9232" y="112363"/>
                  </a:lnTo>
                  <a:lnTo>
                    <a:pt x="7532" y="117531"/>
                  </a:lnTo>
                  <a:lnTo>
                    <a:pt x="6002" y="122752"/>
                  </a:lnTo>
                  <a:lnTo>
                    <a:pt x="4642" y="128020"/>
                  </a:lnTo>
                  <a:lnTo>
                    <a:pt x="3454" y="133329"/>
                  </a:lnTo>
                  <a:lnTo>
                    <a:pt x="2440" y="138674"/>
                  </a:lnTo>
                  <a:lnTo>
                    <a:pt x="1600" y="144049"/>
                  </a:lnTo>
                  <a:lnTo>
                    <a:pt x="935" y="149449"/>
                  </a:lnTo>
                  <a:lnTo>
                    <a:pt x="446" y="154868"/>
                  </a:lnTo>
                  <a:lnTo>
                    <a:pt x="135" y="160299"/>
                  </a:lnTo>
                  <a:lnTo>
                    <a:pt x="0" y="165738"/>
                  </a:lnTo>
                  <a:lnTo>
                    <a:pt x="42" y="171178"/>
                  </a:lnTo>
                  <a:lnTo>
                    <a:pt x="261" y="176615"/>
                  </a:lnTo>
                  <a:lnTo>
                    <a:pt x="656" y="182041"/>
                  </a:lnTo>
                  <a:lnTo>
                    <a:pt x="1229" y="18745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20283" y="1108660"/>
              <a:ext cx="165932" cy="20284"/>
            </a:xfrm>
            <a:custGeom>
              <a:avLst/>
              <a:pathLst>
                <a:path w="165932" h="20284">
                  <a:moveTo>
                    <a:pt x="0" y="20284"/>
                  </a:moveTo>
                  <a:lnTo>
                    <a:pt x="1659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320283" y="1108660"/>
              <a:ext cx="165932" cy="163979"/>
            </a:xfrm>
            <a:custGeom>
              <a:avLst/>
              <a:pathLst>
                <a:path w="165932" h="163979">
                  <a:moveTo>
                    <a:pt x="0" y="20284"/>
                  </a:moveTo>
                  <a:lnTo>
                    <a:pt x="759" y="25745"/>
                  </a:lnTo>
                  <a:lnTo>
                    <a:pt x="1698" y="31179"/>
                  </a:lnTo>
                  <a:lnTo>
                    <a:pt x="2816" y="36579"/>
                  </a:lnTo>
                  <a:lnTo>
                    <a:pt x="4111" y="41939"/>
                  </a:lnTo>
                  <a:lnTo>
                    <a:pt x="5582" y="47253"/>
                  </a:lnTo>
                  <a:lnTo>
                    <a:pt x="7228" y="52516"/>
                  </a:lnTo>
                  <a:lnTo>
                    <a:pt x="9046" y="57722"/>
                  </a:lnTo>
                  <a:lnTo>
                    <a:pt x="11035" y="62865"/>
                  </a:lnTo>
                  <a:lnTo>
                    <a:pt x="13193" y="67940"/>
                  </a:lnTo>
                  <a:lnTo>
                    <a:pt x="15517" y="72940"/>
                  </a:lnTo>
                  <a:lnTo>
                    <a:pt x="18005" y="77861"/>
                  </a:lnTo>
                  <a:lnTo>
                    <a:pt x="20653" y="82698"/>
                  </a:lnTo>
                  <a:lnTo>
                    <a:pt x="23460" y="87445"/>
                  </a:lnTo>
                  <a:lnTo>
                    <a:pt x="26421" y="92096"/>
                  </a:lnTo>
                  <a:lnTo>
                    <a:pt x="29535" y="96647"/>
                  </a:lnTo>
                  <a:lnTo>
                    <a:pt x="32797" y="101093"/>
                  </a:lnTo>
                  <a:lnTo>
                    <a:pt x="36203" y="105429"/>
                  </a:lnTo>
                  <a:lnTo>
                    <a:pt x="39751" y="109651"/>
                  </a:lnTo>
                  <a:lnTo>
                    <a:pt x="43436" y="113753"/>
                  </a:lnTo>
                  <a:lnTo>
                    <a:pt x="47255" y="117731"/>
                  </a:lnTo>
                  <a:lnTo>
                    <a:pt x="51202" y="121581"/>
                  </a:lnTo>
                  <a:lnTo>
                    <a:pt x="55275" y="125299"/>
                  </a:lnTo>
                  <a:lnTo>
                    <a:pt x="59468" y="128881"/>
                  </a:lnTo>
                  <a:lnTo>
                    <a:pt x="63776" y="132322"/>
                  </a:lnTo>
                  <a:lnTo>
                    <a:pt x="68196" y="135619"/>
                  </a:lnTo>
                  <a:lnTo>
                    <a:pt x="72722" y="138769"/>
                  </a:lnTo>
                  <a:lnTo>
                    <a:pt x="77350" y="141768"/>
                  </a:lnTo>
                  <a:lnTo>
                    <a:pt x="82074" y="144612"/>
                  </a:lnTo>
                  <a:lnTo>
                    <a:pt x="86889" y="147299"/>
                  </a:lnTo>
                  <a:lnTo>
                    <a:pt x="91790" y="149826"/>
                  </a:lnTo>
                  <a:lnTo>
                    <a:pt x="96772" y="152190"/>
                  </a:lnTo>
                  <a:lnTo>
                    <a:pt x="101829" y="154388"/>
                  </a:lnTo>
                  <a:lnTo>
                    <a:pt x="106956" y="156418"/>
                  </a:lnTo>
                  <a:lnTo>
                    <a:pt x="112147" y="158278"/>
                  </a:lnTo>
                  <a:lnTo>
                    <a:pt x="117397" y="159966"/>
                  </a:lnTo>
                  <a:lnTo>
                    <a:pt x="122699" y="161480"/>
                  </a:lnTo>
                  <a:lnTo>
                    <a:pt x="128049" y="162818"/>
                  </a:lnTo>
                  <a:lnTo>
                    <a:pt x="133440" y="163979"/>
                  </a:lnTo>
                  <a:lnTo>
                    <a:pt x="16593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53723" y="941493"/>
              <a:ext cx="199644" cy="334332"/>
            </a:xfrm>
            <a:custGeom>
              <a:avLst/>
              <a:pathLst>
                <a:path w="199644" h="334332">
                  <a:moveTo>
                    <a:pt x="0" y="331146"/>
                  </a:moveTo>
                  <a:lnTo>
                    <a:pt x="5227" y="332096"/>
                  </a:lnTo>
                  <a:lnTo>
                    <a:pt x="10482" y="332879"/>
                  </a:lnTo>
                  <a:lnTo>
                    <a:pt x="15759" y="333495"/>
                  </a:lnTo>
                  <a:lnTo>
                    <a:pt x="21053" y="333943"/>
                  </a:lnTo>
                  <a:lnTo>
                    <a:pt x="26358" y="334222"/>
                  </a:lnTo>
                  <a:lnTo>
                    <a:pt x="31670" y="334332"/>
                  </a:lnTo>
                  <a:lnTo>
                    <a:pt x="36982" y="334274"/>
                  </a:lnTo>
                  <a:lnTo>
                    <a:pt x="42290" y="334047"/>
                  </a:lnTo>
                  <a:lnTo>
                    <a:pt x="47588" y="333651"/>
                  </a:lnTo>
                  <a:lnTo>
                    <a:pt x="52871" y="333087"/>
                  </a:lnTo>
                  <a:lnTo>
                    <a:pt x="58133" y="332356"/>
                  </a:lnTo>
                  <a:lnTo>
                    <a:pt x="63370" y="331458"/>
                  </a:lnTo>
                  <a:lnTo>
                    <a:pt x="68575" y="330394"/>
                  </a:lnTo>
                  <a:lnTo>
                    <a:pt x="73744" y="329165"/>
                  </a:lnTo>
                  <a:lnTo>
                    <a:pt x="78871" y="327772"/>
                  </a:lnTo>
                  <a:lnTo>
                    <a:pt x="83951" y="326217"/>
                  </a:lnTo>
                  <a:lnTo>
                    <a:pt x="88979" y="324501"/>
                  </a:lnTo>
                  <a:lnTo>
                    <a:pt x="93950" y="322627"/>
                  </a:lnTo>
                  <a:lnTo>
                    <a:pt x="98860" y="320595"/>
                  </a:lnTo>
                  <a:lnTo>
                    <a:pt x="103702" y="318409"/>
                  </a:lnTo>
                  <a:lnTo>
                    <a:pt x="108472" y="316070"/>
                  </a:lnTo>
                  <a:lnTo>
                    <a:pt x="113165" y="313580"/>
                  </a:lnTo>
                  <a:lnTo>
                    <a:pt x="117777" y="310942"/>
                  </a:lnTo>
                  <a:lnTo>
                    <a:pt x="122303" y="308160"/>
                  </a:lnTo>
                  <a:lnTo>
                    <a:pt x="126738" y="305234"/>
                  </a:lnTo>
                  <a:lnTo>
                    <a:pt x="131078" y="302170"/>
                  </a:lnTo>
                  <a:lnTo>
                    <a:pt x="135318" y="298969"/>
                  </a:lnTo>
                  <a:lnTo>
                    <a:pt x="139454" y="295635"/>
                  </a:lnTo>
                  <a:lnTo>
                    <a:pt x="143483" y="292171"/>
                  </a:lnTo>
                  <a:lnTo>
                    <a:pt x="147399" y="288581"/>
                  </a:lnTo>
                  <a:lnTo>
                    <a:pt x="151199" y="284868"/>
                  </a:lnTo>
                  <a:lnTo>
                    <a:pt x="154879" y="281036"/>
                  </a:lnTo>
                  <a:lnTo>
                    <a:pt x="158436" y="277089"/>
                  </a:lnTo>
                  <a:lnTo>
                    <a:pt x="161866" y="273032"/>
                  </a:lnTo>
                  <a:lnTo>
                    <a:pt x="165164" y="268867"/>
                  </a:lnTo>
                  <a:lnTo>
                    <a:pt x="168329" y="264600"/>
                  </a:lnTo>
                  <a:lnTo>
                    <a:pt x="171357" y="260234"/>
                  </a:lnTo>
                  <a:lnTo>
                    <a:pt x="174244" y="255774"/>
                  </a:lnTo>
                  <a:lnTo>
                    <a:pt x="176988" y="251225"/>
                  </a:lnTo>
                  <a:lnTo>
                    <a:pt x="179586" y="246591"/>
                  </a:lnTo>
                  <a:lnTo>
                    <a:pt x="182036" y="241876"/>
                  </a:lnTo>
                  <a:lnTo>
                    <a:pt x="184335" y="237086"/>
                  </a:lnTo>
                  <a:lnTo>
                    <a:pt x="186480" y="232226"/>
                  </a:lnTo>
                  <a:lnTo>
                    <a:pt x="188469" y="227300"/>
                  </a:lnTo>
                  <a:lnTo>
                    <a:pt x="190301" y="222313"/>
                  </a:lnTo>
                  <a:lnTo>
                    <a:pt x="191974" y="217270"/>
                  </a:lnTo>
                  <a:lnTo>
                    <a:pt x="193486" y="212177"/>
                  </a:lnTo>
                  <a:lnTo>
                    <a:pt x="194835" y="207038"/>
                  </a:lnTo>
                  <a:lnTo>
                    <a:pt x="196020" y="201859"/>
                  </a:lnTo>
                  <a:lnTo>
                    <a:pt x="197040" y="196645"/>
                  </a:lnTo>
                  <a:lnTo>
                    <a:pt x="197893" y="191401"/>
                  </a:lnTo>
                  <a:lnTo>
                    <a:pt x="198580" y="186133"/>
                  </a:lnTo>
                  <a:lnTo>
                    <a:pt x="199099" y="180845"/>
                  </a:lnTo>
                  <a:lnTo>
                    <a:pt x="199449" y="175544"/>
                  </a:lnTo>
                  <a:lnTo>
                    <a:pt x="199631" y="170234"/>
                  </a:lnTo>
                  <a:lnTo>
                    <a:pt x="199644" y="164921"/>
                  </a:lnTo>
                  <a:lnTo>
                    <a:pt x="199488" y="159611"/>
                  </a:lnTo>
                  <a:lnTo>
                    <a:pt x="199164" y="154308"/>
                  </a:lnTo>
                  <a:lnTo>
                    <a:pt x="198671" y="149018"/>
                  </a:lnTo>
                  <a:lnTo>
                    <a:pt x="198010" y="143746"/>
                  </a:lnTo>
                  <a:lnTo>
                    <a:pt x="197183" y="138498"/>
                  </a:lnTo>
                  <a:lnTo>
                    <a:pt x="196188" y="133279"/>
                  </a:lnTo>
                  <a:lnTo>
                    <a:pt x="195029" y="128095"/>
                  </a:lnTo>
                  <a:lnTo>
                    <a:pt x="193705" y="122949"/>
                  </a:lnTo>
                  <a:lnTo>
                    <a:pt x="192219" y="117849"/>
                  </a:lnTo>
                  <a:lnTo>
                    <a:pt x="190571" y="112798"/>
                  </a:lnTo>
                  <a:lnTo>
                    <a:pt x="188763" y="107802"/>
                  </a:lnTo>
                  <a:lnTo>
                    <a:pt x="186798" y="102866"/>
                  </a:lnTo>
                  <a:lnTo>
                    <a:pt x="184676" y="97995"/>
                  </a:lnTo>
                  <a:lnTo>
                    <a:pt x="182402" y="93194"/>
                  </a:lnTo>
                  <a:lnTo>
                    <a:pt x="179975" y="88468"/>
                  </a:lnTo>
                  <a:lnTo>
                    <a:pt x="177400" y="83821"/>
                  </a:lnTo>
                  <a:lnTo>
                    <a:pt x="174678" y="79258"/>
                  </a:lnTo>
                  <a:lnTo>
                    <a:pt x="171813" y="74784"/>
                  </a:lnTo>
                  <a:lnTo>
                    <a:pt x="168807" y="70403"/>
                  </a:lnTo>
                  <a:lnTo>
                    <a:pt x="165663" y="66120"/>
                  </a:lnTo>
                  <a:lnTo>
                    <a:pt x="162385" y="61940"/>
                  </a:lnTo>
                  <a:lnTo>
                    <a:pt x="158975" y="57865"/>
                  </a:lnTo>
                  <a:lnTo>
                    <a:pt x="155438" y="53901"/>
                  </a:lnTo>
                  <a:lnTo>
                    <a:pt x="151776" y="50051"/>
                  </a:lnTo>
                  <a:lnTo>
                    <a:pt x="147995" y="46320"/>
                  </a:lnTo>
                  <a:lnTo>
                    <a:pt x="144096" y="42710"/>
                  </a:lnTo>
                  <a:lnTo>
                    <a:pt x="140085" y="39227"/>
                  </a:lnTo>
                  <a:lnTo>
                    <a:pt x="135965" y="35872"/>
                  </a:lnTo>
                  <a:lnTo>
                    <a:pt x="131740" y="32650"/>
                  </a:lnTo>
                  <a:lnTo>
                    <a:pt x="127416" y="29565"/>
                  </a:lnTo>
                  <a:lnTo>
                    <a:pt x="122995" y="26618"/>
                  </a:lnTo>
                  <a:lnTo>
                    <a:pt x="118483" y="23813"/>
                  </a:lnTo>
                  <a:lnTo>
                    <a:pt x="113884" y="21152"/>
                  </a:lnTo>
                  <a:lnTo>
                    <a:pt x="109203" y="18640"/>
                  </a:lnTo>
                  <a:lnTo>
                    <a:pt x="104444" y="16277"/>
                  </a:lnTo>
                  <a:lnTo>
                    <a:pt x="99613" y="14067"/>
                  </a:lnTo>
                  <a:lnTo>
                    <a:pt x="94714" y="12011"/>
                  </a:lnTo>
                  <a:lnTo>
                    <a:pt x="89752" y="10112"/>
                  </a:lnTo>
                  <a:lnTo>
                    <a:pt x="84732" y="8372"/>
                  </a:lnTo>
                  <a:lnTo>
                    <a:pt x="79660" y="6792"/>
                  </a:lnTo>
                  <a:lnTo>
                    <a:pt x="74540" y="5374"/>
                  </a:lnTo>
                  <a:lnTo>
                    <a:pt x="69377" y="4120"/>
                  </a:lnTo>
                  <a:lnTo>
                    <a:pt x="64177" y="3030"/>
                  </a:lnTo>
                  <a:lnTo>
                    <a:pt x="58945" y="2106"/>
                  </a:lnTo>
                  <a:lnTo>
                    <a:pt x="53687" y="1349"/>
                  </a:lnTo>
                  <a:lnTo>
                    <a:pt x="48407" y="759"/>
                  </a:lnTo>
                  <a:lnTo>
                    <a:pt x="43111" y="337"/>
                  </a:lnTo>
                  <a:lnTo>
                    <a:pt x="37804" y="84"/>
                  </a:lnTo>
                  <a:lnTo>
                    <a:pt x="32492" y="0"/>
                  </a:lnTo>
                  <a:lnTo>
                    <a:pt x="324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97336" y="1071028"/>
              <a:ext cx="167164" cy="330900"/>
            </a:xfrm>
            <a:custGeom>
              <a:avLst/>
              <a:pathLst>
                <a:path w="167164" h="330900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0" y="766"/>
                  </a:lnTo>
                  <a:lnTo>
                    <a:pt x="145864" y="1362"/>
                  </a:lnTo>
                  <a:lnTo>
                    <a:pt x="140580" y="2127"/>
                  </a:lnTo>
                  <a:lnTo>
                    <a:pt x="135323" y="3060"/>
                  </a:lnTo>
                  <a:lnTo>
                    <a:pt x="130099" y="4161"/>
                  </a:lnTo>
                  <a:lnTo>
                    <a:pt x="124912" y="5427"/>
                  </a:lnTo>
                  <a:lnTo>
                    <a:pt x="119768" y="6859"/>
                  </a:lnTo>
                  <a:lnTo>
                    <a:pt x="114673" y="8455"/>
                  </a:lnTo>
                  <a:lnTo>
                    <a:pt x="109631" y="10212"/>
                  </a:lnTo>
                  <a:lnTo>
                    <a:pt x="104648" y="12129"/>
                  </a:lnTo>
                  <a:lnTo>
                    <a:pt x="99729" y="14205"/>
                  </a:lnTo>
                  <a:lnTo>
                    <a:pt x="94878" y="16436"/>
                  </a:lnTo>
                  <a:lnTo>
                    <a:pt x="90102" y="18822"/>
                  </a:lnTo>
                  <a:lnTo>
                    <a:pt x="85403" y="21358"/>
                  </a:lnTo>
                  <a:lnTo>
                    <a:pt x="80789" y="24044"/>
                  </a:lnTo>
                  <a:lnTo>
                    <a:pt x="76262" y="26875"/>
                  </a:lnTo>
                  <a:lnTo>
                    <a:pt x="71828" y="29850"/>
                  </a:lnTo>
                  <a:lnTo>
                    <a:pt x="67492" y="32964"/>
                  </a:lnTo>
                  <a:lnTo>
                    <a:pt x="63257" y="36216"/>
                  </a:lnTo>
                  <a:lnTo>
                    <a:pt x="59128" y="39601"/>
                  </a:lnTo>
                  <a:lnTo>
                    <a:pt x="55109" y="43116"/>
                  </a:lnTo>
                  <a:lnTo>
                    <a:pt x="51204" y="46758"/>
                  </a:lnTo>
                  <a:lnTo>
                    <a:pt x="47418" y="50523"/>
                  </a:lnTo>
                  <a:lnTo>
                    <a:pt x="43754" y="54406"/>
                  </a:lnTo>
                  <a:lnTo>
                    <a:pt x="40216" y="58405"/>
                  </a:lnTo>
                  <a:lnTo>
                    <a:pt x="36808" y="62515"/>
                  </a:lnTo>
                  <a:lnTo>
                    <a:pt x="33532" y="66731"/>
                  </a:lnTo>
                  <a:lnTo>
                    <a:pt x="30393" y="71050"/>
                  </a:lnTo>
                  <a:lnTo>
                    <a:pt x="27393" y="75467"/>
                  </a:lnTo>
                  <a:lnTo>
                    <a:pt x="24536" y="79977"/>
                  </a:lnTo>
                  <a:lnTo>
                    <a:pt x="21824" y="84576"/>
                  </a:lnTo>
                  <a:lnTo>
                    <a:pt x="19261" y="89260"/>
                  </a:lnTo>
                  <a:lnTo>
                    <a:pt x="16848" y="94023"/>
                  </a:lnTo>
                  <a:lnTo>
                    <a:pt x="14589" y="98861"/>
                  </a:lnTo>
                  <a:lnTo>
                    <a:pt x="12485" y="103768"/>
                  </a:lnTo>
                  <a:lnTo>
                    <a:pt x="10540" y="108740"/>
                  </a:lnTo>
                  <a:lnTo>
                    <a:pt x="8754" y="113772"/>
                  </a:lnTo>
                  <a:lnTo>
                    <a:pt x="7129" y="118858"/>
                  </a:lnTo>
                  <a:lnTo>
                    <a:pt x="5668" y="123994"/>
                  </a:lnTo>
                  <a:lnTo>
                    <a:pt x="4372" y="129173"/>
                  </a:lnTo>
                  <a:lnTo>
                    <a:pt x="3241" y="134391"/>
                  </a:lnTo>
                  <a:lnTo>
                    <a:pt x="2278" y="139643"/>
                  </a:lnTo>
                  <a:lnTo>
                    <a:pt x="1483" y="144923"/>
                  </a:lnTo>
                  <a:lnTo>
                    <a:pt x="858" y="150225"/>
                  </a:lnTo>
                  <a:lnTo>
                    <a:pt x="401" y="155545"/>
                  </a:lnTo>
                  <a:lnTo>
                    <a:pt x="115" y="160876"/>
                  </a:lnTo>
                  <a:lnTo>
                    <a:pt x="0" y="166214"/>
                  </a:lnTo>
                  <a:lnTo>
                    <a:pt x="54" y="171553"/>
                  </a:lnTo>
                  <a:lnTo>
                    <a:pt x="280" y="176888"/>
                  </a:lnTo>
                  <a:lnTo>
                    <a:pt x="675" y="182212"/>
                  </a:lnTo>
                  <a:lnTo>
                    <a:pt x="1241" y="187521"/>
                  </a:lnTo>
                  <a:lnTo>
                    <a:pt x="1975" y="192810"/>
                  </a:lnTo>
                  <a:lnTo>
                    <a:pt x="2878" y="198072"/>
                  </a:lnTo>
                  <a:lnTo>
                    <a:pt x="3949" y="203303"/>
                  </a:lnTo>
                  <a:lnTo>
                    <a:pt x="5186" y="208497"/>
                  </a:lnTo>
                  <a:lnTo>
                    <a:pt x="6589" y="213649"/>
                  </a:lnTo>
                  <a:lnTo>
                    <a:pt x="8155" y="218753"/>
                  </a:lnTo>
                  <a:lnTo>
                    <a:pt x="9884" y="223805"/>
                  </a:lnTo>
                  <a:lnTo>
                    <a:pt x="11773" y="228798"/>
                  </a:lnTo>
                  <a:lnTo>
                    <a:pt x="13820" y="233729"/>
                  </a:lnTo>
                  <a:lnTo>
                    <a:pt x="16024" y="238593"/>
                  </a:lnTo>
                  <a:lnTo>
                    <a:pt x="18382" y="243383"/>
                  </a:lnTo>
                  <a:lnTo>
                    <a:pt x="20892" y="248095"/>
                  </a:lnTo>
                  <a:lnTo>
                    <a:pt x="23551" y="252725"/>
                  </a:lnTo>
                  <a:lnTo>
                    <a:pt x="26357" y="257268"/>
                  </a:lnTo>
                  <a:lnTo>
                    <a:pt x="29306" y="261719"/>
                  </a:lnTo>
                  <a:lnTo>
                    <a:pt x="32396" y="266073"/>
                  </a:lnTo>
                  <a:lnTo>
                    <a:pt x="35623" y="270327"/>
                  </a:lnTo>
                  <a:lnTo>
                    <a:pt x="38985" y="274475"/>
                  </a:lnTo>
                  <a:lnTo>
                    <a:pt x="42477" y="278514"/>
                  </a:lnTo>
                  <a:lnTo>
                    <a:pt x="46097" y="282439"/>
                  </a:lnTo>
                  <a:lnTo>
                    <a:pt x="49840" y="286246"/>
                  </a:lnTo>
                  <a:lnTo>
                    <a:pt x="53702" y="289932"/>
                  </a:lnTo>
                  <a:lnTo>
                    <a:pt x="57681" y="293493"/>
                  </a:lnTo>
                  <a:lnTo>
                    <a:pt x="61771" y="296925"/>
                  </a:lnTo>
                  <a:lnTo>
                    <a:pt x="65968" y="300225"/>
                  </a:lnTo>
                  <a:lnTo>
                    <a:pt x="70269" y="303388"/>
                  </a:lnTo>
                  <a:lnTo>
                    <a:pt x="74669" y="306413"/>
                  </a:lnTo>
                  <a:lnTo>
                    <a:pt x="79163" y="309296"/>
                  </a:lnTo>
                  <a:lnTo>
                    <a:pt x="83747" y="312034"/>
                  </a:lnTo>
                  <a:lnTo>
                    <a:pt x="88416" y="314624"/>
                  </a:lnTo>
                  <a:lnTo>
                    <a:pt x="93165" y="317064"/>
                  </a:lnTo>
                  <a:lnTo>
                    <a:pt x="97990" y="319351"/>
                  </a:lnTo>
                  <a:lnTo>
                    <a:pt x="102885" y="321482"/>
                  </a:lnTo>
                  <a:lnTo>
                    <a:pt x="107846" y="323456"/>
                  </a:lnTo>
                  <a:lnTo>
                    <a:pt x="112867" y="325271"/>
                  </a:lnTo>
                  <a:lnTo>
                    <a:pt x="117944" y="326924"/>
                  </a:lnTo>
                  <a:lnTo>
                    <a:pt x="123071" y="328414"/>
                  </a:lnTo>
                  <a:lnTo>
                    <a:pt x="128243" y="329740"/>
                  </a:lnTo>
                  <a:lnTo>
                    <a:pt x="133455" y="33090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30792" y="1071787"/>
              <a:ext cx="200868" cy="333563"/>
            </a:xfrm>
            <a:custGeom>
              <a:avLst/>
              <a:pathLst>
                <a:path w="200868" h="333563">
                  <a:moveTo>
                    <a:pt x="0" y="330141"/>
                  </a:moveTo>
                  <a:lnTo>
                    <a:pt x="5232" y="331132"/>
                  </a:lnTo>
                  <a:lnTo>
                    <a:pt x="10493" y="331955"/>
                  </a:lnTo>
                  <a:lnTo>
                    <a:pt x="15777" y="332611"/>
                  </a:lnTo>
                  <a:lnTo>
                    <a:pt x="21080" y="333098"/>
                  </a:lnTo>
                  <a:lnTo>
                    <a:pt x="26395" y="333415"/>
                  </a:lnTo>
                  <a:lnTo>
                    <a:pt x="31718" y="333563"/>
                  </a:lnTo>
                  <a:lnTo>
                    <a:pt x="37043" y="333542"/>
                  </a:lnTo>
                  <a:lnTo>
                    <a:pt x="42365" y="333351"/>
                  </a:lnTo>
                  <a:lnTo>
                    <a:pt x="47678" y="332991"/>
                  </a:lnTo>
                  <a:lnTo>
                    <a:pt x="52977" y="332461"/>
                  </a:lnTo>
                  <a:lnTo>
                    <a:pt x="58256" y="331763"/>
                  </a:lnTo>
                  <a:lnTo>
                    <a:pt x="63510" y="330898"/>
                  </a:lnTo>
                  <a:lnTo>
                    <a:pt x="68734" y="329865"/>
                  </a:lnTo>
                  <a:lnTo>
                    <a:pt x="73922" y="328666"/>
                  </a:lnTo>
                  <a:lnTo>
                    <a:pt x="79070" y="327303"/>
                  </a:lnTo>
                  <a:lnTo>
                    <a:pt x="84171" y="325777"/>
                  </a:lnTo>
                  <a:lnTo>
                    <a:pt x="89222" y="324089"/>
                  </a:lnTo>
                  <a:lnTo>
                    <a:pt x="94216" y="322241"/>
                  </a:lnTo>
                  <a:lnTo>
                    <a:pt x="99149" y="320234"/>
                  </a:lnTo>
                  <a:lnTo>
                    <a:pt x="104015" y="318072"/>
                  </a:lnTo>
                  <a:lnTo>
                    <a:pt x="108810" y="315756"/>
                  </a:lnTo>
                  <a:lnTo>
                    <a:pt x="113528" y="313288"/>
                  </a:lnTo>
                  <a:lnTo>
                    <a:pt x="118166" y="310671"/>
                  </a:lnTo>
                  <a:lnTo>
                    <a:pt x="122718" y="307908"/>
                  </a:lnTo>
                  <a:lnTo>
                    <a:pt x="127180" y="305001"/>
                  </a:lnTo>
                  <a:lnTo>
                    <a:pt x="131547" y="301954"/>
                  </a:lnTo>
                  <a:lnTo>
                    <a:pt x="135814" y="298769"/>
                  </a:lnTo>
                  <a:lnTo>
                    <a:pt x="139978" y="295450"/>
                  </a:lnTo>
                  <a:lnTo>
                    <a:pt x="144034" y="291999"/>
                  </a:lnTo>
                  <a:lnTo>
                    <a:pt x="147979" y="288422"/>
                  </a:lnTo>
                  <a:lnTo>
                    <a:pt x="151807" y="284720"/>
                  </a:lnTo>
                  <a:lnTo>
                    <a:pt x="155515" y="280899"/>
                  </a:lnTo>
                  <a:lnTo>
                    <a:pt x="159100" y="276961"/>
                  </a:lnTo>
                  <a:lnTo>
                    <a:pt x="162558" y="272911"/>
                  </a:lnTo>
                  <a:lnTo>
                    <a:pt x="165884" y="268753"/>
                  </a:lnTo>
                  <a:lnTo>
                    <a:pt x="169077" y="264492"/>
                  </a:lnTo>
                  <a:lnTo>
                    <a:pt x="172132" y="260130"/>
                  </a:lnTo>
                  <a:lnTo>
                    <a:pt x="175047" y="255674"/>
                  </a:lnTo>
                  <a:lnTo>
                    <a:pt x="177819" y="251127"/>
                  </a:lnTo>
                  <a:lnTo>
                    <a:pt x="180444" y="246494"/>
                  </a:lnTo>
                  <a:lnTo>
                    <a:pt x="182920" y="241780"/>
                  </a:lnTo>
                  <a:lnTo>
                    <a:pt x="185245" y="236989"/>
                  </a:lnTo>
                  <a:lnTo>
                    <a:pt x="187416" y="232127"/>
                  </a:lnTo>
                  <a:lnTo>
                    <a:pt x="189432" y="227198"/>
                  </a:lnTo>
                  <a:lnTo>
                    <a:pt x="191289" y="222207"/>
                  </a:lnTo>
                  <a:lnTo>
                    <a:pt x="192986" y="217160"/>
                  </a:lnTo>
                  <a:lnTo>
                    <a:pt x="194522" y="212061"/>
                  </a:lnTo>
                  <a:lnTo>
                    <a:pt x="195894" y="206916"/>
                  </a:lnTo>
                  <a:lnTo>
                    <a:pt x="197102" y="201729"/>
                  </a:lnTo>
                  <a:lnTo>
                    <a:pt x="198144" y="196507"/>
                  </a:lnTo>
                  <a:lnTo>
                    <a:pt x="199020" y="191255"/>
                  </a:lnTo>
                  <a:lnTo>
                    <a:pt x="199727" y="185977"/>
                  </a:lnTo>
                  <a:lnTo>
                    <a:pt x="200266" y="180679"/>
                  </a:lnTo>
                  <a:lnTo>
                    <a:pt x="200636" y="175367"/>
                  </a:lnTo>
                  <a:lnTo>
                    <a:pt x="200837" y="170046"/>
                  </a:lnTo>
                  <a:lnTo>
                    <a:pt x="200868" y="164721"/>
                  </a:lnTo>
                  <a:lnTo>
                    <a:pt x="200729" y="159398"/>
                  </a:lnTo>
                  <a:lnTo>
                    <a:pt x="200421" y="154081"/>
                  </a:lnTo>
                  <a:lnTo>
                    <a:pt x="199944" y="148778"/>
                  </a:lnTo>
                  <a:lnTo>
                    <a:pt x="199298" y="143492"/>
                  </a:lnTo>
                  <a:lnTo>
                    <a:pt x="198484" y="138230"/>
                  </a:lnTo>
                  <a:lnTo>
                    <a:pt x="197503" y="132996"/>
                  </a:lnTo>
                  <a:lnTo>
                    <a:pt x="196356" y="127796"/>
                  </a:lnTo>
                  <a:lnTo>
                    <a:pt x="195044" y="122635"/>
                  </a:lnTo>
                  <a:lnTo>
                    <a:pt x="193568" y="117518"/>
                  </a:lnTo>
                  <a:lnTo>
                    <a:pt x="191929" y="112452"/>
                  </a:lnTo>
                  <a:lnTo>
                    <a:pt x="190130" y="107440"/>
                  </a:lnTo>
                  <a:lnTo>
                    <a:pt x="188173" y="102487"/>
                  </a:lnTo>
                  <a:lnTo>
                    <a:pt x="186059" y="97600"/>
                  </a:lnTo>
                  <a:lnTo>
                    <a:pt x="183790" y="92783"/>
                  </a:lnTo>
                  <a:lnTo>
                    <a:pt x="181369" y="88040"/>
                  </a:lnTo>
                  <a:lnTo>
                    <a:pt x="178798" y="83377"/>
                  </a:lnTo>
                  <a:lnTo>
                    <a:pt x="176079" y="78798"/>
                  </a:lnTo>
                  <a:lnTo>
                    <a:pt x="173217" y="74307"/>
                  </a:lnTo>
                  <a:lnTo>
                    <a:pt x="170213" y="69911"/>
                  </a:lnTo>
                  <a:lnTo>
                    <a:pt x="167070" y="65612"/>
                  </a:lnTo>
                  <a:lnTo>
                    <a:pt x="163792" y="61415"/>
                  </a:lnTo>
                  <a:lnTo>
                    <a:pt x="160382" y="57326"/>
                  </a:lnTo>
                  <a:lnTo>
                    <a:pt x="156843" y="53346"/>
                  </a:lnTo>
                  <a:lnTo>
                    <a:pt x="153180" y="49482"/>
                  </a:lnTo>
                  <a:lnTo>
                    <a:pt x="149395" y="45736"/>
                  </a:lnTo>
                  <a:lnTo>
                    <a:pt x="145493" y="42112"/>
                  </a:lnTo>
                  <a:lnTo>
                    <a:pt x="141477" y="38615"/>
                  </a:lnTo>
                  <a:lnTo>
                    <a:pt x="137352" y="35248"/>
                  </a:lnTo>
                  <a:lnTo>
                    <a:pt x="133122" y="32013"/>
                  </a:lnTo>
                  <a:lnTo>
                    <a:pt x="128791" y="28915"/>
                  </a:lnTo>
                  <a:lnTo>
                    <a:pt x="124364" y="25956"/>
                  </a:lnTo>
                  <a:lnTo>
                    <a:pt x="119844" y="23140"/>
                  </a:lnTo>
                  <a:lnTo>
                    <a:pt x="115237" y="20469"/>
                  </a:lnTo>
                  <a:lnTo>
                    <a:pt x="110548" y="17947"/>
                  </a:lnTo>
                  <a:lnTo>
                    <a:pt x="105780" y="15575"/>
                  </a:lnTo>
                  <a:lnTo>
                    <a:pt x="100939" y="13356"/>
                  </a:lnTo>
                  <a:lnTo>
                    <a:pt x="96030" y="11292"/>
                  </a:lnTo>
                  <a:lnTo>
                    <a:pt x="91058" y="9386"/>
                  </a:lnTo>
                  <a:lnTo>
                    <a:pt x="86028" y="7639"/>
                  </a:lnTo>
                  <a:lnTo>
                    <a:pt x="80945" y="6053"/>
                  </a:lnTo>
                  <a:lnTo>
                    <a:pt x="75813" y="4630"/>
                  </a:lnTo>
                  <a:lnTo>
                    <a:pt x="70639" y="3371"/>
                  </a:lnTo>
                  <a:lnTo>
                    <a:pt x="65428" y="2277"/>
                  </a:lnTo>
                  <a:lnTo>
                    <a:pt x="60184" y="1350"/>
                  </a:lnTo>
                  <a:lnTo>
                    <a:pt x="54913" y="591"/>
                  </a:lnTo>
                  <a:lnTo>
                    <a:pt x="49621" y="0"/>
                  </a:lnTo>
                  <a:lnTo>
                    <a:pt x="33709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64501" y="1071028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76262" y="1322571"/>
              <a:ext cx="112457" cy="167167"/>
            </a:xfrm>
            <a:custGeom>
              <a:avLst/>
              <a:pathLst>
                <a:path w="112457" h="167167">
                  <a:moveTo>
                    <a:pt x="112457" y="0"/>
                  </a:moveTo>
                  <a:lnTo>
                    <a:pt x="106852" y="94"/>
                  </a:lnTo>
                  <a:lnTo>
                    <a:pt x="101252" y="375"/>
                  </a:lnTo>
                  <a:lnTo>
                    <a:pt x="95665" y="845"/>
                  </a:lnTo>
                  <a:lnTo>
                    <a:pt x="90097" y="1502"/>
                  </a:lnTo>
                  <a:lnTo>
                    <a:pt x="84554" y="2345"/>
                  </a:lnTo>
                  <a:lnTo>
                    <a:pt x="79043" y="3373"/>
                  </a:lnTo>
                  <a:lnTo>
                    <a:pt x="73569" y="4586"/>
                  </a:lnTo>
                  <a:lnTo>
                    <a:pt x="68139" y="5981"/>
                  </a:lnTo>
                  <a:lnTo>
                    <a:pt x="62759" y="7558"/>
                  </a:lnTo>
                  <a:lnTo>
                    <a:pt x="57434" y="9314"/>
                  </a:lnTo>
                  <a:lnTo>
                    <a:pt x="52172" y="11248"/>
                  </a:lnTo>
                  <a:lnTo>
                    <a:pt x="46977" y="13358"/>
                  </a:lnTo>
                  <a:lnTo>
                    <a:pt x="41856" y="15640"/>
                  </a:lnTo>
                  <a:lnTo>
                    <a:pt x="36814" y="18093"/>
                  </a:lnTo>
                  <a:lnTo>
                    <a:pt x="31858" y="20713"/>
                  </a:lnTo>
                  <a:lnTo>
                    <a:pt x="26992" y="23498"/>
                  </a:lnTo>
                  <a:lnTo>
                    <a:pt x="22222" y="26445"/>
                  </a:lnTo>
                  <a:lnTo>
                    <a:pt x="17554" y="29550"/>
                  </a:lnTo>
                  <a:lnTo>
                    <a:pt x="12993" y="32810"/>
                  </a:lnTo>
                  <a:lnTo>
                    <a:pt x="8543" y="36221"/>
                  </a:lnTo>
                  <a:lnTo>
                    <a:pt x="4210" y="39780"/>
                  </a:lnTo>
                  <a:lnTo>
                    <a:pt x="0" y="43481"/>
                  </a:lnTo>
                  <a:lnTo>
                    <a:pt x="1124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76262" y="1366053"/>
              <a:ext cx="112457" cy="123685"/>
            </a:xfrm>
            <a:custGeom>
              <a:avLst/>
              <a:pathLst>
                <a:path w="112457" h="123685">
                  <a:moveTo>
                    <a:pt x="0" y="0"/>
                  </a:moveTo>
                  <a:lnTo>
                    <a:pt x="112457" y="1236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321557" y="1353892"/>
              <a:ext cx="334329" cy="303005"/>
            </a:xfrm>
            <a:custGeom>
              <a:avLst/>
              <a:pathLst>
                <a:path w="334329" h="303005">
                  <a:moveTo>
                    <a:pt x="54705" y="12161"/>
                  </a:moveTo>
                  <a:lnTo>
                    <a:pt x="50834" y="15794"/>
                  </a:lnTo>
                  <a:lnTo>
                    <a:pt x="47080" y="19549"/>
                  </a:lnTo>
                  <a:lnTo>
                    <a:pt x="43447" y="23421"/>
                  </a:lnTo>
                  <a:lnTo>
                    <a:pt x="39939" y="27407"/>
                  </a:lnTo>
                  <a:lnTo>
                    <a:pt x="36560" y="31502"/>
                  </a:lnTo>
                  <a:lnTo>
                    <a:pt x="33312" y="35702"/>
                  </a:lnTo>
                  <a:lnTo>
                    <a:pt x="30199" y="40003"/>
                  </a:lnTo>
                  <a:lnTo>
                    <a:pt x="27224" y="44401"/>
                  </a:lnTo>
                  <a:lnTo>
                    <a:pt x="24391" y="48891"/>
                  </a:lnTo>
                  <a:lnTo>
                    <a:pt x="21702" y="53469"/>
                  </a:lnTo>
                  <a:lnTo>
                    <a:pt x="19159" y="58130"/>
                  </a:lnTo>
                  <a:lnTo>
                    <a:pt x="16766" y="62870"/>
                  </a:lnTo>
                  <a:lnTo>
                    <a:pt x="14524" y="67683"/>
                  </a:lnTo>
                  <a:lnTo>
                    <a:pt x="12436" y="72564"/>
                  </a:lnTo>
                  <a:lnTo>
                    <a:pt x="10505" y="77510"/>
                  </a:lnTo>
                  <a:lnTo>
                    <a:pt x="8731" y="82514"/>
                  </a:lnTo>
                  <a:lnTo>
                    <a:pt x="7117" y="87572"/>
                  </a:lnTo>
                  <a:lnTo>
                    <a:pt x="5665" y="92679"/>
                  </a:lnTo>
                  <a:lnTo>
                    <a:pt x="4375" y="97830"/>
                  </a:lnTo>
                  <a:lnTo>
                    <a:pt x="3250" y="103019"/>
                  </a:lnTo>
                  <a:lnTo>
                    <a:pt x="2290" y="108241"/>
                  </a:lnTo>
                  <a:lnTo>
                    <a:pt x="1497" y="113490"/>
                  </a:lnTo>
                  <a:lnTo>
                    <a:pt x="871" y="118763"/>
                  </a:lnTo>
                  <a:lnTo>
                    <a:pt x="412" y="124052"/>
                  </a:lnTo>
                  <a:lnTo>
                    <a:pt x="121" y="129354"/>
                  </a:lnTo>
                  <a:lnTo>
                    <a:pt x="0" y="134662"/>
                  </a:lnTo>
                  <a:lnTo>
                    <a:pt x="46" y="139971"/>
                  </a:lnTo>
                  <a:lnTo>
                    <a:pt x="261" y="145276"/>
                  </a:lnTo>
                  <a:lnTo>
                    <a:pt x="645" y="150572"/>
                  </a:lnTo>
                  <a:lnTo>
                    <a:pt x="1197" y="155852"/>
                  </a:lnTo>
                  <a:lnTo>
                    <a:pt x="1916" y="161113"/>
                  </a:lnTo>
                  <a:lnTo>
                    <a:pt x="2801" y="166348"/>
                  </a:lnTo>
                  <a:lnTo>
                    <a:pt x="3853" y="171552"/>
                  </a:lnTo>
                  <a:lnTo>
                    <a:pt x="5069" y="176720"/>
                  </a:lnTo>
                  <a:lnTo>
                    <a:pt x="6449" y="181847"/>
                  </a:lnTo>
                  <a:lnTo>
                    <a:pt x="7991" y="186928"/>
                  </a:lnTo>
                  <a:lnTo>
                    <a:pt x="9693" y="191957"/>
                  </a:lnTo>
                  <a:lnTo>
                    <a:pt x="11555" y="196929"/>
                  </a:lnTo>
                  <a:lnTo>
                    <a:pt x="13573" y="201840"/>
                  </a:lnTo>
                  <a:lnTo>
                    <a:pt x="15746" y="206684"/>
                  </a:lnTo>
                  <a:lnTo>
                    <a:pt x="18072" y="211457"/>
                  </a:lnTo>
                  <a:lnTo>
                    <a:pt x="20549" y="216154"/>
                  </a:lnTo>
                  <a:lnTo>
                    <a:pt x="23173" y="220769"/>
                  </a:lnTo>
                  <a:lnTo>
                    <a:pt x="25942" y="225299"/>
                  </a:lnTo>
                  <a:lnTo>
                    <a:pt x="28854" y="229739"/>
                  </a:lnTo>
                  <a:lnTo>
                    <a:pt x="31906" y="234084"/>
                  </a:lnTo>
                  <a:lnTo>
                    <a:pt x="35094" y="238329"/>
                  </a:lnTo>
                  <a:lnTo>
                    <a:pt x="38415" y="242472"/>
                  </a:lnTo>
                  <a:lnTo>
                    <a:pt x="41866" y="246507"/>
                  </a:lnTo>
                  <a:lnTo>
                    <a:pt x="45444" y="250430"/>
                  </a:lnTo>
                  <a:lnTo>
                    <a:pt x="49144" y="254238"/>
                  </a:lnTo>
                  <a:lnTo>
                    <a:pt x="52963" y="257926"/>
                  </a:lnTo>
                  <a:lnTo>
                    <a:pt x="56898" y="261491"/>
                  </a:lnTo>
                  <a:lnTo>
                    <a:pt x="60943" y="264929"/>
                  </a:lnTo>
                  <a:lnTo>
                    <a:pt x="65096" y="268237"/>
                  </a:lnTo>
                  <a:lnTo>
                    <a:pt x="69352" y="271412"/>
                  </a:lnTo>
                  <a:lnTo>
                    <a:pt x="73706" y="274450"/>
                  </a:lnTo>
                  <a:lnTo>
                    <a:pt x="78155" y="277348"/>
                  </a:lnTo>
                  <a:lnTo>
                    <a:pt x="82694" y="280103"/>
                  </a:lnTo>
                  <a:lnTo>
                    <a:pt x="87318" y="282713"/>
                  </a:lnTo>
                  <a:lnTo>
                    <a:pt x="92022" y="285174"/>
                  </a:lnTo>
                  <a:lnTo>
                    <a:pt x="96802" y="287485"/>
                  </a:lnTo>
                  <a:lnTo>
                    <a:pt x="101653" y="289643"/>
                  </a:lnTo>
                  <a:lnTo>
                    <a:pt x="106570" y="291646"/>
                  </a:lnTo>
                  <a:lnTo>
                    <a:pt x="111549" y="293492"/>
                  </a:lnTo>
                  <a:lnTo>
                    <a:pt x="116583" y="295178"/>
                  </a:lnTo>
                  <a:lnTo>
                    <a:pt x="121668" y="296704"/>
                  </a:lnTo>
                  <a:lnTo>
                    <a:pt x="126800" y="298068"/>
                  </a:lnTo>
                  <a:lnTo>
                    <a:pt x="131972" y="299268"/>
                  </a:lnTo>
                  <a:lnTo>
                    <a:pt x="137179" y="300303"/>
                  </a:lnTo>
                  <a:lnTo>
                    <a:pt x="142417" y="301172"/>
                  </a:lnTo>
                  <a:lnTo>
                    <a:pt x="147680" y="301875"/>
                  </a:lnTo>
                  <a:lnTo>
                    <a:pt x="152962" y="302410"/>
                  </a:lnTo>
                  <a:lnTo>
                    <a:pt x="158259" y="302777"/>
                  </a:lnTo>
                  <a:lnTo>
                    <a:pt x="163565" y="302975"/>
                  </a:lnTo>
                  <a:lnTo>
                    <a:pt x="168874" y="303005"/>
                  </a:lnTo>
                  <a:lnTo>
                    <a:pt x="174181" y="302866"/>
                  </a:lnTo>
                  <a:lnTo>
                    <a:pt x="179482" y="302559"/>
                  </a:lnTo>
                  <a:lnTo>
                    <a:pt x="184770" y="302084"/>
                  </a:lnTo>
                  <a:lnTo>
                    <a:pt x="190040" y="301441"/>
                  </a:lnTo>
                  <a:lnTo>
                    <a:pt x="195288" y="300631"/>
                  </a:lnTo>
                  <a:lnTo>
                    <a:pt x="200507" y="299655"/>
                  </a:lnTo>
                  <a:lnTo>
                    <a:pt x="205692" y="298513"/>
                  </a:lnTo>
                  <a:lnTo>
                    <a:pt x="210838" y="297208"/>
                  </a:lnTo>
                  <a:lnTo>
                    <a:pt x="215940" y="295739"/>
                  </a:lnTo>
                  <a:lnTo>
                    <a:pt x="220994" y="294110"/>
                  </a:lnTo>
                  <a:lnTo>
                    <a:pt x="225992" y="292320"/>
                  </a:lnTo>
                  <a:lnTo>
                    <a:pt x="230932" y="290373"/>
                  </a:lnTo>
                  <a:lnTo>
                    <a:pt x="235807" y="288270"/>
                  </a:lnTo>
                  <a:lnTo>
                    <a:pt x="240613" y="286013"/>
                  </a:lnTo>
                  <a:lnTo>
                    <a:pt x="245345" y="283605"/>
                  </a:lnTo>
                  <a:lnTo>
                    <a:pt x="249998" y="281047"/>
                  </a:lnTo>
                  <a:lnTo>
                    <a:pt x="254567" y="278344"/>
                  </a:lnTo>
                  <a:lnTo>
                    <a:pt x="259048" y="275496"/>
                  </a:lnTo>
                  <a:lnTo>
                    <a:pt x="263437" y="272508"/>
                  </a:lnTo>
                  <a:lnTo>
                    <a:pt x="267728" y="269381"/>
                  </a:lnTo>
                  <a:lnTo>
                    <a:pt x="271918" y="266120"/>
                  </a:lnTo>
                  <a:lnTo>
                    <a:pt x="276002" y="262728"/>
                  </a:lnTo>
                  <a:lnTo>
                    <a:pt x="279977" y="259207"/>
                  </a:lnTo>
                  <a:lnTo>
                    <a:pt x="283838" y="255563"/>
                  </a:lnTo>
                  <a:lnTo>
                    <a:pt x="287581" y="251797"/>
                  </a:lnTo>
                  <a:lnTo>
                    <a:pt x="291202" y="247914"/>
                  </a:lnTo>
                  <a:lnTo>
                    <a:pt x="294698" y="243919"/>
                  </a:lnTo>
                  <a:lnTo>
                    <a:pt x="298066" y="239814"/>
                  </a:lnTo>
                  <a:lnTo>
                    <a:pt x="301302" y="235604"/>
                  </a:lnTo>
                  <a:lnTo>
                    <a:pt x="304402" y="231294"/>
                  </a:lnTo>
                  <a:lnTo>
                    <a:pt x="307364" y="226888"/>
                  </a:lnTo>
                  <a:lnTo>
                    <a:pt x="310185" y="222390"/>
                  </a:lnTo>
                  <a:lnTo>
                    <a:pt x="312861" y="217804"/>
                  </a:lnTo>
                  <a:lnTo>
                    <a:pt x="315390" y="213136"/>
                  </a:lnTo>
                  <a:lnTo>
                    <a:pt x="317770" y="208389"/>
                  </a:lnTo>
                  <a:lnTo>
                    <a:pt x="319998" y="203570"/>
                  </a:lnTo>
                  <a:lnTo>
                    <a:pt x="322071" y="198682"/>
                  </a:lnTo>
                  <a:lnTo>
                    <a:pt x="323989" y="193731"/>
                  </a:lnTo>
                  <a:lnTo>
                    <a:pt x="325748" y="188722"/>
                  </a:lnTo>
                  <a:lnTo>
                    <a:pt x="327347" y="183659"/>
                  </a:lnTo>
                  <a:lnTo>
                    <a:pt x="328784" y="178548"/>
                  </a:lnTo>
                  <a:lnTo>
                    <a:pt x="330059" y="173394"/>
                  </a:lnTo>
                  <a:lnTo>
                    <a:pt x="331169" y="168201"/>
                  </a:lnTo>
                  <a:lnTo>
                    <a:pt x="332114" y="162977"/>
                  </a:lnTo>
                  <a:lnTo>
                    <a:pt x="332892" y="157725"/>
                  </a:lnTo>
                  <a:lnTo>
                    <a:pt x="333504" y="152451"/>
                  </a:lnTo>
                  <a:lnTo>
                    <a:pt x="333947" y="147160"/>
                  </a:lnTo>
                  <a:lnTo>
                    <a:pt x="334222" y="141857"/>
                  </a:lnTo>
                  <a:lnTo>
                    <a:pt x="334329" y="136549"/>
                  </a:lnTo>
                  <a:lnTo>
                    <a:pt x="334267" y="131240"/>
                  </a:lnTo>
                  <a:lnTo>
                    <a:pt x="334036" y="125936"/>
                  </a:lnTo>
                  <a:lnTo>
                    <a:pt x="333637" y="120641"/>
                  </a:lnTo>
                  <a:lnTo>
                    <a:pt x="333070" y="115362"/>
                  </a:lnTo>
                  <a:lnTo>
                    <a:pt x="332336" y="110104"/>
                  </a:lnTo>
                  <a:lnTo>
                    <a:pt x="331435" y="104871"/>
                  </a:lnTo>
                  <a:lnTo>
                    <a:pt x="330369" y="99670"/>
                  </a:lnTo>
                  <a:lnTo>
                    <a:pt x="329138" y="94505"/>
                  </a:lnTo>
                  <a:lnTo>
                    <a:pt x="327743" y="89382"/>
                  </a:lnTo>
                  <a:lnTo>
                    <a:pt x="326187" y="84306"/>
                  </a:lnTo>
                  <a:lnTo>
                    <a:pt x="324470" y="79282"/>
                  </a:lnTo>
                  <a:lnTo>
                    <a:pt x="322594" y="74315"/>
                  </a:lnTo>
                  <a:lnTo>
                    <a:pt x="320561" y="69410"/>
                  </a:lnTo>
                  <a:lnTo>
                    <a:pt x="318374" y="64572"/>
                  </a:lnTo>
                  <a:lnTo>
                    <a:pt x="316035" y="59806"/>
                  </a:lnTo>
                  <a:lnTo>
                    <a:pt x="313545" y="55117"/>
                  </a:lnTo>
                  <a:lnTo>
                    <a:pt x="310907" y="50509"/>
                  </a:lnTo>
                  <a:lnTo>
                    <a:pt x="308125" y="45987"/>
                  </a:lnTo>
                  <a:lnTo>
                    <a:pt x="305200" y="41556"/>
                  </a:lnTo>
                  <a:lnTo>
                    <a:pt x="302136" y="37220"/>
                  </a:lnTo>
                  <a:lnTo>
                    <a:pt x="298936" y="32983"/>
                  </a:lnTo>
                  <a:lnTo>
                    <a:pt x="295602" y="28850"/>
                  </a:lnTo>
                  <a:lnTo>
                    <a:pt x="292140" y="24825"/>
                  </a:lnTo>
                  <a:lnTo>
                    <a:pt x="288551" y="20912"/>
                  </a:lnTo>
                  <a:lnTo>
                    <a:pt x="284840" y="17115"/>
                  </a:lnTo>
                  <a:lnTo>
                    <a:pt x="281010" y="13438"/>
                  </a:lnTo>
                  <a:lnTo>
                    <a:pt x="277065" y="9885"/>
                  </a:lnTo>
                  <a:lnTo>
                    <a:pt x="273010" y="6458"/>
                  </a:lnTo>
                  <a:lnTo>
                    <a:pt x="268847" y="3162"/>
                  </a:lnTo>
                  <a:lnTo>
                    <a:pt x="264582" y="0"/>
                  </a:lnTo>
                  <a:lnTo>
                    <a:pt x="167163" y="1358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488720" y="1322571"/>
              <a:ext cx="97419" cy="167167"/>
            </a:xfrm>
            <a:custGeom>
              <a:avLst/>
              <a:pathLst>
                <a:path w="97419" h="167167">
                  <a:moveTo>
                    <a:pt x="97419" y="31320"/>
                  </a:moveTo>
                  <a:lnTo>
                    <a:pt x="92667" y="28035"/>
                  </a:lnTo>
                  <a:lnTo>
                    <a:pt x="87803" y="24916"/>
                  </a:lnTo>
                  <a:lnTo>
                    <a:pt x="82835" y="21966"/>
                  </a:lnTo>
                  <a:lnTo>
                    <a:pt x="77768" y="19191"/>
                  </a:lnTo>
                  <a:lnTo>
                    <a:pt x="72608" y="16592"/>
                  </a:lnTo>
                  <a:lnTo>
                    <a:pt x="67362" y="14173"/>
                  </a:lnTo>
                  <a:lnTo>
                    <a:pt x="62035" y="11936"/>
                  </a:lnTo>
                  <a:lnTo>
                    <a:pt x="56634" y="9885"/>
                  </a:lnTo>
                  <a:lnTo>
                    <a:pt x="51165" y="8022"/>
                  </a:lnTo>
                  <a:lnTo>
                    <a:pt x="45635" y="6349"/>
                  </a:lnTo>
                  <a:lnTo>
                    <a:pt x="40050" y="4868"/>
                  </a:lnTo>
                  <a:lnTo>
                    <a:pt x="34418" y="3581"/>
                  </a:lnTo>
                  <a:lnTo>
                    <a:pt x="28745" y="2489"/>
                  </a:lnTo>
                  <a:lnTo>
                    <a:pt x="23037" y="1595"/>
                  </a:lnTo>
                  <a:lnTo>
                    <a:pt x="17302" y="897"/>
                  </a:lnTo>
                  <a:lnTo>
                    <a:pt x="11546" y="399"/>
                  </a:lnTo>
                  <a:lnTo>
                    <a:pt x="5776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3644" y="1681503"/>
              <a:ext cx="82880" cy="167167"/>
            </a:xfrm>
            <a:custGeom>
              <a:avLst/>
              <a:pathLst>
                <a:path w="82880" h="167167">
                  <a:moveTo>
                    <a:pt x="82880" y="0"/>
                  </a:moveTo>
                  <a:lnTo>
                    <a:pt x="77100" y="99"/>
                  </a:lnTo>
                  <a:lnTo>
                    <a:pt x="71327" y="399"/>
                  </a:lnTo>
                  <a:lnTo>
                    <a:pt x="65568" y="898"/>
                  </a:lnTo>
                  <a:lnTo>
                    <a:pt x="59829" y="1596"/>
                  </a:lnTo>
                  <a:lnTo>
                    <a:pt x="54118" y="2492"/>
                  </a:lnTo>
                  <a:lnTo>
                    <a:pt x="48441" y="3585"/>
                  </a:lnTo>
                  <a:lnTo>
                    <a:pt x="42806" y="4874"/>
                  </a:lnTo>
                  <a:lnTo>
                    <a:pt x="37218" y="6357"/>
                  </a:lnTo>
                  <a:lnTo>
                    <a:pt x="31685" y="8032"/>
                  </a:lnTo>
                  <a:lnTo>
                    <a:pt x="26214" y="9897"/>
                  </a:lnTo>
                  <a:lnTo>
                    <a:pt x="20810" y="11950"/>
                  </a:lnTo>
                  <a:lnTo>
                    <a:pt x="15480" y="14189"/>
                  </a:lnTo>
                  <a:lnTo>
                    <a:pt x="10231" y="16611"/>
                  </a:lnTo>
                  <a:lnTo>
                    <a:pt x="5069" y="19213"/>
                  </a:lnTo>
                  <a:lnTo>
                    <a:pt x="0" y="21992"/>
                  </a:lnTo>
                  <a:lnTo>
                    <a:pt x="828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03644" y="1703495"/>
              <a:ext cx="82880" cy="145174"/>
            </a:xfrm>
            <a:custGeom>
              <a:avLst/>
              <a:pathLst>
                <a:path w="82880" h="145174">
                  <a:moveTo>
                    <a:pt x="0" y="0"/>
                  </a:moveTo>
                  <a:lnTo>
                    <a:pt x="82880" y="145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919361" y="1681503"/>
              <a:ext cx="334317" cy="334331"/>
            </a:xfrm>
            <a:custGeom>
              <a:avLst/>
              <a:pathLst>
                <a:path w="334317" h="334331">
                  <a:moveTo>
                    <a:pt x="84282" y="21992"/>
                  </a:moveTo>
                  <a:lnTo>
                    <a:pt x="79727" y="24690"/>
                  </a:lnTo>
                  <a:lnTo>
                    <a:pt x="75259" y="27530"/>
                  </a:lnTo>
                  <a:lnTo>
                    <a:pt x="70883" y="30510"/>
                  </a:lnTo>
                  <a:lnTo>
                    <a:pt x="66603" y="33628"/>
                  </a:lnTo>
                  <a:lnTo>
                    <a:pt x="62425" y="36879"/>
                  </a:lnTo>
                  <a:lnTo>
                    <a:pt x="58352" y="40261"/>
                  </a:lnTo>
                  <a:lnTo>
                    <a:pt x="54387" y="43771"/>
                  </a:lnTo>
                  <a:lnTo>
                    <a:pt x="50536" y="47404"/>
                  </a:lnTo>
                  <a:lnTo>
                    <a:pt x="46802" y="51157"/>
                  </a:lnTo>
                  <a:lnTo>
                    <a:pt x="43189" y="55027"/>
                  </a:lnTo>
                  <a:lnTo>
                    <a:pt x="39700" y="59009"/>
                  </a:lnTo>
                  <a:lnTo>
                    <a:pt x="36339" y="63100"/>
                  </a:lnTo>
                  <a:lnTo>
                    <a:pt x="33109" y="67295"/>
                  </a:lnTo>
                  <a:lnTo>
                    <a:pt x="30013" y="71590"/>
                  </a:lnTo>
                  <a:lnTo>
                    <a:pt x="27055" y="75981"/>
                  </a:lnTo>
                  <a:lnTo>
                    <a:pt x="24238" y="80464"/>
                  </a:lnTo>
                  <a:lnTo>
                    <a:pt x="21564" y="85033"/>
                  </a:lnTo>
                  <a:lnTo>
                    <a:pt x="19036" y="89685"/>
                  </a:lnTo>
                  <a:lnTo>
                    <a:pt x="16657" y="94415"/>
                  </a:lnTo>
                  <a:lnTo>
                    <a:pt x="14428" y="99218"/>
                  </a:lnTo>
                  <a:lnTo>
                    <a:pt x="12353" y="104088"/>
                  </a:lnTo>
                  <a:lnTo>
                    <a:pt x="10433" y="109022"/>
                  </a:lnTo>
                  <a:lnTo>
                    <a:pt x="8671" y="114015"/>
                  </a:lnTo>
                  <a:lnTo>
                    <a:pt x="7067" y="119061"/>
                  </a:lnTo>
                  <a:lnTo>
                    <a:pt x="5624" y="124155"/>
                  </a:lnTo>
                  <a:lnTo>
                    <a:pt x="4343" y="129292"/>
                  </a:lnTo>
                  <a:lnTo>
                    <a:pt x="3225" y="134467"/>
                  </a:lnTo>
                  <a:lnTo>
                    <a:pt x="2272" y="139675"/>
                  </a:lnTo>
                  <a:lnTo>
                    <a:pt x="1484" y="144910"/>
                  </a:lnTo>
                  <a:lnTo>
                    <a:pt x="862" y="150168"/>
                  </a:lnTo>
                  <a:lnTo>
                    <a:pt x="407" y="155443"/>
                  </a:lnTo>
                  <a:lnTo>
                    <a:pt x="120" y="160729"/>
                  </a:lnTo>
                  <a:lnTo>
                    <a:pt x="0" y="166022"/>
                  </a:lnTo>
                  <a:lnTo>
                    <a:pt x="47" y="171317"/>
                  </a:lnTo>
                  <a:lnTo>
                    <a:pt x="262" y="176607"/>
                  </a:lnTo>
                  <a:lnTo>
                    <a:pt x="645" y="181887"/>
                  </a:lnTo>
                  <a:lnTo>
                    <a:pt x="1195" y="187153"/>
                  </a:lnTo>
                  <a:lnTo>
                    <a:pt x="1911" y="192399"/>
                  </a:lnTo>
                  <a:lnTo>
                    <a:pt x="2793" y="197619"/>
                  </a:lnTo>
                  <a:lnTo>
                    <a:pt x="3839" y="202809"/>
                  </a:lnTo>
                  <a:lnTo>
                    <a:pt x="5050" y="207963"/>
                  </a:lnTo>
                  <a:lnTo>
                    <a:pt x="6423" y="213077"/>
                  </a:lnTo>
                  <a:lnTo>
                    <a:pt x="7958" y="218144"/>
                  </a:lnTo>
                  <a:lnTo>
                    <a:pt x="9652" y="223160"/>
                  </a:lnTo>
                  <a:lnTo>
                    <a:pt x="11504" y="228120"/>
                  </a:lnTo>
                  <a:lnTo>
                    <a:pt x="13512" y="233018"/>
                  </a:lnTo>
                  <a:lnTo>
                    <a:pt x="15675" y="237851"/>
                  </a:lnTo>
                  <a:lnTo>
                    <a:pt x="17989" y="242613"/>
                  </a:lnTo>
                  <a:lnTo>
                    <a:pt x="20453" y="247299"/>
                  </a:lnTo>
                  <a:lnTo>
                    <a:pt x="23064" y="251905"/>
                  </a:lnTo>
                  <a:lnTo>
                    <a:pt x="25820" y="256426"/>
                  </a:lnTo>
                  <a:lnTo>
                    <a:pt x="28717" y="260857"/>
                  </a:lnTo>
                  <a:lnTo>
                    <a:pt x="31754" y="265194"/>
                  </a:lnTo>
                  <a:lnTo>
                    <a:pt x="34926" y="269433"/>
                  </a:lnTo>
                  <a:lnTo>
                    <a:pt x="38231" y="273569"/>
                  </a:lnTo>
                  <a:lnTo>
                    <a:pt x="41665" y="277599"/>
                  </a:lnTo>
                  <a:lnTo>
                    <a:pt x="45225" y="281518"/>
                  </a:lnTo>
                  <a:lnTo>
                    <a:pt x="48907" y="285322"/>
                  </a:lnTo>
                  <a:lnTo>
                    <a:pt x="52708" y="289007"/>
                  </a:lnTo>
                  <a:lnTo>
                    <a:pt x="56624" y="292571"/>
                  </a:lnTo>
                  <a:lnTo>
                    <a:pt x="60651" y="296008"/>
                  </a:lnTo>
                  <a:lnTo>
                    <a:pt x="64784" y="299317"/>
                  </a:lnTo>
                  <a:lnTo>
                    <a:pt x="69020" y="302492"/>
                  </a:lnTo>
                  <a:lnTo>
                    <a:pt x="73355" y="305532"/>
                  </a:lnTo>
                  <a:lnTo>
                    <a:pt x="77784" y="308434"/>
                  </a:lnTo>
                  <a:lnTo>
                    <a:pt x="82302" y="311193"/>
                  </a:lnTo>
                  <a:lnTo>
                    <a:pt x="86906" y="313808"/>
                  </a:lnTo>
                  <a:lnTo>
                    <a:pt x="91590" y="316276"/>
                  </a:lnTo>
                  <a:lnTo>
                    <a:pt x="96349" y="318595"/>
                  </a:lnTo>
                  <a:lnTo>
                    <a:pt x="101180" y="320761"/>
                  </a:lnTo>
                  <a:lnTo>
                    <a:pt x="106077" y="322774"/>
                  </a:lnTo>
                  <a:lnTo>
                    <a:pt x="111036" y="324630"/>
                  </a:lnTo>
                  <a:lnTo>
                    <a:pt x="116050" y="326329"/>
                  </a:lnTo>
                  <a:lnTo>
                    <a:pt x="121116" y="327867"/>
                  </a:lnTo>
                  <a:lnTo>
                    <a:pt x="126228" y="329245"/>
                  </a:lnTo>
                  <a:lnTo>
                    <a:pt x="131381" y="330460"/>
                  </a:lnTo>
                  <a:lnTo>
                    <a:pt x="136570" y="331511"/>
                  </a:lnTo>
                  <a:lnTo>
                    <a:pt x="141790" y="332398"/>
                  </a:lnTo>
                  <a:lnTo>
                    <a:pt x="147035" y="333118"/>
                  </a:lnTo>
                  <a:lnTo>
                    <a:pt x="152301" y="333672"/>
                  </a:lnTo>
                  <a:lnTo>
                    <a:pt x="157581" y="334060"/>
                  </a:lnTo>
                  <a:lnTo>
                    <a:pt x="162871" y="334279"/>
                  </a:lnTo>
                  <a:lnTo>
                    <a:pt x="168165" y="334331"/>
                  </a:lnTo>
                  <a:lnTo>
                    <a:pt x="173458" y="334216"/>
                  </a:lnTo>
                  <a:lnTo>
                    <a:pt x="178745" y="333933"/>
                  </a:lnTo>
                  <a:lnTo>
                    <a:pt x="184020" y="333482"/>
                  </a:lnTo>
                  <a:lnTo>
                    <a:pt x="189278" y="332865"/>
                  </a:lnTo>
                  <a:lnTo>
                    <a:pt x="194515" y="332082"/>
                  </a:lnTo>
                  <a:lnTo>
                    <a:pt x="199723" y="331133"/>
                  </a:lnTo>
                  <a:lnTo>
                    <a:pt x="204899" y="330019"/>
                  </a:lnTo>
                  <a:lnTo>
                    <a:pt x="210038" y="328743"/>
                  </a:lnTo>
                  <a:lnTo>
                    <a:pt x="215133" y="327304"/>
                  </a:lnTo>
                  <a:lnTo>
                    <a:pt x="220180" y="325705"/>
                  </a:lnTo>
                  <a:lnTo>
                    <a:pt x="225174" y="323946"/>
                  </a:lnTo>
                  <a:lnTo>
                    <a:pt x="230109" y="322030"/>
                  </a:lnTo>
                  <a:lnTo>
                    <a:pt x="234982" y="319959"/>
                  </a:lnTo>
                  <a:lnTo>
                    <a:pt x="239786" y="317735"/>
                  </a:lnTo>
                  <a:lnTo>
                    <a:pt x="244518" y="315360"/>
                  </a:lnTo>
                  <a:lnTo>
                    <a:pt x="249172" y="312836"/>
                  </a:lnTo>
                  <a:lnTo>
                    <a:pt x="253744" y="310166"/>
                  </a:lnTo>
                  <a:lnTo>
                    <a:pt x="258229" y="307352"/>
                  </a:lnTo>
                  <a:lnTo>
                    <a:pt x="262623" y="304398"/>
                  </a:lnTo>
                  <a:lnTo>
                    <a:pt x="266921" y="301306"/>
                  </a:lnTo>
                  <a:lnTo>
                    <a:pt x="271118" y="298080"/>
                  </a:lnTo>
                  <a:lnTo>
                    <a:pt x="275212" y="294722"/>
                  </a:lnTo>
                  <a:lnTo>
                    <a:pt x="279197" y="291237"/>
                  </a:lnTo>
                  <a:lnTo>
                    <a:pt x="283070" y="287627"/>
                  </a:lnTo>
                  <a:lnTo>
                    <a:pt x="286826" y="283896"/>
                  </a:lnTo>
                  <a:lnTo>
                    <a:pt x="290463" y="280048"/>
                  </a:lnTo>
                  <a:lnTo>
                    <a:pt x="293976" y="276087"/>
                  </a:lnTo>
                  <a:lnTo>
                    <a:pt x="297361" y="272016"/>
                  </a:lnTo>
                  <a:lnTo>
                    <a:pt x="300616" y="267841"/>
                  </a:lnTo>
                  <a:lnTo>
                    <a:pt x="303737" y="263564"/>
                  </a:lnTo>
                  <a:lnTo>
                    <a:pt x="306722" y="259191"/>
                  </a:lnTo>
                  <a:lnTo>
                    <a:pt x="309566" y="254725"/>
                  </a:lnTo>
                  <a:lnTo>
                    <a:pt x="312267" y="250172"/>
                  </a:lnTo>
                  <a:lnTo>
                    <a:pt x="314823" y="245535"/>
                  </a:lnTo>
                  <a:lnTo>
                    <a:pt x="317230" y="240820"/>
                  </a:lnTo>
                  <a:lnTo>
                    <a:pt x="319488" y="236030"/>
                  </a:lnTo>
                  <a:lnTo>
                    <a:pt x="321592" y="231172"/>
                  </a:lnTo>
                  <a:lnTo>
                    <a:pt x="323541" y="226250"/>
                  </a:lnTo>
                  <a:lnTo>
                    <a:pt x="325334" y="221268"/>
                  </a:lnTo>
                  <a:lnTo>
                    <a:pt x="326968" y="216232"/>
                  </a:lnTo>
                  <a:lnTo>
                    <a:pt x="328441" y="211147"/>
                  </a:lnTo>
                  <a:lnTo>
                    <a:pt x="329753" y="206017"/>
                  </a:lnTo>
                  <a:lnTo>
                    <a:pt x="330902" y="200849"/>
                  </a:lnTo>
                  <a:lnTo>
                    <a:pt x="331887" y="195647"/>
                  </a:lnTo>
                  <a:lnTo>
                    <a:pt x="332706" y="190416"/>
                  </a:lnTo>
                  <a:lnTo>
                    <a:pt x="333359" y="185162"/>
                  </a:lnTo>
                  <a:lnTo>
                    <a:pt x="333846" y="179890"/>
                  </a:lnTo>
                  <a:lnTo>
                    <a:pt x="334165" y="174606"/>
                  </a:lnTo>
                  <a:lnTo>
                    <a:pt x="334317" y="169313"/>
                  </a:lnTo>
                  <a:lnTo>
                    <a:pt x="334301" y="164019"/>
                  </a:lnTo>
                  <a:lnTo>
                    <a:pt x="334117" y="158728"/>
                  </a:lnTo>
                  <a:lnTo>
                    <a:pt x="333766" y="153445"/>
                  </a:lnTo>
                  <a:lnTo>
                    <a:pt x="333248" y="148176"/>
                  </a:lnTo>
                  <a:lnTo>
                    <a:pt x="332564" y="142926"/>
                  </a:lnTo>
                  <a:lnTo>
                    <a:pt x="331713" y="137700"/>
                  </a:lnTo>
                  <a:lnTo>
                    <a:pt x="330697" y="132504"/>
                  </a:lnTo>
                  <a:lnTo>
                    <a:pt x="329518" y="127343"/>
                  </a:lnTo>
                  <a:lnTo>
                    <a:pt x="328175" y="122221"/>
                  </a:lnTo>
                  <a:lnTo>
                    <a:pt x="326671" y="117145"/>
                  </a:lnTo>
                  <a:lnTo>
                    <a:pt x="325007" y="112119"/>
                  </a:lnTo>
                  <a:lnTo>
                    <a:pt x="323184" y="107148"/>
                  </a:lnTo>
                  <a:lnTo>
                    <a:pt x="321206" y="102237"/>
                  </a:lnTo>
                  <a:lnTo>
                    <a:pt x="319072" y="97392"/>
                  </a:lnTo>
                  <a:lnTo>
                    <a:pt x="316786" y="92616"/>
                  </a:lnTo>
                  <a:lnTo>
                    <a:pt x="314351" y="87915"/>
                  </a:lnTo>
                  <a:lnTo>
                    <a:pt x="311767" y="83294"/>
                  </a:lnTo>
                  <a:lnTo>
                    <a:pt x="309038" y="78757"/>
                  </a:lnTo>
                  <a:lnTo>
                    <a:pt x="306168" y="74309"/>
                  </a:lnTo>
                  <a:lnTo>
                    <a:pt x="303157" y="69953"/>
                  </a:lnTo>
                  <a:lnTo>
                    <a:pt x="300011" y="65695"/>
                  </a:lnTo>
                  <a:lnTo>
                    <a:pt x="296731" y="61539"/>
                  </a:lnTo>
                  <a:lnTo>
                    <a:pt x="293321" y="57489"/>
                  </a:lnTo>
                  <a:lnTo>
                    <a:pt x="289784" y="53549"/>
                  </a:lnTo>
                  <a:lnTo>
                    <a:pt x="286125" y="49723"/>
                  </a:lnTo>
                  <a:lnTo>
                    <a:pt x="282346" y="46015"/>
                  </a:lnTo>
                  <a:lnTo>
                    <a:pt x="278452" y="42428"/>
                  </a:lnTo>
                  <a:lnTo>
                    <a:pt x="274446" y="38966"/>
                  </a:lnTo>
                  <a:lnTo>
                    <a:pt x="270332" y="35633"/>
                  </a:lnTo>
                  <a:lnTo>
                    <a:pt x="266115" y="32432"/>
                  </a:lnTo>
                  <a:lnTo>
                    <a:pt x="261799" y="29366"/>
                  </a:lnTo>
                  <a:lnTo>
                    <a:pt x="257387" y="26438"/>
                  </a:lnTo>
                  <a:lnTo>
                    <a:pt x="252886" y="23652"/>
                  </a:lnTo>
                  <a:lnTo>
                    <a:pt x="248298" y="21009"/>
                  </a:lnTo>
                  <a:lnTo>
                    <a:pt x="243629" y="18513"/>
                  </a:lnTo>
                  <a:lnTo>
                    <a:pt x="238883" y="16166"/>
                  </a:lnTo>
                  <a:lnTo>
                    <a:pt x="234065" y="13971"/>
                  </a:lnTo>
                  <a:lnTo>
                    <a:pt x="229180" y="11929"/>
                  </a:lnTo>
                  <a:lnTo>
                    <a:pt x="224233" y="10043"/>
                  </a:lnTo>
                  <a:lnTo>
                    <a:pt x="219229" y="8314"/>
                  </a:lnTo>
                  <a:lnTo>
                    <a:pt x="214172" y="6745"/>
                  </a:lnTo>
                  <a:lnTo>
                    <a:pt x="209068" y="5337"/>
                  </a:lnTo>
                  <a:lnTo>
                    <a:pt x="203923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8727" y="2126963"/>
              <a:ext cx="102560" cy="167167"/>
            </a:xfrm>
            <a:custGeom>
              <a:avLst/>
              <a:pathLst>
                <a:path w="102560" h="167167">
                  <a:moveTo>
                    <a:pt x="102560" y="0"/>
                  </a:moveTo>
                  <a:lnTo>
                    <a:pt x="97040" y="91"/>
                  </a:lnTo>
                  <a:lnTo>
                    <a:pt x="91526" y="364"/>
                  </a:lnTo>
                  <a:lnTo>
                    <a:pt x="86025" y="819"/>
                  </a:lnTo>
                  <a:lnTo>
                    <a:pt x="80541" y="1456"/>
                  </a:lnTo>
                  <a:lnTo>
                    <a:pt x="75081" y="2273"/>
                  </a:lnTo>
                  <a:lnTo>
                    <a:pt x="69651" y="3271"/>
                  </a:lnTo>
                  <a:lnTo>
                    <a:pt x="64258" y="4447"/>
                  </a:lnTo>
                  <a:lnTo>
                    <a:pt x="58906" y="5800"/>
                  </a:lnTo>
                  <a:lnTo>
                    <a:pt x="53601" y="7329"/>
                  </a:lnTo>
                  <a:lnTo>
                    <a:pt x="48350" y="9033"/>
                  </a:lnTo>
                  <a:lnTo>
                    <a:pt x="43158" y="10909"/>
                  </a:lnTo>
                  <a:lnTo>
                    <a:pt x="38031" y="12956"/>
                  </a:lnTo>
                  <a:lnTo>
                    <a:pt x="32974" y="15171"/>
                  </a:lnTo>
                  <a:lnTo>
                    <a:pt x="27993" y="17551"/>
                  </a:lnTo>
                  <a:lnTo>
                    <a:pt x="23094" y="20095"/>
                  </a:lnTo>
                  <a:lnTo>
                    <a:pt x="18281" y="22799"/>
                  </a:lnTo>
                  <a:lnTo>
                    <a:pt x="13560" y="25661"/>
                  </a:lnTo>
                  <a:lnTo>
                    <a:pt x="8936" y="28677"/>
                  </a:lnTo>
                  <a:lnTo>
                    <a:pt x="4414" y="31844"/>
                  </a:lnTo>
                  <a:lnTo>
                    <a:pt x="0" y="35158"/>
                  </a:lnTo>
                  <a:lnTo>
                    <a:pt x="10256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78727" y="2162122"/>
              <a:ext cx="102560" cy="132008"/>
            </a:xfrm>
            <a:custGeom>
              <a:avLst/>
              <a:pathLst>
                <a:path w="102560" h="132008">
                  <a:moveTo>
                    <a:pt x="0" y="0"/>
                  </a:moveTo>
                  <a:lnTo>
                    <a:pt x="102560" y="132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23" y="2127636"/>
              <a:ext cx="334329" cy="333643"/>
            </a:xfrm>
            <a:custGeom>
              <a:avLst/>
              <a:pathLst>
                <a:path w="334329" h="333643">
                  <a:moveTo>
                    <a:pt x="64603" y="34485"/>
                  </a:moveTo>
                  <a:lnTo>
                    <a:pt x="60481" y="37793"/>
                  </a:lnTo>
                  <a:lnTo>
                    <a:pt x="56466" y="41230"/>
                  </a:lnTo>
                  <a:lnTo>
                    <a:pt x="52562" y="44792"/>
                  </a:lnTo>
                  <a:lnTo>
                    <a:pt x="48772" y="48475"/>
                  </a:lnTo>
                  <a:lnTo>
                    <a:pt x="45100" y="52277"/>
                  </a:lnTo>
                  <a:lnTo>
                    <a:pt x="41551" y="56192"/>
                  </a:lnTo>
                  <a:lnTo>
                    <a:pt x="38127" y="60218"/>
                  </a:lnTo>
                  <a:lnTo>
                    <a:pt x="34832" y="64350"/>
                  </a:lnTo>
                  <a:lnTo>
                    <a:pt x="31669" y="68585"/>
                  </a:lnTo>
                  <a:lnTo>
                    <a:pt x="28642" y="72917"/>
                  </a:lnTo>
                  <a:lnTo>
                    <a:pt x="25753" y="77342"/>
                  </a:lnTo>
                  <a:lnTo>
                    <a:pt x="23005" y="81857"/>
                  </a:lnTo>
                  <a:lnTo>
                    <a:pt x="20402" y="86457"/>
                  </a:lnTo>
                  <a:lnTo>
                    <a:pt x="17945" y="91136"/>
                  </a:lnTo>
                  <a:lnTo>
                    <a:pt x="15637" y="95891"/>
                  </a:lnTo>
                  <a:lnTo>
                    <a:pt x="13481" y="100716"/>
                  </a:lnTo>
                  <a:lnTo>
                    <a:pt x="11479" y="105607"/>
                  </a:lnTo>
                  <a:lnTo>
                    <a:pt x="9632" y="110559"/>
                  </a:lnTo>
                  <a:lnTo>
                    <a:pt x="7942" y="115566"/>
                  </a:lnTo>
                  <a:lnTo>
                    <a:pt x="6412" y="120625"/>
                  </a:lnTo>
                  <a:lnTo>
                    <a:pt x="5042" y="125729"/>
                  </a:lnTo>
                  <a:lnTo>
                    <a:pt x="3835" y="130875"/>
                  </a:lnTo>
                  <a:lnTo>
                    <a:pt x="2790" y="136056"/>
                  </a:lnTo>
                  <a:lnTo>
                    <a:pt x="1910" y="141267"/>
                  </a:lnTo>
                  <a:lnTo>
                    <a:pt x="1195" y="146503"/>
                  </a:lnTo>
                  <a:lnTo>
                    <a:pt x="646" y="151760"/>
                  </a:lnTo>
                  <a:lnTo>
                    <a:pt x="264" y="157031"/>
                  </a:lnTo>
                  <a:lnTo>
                    <a:pt x="48" y="162312"/>
                  </a:lnTo>
                  <a:lnTo>
                    <a:pt x="0" y="167596"/>
                  </a:lnTo>
                  <a:lnTo>
                    <a:pt x="118" y="172880"/>
                  </a:lnTo>
                  <a:lnTo>
                    <a:pt x="403" y="178158"/>
                  </a:lnTo>
                  <a:lnTo>
                    <a:pt x="855" y="183423"/>
                  </a:lnTo>
                  <a:lnTo>
                    <a:pt x="1474" y="188672"/>
                  </a:lnTo>
                  <a:lnTo>
                    <a:pt x="2257" y="193899"/>
                  </a:lnTo>
                  <a:lnTo>
                    <a:pt x="3206" y="199098"/>
                  </a:lnTo>
                  <a:lnTo>
                    <a:pt x="4319" y="204264"/>
                  </a:lnTo>
                  <a:lnTo>
                    <a:pt x="5594" y="209393"/>
                  </a:lnTo>
                  <a:lnTo>
                    <a:pt x="7031" y="214479"/>
                  </a:lnTo>
                  <a:lnTo>
                    <a:pt x="8628" y="219517"/>
                  </a:lnTo>
                  <a:lnTo>
                    <a:pt x="10383" y="224502"/>
                  </a:lnTo>
                  <a:lnTo>
                    <a:pt x="12295" y="229429"/>
                  </a:lnTo>
                  <a:lnTo>
                    <a:pt x="14362" y="234294"/>
                  </a:lnTo>
                  <a:lnTo>
                    <a:pt x="16582" y="239090"/>
                  </a:lnTo>
                  <a:lnTo>
                    <a:pt x="18952" y="243814"/>
                  </a:lnTo>
                  <a:lnTo>
                    <a:pt x="21470" y="248460"/>
                  </a:lnTo>
                  <a:lnTo>
                    <a:pt x="24134" y="253025"/>
                  </a:lnTo>
                  <a:lnTo>
                    <a:pt x="26941" y="257503"/>
                  </a:lnTo>
                  <a:lnTo>
                    <a:pt x="29888" y="261890"/>
                  </a:lnTo>
                  <a:lnTo>
                    <a:pt x="32972" y="266182"/>
                  </a:lnTo>
                  <a:lnTo>
                    <a:pt x="36190" y="270374"/>
                  </a:lnTo>
                  <a:lnTo>
                    <a:pt x="39540" y="274462"/>
                  </a:lnTo>
                  <a:lnTo>
                    <a:pt x="43017" y="278443"/>
                  </a:lnTo>
                  <a:lnTo>
                    <a:pt x="46617" y="282311"/>
                  </a:lnTo>
                  <a:lnTo>
                    <a:pt x="50339" y="286064"/>
                  </a:lnTo>
                  <a:lnTo>
                    <a:pt x="54177" y="289697"/>
                  </a:lnTo>
                  <a:lnTo>
                    <a:pt x="58128" y="293207"/>
                  </a:lnTo>
                  <a:lnTo>
                    <a:pt x="62188" y="296591"/>
                  </a:lnTo>
                  <a:lnTo>
                    <a:pt x="66353" y="299844"/>
                  </a:lnTo>
                  <a:lnTo>
                    <a:pt x="70619" y="302964"/>
                  </a:lnTo>
                  <a:lnTo>
                    <a:pt x="74981" y="305948"/>
                  </a:lnTo>
                  <a:lnTo>
                    <a:pt x="79436" y="308792"/>
                  </a:lnTo>
                  <a:lnTo>
                    <a:pt x="83978" y="311494"/>
                  </a:lnTo>
                  <a:lnTo>
                    <a:pt x="88603" y="314052"/>
                  </a:lnTo>
                  <a:lnTo>
                    <a:pt x="93307" y="316461"/>
                  </a:lnTo>
                  <a:lnTo>
                    <a:pt x="98084" y="318721"/>
                  </a:lnTo>
                  <a:lnTo>
                    <a:pt x="102931" y="320829"/>
                  </a:lnTo>
                  <a:lnTo>
                    <a:pt x="107842" y="322782"/>
                  </a:lnTo>
                  <a:lnTo>
                    <a:pt x="112812" y="324579"/>
                  </a:lnTo>
                  <a:lnTo>
                    <a:pt x="117836" y="326218"/>
                  </a:lnTo>
                  <a:lnTo>
                    <a:pt x="122910" y="327698"/>
                  </a:lnTo>
                  <a:lnTo>
                    <a:pt x="128028" y="329016"/>
                  </a:lnTo>
                  <a:lnTo>
                    <a:pt x="133185" y="330172"/>
                  </a:lnTo>
                  <a:lnTo>
                    <a:pt x="138376" y="331164"/>
                  </a:lnTo>
                  <a:lnTo>
                    <a:pt x="143596" y="331992"/>
                  </a:lnTo>
                  <a:lnTo>
                    <a:pt x="148840" y="332654"/>
                  </a:lnTo>
                  <a:lnTo>
                    <a:pt x="154101" y="333150"/>
                  </a:lnTo>
                  <a:lnTo>
                    <a:pt x="159376" y="333480"/>
                  </a:lnTo>
                  <a:lnTo>
                    <a:pt x="164659" y="333643"/>
                  </a:lnTo>
                  <a:lnTo>
                    <a:pt x="169944" y="333638"/>
                  </a:lnTo>
                  <a:lnTo>
                    <a:pt x="175226" y="333467"/>
                  </a:lnTo>
                  <a:lnTo>
                    <a:pt x="180500" y="333129"/>
                  </a:lnTo>
                  <a:lnTo>
                    <a:pt x="185761" y="332624"/>
                  </a:lnTo>
                  <a:lnTo>
                    <a:pt x="191003" y="331953"/>
                  </a:lnTo>
                  <a:lnTo>
                    <a:pt x="196222" y="331116"/>
                  </a:lnTo>
                  <a:lnTo>
                    <a:pt x="201411" y="330116"/>
                  </a:lnTo>
                  <a:lnTo>
                    <a:pt x="206566" y="328951"/>
                  </a:lnTo>
                  <a:lnTo>
                    <a:pt x="211682" y="327624"/>
                  </a:lnTo>
                  <a:lnTo>
                    <a:pt x="216753" y="326137"/>
                  </a:lnTo>
                  <a:lnTo>
                    <a:pt x="221775" y="324489"/>
                  </a:lnTo>
                  <a:lnTo>
                    <a:pt x="226742" y="322684"/>
                  </a:lnTo>
                  <a:lnTo>
                    <a:pt x="231650" y="320722"/>
                  </a:lnTo>
                  <a:lnTo>
                    <a:pt x="236493" y="318607"/>
                  </a:lnTo>
                  <a:lnTo>
                    <a:pt x="241267" y="316339"/>
                  </a:lnTo>
                  <a:lnTo>
                    <a:pt x="245967" y="313922"/>
                  </a:lnTo>
                  <a:lnTo>
                    <a:pt x="250588" y="311357"/>
                  </a:lnTo>
                  <a:lnTo>
                    <a:pt x="255125" y="308647"/>
                  </a:lnTo>
                  <a:lnTo>
                    <a:pt x="259575" y="305796"/>
                  </a:lnTo>
                  <a:lnTo>
                    <a:pt x="263932" y="302805"/>
                  </a:lnTo>
                  <a:lnTo>
                    <a:pt x="268193" y="299678"/>
                  </a:lnTo>
                  <a:lnTo>
                    <a:pt x="272353" y="296418"/>
                  </a:lnTo>
                  <a:lnTo>
                    <a:pt x="276407" y="293027"/>
                  </a:lnTo>
                  <a:lnTo>
                    <a:pt x="280353" y="289511"/>
                  </a:lnTo>
                  <a:lnTo>
                    <a:pt x="284185" y="285871"/>
                  </a:lnTo>
                  <a:lnTo>
                    <a:pt x="287900" y="282112"/>
                  </a:lnTo>
                  <a:lnTo>
                    <a:pt x="291494" y="278238"/>
                  </a:lnTo>
                  <a:lnTo>
                    <a:pt x="294965" y="274252"/>
                  </a:lnTo>
                  <a:lnTo>
                    <a:pt x="298307" y="270158"/>
                  </a:lnTo>
                  <a:lnTo>
                    <a:pt x="301519" y="265961"/>
                  </a:lnTo>
                  <a:lnTo>
                    <a:pt x="304596" y="261664"/>
                  </a:lnTo>
                  <a:lnTo>
                    <a:pt x="307536" y="257272"/>
                  </a:lnTo>
                  <a:lnTo>
                    <a:pt x="310335" y="252789"/>
                  </a:lnTo>
                  <a:lnTo>
                    <a:pt x="312991" y="248220"/>
                  </a:lnTo>
                  <a:lnTo>
                    <a:pt x="315502" y="243569"/>
                  </a:lnTo>
                  <a:lnTo>
                    <a:pt x="317864" y="238842"/>
                  </a:lnTo>
                  <a:lnTo>
                    <a:pt x="320076" y="234042"/>
                  </a:lnTo>
                  <a:lnTo>
                    <a:pt x="322135" y="229174"/>
                  </a:lnTo>
                  <a:lnTo>
                    <a:pt x="324039" y="224244"/>
                  </a:lnTo>
                  <a:lnTo>
                    <a:pt x="325786" y="219256"/>
                  </a:lnTo>
                  <a:lnTo>
                    <a:pt x="327375" y="214215"/>
                  </a:lnTo>
                  <a:lnTo>
                    <a:pt x="328803" y="209127"/>
                  </a:lnTo>
                  <a:lnTo>
                    <a:pt x="330070" y="203996"/>
                  </a:lnTo>
                  <a:lnTo>
                    <a:pt x="331174" y="198828"/>
                  </a:lnTo>
                  <a:lnTo>
                    <a:pt x="332114" y="193627"/>
                  </a:lnTo>
                  <a:lnTo>
                    <a:pt x="332889" y="188399"/>
                  </a:lnTo>
                  <a:lnTo>
                    <a:pt x="333499" y="183149"/>
                  </a:lnTo>
                  <a:lnTo>
                    <a:pt x="333942" y="177883"/>
                  </a:lnTo>
                  <a:lnTo>
                    <a:pt x="334219" y="172605"/>
                  </a:lnTo>
                  <a:lnTo>
                    <a:pt x="334329" y="167321"/>
                  </a:lnTo>
                  <a:lnTo>
                    <a:pt x="334271" y="162036"/>
                  </a:lnTo>
                  <a:lnTo>
                    <a:pt x="334047" y="156756"/>
                  </a:lnTo>
                  <a:lnTo>
                    <a:pt x="333656" y="151485"/>
                  </a:lnTo>
                  <a:lnTo>
                    <a:pt x="333098" y="146230"/>
                  </a:lnTo>
                  <a:lnTo>
                    <a:pt x="332374" y="140994"/>
                  </a:lnTo>
                  <a:lnTo>
                    <a:pt x="331486" y="135785"/>
                  </a:lnTo>
                  <a:lnTo>
                    <a:pt x="330433" y="130606"/>
                  </a:lnTo>
                  <a:lnTo>
                    <a:pt x="329217" y="125462"/>
                  </a:lnTo>
                  <a:lnTo>
                    <a:pt x="327839" y="120360"/>
                  </a:lnTo>
                  <a:lnTo>
                    <a:pt x="326300" y="115304"/>
                  </a:lnTo>
                  <a:lnTo>
                    <a:pt x="324602" y="110299"/>
                  </a:lnTo>
                  <a:lnTo>
                    <a:pt x="322747" y="105350"/>
                  </a:lnTo>
                  <a:lnTo>
                    <a:pt x="320737" y="100463"/>
                  </a:lnTo>
                  <a:lnTo>
                    <a:pt x="318573" y="95641"/>
                  </a:lnTo>
                  <a:lnTo>
                    <a:pt x="316257" y="90890"/>
                  </a:lnTo>
                  <a:lnTo>
                    <a:pt x="313793" y="86215"/>
                  </a:lnTo>
                  <a:lnTo>
                    <a:pt x="311182" y="81620"/>
                  </a:lnTo>
                  <a:lnTo>
                    <a:pt x="308427" y="77109"/>
                  </a:lnTo>
                  <a:lnTo>
                    <a:pt x="305531" y="72689"/>
                  </a:lnTo>
                  <a:lnTo>
                    <a:pt x="302496" y="68362"/>
                  </a:lnTo>
                  <a:lnTo>
                    <a:pt x="299326" y="64132"/>
                  </a:lnTo>
                  <a:lnTo>
                    <a:pt x="296025" y="60006"/>
                  </a:lnTo>
                  <a:lnTo>
                    <a:pt x="292594" y="55986"/>
                  </a:lnTo>
                  <a:lnTo>
                    <a:pt x="289038" y="52076"/>
                  </a:lnTo>
                  <a:lnTo>
                    <a:pt x="285360" y="48280"/>
                  </a:lnTo>
                  <a:lnTo>
                    <a:pt x="281564" y="44603"/>
                  </a:lnTo>
                  <a:lnTo>
                    <a:pt x="277654" y="41048"/>
                  </a:lnTo>
                  <a:lnTo>
                    <a:pt x="273633" y="37617"/>
                  </a:lnTo>
                  <a:lnTo>
                    <a:pt x="269506" y="34316"/>
                  </a:lnTo>
                  <a:lnTo>
                    <a:pt x="265276" y="31147"/>
                  </a:lnTo>
                  <a:lnTo>
                    <a:pt x="260949" y="28113"/>
                  </a:lnTo>
                  <a:lnTo>
                    <a:pt x="256528" y="25218"/>
                  </a:lnTo>
                  <a:lnTo>
                    <a:pt x="252017" y="22463"/>
                  </a:lnTo>
                  <a:lnTo>
                    <a:pt x="247422" y="19853"/>
                  </a:lnTo>
                  <a:lnTo>
                    <a:pt x="242746" y="17389"/>
                  </a:lnTo>
                  <a:lnTo>
                    <a:pt x="237995" y="15074"/>
                  </a:lnTo>
                  <a:lnTo>
                    <a:pt x="233173" y="12911"/>
                  </a:lnTo>
                  <a:lnTo>
                    <a:pt x="228285" y="10901"/>
                  </a:lnTo>
                  <a:lnTo>
                    <a:pt x="223336" y="9047"/>
                  </a:lnTo>
                  <a:lnTo>
                    <a:pt x="218331" y="7350"/>
                  </a:lnTo>
                  <a:lnTo>
                    <a:pt x="213274" y="5812"/>
                  </a:lnTo>
                  <a:lnTo>
                    <a:pt x="208172" y="4435"/>
                  </a:lnTo>
                  <a:lnTo>
                    <a:pt x="203028" y="3219"/>
                  </a:lnTo>
                  <a:lnTo>
                    <a:pt x="197849" y="2167"/>
                  </a:lnTo>
                  <a:lnTo>
                    <a:pt x="192639" y="1279"/>
                  </a:lnTo>
                  <a:lnTo>
                    <a:pt x="187404" y="556"/>
                  </a:lnTo>
                  <a:lnTo>
                    <a:pt x="182148" y="0"/>
                  </a:lnTo>
                  <a:lnTo>
                    <a:pt x="167163" y="1664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2126963"/>
              <a:ext cx="14984" cy="167167"/>
            </a:xfrm>
            <a:custGeom>
              <a:avLst/>
              <a:pathLst>
                <a:path w="14984" h="167167">
                  <a:moveTo>
                    <a:pt x="14984" y="67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423598" y="2633064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7" y="1347"/>
                  </a:lnTo>
                  <a:lnTo>
                    <a:pt x="140711" y="2103"/>
                  </a:lnTo>
                  <a:lnTo>
                    <a:pt x="135482" y="3026"/>
                  </a:lnTo>
                  <a:lnTo>
                    <a:pt x="130285" y="4115"/>
                  </a:lnTo>
                  <a:lnTo>
                    <a:pt x="125125" y="5368"/>
                  </a:lnTo>
                  <a:lnTo>
                    <a:pt x="120008" y="6784"/>
                  </a:lnTo>
                  <a:lnTo>
                    <a:pt x="114938" y="8362"/>
                  </a:lnTo>
                  <a:lnTo>
                    <a:pt x="109921" y="10101"/>
                  </a:lnTo>
                  <a:lnTo>
                    <a:pt x="104961" y="11998"/>
                  </a:lnTo>
                  <a:lnTo>
                    <a:pt x="100064" y="14051"/>
                  </a:lnTo>
                  <a:lnTo>
                    <a:pt x="95235" y="16259"/>
                  </a:lnTo>
                  <a:lnTo>
                    <a:pt x="90479" y="18619"/>
                  </a:lnTo>
                  <a:lnTo>
                    <a:pt x="85800" y="21129"/>
                  </a:lnTo>
                  <a:lnTo>
                    <a:pt x="81203" y="23786"/>
                  </a:lnTo>
                  <a:lnTo>
                    <a:pt x="76692" y="26588"/>
                  </a:lnTo>
                  <a:lnTo>
                    <a:pt x="72273" y="29532"/>
                  </a:lnTo>
                  <a:lnTo>
                    <a:pt x="67950" y="32615"/>
                  </a:lnTo>
                  <a:lnTo>
                    <a:pt x="63726" y="35833"/>
                  </a:lnTo>
                  <a:lnTo>
                    <a:pt x="59608" y="39184"/>
                  </a:lnTo>
                  <a:lnTo>
                    <a:pt x="55597" y="42664"/>
                  </a:lnTo>
                  <a:lnTo>
                    <a:pt x="51699" y="46270"/>
                  </a:lnTo>
                  <a:lnTo>
                    <a:pt x="47918" y="49997"/>
                  </a:lnTo>
                  <a:lnTo>
                    <a:pt x="44257" y="53843"/>
                  </a:lnTo>
                  <a:lnTo>
                    <a:pt x="40720" y="57803"/>
                  </a:lnTo>
                  <a:lnTo>
                    <a:pt x="37310" y="61874"/>
                  </a:lnTo>
                  <a:lnTo>
                    <a:pt x="34032" y="66051"/>
                  </a:lnTo>
                  <a:lnTo>
                    <a:pt x="30887" y="70330"/>
                  </a:lnTo>
                  <a:lnTo>
                    <a:pt x="27881" y="74706"/>
                  </a:lnTo>
                  <a:lnTo>
                    <a:pt x="25014" y="79176"/>
                  </a:lnTo>
                  <a:lnTo>
                    <a:pt x="22291" y="83734"/>
                  </a:lnTo>
                  <a:lnTo>
                    <a:pt x="19715" y="88377"/>
                  </a:lnTo>
                  <a:lnTo>
                    <a:pt x="17287" y="93099"/>
                  </a:lnTo>
                  <a:lnTo>
                    <a:pt x="15010" y="97896"/>
                  </a:lnTo>
                  <a:lnTo>
                    <a:pt x="12887" y="102763"/>
                  </a:lnTo>
                  <a:lnTo>
                    <a:pt x="10919" y="107695"/>
                  </a:lnTo>
                  <a:lnTo>
                    <a:pt x="9109" y="112687"/>
                  </a:lnTo>
                  <a:lnTo>
                    <a:pt x="7459" y="117734"/>
                  </a:lnTo>
                  <a:lnTo>
                    <a:pt x="5969" y="122830"/>
                  </a:lnTo>
                  <a:lnTo>
                    <a:pt x="4642" y="127972"/>
                  </a:lnTo>
                  <a:lnTo>
                    <a:pt x="3479" y="133153"/>
                  </a:lnTo>
                  <a:lnTo>
                    <a:pt x="2482" y="138368"/>
                  </a:lnTo>
                  <a:lnTo>
                    <a:pt x="1650" y="143612"/>
                  </a:lnTo>
                  <a:lnTo>
                    <a:pt x="986" y="148880"/>
                  </a:lnTo>
                  <a:lnTo>
                    <a:pt x="489" y="154167"/>
                  </a:lnTo>
                  <a:lnTo>
                    <a:pt x="160" y="159466"/>
                  </a:lnTo>
                  <a:lnTo>
                    <a:pt x="0" y="164774"/>
                  </a:lnTo>
                  <a:lnTo>
                    <a:pt x="8" y="170084"/>
                  </a:lnTo>
                  <a:lnTo>
                    <a:pt x="185" y="175390"/>
                  </a:lnTo>
                  <a:lnTo>
                    <a:pt x="530" y="180689"/>
                  </a:lnTo>
                  <a:lnTo>
                    <a:pt x="1044" y="185974"/>
                  </a:lnTo>
                  <a:lnTo>
                    <a:pt x="1725" y="191240"/>
                  </a:lnTo>
                  <a:lnTo>
                    <a:pt x="2573" y="196482"/>
                  </a:lnTo>
                  <a:lnTo>
                    <a:pt x="3587" y="201694"/>
                  </a:lnTo>
                  <a:lnTo>
                    <a:pt x="4766" y="206871"/>
                  </a:lnTo>
                  <a:lnTo>
                    <a:pt x="6109" y="212008"/>
                  </a:lnTo>
                  <a:lnTo>
                    <a:pt x="7614" y="217100"/>
                  </a:lnTo>
                  <a:lnTo>
                    <a:pt x="9280" y="222142"/>
                  </a:lnTo>
                  <a:lnTo>
                    <a:pt x="11106" y="227128"/>
                  </a:lnTo>
                  <a:lnTo>
                    <a:pt x="13089" y="232054"/>
                  </a:lnTo>
                  <a:lnTo>
                    <a:pt x="15228" y="236914"/>
                  </a:lnTo>
                  <a:lnTo>
                    <a:pt x="17519" y="241703"/>
                  </a:lnTo>
                  <a:lnTo>
                    <a:pt x="19962" y="246418"/>
                  </a:lnTo>
                  <a:lnTo>
                    <a:pt x="22553" y="251053"/>
                  </a:lnTo>
                  <a:lnTo>
                    <a:pt x="25290" y="255603"/>
                  </a:lnTo>
                  <a:lnTo>
                    <a:pt x="28171" y="260063"/>
                  </a:lnTo>
                  <a:lnTo>
                    <a:pt x="31191" y="264431"/>
                  </a:lnTo>
                  <a:lnTo>
                    <a:pt x="34349" y="268699"/>
                  </a:lnTo>
                  <a:lnTo>
                    <a:pt x="37640" y="272866"/>
                  </a:lnTo>
                  <a:lnTo>
                    <a:pt x="41063" y="276926"/>
                  </a:lnTo>
                  <a:lnTo>
                    <a:pt x="44612" y="280875"/>
                  </a:lnTo>
                  <a:lnTo>
                    <a:pt x="48285" y="284709"/>
                  </a:lnTo>
                  <a:lnTo>
                    <a:pt x="52078" y="288425"/>
                  </a:lnTo>
                  <a:lnTo>
                    <a:pt x="55988" y="292018"/>
                  </a:lnTo>
                  <a:lnTo>
                    <a:pt x="60009" y="295486"/>
                  </a:lnTo>
                  <a:lnTo>
                    <a:pt x="64138" y="298824"/>
                  </a:lnTo>
                  <a:lnTo>
                    <a:pt x="68372" y="302029"/>
                  </a:lnTo>
                  <a:lnTo>
                    <a:pt x="72705" y="305098"/>
                  </a:lnTo>
                  <a:lnTo>
                    <a:pt x="77133" y="308028"/>
                  </a:lnTo>
                  <a:lnTo>
                    <a:pt x="81652" y="310816"/>
                  </a:lnTo>
                  <a:lnTo>
                    <a:pt x="86257" y="313459"/>
                  </a:lnTo>
                  <a:lnTo>
                    <a:pt x="90944" y="315954"/>
                  </a:lnTo>
                  <a:lnTo>
                    <a:pt x="95708" y="318299"/>
                  </a:lnTo>
                  <a:lnTo>
                    <a:pt x="100544" y="320492"/>
                  </a:lnTo>
                  <a:lnTo>
                    <a:pt x="105447" y="322530"/>
                  </a:lnTo>
                  <a:lnTo>
                    <a:pt x="110413" y="324411"/>
                  </a:lnTo>
                  <a:lnTo>
                    <a:pt x="115435" y="326134"/>
                  </a:lnTo>
                  <a:lnTo>
                    <a:pt x="120510" y="327696"/>
                  </a:lnTo>
                  <a:lnTo>
                    <a:pt x="125632" y="329097"/>
                  </a:lnTo>
                  <a:lnTo>
                    <a:pt x="130796" y="330334"/>
                  </a:lnTo>
                  <a:lnTo>
                    <a:pt x="135996" y="331406"/>
                  </a:lnTo>
                  <a:lnTo>
                    <a:pt x="141228" y="332312"/>
                  </a:lnTo>
                  <a:lnTo>
                    <a:pt x="146486" y="333052"/>
                  </a:lnTo>
                  <a:lnTo>
                    <a:pt x="151765" y="333625"/>
                  </a:lnTo>
                  <a:lnTo>
                    <a:pt x="157059" y="334030"/>
                  </a:lnTo>
                  <a:lnTo>
                    <a:pt x="162364" y="334266"/>
                  </a:lnTo>
                  <a:lnTo>
                    <a:pt x="167673" y="334334"/>
                  </a:lnTo>
                  <a:lnTo>
                    <a:pt x="172982" y="334233"/>
                  </a:lnTo>
                  <a:lnTo>
                    <a:pt x="178285" y="333963"/>
                  </a:lnTo>
                  <a:lnTo>
                    <a:pt x="183577" y="333525"/>
                  </a:lnTo>
                  <a:lnTo>
                    <a:pt x="188852" y="332920"/>
                  </a:lnTo>
                  <a:lnTo>
                    <a:pt x="194105" y="332147"/>
                  </a:lnTo>
                  <a:lnTo>
                    <a:pt x="199331" y="331207"/>
                  </a:lnTo>
                  <a:lnTo>
                    <a:pt x="204525" y="330103"/>
                  </a:lnTo>
                  <a:lnTo>
                    <a:pt x="209681" y="328833"/>
                  </a:lnTo>
                  <a:lnTo>
                    <a:pt x="214794" y="327401"/>
                  </a:lnTo>
                  <a:lnTo>
                    <a:pt x="219859" y="325807"/>
                  </a:lnTo>
                  <a:lnTo>
                    <a:pt x="224871" y="324053"/>
                  </a:lnTo>
                  <a:lnTo>
                    <a:pt x="229824" y="322141"/>
                  </a:lnTo>
                  <a:lnTo>
                    <a:pt x="234714" y="320072"/>
                  </a:lnTo>
                  <a:lnTo>
                    <a:pt x="239537" y="317849"/>
                  </a:lnTo>
                  <a:lnTo>
                    <a:pt x="244286" y="315474"/>
                  </a:lnTo>
                  <a:lnTo>
                    <a:pt x="248957" y="312949"/>
                  </a:lnTo>
                  <a:lnTo>
                    <a:pt x="253546" y="310278"/>
                  </a:lnTo>
                  <a:lnTo>
                    <a:pt x="258047" y="307462"/>
                  </a:lnTo>
                  <a:lnTo>
                    <a:pt x="262457" y="304504"/>
                  </a:lnTo>
                  <a:lnTo>
                    <a:pt x="266771" y="301408"/>
                  </a:lnTo>
                  <a:lnTo>
                    <a:pt x="270984" y="298176"/>
                  </a:lnTo>
                  <a:lnTo>
                    <a:pt x="275092" y="294812"/>
                  </a:lnTo>
                  <a:lnTo>
                    <a:pt x="279092" y="291320"/>
                  </a:lnTo>
                  <a:lnTo>
                    <a:pt x="282978" y="287702"/>
                  </a:lnTo>
                  <a:lnTo>
                    <a:pt x="286748" y="283962"/>
                  </a:lnTo>
                  <a:lnTo>
                    <a:pt x="290397" y="280105"/>
                  </a:lnTo>
                  <a:lnTo>
                    <a:pt x="293922" y="276134"/>
                  </a:lnTo>
                  <a:lnTo>
                    <a:pt x="297319" y="272053"/>
                  </a:lnTo>
                  <a:lnTo>
                    <a:pt x="300584" y="267866"/>
                  </a:lnTo>
                  <a:lnTo>
                    <a:pt x="303715" y="263577"/>
                  </a:lnTo>
                  <a:lnTo>
                    <a:pt x="306708" y="259191"/>
                  </a:lnTo>
                  <a:lnTo>
                    <a:pt x="309560" y="254713"/>
                  </a:lnTo>
                  <a:lnTo>
                    <a:pt x="312269" y="250145"/>
                  </a:lnTo>
                  <a:lnTo>
                    <a:pt x="314831" y="245495"/>
                  </a:lnTo>
                  <a:lnTo>
                    <a:pt x="317244" y="240765"/>
                  </a:lnTo>
                  <a:lnTo>
                    <a:pt x="319506" y="235961"/>
                  </a:lnTo>
                  <a:lnTo>
                    <a:pt x="321614" y="231087"/>
                  </a:lnTo>
                  <a:lnTo>
                    <a:pt x="323566" y="226149"/>
                  </a:lnTo>
                  <a:lnTo>
                    <a:pt x="325360" y="221152"/>
                  </a:lnTo>
                  <a:lnTo>
                    <a:pt x="326995" y="216100"/>
                  </a:lnTo>
                  <a:lnTo>
                    <a:pt x="328469" y="210999"/>
                  </a:lnTo>
                  <a:lnTo>
                    <a:pt x="329779" y="205853"/>
                  </a:lnTo>
                  <a:lnTo>
                    <a:pt x="330926" y="200669"/>
                  </a:lnTo>
                  <a:lnTo>
                    <a:pt x="331907" y="195450"/>
                  </a:lnTo>
                  <a:lnTo>
                    <a:pt x="332722" y="190203"/>
                  </a:lnTo>
                  <a:lnTo>
                    <a:pt x="333370" y="184933"/>
                  </a:lnTo>
                  <a:lnTo>
                    <a:pt x="333851" y="179645"/>
                  </a:lnTo>
                  <a:lnTo>
                    <a:pt x="334163" y="174345"/>
                  </a:lnTo>
                  <a:lnTo>
                    <a:pt x="334307" y="169037"/>
                  </a:lnTo>
                  <a:lnTo>
                    <a:pt x="334282" y="163727"/>
                  </a:lnTo>
                  <a:lnTo>
                    <a:pt x="334088" y="158421"/>
                  </a:lnTo>
                  <a:lnTo>
                    <a:pt x="333726" y="153123"/>
                  </a:lnTo>
                  <a:lnTo>
                    <a:pt x="333196" y="147840"/>
                  </a:lnTo>
                  <a:lnTo>
                    <a:pt x="332499" y="14257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775640"/>
              <a:ext cx="165348" cy="24590"/>
            </a:xfrm>
            <a:custGeom>
              <a:avLst/>
              <a:pathLst>
                <a:path w="165348" h="24590">
                  <a:moveTo>
                    <a:pt x="165348" y="0"/>
                  </a:moveTo>
                  <a:lnTo>
                    <a:pt x="0" y="245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39061"/>
              <a:ext cx="165348" cy="161170"/>
            </a:xfrm>
            <a:custGeom>
              <a:avLst/>
              <a:pathLst>
                <a:path w="165348" h="161170">
                  <a:moveTo>
                    <a:pt x="165348" y="136579"/>
                  </a:moveTo>
                  <a:lnTo>
                    <a:pt x="164447" y="131140"/>
                  </a:lnTo>
                  <a:lnTo>
                    <a:pt x="163368" y="125732"/>
                  </a:lnTo>
                  <a:lnTo>
                    <a:pt x="162110" y="120364"/>
                  </a:lnTo>
                  <a:lnTo>
                    <a:pt x="160676" y="115040"/>
                  </a:lnTo>
                  <a:lnTo>
                    <a:pt x="159067" y="109766"/>
                  </a:lnTo>
                  <a:lnTo>
                    <a:pt x="157285" y="104548"/>
                  </a:lnTo>
                  <a:lnTo>
                    <a:pt x="155332" y="99391"/>
                  </a:lnTo>
                  <a:lnTo>
                    <a:pt x="153210" y="94302"/>
                  </a:lnTo>
                  <a:lnTo>
                    <a:pt x="150922" y="89286"/>
                  </a:lnTo>
                  <a:lnTo>
                    <a:pt x="148469" y="84347"/>
                  </a:lnTo>
                  <a:lnTo>
                    <a:pt x="145855" y="79493"/>
                  </a:lnTo>
                  <a:lnTo>
                    <a:pt x="143082" y="74727"/>
                  </a:lnTo>
                  <a:lnTo>
                    <a:pt x="140153" y="70055"/>
                  </a:lnTo>
                  <a:lnTo>
                    <a:pt x="137072" y="65482"/>
                  </a:lnTo>
                  <a:lnTo>
                    <a:pt x="133841" y="61014"/>
                  </a:lnTo>
                  <a:lnTo>
                    <a:pt x="130466" y="56654"/>
                  </a:lnTo>
                  <a:lnTo>
                    <a:pt x="126948" y="52408"/>
                  </a:lnTo>
                  <a:lnTo>
                    <a:pt x="123292" y="48281"/>
                  </a:lnTo>
                  <a:lnTo>
                    <a:pt x="119502" y="44276"/>
                  </a:lnTo>
                  <a:lnTo>
                    <a:pt x="115581" y="40399"/>
                  </a:lnTo>
                  <a:lnTo>
                    <a:pt x="111536" y="36652"/>
                  </a:lnTo>
                  <a:lnTo>
                    <a:pt x="107368" y="33042"/>
                  </a:lnTo>
                  <a:lnTo>
                    <a:pt x="103084" y="29571"/>
                  </a:lnTo>
                  <a:lnTo>
                    <a:pt x="98688" y="26242"/>
                  </a:lnTo>
                  <a:lnTo>
                    <a:pt x="94185" y="23061"/>
                  </a:lnTo>
                  <a:lnTo>
                    <a:pt x="89579" y="20030"/>
                  </a:lnTo>
                  <a:lnTo>
                    <a:pt x="84875" y="17153"/>
                  </a:lnTo>
                  <a:lnTo>
                    <a:pt x="80079" y="14432"/>
                  </a:lnTo>
                  <a:lnTo>
                    <a:pt x="75196" y="11871"/>
                  </a:lnTo>
                  <a:lnTo>
                    <a:pt x="70232" y="9472"/>
                  </a:lnTo>
                  <a:lnTo>
                    <a:pt x="65190" y="7238"/>
                  </a:lnTo>
                  <a:lnTo>
                    <a:pt x="60078" y="5172"/>
                  </a:lnTo>
                  <a:lnTo>
                    <a:pt x="54901" y="3275"/>
                  </a:lnTo>
                  <a:lnTo>
                    <a:pt x="49664" y="1551"/>
                  </a:lnTo>
                  <a:lnTo>
                    <a:pt x="44372" y="0"/>
                  </a:lnTo>
                  <a:lnTo>
                    <a:pt x="0" y="1611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90748" y="2633064"/>
              <a:ext cx="44372" cy="167167"/>
            </a:xfrm>
            <a:custGeom>
              <a:avLst/>
              <a:pathLst>
                <a:path w="44372" h="167167">
                  <a:moveTo>
                    <a:pt x="44372" y="5996"/>
                  </a:moveTo>
                  <a:lnTo>
                    <a:pt x="38156" y="4412"/>
                  </a:lnTo>
                  <a:lnTo>
                    <a:pt x="31882" y="3068"/>
                  </a:lnTo>
                  <a:lnTo>
                    <a:pt x="25562" y="1966"/>
                  </a:lnTo>
                  <a:lnTo>
                    <a:pt x="19205" y="1106"/>
                  </a:lnTo>
                  <a:lnTo>
                    <a:pt x="12819" y="492"/>
                  </a:lnTo>
                  <a:lnTo>
                    <a:pt x="6414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358829" y="3170392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1" y="4096"/>
                  </a:lnTo>
                  <a:lnTo>
                    <a:pt x="125223" y="5343"/>
                  </a:lnTo>
                  <a:lnTo>
                    <a:pt x="120116" y="6753"/>
                  </a:lnTo>
                  <a:lnTo>
                    <a:pt x="115057" y="8324"/>
                  </a:lnTo>
                  <a:lnTo>
                    <a:pt x="110050" y="10054"/>
                  </a:lnTo>
                  <a:lnTo>
                    <a:pt x="105101" y="11942"/>
                  </a:lnTo>
                  <a:lnTo>
                    <a:pt x="100214" y="13986"/>
                  </a:lnTo>
                  <a:lnTo>
                    <a:pt x="95394" y="16184"/>
                  </a:lnTo>
                  <a:lnTo>
                    <a:pt x="90646" y="18533"/>
                  </a:lnTo>
                  <a:lnTo>
                    <a:pt x="85975" y="21032"/>
                  </a:lnTo>
                  <a:lnTo>
                    <a:pt x="81385" y="23678"/>
                  </a:lnTo>
                  <a:lnTo>
                    <a:pt x="76882" y="26467"/>
                  </a:lnTo>
                  <a:lnTo>
                    <a:pt x="72469" y="29398"/>
                  </a:lnTo>
                  <a:lnTo>
                    <a:pt x="68151" y="32467"/>
                  </a:lnTo>
                  <a:lnTo>
                    <a:pt x="63933" y="35672"/>
                  </a:lnTo>
                  <a:lnTo>
                    <a:pt x="59819" y="39008"/>
                  </a:lnTo>
                  <a:lnTo>
                    <a:pt x="55812" y="42473"/>
                  </a:lnTo>
                  <a:lnTo>
                    <a:pt x="51917" y="46064"/>
                  </a:lnTo>
                  <a:lnTo>
                    <a:pt x="48137" y="49776"/>
                  </a:lnTo>
                  <a:lnTo>
                    <a:pt x="44478" y="53606"/>
                  </a:lnTo>
                  <a:lnTo>
                    <a:pt x="40941" y="57550"/>
                  </a:lnTo>
                  <a:lnTo>
                    <a:pt x="37531" y="61604"/>
                  </a:lnTo>
                  <a:lnTo>
                    <a:pt x="34251" y="65764"/>
                  </a:lnTo>
                  <a:lnTo>
                    <a:pt x="31105" y="70026"/>
                  </a:lnTo>
                  <a:lnTo>
                    <a:pt x="28095" y="74385"/>
                  </a:lnTo>
                  <a:lnTo>
                    <a:pt x="25225" y="78838"/>
                  </a:lnTo>
                  <a:lnTo>
                    <a:pt x="22498" y="83379"/>
                  </a:lnTo>
                  <a:lnTo>
                    <a:pt x="19916" y="88004"/>
                  </a:lnTo>
                  <a:lnTo>
                    <a:pt x="17481" y="92709"/>
                  </a:lnTo>
                  <a:lnTo>
                    <a:pt x="15197" y="97489"/>
                  </a:lnTo>
                  <a:lnTo>
                    <a:pt x="13066" y="102339"/>
                  </a:lnTo>
                  <a:lnTo>
                    <a:pt x="11089" y="107254"/>
                  </a:lnTo>
                  <a:lnTo>
                    <a:pt x="9269" y="112228"/>
                  </a:lnTo>
                  <a:lnTo>
                    <a:pt x="7608" y="117259"/>
                  </a:lnTo>
                  <a:lnTo>
                    <a:pt x="6107" y="122339"/>
                  </a:lnTo>
                  <a:lnTo>
                    <a:pt x="4767" y="127464"/>
                  </a:lnTo>
                  <a:lnTo>
                    <a:pt x="3591" y="132629"/>
                  </a:lnTo>
                  <a:lnTo>
                    <a:pt x="2578" y="137829"/>
                  </a:lnTo>
                  <a:lnTo>
                    <a:pt x="1731" y="143058"/>
                  </a:lnTo>
                  <a:lnTo>
                    <a:pt x="1051" y="148312"/>
                  </a:lnTo>
                  <a:lnTo>
                    <a:pt x="536" y="153584"/>
                  </a:lnTo>
                  <a:lnTo>
                    <a:pt x="190" y="158870"/>
                  </a:lnTo>
                  <a:lnTo>
                    <a:pt x="11" y="164164"/>
                  </a:lnTo>
                  <a:lnTo>
                    <a:pt x="0" y="169462"/>
                  </a:lnTo>
                  <a:lnTo>
                    <a:pt x="156" y="174757"/>
                  </a:lnTo>
                  <a:lnTo>
                    <a:pt x="480" y="180044"/>
                  </a:lnTo>
                  <a:lnTo>
                    <a:pt x="972" y="185319"/>
                  </a:lnTo>
                  <a:lnTo>
                    <a:pt x="1631" y="190575"/>
                  </a:lnTo>
                  <a:lnTo>
                    <a:pt x="2456" y="195808"/>
                  </a:lnTo>
                  <a:lnTo>
                    <a:pt x="3446" y="201012"/>
                  </a:lnTo>
                  <a:lnTo>
                    <a:pt x="4600" y="206182"/>
                  </a:lnTo>
                  <a:lnTo>
                    <a:pt x="5918" y="211313"/>
                  </a:lnTo>
                  <a:lnTo>
                    <a:pt x="7398" y="216399"/>
                  </a:lnTo>
                  <a:lnTo>
                    <a:pt x="9038" y="221437"/>
                  </a:lnTo>
                  <a:lnTo>
                    <a:pt x="10837" y="226419"/>
                  </a:lnTo>
                  <a:lnTo>
                    <a:pt x="12793" y="231342"/>
                  </a:lnTo>
                  <a:lnTo>
                    <a:pt x="14904" y="236201"/>
                  </a:lnTo>
                  <a:lnTo>
                    <a:pt x="17168" y="240990"/>
                  </a:lnTo>
                  <a:lnTo>
                    <a:pt x="19582" y="245705"/>
                  </a:lnTo>
                  <a:lnTo>
                    <a:pt x="22145" y="250342"/>
                  </a:lnTo>
                  <a:lnTo>
                    <a:pt x="24853" y="254895"/>
                  </a:lnTo>
                  <a:lnTo>
                    <a:pt x="27704" y="259359"/>
                  </a:lnTo>
                  <a:lnTo>
                    <a:pt x="30695" y="263731"/>
                  </a:lnTo>
                  <a:lnTo>
                    <a:pt x="33823" y="268007"/>
                  </a:lnTo>
                  <a:lnTo>
                    <a:pt x="37085" y="272180"/>
                  </a:lnTo>
                  <a:lnTo>
                    <a:pt x="40478" y="276249"/>
                  </a:lnTo>
                  <a:lnTo>
                    <a:pt x="43998" y="280208"/>
                  </a:lnTo>
                  <a:lnTo>
                    <a:pt x="47641" y="284053"/>
                  </a:lnTo>
                  <a:lnTo>
                    <a:pt x="51405" y="287781"/>
                  </a:lnTo>
                  <a:lnTo>
                    <a:pt x="55285" y="291388"/>
                  </a:lnTo>
                  <a:lnTo>
                    <a:pt x="59277" y="294870"/>
                  </a:lnTo>
                  <a:lnTo>
                    <a:pt x="63377" y="298224"/>
                  </a:lnTo>
                  <a:lnTo>
                    <a:pt x="67582" y="301446"/>
                  </a:lnTo>
                  <a:lnTo>
                    <a:pt x="71887" y="304534"/>
                  </a:lnTo>
                  <a:lnTo>
                    <a:pt x="76287" y="307483"/>
                  </a:lnTo>
                  <a:lnTo>
                    <a:pt x="80779" y="310292"/>
                  </a:lnTo>
                  <a:lnTo>
                    <a:pt x="85357" y="312957"/>
                  </a:lnTo>
                  <a:lnTo>
                    <a:pt x="90017" y="315475"/>
                  </a:lnTo>
                  <a:lnTo>
                    <a:pt x="94755" y="317845"/>
                  </a:lnTo>
                  <a:lnTo>
                    <a:pt x="99566" y="320063"/>
                  </a:lnTo>
                  <a:lnTo>
                    <a:pt x="104444" y="322128"/>
                  </a:lnTo>
                  <a:lnTo>
                    <a:pt x="109386" y="324037"/>
                  </a:lnTo>
                  <a:lnTo>
                    <a:pt x="114385" y="325788"/>
                  </a:lnTo>
                  <a:lnTo>
                    <a:pt x="119438" y="327380"/>
                  </a:lnTo>
                  <a:lnTo>
                    <a:pt x="124538" y="328812"/>
                  </a:lnTo>
                  <a:lnTo>
                    <a:pt x="129681" y="330081"/>
                  </a:lnTo>
                  <a:lnTo>
                    <a:pt x="134862" y="331186"/>
                  </a:lnTo>
                  <a:lnTo>
                    <a:pt x="140075" y="332127"/>
                  </a:lnTo>
                  <a:lnTo>
                    <a:pt x="145316" y="332902"/>
                  </a:lnTo>
                  <a:lnTo>
                    <a:pt x="150578" y="333511"/>
                  </a:lnTo>
                  <a:lnTo>
                    <a:pt x="155857" y="333952"/>
                  </a:lnTo>
                  <a:lnTo>
                    <a:pt x="161147" y="334227"/>
                  </a:lnTo>
                  <a:lnTo>
                    <a:pt x="166444" y="334333"/>
                  </a:lnTo>
                  <a:lnTo>
                    <a:pt x="171741" y="334271"/>
                  </a:lnTo>
                  <a:lnTo>
                    <a:pt x="177033" y="334042"/>
                  </a:lnTo>
                  <a:lnTo>
                    <a:pt x="182315" y="333645"/>
                  </a:lnTo>
                  <a:lnTo>
                    <a:pt x="187583" y="333081"/>
                  </a:lnTo>
                  <a:lnTo>
                    <a:pt x="192830" y="332350"/>
                  </a:lnTo>
                  <a:lnTo>
                    <a:pt x="198051" y="331454"/>
                  </a:lnTo>
                  <a:lnTo>
                    <a:pt x="203240" y="330392"/>
                  </a:lnTo>
                  <a:lnTo>
                    <a:pt x="208394" y="329167"/>
                  </a:lnTo>
                  <a:lnTo>
                    <a:pt x="213506" y="327779"/>
                  </a:lnTo>
                  <a:lnTo>
                    <a:pt x="218572" y="326229"/>
                  </a:lnTo>
                  <a:lnTo>
                    <a:pt x="223586" y="324520"/>
                  </a:lnTo>
                  <a:lnTo>
                    <a:pt x="228544" y="322653"/>
                  </a:lnTo>
                  <a:lnTo>
                    <a:pt x="233440" y="320630"/>
                  </a:lnTo>
                  <a:lnTo>
                    <a:pt x="238269" y="318452"/>
                  </a:lnTo>
                  <a:lnTo>
                    <a:pt x="243027" y="316123"/>
                  </a:lnTo>
                  <a:lnTo>
                    <a:pt x="247708" y="313644"/>
                  </a:lnTo>
                  <a:lnTo>
                    <a:pt x="252309" y="311018"/>
                  </a:lnTo>
                  <a:lnTo>
                    <a:pt x="256824" y="308248"/>
                  </a:lnTo>
                  <a:lnTo>
                    <a:pt x="261249" y="305335"/>
                  </a:lnTo>
                  <a:lnTo>
                    <a:pt x="265580" y="302285"/>
                  </a:lnTo>
                  <a:lnTo>
                    <a:pt x="269812" y="299098"/>
                  </a:lnTo>
                  <a:lnTo>
                    <a:pt x="273940" y="295779"/>
                  </a:lnTo>
                  <a:lnTo>
                    <a:pt x="277962" y="292331"/>
                  </a:lnTo>
                  <a:lnTo>
                    <a:pt x="281872" y="288757"/>
                  </a:lnTo>
                  <a:lnTo>
                    <a:pt x="285667" y="285061"/>
                  </a:lnTo>
                  <a:lnTo>
                    <a:pt x="289343" y="281246"/>
                  </a:lnTo>
                  <a:lnTo>
                    <a:pt x="292896" y="277317"/>
                  </a:lnTo>
                  <a:lnTo>
                    <a:pt x="296323" y="273278"/>
                  </a:lnTo>
                  <a:lnTo>
                    <a:pt x="299621" y="269132"/>
                  </a:lnTo>
                  <a:lnTo>
                    <a:pt x="302785" y="264883"/>
                  </a:lnTo>
                  <a:lnTo>
                    <a:pt x="305813" y="260537"/>
                  </a:lnTo>
                  <a:lnTo>
                    <a:pt x="308702" y="256096"/>
                  </a:lnTo>
                  <a:lnTo>
                    <a:pt x="311448" y="251566"/>
                  </a:lnTo>
                  <a:lnTo>
                    <a:pt x="314050" y="246952"/>
                  </a:lnTo>
                  <a:lnTo>
                    <a:pt x="316504" y="242257"/>
                  </a:lnTo>
                  <a:lnTo>
                    <a:pt x="318809" y="237487"/>
                  </a:lnTo>
                  <a:lnTo>
                    <a:pt x="320961" y="232647"/>
                  </a:lnTo>
                  <a:lnTo>
                    <a:pt x="322958" y="227741"/>
                  </a:lnTo>
                  <a:lnTo>
                    <a:pt x="324799" y="222773"/>
                  </a:lnTo>
                  <a:lnTo>
                    <a:pt x="326482" y="217750"/>
                  </a:lnTo>
                  <a:lnTo>
                    <a:pt x="328005" y="212676"/>
                  </a:lnTo>
                  <a:lnTo>
                    <a:pt x="329366" y="207557"/>
                  </a:lnTo>
                  <a:lnTo>
                    <a:pt x="330564" y="202397"/>
                  </a:lnTo>
                  <a:lnTo>
                    <a:pt x="331598" y="197201"/>
                  </a:lnTo>
                  <a:lnTo>
                    <a:pt x="332467" y="191976"/>
                  </a:lnTo>
                  <a:lnTo>
                    <a:pt x="333171" y="186725"/>
                  </a:lnTo>
                  <a:lnTo>
                    <a:pt x="333707" y="181455"/>
                  </a:lnTo>
                  <a:lnTo>
                    <a:pt x="334076" y="176171"/>
                  </a:lnTo>
                  <a:lnTo>
                    <a:pt x="334277" y="170877"/>
                  </a:lnTo>
                  <a:lnTo>
                    <a:pt x="334311" y="165580"/>
                  </a:lnTo>
                  <a:lnTo>
                    <a:pt x="334177" y="160284"/>
                  </a:lnTo>
                  <a:lnTo>
                    <a:pt x="333875" y="154995"/>
                  </a:lnTo>
                  <a:lnTo>
                    <a:pt x="333406" y="149719"/>
                  </a:lnTo>
                  <a:lnTo>
                    <a:pt x="332769" y="144460"/>
                  </a:lnTo>
                  <a:lnTo>
                    <a:pt x="331967" y="139223"/>
                  </a:lnTo>
                  <a:lnTo>
                    <a:pt x="330998" y="134015"/>
                  </a:lnTo>
                  <a:lnTo>
                    <a:pt x="329866" y="128840"/>
                  </a:lnTo>
                  <a:lnTo>
                    <a:pt x="328570" y="123704"/>
                  </a:lnTo>
                  <a:lnTo>
                    <a:pt x="327111" y="118611"/>
                  </a:lnTo>
                  <a:lnTo>
                    <a:pt x="325493" y="113567"/>
                  </a:lnTo>
                  <a:lnTo>
                    <a:pt x="323715" y="108577"/>
                  </a:lnTo>
                  <a:lnTo>
                    <a:pt x="321780" y="103646"/>
                  </a:lnTo>
                  <a:lnTo>
                    <a:pt x="319689" y="98778"/>
                  </a:lnTo>
                  <a:lnTo>
                    <a:pt x="317446" y="93979"/>
                  </a:lnTo>
                  <a:lnTo>
                    <a:pt x="315052" y="89254"/>
                  </a:lnTo>
                  <a:lnTo>
                    <a:pt x="312509" y="84607"/>
                  </a:lnTo>
                  <a:lnTo>
                    <a:pt x="309820" y="80043"/>
                  </a:lnTo>
                  <a:lnTo>
                    <a:pt x="306987" y="75566"/>
                  </a:lnTo>
                  <a:lnTo>
                    <a:pt x="304015" y="71181"/>
                  </a:lnTo>
                  <a:lnTo>
                    <a:pt x="300905" y="66893"/>
                  </a:lnTo>
                  <a:lnTo>
                    <a:pt x="297660" y="62705"/>
                  </a:lnTo>
                  <a:lnTo>
                    <a:pt x="294285" y="58622"/>
                  </a:lnTo>
                  <a:lnTo>
                    <a:pt x="290782" y="54649"/>
                  </a:lnTo>
                  <a:lnTo>
                    <a:pt x="287155" y="50788"/>
                  </a:lnTo>
                  <a:lnTo>
                    <a:pt x="283407" y="47044"/>
                  </a:lnTo>
                  <a:lnTo>
                    <a:pt x="279542" y="43421"/>
                  </a:lnTo>
                  <a:lnTo>
                    <a:pt x="275565" y="39922"/>
                  </a:lnTo>
                  <a:lnTo>
                    <a:pt x="271479" y="36550"/>
                  </a:lnTo>
                  <a:lnTo>
                    <a:pt x="267288" y="33310"/>
                  </a:lnTo>
                  <a:lnTo>
                    <a:pt x="262996" y="30205"/>
                  </a:lnTo>
                  <a:lnTo>
                    <a:pt x="258608" y="27237"/>
                  </a:lnTo>
                  <a:lnTo>
                    <a:pt x="254129" y="24409"/>
                  </a:lnTo>
                  <a:lnTo>
                    <a:pt x="249562" y="21725"/>
                  </a:lnTo>
                  <a:lnTo>
                    <a:pt x="244912" y="19187"/>
                  </a:lnTo>
                  <a:lnTo>
                    <a:pt x="240184" y="16797"/>
                  </a:lnTo>
                  <a:lnTo>
                    <a:pt x="235383" y="14558"/>
                  </a:lnTo>
                  <a:lnTo>
                    <a:pt x="230513" y="12473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82866"/>
              <a:ext cx="63362" cy="154693"/>
            </a:xfrm>
            <a:custGeom>
              <a:avLst/>
              <a:pathLst>
                <a:path w="63362" h="154693">
                  <a:moveTo>
                    <a:pt x="63362" y="0"/>
                  </a:moveTo>
                  <a:lnTo>
                    <a:pt x="0" y="154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76723"/>
              <a:ext cx="63362" cy="160836"/>
            </a:xfrm>
            <a:custGeom>
              <a:avLst/>
              <a:pathLst>
                <a:path w="63362" h="160836">
                  <a:moveTo>
                    <a:pt x="63362" y="6142"/>
                  </a:moveTo>
                  <a:lnTo>
                    <a:pt x="54552" y="2820"/>
                  </a:lnTo>
                  <a:lnTo>
                    <a:pt x="45568" y="0"/>
                  </a:lnTo>
                  <a:lnTo>
                    <a:pt x="0" y="160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170392"/>
              <a:ext cx="45568" cy="167167"/>
            </a:xfrm>
            <a:custGeom>
              <a:avLst/>
              <a:pathLst>
                <a:path w="45568" h="167167">
                  <a:moveTo>
                    <a:pt x="45568" y="6330"/>
                  </a:moveTo>
                  <a:lnTo>
                    <a:pt x="39191" y="4659"/>
                  </a:lnTo>
                  <a:lnTo>
                    <a:pt x="32753" y="3240"/>
                  </a:lnTo>
                  <a:lnTo>
                    <a:pt x="26263" y="2076"/>
                  </a:lnTo>
                  <a:lnTo>
                    <a:pt x="19733" y="1168"/>
                  </a:lnTo>
                  <a:lnTo>
                    <a:pt x="13172" y="519"/>
                  </a:lnTo>
                  <a:lnTo>
                    <a:pt x="6591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423589" y="3707720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6" y="2999"/>
                  </a:lnTo>
                  <a:lnTo>
                    <a:pt x="130462" y="4077"/>
                  </a:lnTo>
                  <a:lnTo>
                    <a:pt x="125324" y="5319"/>
                  </a:lnTo>
                  <a:lnTo>
                    <a:pt x="120229" y="6722"/>
                  </a:lnTo>
                  <a:lnTo>
                    <a:pt x="115180" y="8286"/>
                  </a:lnTo>
                  <a:lnTo>
                    <a:pt x="110184" y="10008"/>
                  </a:lnTo>
                  <a:lnTo>
                    <a:pt x="105244" y="11888"/>
                  </a:lnTo>
                  <a:lnTo>
                    <a:pt x="100366" y="13923"/>
                  </a:lnTo>
                  <a:lnTo>
                    <a:pt x="95555" y="16111"/>
                  </a:lnTo>
                  <a:lnTo>
                    <a:pt x="90816" y="18450"/>
                  </a:lnTo>
                  <a:lnTo>
                    <a:pt x="86153" y="20938"/>
                  </a:lnTo>
                  <a:lnTo>
                    <a:pt x="81571" y="23571"/>
                  </a:lnTo>
                  <a:lnTo>
                    <a:pt x="77074" y="26349"/>
                  </a:lnTo>
                  <a:lnTo>
                    <a:pt x="72667" y="29267"/>
                  </a:lnTo>
                  <a:lnTo>
                    <a:pt x="68355" y="32323"/>
                  </a:lnTo>
                  <a:lnTo>
                    <a:pt x="64142" y="35514"/>
                  </a:lnTo>
                  <a:lnTo>
                    <a:pt x="60032" y="38836"/>
                  </a:lnTo>
                  <a:lnTo>
                    <a:pt x="56028" y="42287"/>
                  </a:lnTo>
                  <a:lnTo>
                    <a:pt x="52136" y="45862"/>
                  </a:lnTo>
                  <a:lnTo>
                    <a:pt x="48359" y="49559"/>
                  </a:lnTo>
                  <a:lnTo>
                    <a:pt x="44700" y="53373"/>
                  </a:lnTo>
                  <a:lnTo>
                    <a:pt x="41164" y="57301"/>
                  </a:lnTo>
                  <a:lnTo>
                    <a:pt x="37754" y="61339"/>
                  </a:lnTo>
                  <a:lnTo>
                    <a:pt x="34473" y="65483"/>
                  </a:lnTo>
                  <a:lnTo>
                    <a:pt x="31325" y="69728"/>
                  </a:lnTo>
                  <a:lnTo>
                    <a:pt x="28313" y="74071"/>
                  </a:lnTo>
                  <a:lnTo>
                    <a:pt x="25439" y="78507"/>
                  </a:lnTo>
                  <a:lnTo>
                    <a:pt x="22707" y="83031"/>
                  </a:lnTo>
                  <a:lnTo>
                    <a:pt x="20120" y="87640"/>
                  </a:lnTo>
                  <a:lnTo>
                    <a:pt x="17679" y="92328"/>
                  </a:lnTo>
                  <a:lnTo>
                    <a:pt x="15388" y="97090"/>
                  </a:lnTo>
                  <a:lnTo>
                    <a:pt x="13249" y="101923"/>
                  </a:lnTo>
                  <a:lnTo>
                    <a:pt x="11263" y="106821"/>
                  </a:lnTo>
                  <a:lnTo>
                    <a:pt x="9433" y="111780"/>
                  </a:lnTo>
                  <a:lnTo>
                    <a:pt x="7761" y="116793"/>
                  </a:lnTo>
                  <a:lnTo>
                    <a:pt x="6248" y="121858"/>
                  </a:lnTo>
                  <a:lnTo>
                    <a:pt x="4897" y="126967"/>
                  </a:lnTo>
                  <a:lnTo>
                    <a:pt x="3707" y="132116"/>
                  </a:lnTo>
                  <a:lnTo>
                    <a:pt x="2681" y="137301"/>
                  </a:lnTo>
                  <a:lnTo>
                    <a:pt x="1819" y="142516"/>
                  </a:lnTo>
                  <a:lnTo>
                    <a:pt x="1122" y="147755"/>
                  </a:lnTo>
                  <a:lnTo>
                    <a:pt x="591" y="153013"/>
                  </a:lnTo>
                  <a:lnTo>
                    <a:pt x="227" y="158286"/>
                  </a:lnTo>
                  <a:lnTo>
                    <a:pt x="30" y="163567"/>
                  </a:lnTo>
                  <a:lnTo>
                    <a:pt x="0" y="168852"/>
                  </a:lnTo>
                  <a:lnTo>
                    <a:pt x="136" y="174136"/>
                  </a:lnTo>
                  <a:lnTo>
                    <a:pt x="440" y="179412"/>
                  </a:lnTo>
                  <a:lnTo>
                    <a:pt x="911" y="184677"/>
                  </a:lnTo>
                  <a:lnTo>
                    <a:pt x="1547" y="189923"/>
                  </a:lnTo>
                  <a:lnTo>
                    <a:pt x="2349" y="195147"/>
                  </a:lnTo>
                  <a:lnTo>
                    <a:pt x="3316" y="200343"/>
                  </a:lnTo>
                  <a:lnTo>
                    <a:pt x="4447" y="205506"/>
                  </a:lnTo>
                  <a:lnTo>
                    <a:pt x="5740" y="210631"/>
                  </a:lnTo>
                  <a:lnTo>
                    <a:pt x="7195" y="215712"/>
                  </a:lnTo>
                  <a:lnTo>
                    <a:pt x="8809" y="220744"/>
                  </a:lnTo>
                  <a:lnTo>
                    <a:pt x="10582" y="225723"/>
                  </a:lnTo>
                  <a:lnTo>
                    <a:pt x="12512" y="230644"/>
                  </a:lnTo>
                  <a:lnTo>
                    <a:pt x="14596" y="235501"/>
                  </a:lnTo>
                  <a:lnTo>
                    <a:pt x="16832" y="240290"/>
                  </a:lnTo>
                  <a:lnTo>
                    <a:pt x="19219" y="245005"/>
                  </a:lnTo>
                  <a:lnTo>
                    <a:pt x="21753" y="249643"/>
                  </a:lnTo>
                  <a:lnTo>
                    <a:pt x="24433" y="254198"/>
                  </a:lnTo>
                  <a:lnTo>
                    <a:pt x="27256" y="258667"/>
                  </a:lnTo>
                  <a:lnTo>
                    <a:pt x="30218" y="263044"/>
                  </a:lnTo>
                  <a:lnTo>
                    <a:pt x="33318" y="267325"/>
                  </a:lnTo>
                  <a:lnTo>
                    <a:pt x="36551" y="271506"/>
                  </a:lnTo>
                  <a:lnTo>
                    <a:pt x="39914" y="275582"/>
                  </a:lnTo>
                  <a:lnTo>
                    <a:pt x="43405" y="279551"/>
                  </a:lnTo>
                  <a:lnTo>
                    <a:pt x="47020" y="283407"/>
                  </a:lnTo>
                  <a:lnTo>
                    <a:pt x="50754" y="287146"/>
                  </a:lnTo>
                  <a:lnTo>
                    <a:pt x="54605" y="290766"/>
                  </a:lnTo>
                  <a:lnTo>
                    <a:pt x="58569" y="294262"/>
                  </a:lnTo>
                  <a:lnTo>
                    <a:pt x="62641" y="297632"/>
                  </a:lnTo>
                  <a:lnTo>
                    <a:pt x="66818" y="300871"/>
                  </a:lnTo>
                  <a:lnTo>
                    <a:pt x="71094" y="303976"/>
                  </a:lnTo>
                  <a:lnTo>
                    <a:pt x="75467" y="306944"/>
                  </a:lnTo>
                  <a:lnTo>
                    <a:pt x="79932" y="309773"/>
                  </a:lnTo>
                  <a:lnTo>
                    <a:pt x="84483" y="312459"/>
                  </a:lnTo>
                  <a:lnTo>
                    <a:pt x="89118" y="315000"/>
                  </a:lnTo>
                  <a:lnTo>
                    <a:pt x="93830" y="317393"/>
                  </a:lnTo>
                  <a:lnTo>
                    <a:pt x="98616" y="319636"/>
                  </a:lnTo>
                  <a:lnTo>
                    <a:pt x="103470" y="321727"/>
                  </a:lnTo>
                  <a:lnTo>
                    <a:pt x="108388" y="323663"/>
                  </a:lnTo>
                  <a:lnTo>
                    <a:pt x="113364" y="325442"/>
                  </a:lnTo>
                  <a:lnTo>
                    <a:pt x="118395" y="327064"/>
                  </a:lnTo>
                  <a:lnTo>
                    <a:pt x="123474" y="328526"/>
                  </a:lnTo>
                  <a:lnTo>
                    <a:pt x="128596" y="329826"/>
                  </a:lnTo>
                  <a:lnTo>
                    <a:pt x="133758" y="330964"/>
                  </a:lnTo>
                  <a:lnTo>
                    <a:pt x="138952" y="331938"/>
                  </a:lnTo>
                  <a:lnTo>
                    <a:pt x="144175" y="332747"/>
                  </a:lnTo>
                  <a:lnTo>
                    <a:pt x="149421" y="333391"/>
                  </a:lnTo>
                  <a:lnTo>
                    <a:pt x="154685" y="333868"/>
                  </a:lnTo>
                  <a:lnTo>
                    <a:pt x="159961" y="334179"/>
                  </a:lnTo>
                  <a:lnTo>
                    <a:pt x="165244" y="334323"/>
                  </a:lnTo>
                  <a:lnTo>
                    <a:pt x="170529" y="334300"/>
                  </a:lnTo>
                  <a:lnTo>
                    <a:pt x="175811" y="334110"/>
                  </a:lnTo>
                  <a:lnTo>
                    <a:pt x="181084" y="333753"/>
                  </a:lnTo>
                  <a:lnTo>
                    <a:pt x="186343" y="333230"/>
                  </a:lnTo>
                  <a:lnTo>
                    <a:pt x="191583" y="332540"/>
                  </a:lnTo>
                  <a:lnTo>
                    <a:pt x="196799" y="331686"/>
                  </a:lnTo>
                  <a:lnTo>
                    <a:pt x="201985" y="330666"/>
                  </a:lnTo>
                  <a:lnTo>
                    <a:pt x="207136" y="329484"/>
                  </a:lnTo>
                  <a:lnTo>
                    <a:pt x="212247" y="328139"/>
                  </a:lnTo>
                  <a:lnTo>
                    <a:pt x="217314" y="326633"/>
                  </a:lnTo>
                  <a:lnTo>
                    <a:pt x="222330" y="324968"/>
                  </a:lnTo>
                  <a:lnTo>
                    <a:pt x="227291" y="323145"/>
                  </a:lnTo>
                  <a:lnTo>
                    <a:pt x="232191" y="321166"/>
                  </a:lnTo>
                  <a:lnTo>
                    <a:pt x="237027" y="319033"/>
                  </a:lnTo>
                  <a:lnTo>
                    <a:pt x="241793" y="316748"/>
                  </a:lnTo>
                  <a:lnTo>
                    <a:pt x="246484" y="314314"/>
                  </a:lnTo>
                  <a:lnTo>
                    <a:pt x="251096" y="311733"/>
                  </a:lnTo>
                  <a:lnTo>
                    <a:pt x="255624" y="309007"/>
                  </a:lnTo>
                  <a:lnTo>
                    <a:pt x="260064" y="306140"/>
                  </a:lnTo>
                  <a:lnTo>
                    <a:pt x="264411" y="303133"/>
                  </a:lnTo>
                  <a:lnTo>
                    <a:pt x="268661" y="299991"/>
                  </a:lnTo>
                  <a:lnTo>
                    <a:pt x="272809" y="296716"/>
                  </a:lnTo>
                  <a:lnTo>
                    <a:pt x="276851" y="293311"/>
                  </a:lnTo>
                  <a:lnTo>
                    <a:pt x="280784" y="289781"/>
                  </a:lnTo>
                  <a:lnTo>
                    <a:pt x="284603" y="286128"/>
                  </a:lnTo>
                  <a:lnTo>
                    <a:pt x="288305" y="282355"/>
                  </a:lnTo>
                  <a:lnTo>
                    <a:pt x="291886" y="278468"/>
                  </a:lnTo>
                  <a:lnTo>
                    <a:pt x="295342" y="274469"/>
                  </a:lnTo>
                  <a:lnTo>
                    <a:pt x="298670" y="270364"/>
                  </a:lnTo>
                  <a:lnTo>
                    <a:pt x="301867" y="266155"/>
                  </a:lnTo>
                  <a:lnTo>
                    <a:pt x="304929" y="261847"/>
                  </a:lnTo>
                  <a:lnTo>
                    <a:pt x="307853" y="257444"/>
                  </a:lnTo>
                  <a:lnTo>
                    <a:pt x="310637" y="252951"/>
                  </a:lnTo>
                  <a:lnTo>
                    <a:pt x="313277" y="248373"/>
                  </a:lnTo>
                  <a:lnTo>
                    <a:pt x="315771" y="243713"/>
                  </a:lnTo>
                  <a:lnTo>
                    <a:pt x="318116" y="238977"/>
                  </a:lnTo>
                  <a:lnTo>
                    <a:pt x="320311" y="234169"/>
                  </a:lnTo>
                  <a:lnTo>
                    <a:pt x="322353" y="229294"/>
                  </a:lnTo>
                  <a:lnTo>
                    <a:pt x="324239" y="224357"/>
                  </a:lnTo>
                  <a:lnTo>
                    <a:pt x="325968" y="219363"/>
                  </a:lnTo>
                  <a:lnTo>
                    <a:pt x="327539" y="214316"/>
                  </a:lnTo>
                  <a:lnTo>
                    <a:pt x="328949" y="209223"/>
                  </a:lnTo>
                  <a:lnTo>
                    <a:pt x="330198" y="204087"/>
                  </a:lnTo>
                  <a:lnTo>
                    <a:pt x="331284" y="198914"/>
                  </a:lnTo>
                  <a:lnTo>
                    <a:pt x="332205" y="193710"/>
                  </a:lnTo>
                  <a:lnTo>
                    <a:pt x="332962" y="188479"/>
                  </a:lnTo>
                  <a:lnTo>
                    <a:pt x="333553" y="183227"/>
                  </a:lnTo>
                  <a:lnTo>
                    <a:pt x="333977" y="177959"/>
                  </a:lnTo>
                  <a:lnTo>
                    <a:pt x="334235" y="172680"/>
                  </a:lnTo>
                  <a:lnTo>
                    <a:pt x="334326" y="167396"/>
                  </a:lnTo>
                  <a:lnTo>
                    <a:pt x="334249" y="162111"/>
                  </a:lnTo>
                  <a:lnTo>
                    <a:pt x="334006" y="156832"/>
                  </a:lnTo>
                  <a:lnTo>
                    <a:pt x="333596" y="151562"/>
                  </a:lnTo>
                  <a:lnTo>
                    <a:pt x="333019" y="146309"/>
                  </a:lnTo>
                  <a:lnTo>
                    <a:pt x="332277" y="141076"/>
                  </a:lnTo>
                  <a:lnTo>
                    <a:pt x="331370" y="135869"/>
                  </a:lnTo>
                  <a:lnTo>
                    <a:pt x="330298" y="130694"/>
                  </a:lnTo>
                  <a:lnTo>
                    <a:pt x="329064" y="125555"/>
                  </a:lnTo>
                  <a:lnTo>
                    <a:pt x="327667" y="120457"/>
                  </a:lnTo>
                  <a:lnTo>
                    <a:pt x="326111" y="115406"/>
                  </a:lnTo>
                  <a:lnTo>
                    <a:pt x="324395" y="110408"/>
                  </a:lnTo>
                  <a:lnTo>
                    <a:pt x="322522" y="105465"/>
                  </a:lnTo>
                  <a:lnTo>
                    <a:pt x="320494" y="100585"/>
                  </a:lnTo>
                  <a:lnTo>
                    <a:pt x="318312" y="95771"/>
                  </a:lnTo>
                  <a:lnTo>
                    <a:pt x="315980" y="91028"/>
                  </a:lnTo>
                  <a:lnTo>
                    <a:pt x="313499" y="86362"/>
                  </a:lnTo>
                  <a:lnTo>
                    <a:pt x="310871" y="81776"/>
                  </a:lnTo>
                  <a:lnTo>
                    <a:pt x="308100" y="77275"/>
                  </a:lnTo>
                  <a:lnTo>
                    <a:pt x="305188" y="72865"/>
                  </a:lnTo>
                  <a:lnTo>
                    <a:pt x="302138" y="68548"/>
                  </a:lnTo>
                  <a:lnTo>
                    <a:pt x="298953" y="64331"/>
                  </a:lnTo>
                  <a:lnTo>
                    <a:pt x="295636" y="60216"/>
                  </a:lnTo>
                  <a:lnTo>
                    <a:pt x="292191" y="56208"/>
                  </a:lnTo>
                  <a:lnTo>
                    <a:pt x="288620" y="52311"/>
                  </a:lnTo>
                  <a:lnTo>
                    <a:pt x="284929" y="48528"/>
                  </a:lnTo>
                  <a:lnTo>
                    <a:pt x="281120" y="44865"/>
                  </a:lnTo>
                  <a:lnTo>
                    <a:pt x="277196" y="41323"/>
                  </a:lnTo>
                  <a:lnTo>
                    <a:pt x="273163" y="37908"/>
                  </a:lnTo>
                  <a:lnTo>
                    <a:pt x="269024" y="34621"/>
                  </a:lnTo>
                  <a:lnTo>
                    <a:pt x="264783" y="31467"/>
                  </a:lnTo>
                  <a:lnTo>
                    <a:pt x="260444" y="28449"/>
                  </a:lnTo>
                  <a:lnTo>
                    <a:pt x="256013" y="25569"/>
                  </a:lnTo>
                  <a:lnTo>
                    <a:pt x="251492" y="22831"/>
                  </a:lnTo>
                  <a:lnTo>
                    <a:pt x="246887" y="20237"/>
                  </a:lnTo>
                  <a:lnTo>
                    <a:pt x="242202" y="17790"/>
                  </a:lnTo>
                  <a:lnTo>
                    <a:pt x="237443" y="15493"/>
                  </a:lnTo>
                  <a:lnTo>
                    <a:pt x="232613" y="13347"/>
                  </a:lnTo>
                  <a:lnTo>
                    <a:pt x="227717" y="11354"/>
                  </a:lnTo>
                  <a:lnTo>
                    <a:pt x="222762" y="9518"/>
                  </a:lnTo>
                  <a:lnTo>
                    <a:pt x="217750" y="7839"/>
                  </a:lnTo>
                  <a:lnTo>
                    <a:pt x="212688" y="6319"/>
                  </a:lnTo>
                  <a:lnTo>
                    <a:pt x="207581" y="4960"/>
                  </a:lnTo>
                  <a:lnTo>
                    <a:pt x="202433" y="3764"/>
                  </a:lnTo>
                  <a:lnTo>
                    <a:pt x="197250" y="2730"/>
                  </a:lnTo>
                  <a:lnTo>
                    <a:pt x="192036" y="1861"/>
                  </a:lnTo>
                  <a:lnTo>
                    <a:pt x="186798" y="1157"/>
                  </a:lnTo>
                  <a:lnTo>
                    <a:pt x="181540" y="619"/>
                  </a:lnTo>
                  <a:lnTo>
                    <a:pt x="176268" y="248"/>
                  </a:lnTo>
                  <a:lnTo>
                    <a:pt x="170987" y="4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720"/>
              <a:ext cx="3828" cy="167167"/>
            </a:xfrm>
            <a:custGeom>
              <a:avLst/>
              <a:pathLst>
                <a:path w="3828" h="167167">
                  <a:moveTo>
                    <a:pt x="3828" y="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14128" y="4213821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6" y="2999"/>
                  </a:lnTo>
                  <a:lnTo>
                    <a:pt x="130462" y="4077"/>
                  </a:lnTo>
                  <a:lnTo>
                    <a:pt x="125324" y="5319"/>
                  </a:lnTo>
                  <a:lnTo>
                    <a:pt x="120229" y="6722"/>
                  </a:lnTo>
                  <a:lnTo>
                    <a:pt x="115180" y="8286"/>
                  </a:lnTo>
                  <a:lnTo>
                    <a:pt x="110184" y="10008"/>
                  </a:lnTo>
                  <a:lnTo>
                    <a:pt x="105244" y="11888"/>
                  </a:lnTo>
                  <a:lnTo>
                    <a:pt x="100366" y="13923"/>
                  </a:lnTo>
                  <a:lnTo>
                    <a:pt x="95555" y="16111"/>
                  </a:lnTo>
                  <a:lnTo>
                    <a:pt x="90816" y="18450"/>
                  </a:lnTo>
                  <a:lnTo>
                    <a:pt x="86153" y="20938"/>
                  </a:lnTo>
                  <a:lnTo>
                    <a:pt x="81571" y="23571"/>
                  </a:lnTo>
                  <a:lnTo>
                    <a:pt x="77074" y="26349"/>
                  </a:lnTo>
                  <a:lnTo>
                    <a:pt x="72667" y="29267"/>
                  </a:lnTo>
                  <a:lnTo>
                    <a:pt x="68355" y="32323"/>
                  </a:lnTo>
                  <a:lnTo>
                    <a:pt x="64142" y="35514"/>
                  </a:lnTo>
                  <a:lnTo>
                    <a:pt x="60032" y="38836"/>
                  </a:lnTo>
                  <a:lnTo>
                    <a:pt x="56028" y="42287"/>
                  </a:lnTo>
                  <a:lnTo>
                    <a:pt x="52136" y="45862"/>
                  </a:lnTo>
                  <a:lnTo>
                    <a:pt x="48359" y="49559"/>
                  </a:lnTo>
                  <a:lnTo>
                    <a:pt x="44700" y="53373"/>
                  </a:lnTo>
                  <a:lnTo>
                    <a:pt x="41164" y="57301"/>
                  </a:lnTo>
                  <a:lnTo>
                    <a:pt x="37754" y="61339"/>
                  </a:lnTo>
                  <a:lnTo>
                    <a:pt x="34473" y="65483"/>
                  </a:lnTo>
                  <a:lnTo>
                    <a:pt x="31325" y="69728"/>
                  </a:lnTo>
                  <a:lnTo>
                    <a:pt x="28313" y="74071"/>
                  </a:lnTo>
                  <a:lnTo>
                    <a:pt x="25439" y="78507"/>
                  </a:lnTo>
                  <a:lnTo>
                    <a:pt x="22707" y="83031"/>
                  </a:lnTo>
                  <a:lnTo>
                    <a:pt x="20120" y="87640"/>
                  </a:lnTo>
                  <a:lnTo>
                    <a:pt x="17679" y="92328"/>
                  </a:lnTo>
                  <a:lnTo>
                    <a:pt x="15388" y="97090"/>
                  </a:lnTo>
                  <a:lnTo>
                    <a:pt x="13249" y="101923"/>
                  </a:lnTo>
                  <a:lnTo>
                    <a:pt x="11263" y="106821"/>
                  </a:lnTo>
                  <a:lnTo>
                    <a:pt x="9433" y="111780"/>
                  </a:lnTo>
                  <a:lnTo>
                    <a:pt x="7761" y="116793"/>
                  </a:lnTo>
                  <a:lnTo>
                    <a:pt x="6248" y="121858"/>
                  </a:lnTo>
                  <a:lnTo>
                    <a:pt x="4897" y="126967"/>
                  </a:lnTo>
                  <a:lnTo>
                    <a:pt x="3707" y="132116"/>
                  </a:lnTo>
                  <a:lnTo>
                    <a:pt x="2681" y="137301"/>
                  </a:lnTo>
                  <a:lnTo>
                    <a:pt x="1819" y="142516"/>
                  </a:lnTo>
                  <a:lnTo>
                    <a:pt x="1122" y="147755"/>
                  </a:lnTo>
                  <a:lnTo>
                    <a:pt x="591" y="153013"/>
                  </a:lnTo>
                  <a:lnTo>
                    <a:pt x="227" y="158286"/>
                  </a:lnTo>
                  <a:lnTo>
                    <a:pt x="30" y="163567"/>
                  </a:lnTo>
                  <a:lnTo>
                    <a:pt x="0" y="168852"/>
                  </a:lnTo>
                  <a:lnTo>
                    <a:pt x="136" y="174136"/>
                  </a:lnTo>
                  <a:lnTo>
                    <a:pt x="440" y="179412"/>
                  </a:lnTo>
                  <a:lnTo>
                    <a:pt x="911" y="184677"/>
                  </a:lnTo>
                  <a:lnTo>
                    <a:pt x="1547" y="189923"/>
                  </a:lnTo>
                  <a:lnTo>
                    <a:pt x="2349" y="195147"/>
                  </a:lnTo>
                  <a:lnTo>
                    <a:pt x="3316" y="200343"/>
                  </a:lnTo>
                  <a:lnTo>
                    <a:pt x="4447" y="205506"/>
                  </a:lnTo>
                  <a:lnTo>
                    <a:pt x="5740" y="210631"/>
                  </a:lnTo>
                  <a:lnTo>
                    <a:pt x="7195" y="215712"/>
                  </a:lnTo>
                  <a:lnTo>
                    <a:pt x="8809" y="220744"/>
                  </a:lnTo>
                  <a:lnTo>
                    <a:pt x="10582" y="225723"/>
                  </a:lnTo>
                  <a:lnTo>
                    <a:pt x="12512" y="230644"/>
                  </a:lnTo>
                  <a:lnTo>
                    <a:pt x="14596" y="235501"/>
                  </a:lnTo>
                  <a:lnTo>
                    <a:pt x="16832" y="240290"/>
                  </a:lnTo>
                  <a:lnTo>
                    <a:pt x="19219" y="245005"/>
                  </a:lnTo>
                  <a:lnTo>
                    <a:pt x="21753" y="249643"/>
                  </a:lnTo>
                  <a:lnTo>
                    <a:pt x="24433" y="254198"/>
                  </a:lnTo>
                  <a:lnTo>
                    <a:pt x="27256" y="258667"/>
                  </a:lnTo>
                  <a:lnTo>
                    <a:pt x="30218" y="263044"/>
                  </a:lnTo>
                  <a:lnTo>
                    <a:pt x="33318" y="267325"/>
                  </a:lnTo>
                  <a:lnTo>
                    <a:pt x="36551" y="271506"/>
                  </a:lnTo>
                  <a:lnTo>
                    <a:pt x="39914" y="275582"/>
                  </a:lnTo>
                  <a:lnTo>
                    <a:pt x="43405" y="279551"/>
                  </a:lnTo>
                  <a:lnTo>
                    <a:pt x="47020" y="283407"/>
                  </a:lnTo>
                  <a:lnTo>
                    <a:pt x="50754" y="287146"/>
                  </a:lnTo>
                  <a:lnTo>
                    <a:pt x="54605" y="290766"/>
                  </a:lnTo>
                  <a:lnTo>
                    <a:pt x="58569" y="294262"/>
                  </a:lnTo>
                  <a:lnTo>
                    <a:pt x="62641" y="297632"/>
                  </a:lnTo>
                  <a:lnTo>
                    <a:pt x="66818" y="300871"/>
                  </a:lnTo>
                  <a:lnTo>
                    <a:pt x="71094" y="303976"/>
                  </a:lnTo>
                  <a:lnTo>
                    <a:pt x="75467" y="306944"/>
                  </a:lnTo>
                  <a:lnTo>
                    <a:pt x="79932" y="309773"/>
                  </a:lnTo>
                  <a:lnTo>
                    <a:pt x="84483" y="312459"/>
                  </a:lnTo>
                  <a:lnTo>
                    <a:pt x="89118" y="315000"/>
                  </a:lnTo>
                  <a:lnTo>
                    <a:pt x="93830" y="317393"/>
                  </a:lnTo>
                  <a:lnTo>
                    <a:pt x="98616" y="319636"/>
                  </a:lnTo>
                  <a:lnTo>
                    <a:pt x="103470" y="321727"/>
                  </a:lnTo>
                  <a:lnTo>
                    <a:pt x="108388" y="323663"/>
                  </a:lnTo>
                  <a:lnTo>
                    <a:pt x="113364" y="325442"/>
                  </a:lnTo>
                  <a:lnTo>
                    <a:pt x="118395" y="327064"/>
                  </a:lnTo>
                  <a:lnTo>
                    <a:pt x="123474" y="328526"/>
                  </a:lnTo>
                  <a:lnTo>
                    <a:pt x="128596" y="329826"/>
                  </a:lnTo>
                  <a:lnTo>
                    <a:pt x="133758" y="330964"/>
                  </a:lnTo>
                  <a:lnTo>
                    <a:pt x="138952" y="331938"/>
                  </a:lnTo>
                  <a:lnTo>
                    <a:pt x="144175" y="332747"/>
                  </a:lnTo>
                  <a:lnTo>
                    <a:pt x="149421" y="333391"/>
                  </a:lnTo>
                  <a:lnTo>
                    <a:pt x="154685" y="333868"/>
                  </a:lnTo>
                  <a:lnTo>
                    <a:pt x="159961" y="334179"/>
                  </a:lnTo>
                  <a:lnTo>
                    <a:pt x="165244" y="334323"/>
                  </a:lnTo>
                  <a:lnTo>
                    <a:pt x="170529" y="334300"/>
                  </a:lnTo>
                  <a:lnTo>
                    <a:pt x="175811" y="334110"/>
                  </a:lnTo>
                  <a:lnTo>
                    <a:pt x="181084" y="333753"/>
                  </a:lnTo>
                  <a:lnTo>
                    <a:pt x="186343" y="333230"/>
                  </a:lnTo>
                  <a:lnTo>
                    <a:pt x="191583" y="332540"/>
                  </a:lnTo>
                  <a:lnTo>
                    <a:pt x="196799" y="331686"/>
                  </a:lnTo>
                  <a:lnTo>
                    <a:pt x="201985" y="330666"/>
                  </a:lnTo>
                  <a:lnTo>
                    <a:pt x="207136" y="329484"/>
                  </a:lnTo>
                  <a:lnTo>
                    <a:pt x="212247" y="328139"/>
                  </a:lnTo>
                  <a:lnTo>
                    <a:pt x="217314" y="326633"/>
                  </a:lnTo>
                  <a:lnTo>
                    <a:pt x="222330" y="324968"/>
                  </a:lnTo>
                  <a:lnTo>
                    <a:pt x="227291" y="323145"/>
                  </a:lnTo>
                  <a:lnTo>
                    <a:pt x="232191" y="321166"/>
                  </a:lnTo>
                  <a:lnTo>
                    <a:pt x="237027" y="319033"/>
                  </a:lnTo>
                  <a:lnTo>
                    <a:pt x="241793" y="316748"/>
                  </a:lnTo>
                  <a:lnTo>
                    <a:pt x="246484" y="314314"/>
                  </a:lnTo>
                  <a:lnTo>
                    <a:pt x="251096" y="311733"/>
                  </a:lnTo>
                  <a:lnTo>
                    <a:pt x="255624" y="309007"/>
                  </a:lnTo>
                  <a:lnTo>
                    <a:pt x="260064" y="306140"/>
                  </a:lnTo>
                  <a:lnTo>
                    <a:pt x="264411" y="303133"/>
                  </a:lnTo>
                  <a:lnTo>
                    <a:pt x="268661" y="299991"/>
                  </a:lnTo>
                  <a:lnTo>
                    <a:pt x="272809" y="296716"/>
                  </a:lnTo>
                  <a:lnTo>
                    <a:pt x="276851" y="293311"/>
                  </a:lnTo>
                  <a:lnTo>
                    <a:pt x="280784" y="289781"/>
                  </a:lnTo>
                  <a:lnTo>
                    <a:pt x="284603" y="286128"/>
                  </a:lnTo>
                  <a:lnTo>
                    <a:pt x="288305" y="282355"/>
                  </a:lnTo>
                  <a:lnTo>
                    <a:pt x="291886" y="278468"/>
                  </a:lnTo>
                  <a:lnTo>
                    <a:pt x="295342" y="274469"/>
                  </a:lnTo>
                  <a:lnTo>
                    <a:pt x="298670" y="270364"/>
                  </a:lnTo>
                  <a:lnTo>
                    <a:pt x="301867" y="266155"/>
                  </a:lnTo>
                  <a:lnTo>
                    <a:pt x="304929" y="261847"/>
                  </a:lnTo>
                  <a:lnTo>
                    <a:pt x="307853" y="257444"/>
                  </a:lnTo>
                  <a:lnTo>
                    <a:pt x="310637" y="252951"/>
                  </a:lnTo>
                  <a:lnTo>
                    <a:pt x="313277" y="248373"/>
                  </a:lnTo>
                  <a:lnTo>
                    <a:pt x="315771" y="243713"/>
                  </a:lnTo>
                  <a:lnTo>
                    <a:pt x="318116" y="238977"/>
                  </a:lnTo>
                  <a:lnTo>
                    <a:pt x="320311" y="234169"/>
                  </a:lnTo>
                  <a:lnTo>
                    <a:pt x="322353" y="229294"/>
                  </a:lnTo>
                  <a:lnTo>
                    <a:pt x="324239" y="224357"/>
                  </a:lnTo>
                  <a:lnTo>
                    <a:pt x="325968" y="219363"/>
                  </a:lnTo>
                  <a:lnTo>
                    <a:pt x="327539" y="214316"/>
                  </a:lnTo>
                  <a:lnTo>
                    <a:pt x="328949" y="209223"/>
                  </a:lnTo>
                  <a:lnTo>
                    <a:pt x="330198" y="204087"/>
                  </a:lnTo>
                  <a:lnTo>
                    <a:pt x="331284" y="198914"/>
                  </a:lnTo>
                  <a:lnTo>
                    <a:pt x="332205" y="193710"/>
                  </a:lnTo>
                  <a:lnTo>
                    <a:pt x="332962" y="188479"/>
                  </a:lnTo>
                  <a:lnTo>
                    <a:pt x="333553" y="183227"/>
                  </a:lnTo>
                  <a:lnTo>
                    <a:pt x="333977" y="177959"/>
                  </a:lnTo>
                  <a:lnTo>
                    <a:pt x="334235" y="172680"/>
                  </a:lnTo>
                  <a:lnTo>
                    <a:pt x="334326" y="167396"/>
                  </a:lnTo>
                  <a:lnTo>
                    <a:pt x="334249" y="162111"/>
                  </a:lnTo>
                  <a:lnTo>
                    <a:pt x="334006" y="156832"/>
                  </a:lnTo>
                  <a:lnTo>
                    <a:pt x="333596" y="151562"/>
                  </a:lnTo>
                  <a:lnTo>
                    <a:pt x="333019" y="146309"/>
                  </a:lnTo>
                  <a:lnTo>
                    <a:pt x="332277" y="141076"/>
                  </a:lnTo>
                  <a:lnTo>
                    <a:pt x="331370" y="135869"/>
                  </a:lnTo>
                  <a:lnTo>
                    <a:pt x="330298" y="130694"/>
                  </a:lnTo>
                  <a:lnTo>
                    <a:pt x="329064" y="125555"/>
                  </a:lnTo>
                  <a:lnTo>
                    <a:pt x="327667" y="120457"/>
                  </a:lnTo>
                  <a:lnTo>
                    <a:pt x="326111" y="115406"/>
                  </a:lnTo>
                  <a:lnTo>
                    <a:pt x="324395" y="110408"/>
                  </a:lnTo>
                  <a:lnTo>
                    <a:pt x="322522" y="105465"/>
                  </a:lnTo>
                  <a:lnTo>
                    <a:pt x="320494" y="100585"/>
                  </a:lnTo>
                  <a:lnTo>
                    <a:pt x="318312" y="95771"/>
                  </a:lnTo>
                  <a:lnTo>
                    <a:pt x="315980" y="91028"/>
                  </a:lnTo>
                  <a:lnTo>
                    <a:pt x="313499" y="86362"/>
                  </a:lnTo>
                  <a:lnTo>
                    <a:pt x="310871" y="81776"/>
                  </a:lnTo>
                  <a:lnTo>
                    <a:pt x="308100" y="77275"/>
                  </a:lnTo>
                  <a:lnTo>
                    <a:pt x="305188" y="72865"/>
                  </a:lnTo>
                  <a:lnTo>
                    <a:pt x="302138" y="68548"/>
                  </a:lnTo>
                  <a:lnTo>
                    <a:pt x="298953" y="64331"/>
                  </a:lnTo>
                  <a:lnTo>
                    <a:pt x="295636" y="60216"/>
                  </a:lnTo>
                  <a:lnTo>
                    <a:pt x="292191" y="56208"/>
                  </a:lnTo>
                  <a:lnTo>
                    <a:pt x="288620" y="52311"/>
                  </a:lnTo>
                  <a:lnTo>
                    <a:pt x="284929" y="48528"/>
                  </a:lnTo>
                  <a:lnTo>
                    <a:pt x="281120" y="44865"/>
                  </a:lnTo>
                  <a:lnTo>
                    <a:pt x="277196" y="41323"/>
                  </a:lnTo>
                  <a:lnTo>
                    <a:pt x="273163" y="37908"/>
                  </a:lnTo>
                  <a:lnTo>
                    <a:pt x="269024" y="34621"/>
                  </a:lnTo>
                  <a:lnTo>
                    <a:pt x="264783" y="31467"/>
                  </a:lnTo>
                  <a:lnTo>
                    <a:pt x="260444" y="28449"/>
                  </a:lnTo>
                  <a:lnTo>
                    <a:pt x="256013" y="25569"/>
                  </a:lnTo>
                  <a:lnTo>
                    <a:pt x="251492" y="22831"/>
                  </a:lnTo>
                  <a:lnTo>
                    <a:pt x="246887" y="20237"/>
                  </a:lnTo>
                  <a:lnTo>
                    <a:pt x="242202" y="17790"/>
                  </a:lnTo>
                  <a:lnTo>
                    <a:pt x="237443" y="15493"/>
                  </a:lnTo>
                  <a:lnTo>
                    <a:pt x="232613" y="13347"/>
                  </a:lnTo>
                  <a:lnTo>
                    <a:pt x="227717" y="11354"/>
                  </a:lnTo>
                  <a:lnTo>
                    <a:pt x="222762" y="9518"/>
                  </a:lnTo>
                  <a:lnTo>
                    <a:pt x="217750" y="7839"/>
                  </a:lnTo>
                  <a:lnTo>
                    <a:pt x="212688" y="6319"/>
                  </a:lnTo>
                  <a:lnTo>
                    <a:pt x="207581" y="4960"/>
                  </a:lnTo>
                  <a:lnTo>
                    <a:pt x="202433" y="3764"/>
                  </a:lnTo>
                  <a:lnTo>
                    <a:pt x="197250" y="2730"/>
                  </a:lnTo>
                  <a:lnTo>
                    <a:pt x="192036" y="1861"/>
                  </a:lnTo>
                  <a:lnTo>
                    <a:pt x="186798" y="1157"/>
                  </a:lnTo>
                  <a:lnTo>
                    <a:pt x="181540" y="619"/>
                  </a:lnTo>
                  <a:lnTo>
                    <a:pt x="176268" y="248"/>
                  </a:lnTo>
                  <a:lnTo>
                    <a:pt x="170987" y="4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821"/>
              <a:ext cx="3828" cy="167167"/>
            </a:xfrm>
            <a:custGeom>
              <a:avLst/>
              <a:pathLst>
                <a:path w="3828" h="167167">
                  <a:moveTo>
                    <a:pt x="3828" y="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89" y="4659281"/>
              <a:ext cx="167135" cy="167167"/>
            </a:xfrm>
            <a:custGeom>
              <a:avLst/>
              <a:pathLst>
                <a:path w="167135" h="167167">
                  <a:moveTo>
                    <a:pt x="167135" y="0"/>
                  </a:moveTo>
                  <a:lnTo>
                    <a:pt x="161733" y="87"/>
                  </a:lnTo>
                  <a:lnTo>
                    <a:pt x="156337" y="349"/>
                  </a:lnTo>
                  <a:lnTo>
                    <a:pt x="150953" y="785"/>
                  </a:lnTo>
                  <a:lnTo>
                    <a:pt x="145585" y="1394"/>
                  </a:lnTo>
                  <a:lnTo>
                    <a:pt x="140239" y="2177"/>
                  </a:lnTo>
                  <a:lnTo>
                    <a:pt x="134922" y="3133"/>
                  </a:lnTo>
                  <a:lnTo>
                    <a:pt x="129639" y="4259"/>
                  </a:lnTo>
                  <a:lnTo>
                    <a:pt x="124394" y="5556"/>
                  </a:lnTo>
                  <a:lnTo>
                    <a:pt x="119194" y="7021"/>
                  </a:lnTo>
                  <a:lnTo>
                    <a:pt x="114044" y="8654"/>
                  </a:lnTo>
                  <a:lnTo>
                    <a:pt x="108950" y="10452"/>
                  </a:lnTo>
                  <a:lnTo>
                    <a:pt x="103917" y="12414"/>
                  </a:lnTo>
                  <a:lnTo>
                    <a:pt x="98949" y="14538"/>
                  </a:lnTo>
                  <a:lnTo>
                    <a:pt x="94053" y="16821"/>
                  </a:lnTo>
                  <a:lnTo>
                    <a:pt x="89233" y="19261"/>
                  </a:lnTo>
                  <a:lnTo>
                    <a:pt x="84494" y="21855"/>
                  </a:lnTo>
                  <a:lnTo>
                    <a:pt x="79842" y="24602"/>
                  </a:lnTo>
                  <a:lnTo>
                    <a:pt x="75281" y="27497"/>
                  </a:lnTo>
                  <a:lnTo>
                    <a:pt x="70816" y="30538"/>
                  </a:lnTo>
                  <a:lnTo>
                    <a:pt x="66451" y="33722"/>
                  </a:lnTo>
                  <a:lnTo>
                    <a:pt x="62192" y="37045"/>
                  </a:lnTo>
                  <a:lnTo>
                    <a:pt x="58042" y="40504"/>
                  </a:lnTo>
                  <a:lnTo>
                    <a:pt x="54006" y="44095"/>
                  </a:lnTo>
                  <a:lnTo>
                    <a:pt x="50088" y="47815"/>
                  </a:lnTo>
                  <a:lnTo>
                    <a:pt x="46292" y="51659"/>
                  </a:lnTo>
                  <a:lnTo>
                    <a:pt x="42623" y="55624"/>
                  </a:lnTo>
                  <a:lnTo>
                    <a:pt x="39084" y="59706"/>
                  </a:lnTo>
                  <a:lnTo>
                    <a:pt x="35678" y="63900"/>
                  </a:lnTo>
                  <a:lnTo>
                    <a:pt x="32410" y="68202"/>
                  </a:lnTo>
                  <a:lnTo>
                    <a:pt x="29283" y="72607"/>
                  </a:lnTo>
                  <a:lnTo>
                    <a:pt x="26299" y="77110"/>
                  </a:lnTo>
                  <a:lnTo>
                    <a:pt x="23463" y="81708"/>
                  </a:lnTo>
                  <a:lnTo>
                    <a:pt x="20776" y="86395"/>
                  </a:lnTo>
                  <a:lnTo>
                    <a:pt x="18243" y="91167"/>
                  </a:lnTo>
                  <a:lnTo>
                    <a:pt x="15865" y="96018"/>
                  </a:lnTo>
                  <a:lnTo>
                    <a:pt x="13645" y="100943"/>
                  </a:lnTo>
                  <a:lnTo>
                    <a:pt x="11585" y="105937"/>
                  </a:lnTo>
                  <a:lnTo>
                    <a:pt x="9688" y="110996"/>
                  </a:lnTo>
                  <a:lnTo>
                    <a:pt x="7955" y="116113"/>
                  </a:lnTo>
                  <a:lnTo>
                    <a:pt x="6388" y="121283"/>
                  </a:lnTo>
                  <a:lnTo>
                    <a:pt x="4989" y="126501"/>
                  </a:lnTo>
                  <a:lnTo>
                    <a:pt x="3760" y="131762"/>
                  </a:lnTo>
                  <a:lnTo>
                    <a:pt x="2701" y="137059"/>
                  </a:lnTo>
                  <a:lnTo>
                    <a:pt x="1814" y="142388"/>
                  </a:lnTo>
                  <a:lnTo>
                    <a:pt x="1100" y="147743"/>
                  </a:lnTo>
                  <a:lnTo>
                    <a:pt x="559" y="153119"/>
                  </a:lnTo>
                  <a:lnTo>
                    <a:pt x="192" y="158508"/>
                  </a:lnTo>
                  <a:lnTo>
                    <a:pt x="0" y="163907"/>
                  </a:lnTo>
                  <a:lnTo>
                    <a:pt x="16713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19389" y="4823189"/>
              <a:ext cx="167135" cy="3259"/>
            </a:xfrm>
            <a:custGeom>
              <a:avLst/>
              <a:pathLst>
                <a:path w="167135" h="3259">
                  <a:moveTo>
                    <a:pt x="0" y="0"/>
                  </a:moveTo>
                  <a:lnTo>
                    <a:pt x="167135" y="32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19389" y="4823189"/>
              <a:ext cx="167135" cy="22002"/>
            </a:xfrm>
            <a:custGeom>
              <a:avLst/>
              <a:pathLst>
                <a:path w="167135" h="22002">
                  <a:moveTo>
                    <a:pt x="0" y="0"/>
                  </a:moveTo>
                  <a:lnTo>
                    <a:pt x="18" y="7346"/>
                  </a:lnTo>
                  <a:lnTo>
                    <a:pt x="359" y="14685"/>
                  </a:lnTo>
                  <a:lnTo>
                    <a:pt x="1022" y="22002"/>
                  </a:lnTo>
                  <a:lnTo>
                    <a:pt x="167135" y="32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920411" y="4659281"/>
              <a:ext cx="333260" cy="334334"/>
            </a:xfrm>
            <a:custGeom>
              <a:avLst/>
              <a:pathLst>
                <a:path w="333260" h="334334">
                  <a:moveTo>
                    <a:pt x="0" y="185909"/>
                  </a:moveTo>
                  <a:lnTo>
                    <a:pt x="678" y="191169"/>
                  </a:lnTo>
                  <a:lnTo>
                    <a:pt x="1522" y="196404"/>
                  </a:lnTo>
                  <a:lnTo>
                    <a:pt x="2532" y="201610"/>
                  </a:lnTo>
                  <a:lnTo>
                    <a:pt x="3707" y="206782"/>
                  </a:lnTo>
                  <a:lnTo>
                    <a:pt x="5045" y="211913"/>
                  </a:lnTo>
                  <a:lnTo>
                    <a:pt x="6546" y="216999"/>
                  </a:lnTo>
                  <a:lnTo>
                    <a:pt x="8207" y="222036"/>
                  </a:lnTo>
                  <a:lnTo>
                    <a:pt x="10027" y="227017"/>
                  </a:lnTo>
                  <a:lnTo>
                    <a:pt x="12003" y="231938"/>
                  </a:lnTo>
                  <a:lnTo>
                    <a:pt x="14135" y="236793"/>
                  </a:lnTo>
                  <a:lnTo>
                    <a:pt x="16420" y="241579"/>
                  </a:lnTo>
                  <a:lnTo>
                    <a:pt x="18856" y="246289"/>
                  </a:lnTo>
                  <a:lnTo>
                    <a:pt x="21440" y="250920"/>
                  </a:lnTo>
                  <a:lnTo>
                    <a:pt x="24169" y="255467"/>
                  </a:lnTo>
                  <a:lnTo>
                    <a:pt x="27041" y="259925"/>
                  </a:lnTo>
                  <a:lnTo>
                    <a:pt x="30054" y="264290"/>
                  </a:lnTo>
                  <a:lnTo>
                    <a:pt x="33203" y="268556"/>
                  </a:lnTo>
                  <a:lnTo>
                    <a:pt x="36486" y="272721"/>
                  </a:lnTo>
                  <a:lnTo>
                    <a:pt x="39899" y="276780"/>
                  </a:lnTo>
                  <a:lnTo>
                    <a:pt x="43439" y="280728"/>
                  </a:lnTo>
                  <a:lnTo>
                    <a:pt x="47103" y="284562"/>
                  </a:lnTo>
                  <a:lnTo>
                    <a:pt x="50886" y="288278"/>
                  </a:lnTo>
                  <a:lnTo>
                    <a:pt x="54786" y="291872"/>
                  </a:lnTo>
                  <a:lnTo>
                    <a:pt x="58797" y="295340"/>
                  </a:lnTo>
                  <a:lnTo>
                    <a:pt x="62917" y="298680"/>
                  </a:lnTo>
                  <a:lnTo>
                    <a:pt x="67140" y="301887"/>
                  </a:lnTo>
                  <a:lnTo>
                    <a:pt x="71463" y="304958"/>
                  </a:lnTo>
                  <a:lnTo>
                    <a:pt x="75882" y="307891"/>
                  </a:lnTo>
                  <a:lnTo>
                    <a:pt x="80391" y="310682"/>
                  </a:lnTo>
                  <a:lnTo>
                    <a:pt x="84986" y="313329"/>
                  </a:lnTo>
                  <a:lnTo>
                    <a:pt x="89663" y="315829"/>
                  </a:lnTo>
                  <a:lnTo>
                    <a:pt x="94417" y="318179"/>
                  </a:lnTo>
                  <a:lnTo>
                    <a:pt x="99243" y="320377"/>
                  </a:lnTo>
                  <a:lnTo>
                    <a:pt x="104136" y="322421"/>
                  </a:lnTo>
                  <a:lnTo>
                    <a:pt x="109092" y="324309"/>
                  </a:lnTo>
                  <a:lnTo>
                    <a:pt x="114105" y="326038"/>
                  </a:lnTo>
                  <a:lnTo>
                    <a:pt x="119170" y="327608"/>
                  </a:lnTo>
                  <a:lnTo>
                    <a:pt x="124283" y="329016"/>
                  </a:lnTo>
                  <a:lnTo>
                    <a:pt x="129438" y="330262"/>
                  </a:lnTo>
                  <a:lnTo>
                    <a:pt x="134629" y="331343"/>
                  </a:lnTo>
                  <a:lnTo>
                    <a:pt x="139853" y="332259"/>
                  </a:lnTo>
                  <a:lnTo>
                    <a:pt x="145103" y="333009"/>
                  </a:lnTo>
                  <a:lnTo>
                    <a:pt x="150373" y="333592"/>
                  </a:lnTo>
                  <a:lnTo>
                    <a:pt x="155660" y="334007"/>
                  </a:lnTo>
                  <a:lnTo>
                    <a:pt x="160957" y="334255"/>
                  </a:lnTo>
                  <a:lnTo>
                    <a:pt x="166260" y="334334"/>
                  </a:lnTo>
                  <a:lnTo>
                    <a:pt x="171562" y="334246"/>
                  </a:lnTo>
                  <a:lnTo>
                    <a:pt x="176859" y="333989"/>
                  </a:lnTo>
                  <a:lnTo>
                    <a:pt x="182145" y="333564"/>
                  </a:lnTo>
                  <a:lnTo>
                    <a:pt x="187415" y="332972"/>
                  </a:lnTo>
                  <a:lnTo>
                    <a:pt x="192663" y="332212"/>
                  </a:lnTo>
                  <a:lnTo>
                    <a:pt x="197885" y="331287"/>
                  </a:lnTo>
                  <a:lnTo>
                    <a:pt x="203075" y="330197"/>
                  </a:lnTo>
                  <a:lnTo>
                    <a:pt x="208227" y="328942"/>
                  </a:lnTo>
                  <a:lnTo>
                    <a:pt x="213338" y="327525"/>
                  </a:lnTo>
                  <a:lnTo>
                    <a:pt x="218400" y="325947"/>
                  </a:lnTo>
                  <a:lnTo>
                    <a:pt x="223410" y="324208"/>
                  </a:lnTo>
                  <a:lnTo>
                    <a:pt x="228363" y="322312"/>
                  </a:lnTo>
                  <a:lnTo>
                    <a:pt x="233252" y="320259"/>
                  </a:lnTo>
                  <a:lnTo>
                    <a:pt x="238075" y="318053"/>
                  </a:lnTo>
                  <a:lnTo>
                    <a:pt x="242824" y="315694"/>
                  </a:lnTo>
                  <a:lnTo>
                    <a:pt x="247497" y="313186"/>
                  </a:lnTo>
                  <a:lnTo>
                    <a:pt x="252088" y="310531"/>
                  </a:lnTo>
                  <a:lnTo>
                    <a:pt x="256592" y="307732"/>
                  </a:lnTo>
                  <a:lnTo>
                    <a:pt x="261005" y="304791"/>
                  </a:lnTo>
                  <a:lnTo>
                    <a:pt x="265322" y="301712"/>
                  </a:lnTo>
                  <a:lnTo>
                    <a:pt x="269540" y="298498"/>
                  </a:lnTo>
                  <a:lnTo>
                    <a:pt x="273654" y="295151"/>
                  </a:lnTo>
                  <a:lnTo>
                    <a:pt x="277659" y="291676"/>
                  </a:lnTo>
                  <a:lnTo>
                    <a:pt x="281552" y="288075"/>
                  </a:lnTo>
                  <a:lnTo>
                    <a:pt x="285329" y="284352"/>
                  </a:lnTo>
                  <a:lnTo>
                    <a:pt x="288986" y="280512"/>
                  </a:lnTo>
                  <a:lnTo>
                    <a:pt x="292520" y="276558"/>
                  </a:lnTo>
                  <a:lnTo>
                    <a:pt x="295926" y="272493"/>
                  </a:lnTo>
                  <a:lnTo>
                    <a:pt x="299201" y="268322"/>
                  </a:lnTo>
                  <a:lnTo>
                    <a:pt x="302343" y="264050"/>
                  </a:lnTo>
                  <a:lnTo>
                    <a:pt x="305347" y="259680"/>
                  </a:lnTo>
                  <a:lnTo>
                    <a:pt x="308212" y="255217"/>
                  </a:lnTo>
                  <a:lnTo>
                    <a:pt x="310933" y="250666"/>
                  </a:lnTo>
                  <a:lnTo>
                    <a:pt x="313509" y="246030"/>
                  </a:lnTo>
                  <a:lnTo>
                    <a:pt x="315936" y="241315"/>
                  </a:lnTo>
                  <a:lnTo>
                    <a:pt x="318213" y="236526"/>
                  </a:lnTo>
                  <a:lnTo>
                    <a:pt x="320336" y="231666"/>
                  </a:lnTo>
                  <a:lnTo>
                    <a:pt x="322304" y="226742"/>
                  </a:lnTo>
                  <a:lnTo>
                    <a:pt x="324115" y="221758"/>
                  </a:lnTo>
                  <a:lnTo>
                    <a:pt x="325767" y="216719"/>
                  </a:lnTo>
                  <a:lnTo>
                    <a:pt x="327259" y="211630"/>
                  </a:lnTo>
                  <a:lnTo>
                    <a:pt x="328588" y="206496"/>
                  </a:lnTo>
                  <a:lnTo>
                    <a:pt x="329754" y="201323"/>
                  </a:lnTo>
                  <a:lnTo>
                    <a:pt x="330755" y="196115"/>
                  </a:lnTo>
                  <a:lnTo>
                    <a:pt x="331590" y="190878"/>
                  </a:lnTo>
                  <a:lnTo>
                    <a:pt x="332259" y="185617"/>
                  </a:lnTo>
                  <a:lnTo>
                    <a:pt x="332761" y="180338"/>
                  </a:lnTo>
                  <a:lnTo>
                    <a:pt x="333095" y="175045"/>
                  </a:lnTo>
                  <a:lnTo>
                    <a:pt x="333260" y="169745"/>
                  </a:lnTo>
                  <a:lnTo>
                    <a:pt x="333258" y="164442"/>
                  </a:lnTo>
                  <a:lnTo>
                    <a:pt x="333088" y="159142"/>
                  </a:lnTo>
                  <a:lnTo>
                    <a:pt x="332749" y="153849"/>
                  </a:lnTo>
                  <a:lnTo>
                    <a:pt x="332243" y="148571"/>
                  </a:lnTo>
                  <a:lnTo>
                    <a:pt x="331569" y="143310"/>
                  </a:lnTo>
                  <a:lnTo>
                    <a:pt x="330729" y="138074"/>
                  </a:lnTo>
                  <a:lnTo>
                    <a:pt x="329724" y="132867"/>
                  </a:lnTo>
                  <a:lnTo>
                    <a:pt x="328553" y="127695"/>
                  </a:lnTo>
                  <a:lnTo>
                    <a:pt x="327220" y="122563"/>
                  </a:lnTo>
                  <a:lnTo>
                    <a:pt x="325724" y="117475"/>
                  </a:lnTo>
                  <a:lnTo>
                    <a:pt x="324067" y="112437"/>
                  </a:lnTo>
                  <a:lnTo>
                    <a:pt x="322252" y="107454"/>
                  </a:lnTo>
                  <a:lnTo>
                    <a:pt x="320279" y="102532"/>
                  </a:lnTo>
                  <a:lnTo>
                    <a:pt x="318152" y="97674"/>
                  </a:lnTo>
                  <a:lnTo>
                    <a:pt x="315871" y="92887"/>
                  </a:lnTo>
                  <a:lnTo>
                    <a:pt x="313439" y="88174"/>
                  </a:lnTo>
                  <a:lnTo>
                    <a:pt x="310860" y="83541"/>
                  </a:lnTo>
                  <a:lnTo>
                    <a:pt x="308134" y="78992"/>
                  </a:lnTo>
                  <a:lnTo>
                    <a:pt x="305266" y="74531"/>
                  </a:lnTo>
                  <a:lnTo>
                    <a:pt x="302258" y="70164"/>
                  </a:lnTo>
                  <a:lnTo>
                    <a:pt x="299112" y="65894"/>
                  </a:lnTo>
                  <a:lnTo>
                    <a:pt x="295833" y="61727"/>
                  </a:lnTo>
                  <a:lnTo>
                    <a:pt x="292423" y="57665"/>
                  </a:lnTo>
                  <a:lnTo>
                    <a:pt x="288887" y="53714"/>
                  </a:lnTo>
                  <a:lnTo>
                    <a:pt x="285226" y="49877"/>
                  </a:lnTo>
                  <a:lnTo>
                    <a:pt x="281446" y="46158"/>
                  </a:lnTo>
                  <a:lnTo>
                    <a:pt x="277550" y="42560"/>
                  </a:lnTo>
                  <a:lnTo>
                    <a:pt x="273541" y="39088"/>
                  </a:lnTo>
                  <a:lnTo>
                    <a:pt x="269424" y="35745"/>
                  </a:lnTo>
                  <a:lnTo>
                    <a:pt x="265204" y="32534"/>
                  </a:lnTo>
                  <a:lnTo>
                    <a:pt x="260884" y="29459"/>
                  </a:lnTo>
                  <a:lnTo>
                    <a:pt x="256468" y="26522"/>
                  </a:lnTo>
                  <a:lnTo>
                    <a:pt x="251961" y="23727"/>
                  </a:lnTo>
                  <a:lnTo>
                    <a:pt x="247368" y="21076"/>
                  </a:lnTo>
                  <a:lnTo>
                    <a:pt x="242694" y="18572"/>
                  </a:lnTo>
                  <a:lnTo>
                    <a:pt x="237942" y="16218"/>
                  </a:lnTo>
                  <a:lnTo>
                    <a:pt x="233118" y="14016"/>
                  </a:lnTo>
                  <a:lnTo>
                    <a:pt x="228226" y="11967"/>
                  </a:lnTo>
                  <a:lnTo>
                    <a:pt x="223272" y="10075"/>
                  </a:lnTo>
                  <a:lnTo>
                    <a:pt x="218261" y="8341"/>
                  </a:lnTo>
                  <a:lnTo>
                    <a:pt x="213197" y="6767"/>
                  </a:lnTo>
                  <a:lnTo>
                    <a:pt x="208085" y="5354"/>
                  </a:lnTo>
                  <a:lnTo>
                    <a:pt x="202932" y="4105"/>
                  </a:lnTo>
                  <a:lnTo>
                    <a:pt x="197741" y="3019"/>
                  </a:lnTo>
                  <a:lnTo>
                    <a:pt x="192518" y="2098"/>
                  </a:lnTo>
                  <a:lnTo>
                    <a:pt x="187269" y="1344"/>
                  </a:lnTo>
                  <a:lnTo>
                    <a:pt x="181999" y="756"/>
                  </a:lnTo>
                  <a:lnTo>
                    <a:pt x="176712" y="336"/>
                  </a:lnTo>
                  <a:lnTo>
                    <a:pt x="171415" y="84"/>
                  </a:lnTo>
                  <a:lnTo>
                    <a:pt x="166113" y="0"/>
                  </a:lnTo>
                  <a:lnTo>
                    <a:pt x="1661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5823" y="5018213"/>
              <a:ext cx="2897" cy="167167"/>
            </a:xfrm>
            <a:custGeom>
              <a:avLst/>
              <a:pathLst>
                <a:path w="2897" h="167167">
                  <a:moveTo>
                    <a:pt x="2897" y="0"/>
                  </a:moveTo>
                  <a:lnTo>
                    <a:pt x="0" y="25"/>
                  </a:lnTo>
                  <a:lnTo>
                    <a:pt x="28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321553" y="5018238"/>
              <a:ext cx="334334" cy="334291"/>
            </a:xfrm>
            <a:custGeom>
              <a:avLst/>
              <a:pathLst>
                <a:path w="334334" h="334291">
                  <a:moveTo>
                    <a:pt x="164270" y="0"/>
                  </a:moveTo>
                  <a:lnTo>
                    <a:pt x="158972" y="175"/>
                  </a:lnTo>
                  <a:lnTo>
                    <a:pt x="153683" y="519"/>
                  </a:lnTo>
                  <a:lnTo>
                    <a:pt x="148407" y="1030"/>
                  </a:lnTo>
                  <a:lnTo>
                    <a:pt x="143150" y="1709"/>
                  </a:lnTo>
                  <a:lnTo>
                    <a:pt x="137917" y="2553"/>
                  </a:lnTo>
                  <a:lnTo>
                    <a:pt x="132714" y="3563"/>
                  </a:lnTo>
                  <a:lnTo>
                    <a:pt x="127545" y="4738"/>
                  </a:lnTo>
                  <a:lnTo>
                    <a:pt x="122416" y="6076"/>
                  </a:lnTo>
                  <a:lnTo>
                    <a:pt x="117332" y="7575"/>
                  </a:lnTo>
                  <a:lnTo>
                    <a:pt x="112299" y="9235"/>
                  </a:lnTo>
                  <a:lnTo>
                    <a:pt x="107320" y="11054"/>
                  </a:lnTo>
                  <a:lnTo>
                    <a:pt x="102402" y="13030"/>
                  </a:lnTo>
                  <a:lnTo>
                    <a:pt x="97548" y="15161"/>
                  </a:lnTo>
                  <a:lnTo>
                    <a:pt x="92765" y="17445"/>
                  </a:lnTo>
                  <a:lnTo>
                    <a:pt x="88056" y="19879"/>
                  </a:lnTo>
                  <a:lnTo>
                    <a:pt x="83427" y="22461"/>
                  </a:lnTo>
                  <a:lnTo>
                    <a:pt x="78882" y="25188"/>
                  </a:lnTo>
                  <a:lnTo>
                    <a:pt x="74426" y="28059"/>
                  </a:lnTo>
                  <a:lnTo>
                    <a:pt x="70064" y="31069"/>
                  </a:lnTo>
                  <a:lnTo>
                    <a:pt x="65798" y="34216"/>
                  </a:lnTo>
                  <a:lnTo>
                    <a:pt x="61635" y="37496"/>
                  </a:lnTo>
                  <a:lnTo>
                    <a:pt x="57578" y="40907"/>
                  </a:lnTo>
                  <a:lnTo>
                    <a:pt x="53631" y="44445"/>
                  </a:lnTo>
                  <a:lnTo>
                    <a:pt x="49798" y="48106"/>
                  </a:lnTo>
                  <a:lnTo>
                    <a:pt x="46083" y="51887"/>
                  </a:lnTo>
                  <a:lnTo>
                    <a:pt x="42490" y="55784"/>
                  </a:lnTo>
                  <a:lnTo>
                    <a:pt x="39022" y="59792"/>
                  </a:lnTo>
                  <a:lnTo>
                    <a:pt x="35683" y="63909"/>
                  </a:lnTo>
                  <a:lnTo>
                    <a:pt x="32477" y="68129"/>
                  </a:lnTo>
                  <a:lnTo>
                    <a:pt x="29405" y="72449"/>
                  </a:lnTo>
                  <a:lnTo>
                    <a:pt x="26472" y="76865"/>
                  </a:lnTo>
                  <a:lnTo>
                    <a:pt x="23681" y="81370"/>
                  </a:lnTo>
                  <a:lnTo>
                    <a:pt x="21034" y="85963"/>
                  </a:lnTo>
                  <a:lnTo>
                    <a:pt x="18534" y="90636"/>
                  </a:lnTo>
                  <a:lnTo>
                    <a:pt x="16183" y="95387"/>
                  </a:lnTo>
                  <a:lnTo>
                    <a:pt x="13984" y="100210"/>
                  </a:lnTo>
                  <a:lnTo>
                    <a:pt x="11939" y="105100"/>
                  </a:lnTo>
                  <a:lnTo>
                    <a:pt x="10050" y="110052"/>
                  </a:lnTo>
                  <a:lnTo>
                    <a:pt x="8319" y="115062"/>
                  </a:lnTo>
                  <a:lnTo>
                    <a:pt x="6748" y="120125"/>
                  </a:lnTo>
                  <a:lnTo>
                    <a:pt x="5338" y="125234"/>
                  </a:lnTo>
                  <a:lnTo>
                    <a:pt x="4090" y="130386"/>
                  </a:lnTo>
                  <a:lnTo>
                    <a:pt x="3007" y="135574"/>
                  </a:lnTo>
                  <a:lnTo>
                    <a:pt x="2089" y="140795"/>
                  </a:lnTo>
                  <a:lnTo>
                    <a:pt x="1337" y="146041"/>
                  </a:lnTo>
                  <a:lnTo>
                    <a:pt x="751" y="151309"/>
                  </a:lnTo>
                  <a:lnTo>
                    <a:pt x="333" y="156593"/>
                  </a:lnTo>
                  <a:lnTo>
                    <a:pt x="82" y="161888"/>
                  </a:lnTo>
                  <a:lnTo>
                    <a:pt x="0" y="167188"/>
                  </a:lnTo>
                  <a:lnTo>
                    <a:pt x="85" y="172488"/>
                  </a:lnTo>
                  <a:lnTo>
                    <a:pt x="338" y="177782"/>
                  </a:lnTo>
                  <a:lnTo>
                    <a:pt x="760" y="183066"/>
                  </a:lnTo>
                  <a:lnTo>
                    <a:pt x="1348" y="188333"/>
                  </a:lnTo>
                  <a:lnTo>
                    <a:pt x="2103" y="193580"/>
                  </a:lnTo>
                  <a:lnTo>
                    <a:pt x="3025" y="198800"/>
                  </a:lnTo>
                  <a:lnTo>
                    <a:pt x="4111" y="203988"/>
                  </a:lnTo>
                  <a:lnTo>
                    <a:pt x="5361" y="209139"/>
                  </a:lnTo>
                  <a:lnTo>
                    <a:pt x="6774" y="214247"/>
                  </a:lnTo>
                  <a:lnTo>
                    <a:pt x="8348" y="219309"/>
                  </a:lnTo>
                  <a:lnTo>
                    <a:pt x="10081" y="224318"/>
                  </a:lnTo>
                  <a:lnTo>
                    <a:pt x="11973" y="229269"/>
                  </a:lnTo>
                  <a:lnTo>
                    <a:pt x="14021" y="234158"/>
                  </a:lnTo>
                  <a:lnTo>
                    <a:pt x="16222" y="238980"/>
                  </a:lnTo>
                  <a:lnTo>
                    <a:pt x="18576" y="243729"/>
                  </a:lnTo>
                  <a:lnTo>
                    <a:pt x="21079" y="248401"/>
                  </a:lnTo>
                  <a:lnTo>
                    <a:pt x="23728" y="252992"/>
                  </a:lnTo>
                  <a:lnTo>
                    <a:pt x="26522" y="257496"/>
                  </a:lnTo>
                  <a:lnTo>
                    <a:pt x="29457" y="261910"/>
                  </a:lnTo>
                  <a:lnTo>
                    <a:pt x="32531" y="266228"/>
                  </a:lnTo>
                  <a:lnTo>
                    <a:pt x="35740" y="270447"/>
                  </a:lnTo>
                  <a:lnTo>
                    <a:pt x="39081" y="274562"/>
                  </a:lnTo>
                  <a:lnTo>
                    <a:pt x="42551" y="278568"/>
                  </a:lnTo>
                  <a:lnTo>
                    <a:pt x="46147" y="282463"/>
                  </a:lnTo>
                  <a:lnTo>
                    <a:pt x="49864" y="286242"/>
                  </a:lnTo>
                  <a:lnTo>
                    <a:pt x="53698" y="289901"/>
                  </a:lnTo>
                  <a:lnTo>
                    <a:pt x="57647" y="293437"/>
                  </a:lnTo>
                  <a:lnTo>
                    <a:pt x="61706" y="296845"/>
                  </a:lnTo>
                  <a:lnTo>
                    <a:pt x="65872" y="300124"/>
                  </a:lnTo>
                  <a:lnTo>
                    <a:pt x="70138" y="303268"/>
                  </a:lnTo>
                  <a:lnTo>
                    <a:pt x="74503" y="306276"/>
                  </a:lnTo>
                  <a:lnTo>
                    <a:pt x="78961" y="309144"/>
                  </a:lnTo>
                  <a:lnTo>
                    <a:pt x="83507" y="311869"/>
                  </a:lnTo>
                  <a:lnTo>
                    <a:pt x="88137" y="314449"/>
                  </a:lnTo>
                  <a:lnTo>
                    <a:pt x="92847" y="316880"/>
                  </a:lnTo>
                  <a:lnTo>
                    <a:pt x="97632" y="319161"/>
                  </a:lnTo>
                  <a:lnTo>
                    <a:pt x="102486" y="321289"/>
                  </a:lnTo>
                  <a:lnTo>
                    <a:pt x="107406" y="323262"/>
                  </a:lnTo>
                  <a:lnTo>
                    <a:pt x="112385" y="325078"/>
                  </a:lnTo>
                  <a:lnTo>
                    <a:pt x="117420" y="326736"/>
                  </a:lnTo>
                  <a:lnTo>
                    <a:pt x="122505" y="328233"/>
                  </a:lnTo>
                  <a:lnTo>
                    <a:pt x="127635" y="329568"/>
                  </a:lnTo>
                  <a:lnTo>
                    <a:pt x="132804" y="330739"/>
                  </a:lnTo>
                  <a:lnTo>
                    <a:pt x="138008" y="331746"/>
                  </a:lnTo>
                  <a:lnTo>
                    <a:pt x="143241" y="332588"/>
                  </a:lnTo>
                  <a:lnTo>
                    <a:pt x="148498" y="333264"/>
                  </a:lnTo>
                  <a:lnTo>
                    <a:pt x="153774" y="333772"/>
                  </a:lnTo>
                  <a:lnTo>
                    <a:pt x="159064" y="334113"/>
                  </a:lnTo>
                  <a:lnTo>
                    <a:pt x="164361" y="334286"/>
                  </a:lnTo>
                  <a:lnTo>
                    <a:pt x="169662" y="334291"/>
                  </a:lnTo>
                  <a:lnTo>
                    <a:pt x="174960" y="334128"/>
                  </a:lnTo>
                  <a:lnTo>
                    <a:pt x="180250" y="333797"/>
                  </a:lnTo>
                  <a:lnTo>
                    <a:pt x="185527" y="333298"/>
                  </a:lnTo>
                  <a:lnTo>
                    <a:pt x="190786" y="332632"/>
                  </a:lnTo>
                  <a:lnTo>
                    <a:pt x="196020" y="331800"/>
                  </a:lnTo>
                  <a:lnTo>
                    <a:pt x="201226" y="330803"/>
                  </a:lnTo>
                  <a:lnTo>
                    <a:pt x="206398" y="329641"/>
                  </a:lnTo>
                  <a:lnTo>
                    <a:pt x="211530" y="328315"/>
                  </a:lnTo>
                  <a:lnTo>
                    <a:pt x="216617" y="326828"/>
                  </a:lnTo>
                  <a:lnTo>
                    <a:pt x="221655" y="325180"/>
                  </a:lnTo>
                  <a:lnTo>
                    <a:pt x="226638" y="323373"/>
                  </a:lnTo>
                  <a:lnTo>
                    <a:pt x="231561" y="321409"/>
                  </a:lnTo>
                  <a:lnTo>
                    <a:pt x="236420" y="319290"/>
                  </a:lnTo>
                  <a:lnTo>
                    <a:pt x="241208" y="317018"/>
                  </a:lnTo>
                  <a:lnTo>
                    <a:pt x="245923" y="314595"/>
                  </a:lnTo>
                  <a:lnTo>
                    <a:pt x="250558" y="312024"/>
                  </a:lnTo>
                  <a:lnTo>
                    <a:pt x="255109" y="309307"/>
                  </a:lnTo>
                  <a:lnTo>
                    <a:pt x="259572" y="306448"/>
                  </a:lnTo>
                  <a:lnTo>
                    <a:pt x="263942" y="303448"/>
                  </a:lnTo>
                  <a:lnTo>
                    <a:pt x="268215" y="300312"/>
                  </a:lnTo>
                  <a:lnTo>
                    <a:pt x="272386" y="297041"/>
                  </a:lnTo>
                  <a:lnTo>
                    <a:pt x="276452" y="293640"/>
                  </a:lnTo>
                  <a:lnTo>
                    <a:pt x="280407" y="290112"/>
                  </a:lnTo>
                  <a:lnTo>
                    <a:pt x="284249" y="286460"/>
                  </a:lnTo>
                  <a:lnTo>
                    <a:pt x="287973" y="282688"/>
                  </a:lnTo>
                  <a:lnTo>
                    <a:pt x="291575" y="278800"/>
                  </a:lnTo>
                  <a:lnTo>
                    <a:pt x="295053" y="274799"/>
                  </a:lnTo>
                  <a:lnTo>
                    <a:pt x="298402" y="270691"/>
                  </a:lnTo>
                  <a:lnTo>
                    <a:pt x="301619" y="266478"/>
                  </a:lnTo>
                  <a:lnTo>
                    <a:pt x="304700" y="262166"/>
                  </a:lnTo>
                  <a:lnTo>
                    <a:pt x="307644" y="257758"/>
                  </a:lnTo>
                  <a:lnTo>
                    <a:pt x="310446" y="253258"/>
                  </a:lnTo>
                  <a:lnTo>
                    <a:pt x="313104" y="248673"/>
                  </a:lnTo>
                  <a:lnTo>
                    <a:pt x="315616" y="244005"/>
                  </a:lnTo>
                  <a:lnTo>
                    <a:pt x="317978" y="239260"/>
                  </a:lnTo>
                  <a:lnTo>
                    <a:pt x="320188" y="234442"/>
                  </a:lnTo>
                  <a:lnTo>
                    <a:pt x="322245" y="229557"/>
                  </a:lnTo>
                  <a:lnTo>
                    <a:pt x="324146" y="224609"/>
                  </a:lnTo>
                  <a:lnTo>
                    <a:pt x="325889" y="219604"/>
                  </a:lnTo>
                  <a:lnTo>
                    <a:pt x="327473" y="214545"/>
                  </a:lnTo>
                  <a:lnTo>
                    <a:pt x="328895" y="209439"/>
                  </a:lnTo>
                  <a:lnTo>
                    <a:pt x="330154" y="204290"/>
                  </a:lnTo>
                  <a:lnTo>
                    <a:pt x="331250" y="199104"/>
                  </a:lnTo>
                  <a:lnTo>
                    <a:pt x="332181" y="193886"/>
                  </a:lnTo>
                  <a:lnTo>
                    <a:pt x="332946" y="188641"/>
                  </a:lnTo>
                  <a:lnTo>
                    <a:pt x="333544" y="183375"/>
                  </a:lnTo>
                  <a:lnTo>
                    <a:pt x="333975" y="178092"/>
                  </a:lnTo>
                  <a:lnTo>
                    <a:pt x="334239" y="172798"/>
                  </a:lnTo>
                  <a:lnTo>
                    <a:pt x="334334" y="167498"/>
                  </a:lnTo>
                  <a:lnTo>
                    <a:pt x="334261" y="162198"/>
                  </a:lnTo>
                  <a:lnTo>
                    <a:pt x="334021" y="156903"/>
                  </a:lnTo>
                  <a:lnTo>
                    <a:pt x="333612" y="151619"/>
                  </a:lnTo>
                  <a:lnTo>
                    <a:pt x="333036" y="146349"/>
                  </a:lnTo>
                  <a:lnTo>
                    <a:pt x="332294" y="141101"/>
                  </a:lnTo>
                  <a:lnTo>
                    <a:pt x="331385" y="135879"/>
                  </a:lnTo>
                  <a:lnTo>
                    <a:pt x="330311" y="130689"/>
                  </a:lnTo>
                  <a:lnTo>
                    <a:pt x="329074" y="125535"/>
                  </a:lnTo>
                  <a:lnTo>
                    <a:pt x="327673" y="120423"/>
                  </a:lnTo>
                  <a:lnTo>
                    <a:pt x="326111" y="115357"/>
                  </a:lnTo>
                  <a:lnTo>
                    <a:pt x="324390" y="110344"/>
                  </a:lnTo>
                  <a:lnTo>
                    <a:pt x="322510" y="105388"/>
                  </a:lnTo>
                  <a:lnTo>
                    <a:pt x="320474" y="100494"/>
                  </a:lnTo>
                  <a:lnTo>
                    <a:pt x="318284" y="95668"/>
                  </a:lnTo>
                  <a:lnTo>
                    <a:pt x="315942" y="90912"/>
                  </a:lnTo>
                  <a:lnTo>
                    <a:pt x="313451" y="86234"/>
                  </a:lnTo>
                  <a:lnTo>
                    <a:pt x="310812" y="81637"/>
                  </a:lnTo>
                  <a:lnTo>
                    <a:pt x="308029" y="77126"/>
                  </a:lnTo>
                  <a:lnTo>
                    <a:pt x="305104" y="72705"/>
                  </a:lnTo>
                  <a:lnTo>
                    <a:pt x="302041" y="68380"/>
                  </a:lnTo>
                  <a:lnTo>
                    <a:pt x="298842" y="64153"/>
                  </a:lnTo>
                  <a:lnTo>
                    <a:pt x="295511" y="60031"/>
                  </a:lnTo>
                  <a:lnTo>
                    <a:pt x="292050" y="56015"/>
                  </a:lnTo>
                  <a:lnTo>
                    <a:pt x="288465" y="52112"/>
                  </a:lnTo>
                  <a:lnTo>
                    <a:pt x="284757" y="48324"/>
                  </a:lnTo>
                  <a:lnTo>
                    <a:pt x="280931" y="44656"/>
                  </a:lnTo>
                  <a:lnTo>
                    <a:pt x="276990" y="41111"/>
                  </a:lnTo>
                  <a:lnTo>
                    <a:pt x="272939" y="37692"/>
                  </a:lnTo>
                  <a:lnTo>
                    <a:pt x="268782" y="34404"/>
                  </a:lnTo>
                  <a:lnTo>
                    <a:pt x="264523" y="31249"/>
                  </a:lnTo>
                  <a:lnTo>
                    <a:pt x="260166" y="28231"/>
                  </a:lnTo>
                  <a:lnTo>
                    <a:pt x="255715" y="25352"/>
                  </a:lnTo>
                  <a:lnTo>
                    <a:pt x="251175" y="22616"/>
                  </a:lnTo>
                  <a:lnTo>
                    <a:pt x="246551" y="20026"/>
                  </a:lnTo>
                  <a:lnTo>
                    <a:pt x="241847" y="17583"/>
                  </a:lnTo>
                  <a:lnTo>
                    <a:pt x="237068" y="15291"/>
                  </a:lnTo>
                  <a:lnTo>
                    <a:pt x="232218" y="13151"/>
                  </a:lnTo>
                  <a:lnTo>
                    <a:pt x="227304" y="11166"/>
                  </a:lnTo>
                  <a:lnTo>
                    <a:pt x="222328" y="9338"/>
                  </a:lnTo>
                  <a:lnTo>
                    <a:pt x="217298" y="7668"/>
                  </a:lnTo>
                  <a:lnTo>
                    <a:pt x="212217" y="6159"/>
                  </a:lnTo>
                  <a:lnTo>
                    <a:pt x="207090" y="4812"/>
                  </a:lnTo>
                  <a:lnTo>
                    <a:pt x="201924" y="3628"/>
                  </a:lnTo>
                  <a:lnTo>
                    <a:pt x="196722" y="2608"/>
                  </a:lnTo>
                  <a:lnTo>
                    <a:pt x="191491" y="1754"/>
                  </a:lnTo>
                  <a:lnTo>
                    <a:pt x="186235" y="1066"/>
                  </a:lnTo>
                  <a:lnTo>
                    <a:pt x="180961" y="544"/>
                  </a:lnTo>
                  <a:lnTo>
                    <a:pt x="175672" y="191"/>
                  </a:lnTo>
                  <a:lnTo>
                    <a:pt x="170375" y="5"/>
                  </a:lnTo>
                  <a:lnTo>
                    <a:pt x="167167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488720" y="5018213"/>
              <a:ext cx="3207" cy="167167"/>
            </a:xfrm>
            <a:custGeom>
              <a:avLst/>
              <a:pathLst>
                <a:path w="3207" h="167167">
                  <a:moveTo>
                    <a:pt x="3207" y="3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7345" y="5269756"/>
              <a:ext cx="167155" cy="185292"/>
            </a:xfrm>
            <a:custGeom>
              <a:avLst/>
              <a:pathLst>
                <a:path w="167155" h="185292">
                  <a:moveTo>
                    <a:pt x="167155" y="0"/>
                  </a:moveTo>
                  <a:lnTo>
                    <a:pt x="161757" y="87"/>
                  </a:lnTo>
                  <a:lnTo>
                    <a:pt x="156365" y="348"/>
                  </a:lnTo>
                  <a:lnTo>
                    <a:pt x="150984" y="784"/>
                  </a:lnTo>
                  <a:lnTo>
                    <a:pt x="145619" y="1393"/>
                  </a:lnTo>
                  <a:lnTo>
                    <a:pt x="140278" y="2174"/>
                  </a:lnTo>
                  <a:lnTo>
                    <a:pt x="134964" y="3128"/>
                  </a:lnTo>
                  <a:lnTo>
                    <a:pt x="129684" y="4253"/>
                  </a:lnTo>
                  <a:lnTo>
                    <a:pt x="124442" y="5548"/>
                  </a:lnTo>
                  <a:lnTo>
                    <a:pt x="119246" y="7012"/>
                  </a:lnTo>
                  <a:lnTo>
                    <a:pt x="114099" y="8642"/>
                  </a:lnTo>
                  <a:lnTo>
                    <a:pt x="109008" y="10438"/>
                  </a:lnTo>
                  <a:lnTo>
                    <a:pt x="103977" y="12398"/>
                  </a:lnTo>
                  <a:lnTo>
                    <a:pt x="99013" y="14519"/>
                  </a:lnTo>
                  <a:lnTo>
                    <a:pt x="94119" y="16799"/>
                  </a:lnTo>
                  <a:lnTo>
                    <a:pt x="89301" y="19235"/>
                  </a:lnTo>
                  <a:lnTo>
                    <a:pt x="84565" y="21827"/>
                  </a:lnTo>
                  <a:lnTo>
                    <a:pt x="79915" y="24569"/>
                  </a:lnTo>
                  <a:lnTo>
                    <a:pt x="75356" y="27461"/>
                  </a:lnTo>
                  <a:lnTo>
                    <a:pt x="70892" y="30498"/>
                  </a:lnTo>
                  <a:lnTo>
                    <a:pt x="66529" y="33678"/>
                  </a:lnTo>
                  <a:lnTo>
                    <a:pt x="62271" y="36997"/>
                  </a:lnTo>
                  <a:lnTo>
                    <a:pt x="58123" y="40451"/>
                  </a:lnTo>
                  <a:lnTo>
                    <a:pt x="54088" y="44038"/>
                  </a:lnTo>
                  <a:lnTo>
                    <a:pt x="50171" y="47754"/>
                  </a:lnTo>
                  <a:lnTo>
                    <a:pt x="46376" y="51593"/>
                  </a:lnTo>
                  <a:lnTo>
                    <a:pt x="42707" y="55554"/>
                  </a:lnTo>
                  <a:lnTo>
                    <a:pt x="39168" y="59631"/>
                  </a:lnTo>
                  <a:lnTo>
                    <a:pt x="35762" y="63820"/>
                  </a:lnTo>
                  <a:lnTo>
                    <a:pt x="32493" y="68116"/>
                  </a:lnTo>
                  <a:lnTo>
                    <a:pt x="29365" y="72516"/>
                  </a:lnTo>
                  <a:lnTo>
                    <a:pt x="26380" y="77015"/>
                  </a:lnTo>
                  <a:lnTo>
                    <a:pt x="23543" y="81608"/>
                  </a:lnTo>
                  <a:lnTo>
                    <a:pt x="20855" y="86290"/>
                  </a:lnTo>
                  <a:lnTo>
                    <a:pt x="18319" y="91056"/>
                  </a:lnTo>
                  <a:lnTo>
                    <a:pt x="15939" y="95902"/>
                  </a:lnTo>
                  <a:lnTo>
                    <a:pt x="13717" y="100822"/>
                  </a:lnTo>
                  <a:lnTo>
                    <a:pt x="11655" y="105812"/>
                  </a:lnTo>
                  <a:lnTo>
                    <a:pt x="9754" y="110865"/>
                  </a:lnTo>
                  <a:lnTo>
                    <a:pt x="8019" y="115977"/>
                  </a:lnTo>
                  <a:lnTo>
                    <a:pt x="6449" y="121142"/>
                  </a:lnTo>
                  <a:lnTo>
                    <a:pt x="5046" y="126356"/>
                  </a:lnTo>
                  <a:lnTo>
                    <a:pt x="3813" y="131612"/>
                  </a:lnTo>
                  <a:lnTo>
                    <a:pt x="2750" y="136905"/>
                  </a:lnTo>
                  <a:lnTo>
                    <a:pt x="1858" y="142230"/>
                  </a:lnTo>
                  <a:lnTo>
                    <a:pt x="1139" y="147580"/>
                  </a:lnTo>
                  <a:lnTo>
                    <a:pt x="593" y="152951"/>
                  </a:lnTo>
                  <a:lnTo>
                    <a:pt x="221" y="158337"/>
                  </a:lnTo>
                  <a:lnTo>
                    <a:pt x="23" y="163732"/>
                  </a:lnTo>
                  <a:lnTo>
                    <a:pt x="0" y="169131"/>
                  </a:lnTo>
                  <a:lnTo>
                    <a:pt x="150" y="174528"/>
                  </a:lnTo>
                  <a:lnTo>
                    <a:pt x="475" y="179917"/>
                  </a:lnTo>
                  <a:lnTo>
                    <a:pt x="974" y="185292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798319" y="5269756"/>
              <a:ext cx="333330" cy="334334"/>
            </a:xfrm>
            <a:custGeom>
              <a:avLst/>
              <a:pathLst>
                <a:path w="333330" h="334334">
                  <a:moveTo>
                    <a:pt x="0" y="185292"/>
                  </a:moveTo>
                  <a:lnTo>
                    <a:pt x="659" y="190559"/>
                  </a:lnTo>
                  <a:lnTo>
                    <a:pt x="1485" y="195801"/>
                  </a:lnTo>
                  <a:lnTo>
                    <a:pt x="2477" y="201015"/>
                  </a:lnTo>
                  <a:lnTo>
                    <a:pt x="3634" y="206195"/>
                  </a:lnTo>
                  <a:lnTo>
                    <a:pt x="4954" y="211335"/>
                  </a:lnTo>
                  <a:lnTo>
                    <a:pt x="6438" y="216431"/>
                  </a:lnTo>
                  <a:lnTo>
                    <a:pt x="8082" y="221477"/>
                  </a:lnTo>
                  <a:lnTo>
                    <a:pt x="9886" y="226469"/>
                  </a:lnTo>
                  <a:lnTo>
                    <a:pt x="11847" y="231400"/>
                  </a:lnTo>
                  <a:lnTo>
                    <a:pt x="13964" y="236267"/>
                  </a:lnTo>
                  <a:lnTo>
                    <a:pt x="16234" y="241064"/>
                  </a:lnTo>
                  <a:lnTo>
                    <a:pt x="18656" y="245787"/>
                  </a:lnTo>
                  <a:lnTo>
                    <a:pt x="21226" y="250431"/>
                  </a:lnTo>
                  <a:lnTo>
                    <a:pt x="23942" y="254990"/>
                  </a:lnTo>
                  <a:lnTo>
                    <a:pt x="26802" y="259461"/>
                  </a:lnTo>
                  <a:lnTo>
                    <a:pt x="29802" y="263839"/>
                  </a:lnTo>
                  <a:lnTo>
                    <a:pt x="32939" y="268120"/>
                  </a:lnTo>
                  <a:lnTo>
                    <a:pt x="36211" y="272299"/>
                  </a:lnTo>
                  <a:lnTo>
                    <a:pt x="39614" y="276372"/>
                  </a:lnTo>
                  <a:lnTo>
                    <a:pt x="43145" y="280335"/>
                  </a:lnTo>
                  <a:lnTo>
                    <a:pt x="46799" y="284183"/>
                  </a:lnTo>
                  <a:lnTo>
                    <a:pt x="50574" y="287914"/>
                  </a:lnTo>
                  <a:lnTo>
                    <a:pt x="54465" y="291523"/>
                  </a:lnTo>
                  <a:lnTo>
                    <a:pt x="58469" y="295007"/>
                  </a:lnTo>
                  <a:lnTo>
                    <a:pt x="62582" y="298362"/>
                  </a:lnTo>
                  <a:lnTo>
                    <a:pt x="66799" y="301584"/>
                  </a:lnTo>
                  <a:lnTo>
                    <a:pt x="71116" y="304671"/>
                  </a:lnTo>
                  <a:lnTo>
                    <a:pt x="75529" y="307620"/>
                  </a:lnTo>
                  <a:lnTo>
                    <a:pt x="80033" y="310427"/>
                  </a:lnTo>
                  <a:lnTo>
                    <a:pt x="84624" y="313089"/>
                  </a:lnTo>
                  <a:lnTo>
                    <a:pt x="89298" y="315605"/>
                  </a:lnTo>
                  <a:lnTo>
                    <a:pt x="94048" y="317971"/>
                  </a:lnTo>
                  <a:lnTo>
                    <a:pt x="98872" y="320185"/>
                  </a:lnTo>
                  <a:lnTo>
                    <a:pt x="103763" y="322244"/>
                  </a:lnTo>
                  <a:lnTo>
                    <a:pt x="108718" y="324147"/>
                  </a:lnTo>
                  <a:lnTo>
                    <a:pt x="113730" y="325893"/>
                  </a:lnTo>
                  <a:lnTo>
                    <a:pt x="118795" y="327478"/>
                  </a:lnTo>
                  <a:lnTo>
                    <a:pt x="123908" y="328901"/>
                  </a:lnTo>
                  <a:lnTo>
                    <a:pt x="129064" y="330161"/>
                  </a:lnTo>
                  <a:lnTo>
                    <a:pt x="134256" y="331258"/>
                  </a:lnTo>
                  <a:lnTo>
                    <a:pt x="139482" y="332188"/>
                  </a:lnTo>
                  <a:lnTo>
                    <a:pt x="144734" y="332953"/>
                  </a:lnTo>
                  <a:lnTo>
                    <a:pt x="150007" y="333550"/>
                  </a:lnTo>
                  <a:lnTo>
                    <a:pt x="155297" y="333980"/>
                  </a:lnTo>
                  <a:lnTo>
                    <a:pt x="160598" y="334241"/>
                  </a:lnTo>
                  <a:lnTo>
                    <a:pt x="165904" y="334334"/>
                  </a:lnTo>
                  <a:lnTo>
                    <a:pt x="171211" y="334259"/>
                  </a:lnTo>
                  <a:lnTo>
                    <a:pt x="176513" y="334015"/>
                  </a:lnTo>
                  <a:lnTo>
                    <a:pt x="181804" y="333603"/>
                  </a:lnTo>
                  <a:lnTo>
                    <a:pt x="187080" y="333023"/>
                  </a:lnTo>
                  <a:lnTo>
                    <a:pt x="192334" y="332276"/>
                  </a:lnTo>
                  <a:lnTo>
                    <a:pt x="197563" y="331362"/>
                  </a:lnTo>
                  <a:lnTo>
                    <a:pt x="202759" y="330284"/>
                  </a:lnTo>
                  <a:lnTo>
                    <a:pt x="207919" y="329040"/>
                  </a:lnTo>
                  <a:lnTo>
                    <a:pt x="213036" y="327634"/>
                  </a:lnTo>
                  <a:lnTo>
                    <a:pt x="218107" y="326065"/>
                  </a:lnTo>
                  <a:lnTo>
                    <a:pt x="223125" y="324337"/>
                  </a:lnTo>
                  <a:lnTo>
                    <a:pt x="228085" y="322450"/>
                  </a:lnTo>
                  <a:lnTo>
                    <a:pt x="232983" y="320407"/>
                  </a:lnTo>
                  <a:lnTo>
                    <a:pt x="237814" y="318209"/>
                  </a:lnTo>
                  <a:lnTo>
                    <a:pt x="242573" y="315859"/>
                  </a:lnTo>
                  <a:lnTo>
                    <a:pt x="247255" y="313359"/>
                  </a:lnTo>
                  <a:lnTo>
                    <a:pt x="251855" y="310712"/>
                  </a:lnTo>
                  <a:lnTo>
                    <a:pt x="256368" y="307920"/>
                  </a:lnTo>
                  <a:lnTo>
                    <a:pt x="260791" y="304986"/>
                  </a:lnTo>
                  <a:lnTo>
                    <a:pt x="265118" y="301913"/>
                  </a:lnTo>
                  <a:lnTo>
                    <a:pt x="269346" y="298704"/>
                  </a:lnTo>
                  <a:lnTo>
                    <a:pt x="273469" y="295363"/>
                  </a:lnTo>
                  <a:lnTo>
                    <a:pt x="277485" y="291893"/>
                  </a:lnTo>
                  <a:lnTo>
                    <a:pt x="281388" y="288296"/>
                  </a:lnTo>
                  <a:lnTo>
                    <a:pt x="285175" y="284578"/>
                  </a:lnTo>
                  <a:lnTo>
                    <a:pt x="288843" y="280742"/>
                  </a:lnTo>
                  <a:lnTo>
                    <a:pt x="292386" y="276790"/>
                  </a:lnTo>
                  <a:lnTo>
                    <a:pt x="295803" y="272729"/>
                  </a:lnTo>
                  <a:lnTo>
                    <a:pt x="299088" y="268561"/>
                  </a:lnTo>
                  <a:lnTo>
                    <a:pt x="302240" y="264291"/>
                  </a:lnTo>
                  <a:lnTo>
                    <a:pt x="305255" y="259923"/>
                  </a:lnTo>
                  <a:lnTo>
                    <a:pt x="308129" y="255461"/>
                  </a:lnTo>
                  <a:lnTo>
                    <a:pt x="310860" y="250910"/>
                  </a:lnTo>
                  <a:lnTo>
                    <a:pt x="313446" y="246275"/>
                  </a:lnTo>
                  <a:lnTo>
                    <a:pt x="315883" y="241561"/>
                  </a:lnTo>
                  <a:lnTo>
                    <a:pt x="318169" y="236771"/>
                  </a:lnTo>
                  <a:lnTo>
                    <a:pt x="320302" y="231911"/>
                  </a:lnTo>
                  <a:lnTo>
                    <a:pt x="322280" y="226986"/>
                  </a:lnTo>
                  <a:lnTo>
                    <a:pt x="324100" y="222001"/>
                  </a:lnTo>
                  <a:lnTo>
                    <a:pt x="325761" y="216960"/>
                  </a:lnTo>
                  <a:lnTo>
                    <a:pt x="327261" y="211869"/>
                  </a:lnTo>
                  <a:lnTo>
                    <a:pt x="328599" y="206733"/>
                  </a:lnTo>
                  <a:lnTo>
                    <a:pt x="329773" y="201557"/>
                  </a:lnTo>
                  <a:lnTo>
                    <a:pt x="330782" y="196347"/>
                  </a:lnTo>
                  <a:lnTo>
                    <a:pt x="331626" y="191107"/>
                  </a:lnTo>
                  <a:lnTo>
                    <a:pt x="332302" y="185843"/>
                  </a:lnTo>
                  <a:lnTo>
                    <a:pt x="332811" y="180560"/>
                  </a:lnTo>
                  <a:lnTo>
                    <a:pt x="333153" y="175264"/>
                  </a:lnTo>
                  <a:lnTo>
                    <a:pt x="333326" y="169959"/>
                  </a:lnTo>
                  <a:lnTo>
                    <a:pt x="333330" y="164652"/>
                  </a:lnTo>
                  <a:lnTo>
                    <a:pt x="333166" y="159347"/>
                  </a:lnTo>
                  <a:lnTo>
                    <a:pt x="332833" y="154050"/>
                  </a:lnTo>
                  <a:lnTo>
                    <a:pt x="332333" y="148766"/>
                  </a:lnTo>
                  <a:lnTo>
                    <a:pt x="331665" y="143501"/>
                  </a:lnTo>
                  <a:lnTo>
                    <a:pt x="330831" y="138260"/>
                  </a:lnTo>
                  <a:lnTo>
                    <a:pt x="329830" y="133048"/>
                  </a:lnTo>
                  <a:lnTo>
                    <a:pt x="328664" y="127870"/>
                  </a:lnTo>
                  <a:lnTo>
                    <a:pt x="327335" y="122732"/>
                  </a:lnTo>
                  <a:lnTo>
                    <a:pt x="325843" y="117638"/>
                  </a:lnTo>
                  <a:lnTo>
                    <a:pt x="324190" y="112595"/>
                  </a:lnTo>
                  <a:lnTo>
                    <a:pt x="322378" y="107606"/>
                  </a:lnTo>
                  <a:lnTo>
                    <a:pt x="320409" y="102678"/>
                  </a:lnTo>
                  <a:lnTo>
                    <a:pt x="318284" y="97815"/>
                  </a:lnTo>
                  <a:lnTo>
                    <a:pt x="316006" y="93021"/>
                  </a:lnTo>
                  <a:lnTo>
                    <a:pt x="313577" y="88302"/>
                  </a:lnTo>
                  <a:lnTo>
                    <a:pt x="310999" y="83663"/>
                  </a:lnTo>
                  <a:lnTo>
                    <a:pt x="308275" y="79108"/>
                  </a:lnTo>
                  <a:lnTo>
                    <a:pt x="305408" y="74642"/>
                  </a:lnTo>
                  <a:lnTo>
                    <a:pt x="302401" y="70269"/>
                  </a:lnTo>
                  <a:lnTo>
                    <a:pt x="299256" y="65993"/>
                  </a:lnTo>
                  <a:lnTo>
                    <a:pt x="295977" y="61820"/>
                  </a:lnTo>
                  <a:lnTo>
                    <a:pt x="292568" y="57753"/>
                  </a:lnTo>
                  <a:lnTo>
                    <a:pt x="289031" y="53796"/>
                  </a:lnTo>
                  <a:lnTo>
                    <a:pt x="285370" y="49953"/>
                  </a:lnTo>
                  <a:lnTo>
                    <a:pt x="281589" y="46229"/>
                  </a:lnTo>
                  <a:lnTo>
                    <a:pt x="277691" y="42626"/>
                  </a:lnTo>
                  <a:lnTo>
                    <a:pt x="273682" y="39149"/>
                  </a:lnTo>
                  <a:lnTo>
                    <a:pt x="269564" y="35801"/>
                  </a:lnTo>
                  <a:lnTo>
                    <a:pt x="265341" y="32585"/>
                  </a:lnTo>
                  <a:lnTo>
                    <a:pt x="261019" y="29505"/>
                  </a:lnTo>
                  <a:lnTo>
                    <a:pt x="256601" y="26564"/>
                  </a:lnTo>
                  <a:lnTo>
                    <a:pt x="252092" y="23764"/>
                  </a:lnTo>
                  <a:lnTo>
                    <a:pt x="247497" y="21110"/>
                  </a:lnTo>
                  <a:lnTo>
                    <a:pt x="242819" y="18602"/>
                  </a:lnTo>
                  <a:lnTo>
                    <a:pt x="238064" y="16244"/>
                  </a:lnTo>
                  <a:lnTo>
                    <a:pt x="233237" y="14038"/>
                  </a:lnTo>
                  <a:lnTo>
                    <a:pt x="228342" y="11987"/>
                  </a:lnTo>
                  <a:lnTo>
                    <a:pt x="223385" y="10091"/>
                  </a:lnTo>
                  <a:lnTo>
                    <a:pt x="218370" y="8355"/>
                  </a:lnTo>
                  <a:lnTo>
                    <a:pt x="213302" y="6778"/>
                  </a:lnTo>
                  <a:lnTo>
                    <a:pt x="208187" y="5363"/>
                  </a:lnTo>
                  <a:lnTo>
                    <a:pt x="203029" y="4111"/>
                  </a:lnTo>
                  <a:lnTo>
                    <a:pt x="197835" y="3024"/>
                  </a:lnTo>
                  <a:lnTo>
                    <a:pt x="192608" y="2102"/>
                  </a:lnTo>
                  <a:lnTo>
                    <a:pt x="187355" y="1346"/>
                  </a:lnTo>
                  <a:lnTo>
                    <a:pt x="182080" y="757"/>
                  </a:lnTo>
                  <a:lnTo>
                    <a:pt x="176789" y="336"/>
                  </a:lnTo>
                  <a:lnTo>
                    <a:pt x="171488" y="84"/>
                  </a:lnTo>
                  <a:lnTo>
                    <a:pt x="166181" y="0"/>
                  </a:lnTo>
                  <a:lnTo>
                    <a:pt x="1661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6291" y="5399291"/>
              <a:ext cx="19924" cy="167167"/>
            </a:xfrm>
            <a:custGeom>
              <a:avLst/>
              <a:pathLst>
                <a:path w="19924" h="167167">
                  <a:moveTo>
                    <a:pt x="19924" y="0"/>
                  </a:moveTo>
                  <a:lnTo>
                    <a:pt x="9944" y="298"/>
                  </a:lnTo>
                  <a:lnTo>
                    <a:pt x="0" y="1191"/>
                  </a:lnTo>
                  <a:lnTo>
                    <a:pt x="1992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319053" y="5400483"/>
              <a:ext cx="334326" cy="333136"/>
            </a:xfrm>
            <a:custGeom>
              <a:avLst/>
              <a:pathLst>
                <a:path w="334326" h="333136">
                  <a:moveTo>
                    <a:pt x="147237" y="0"/>
                  </a:moveTo>
                  <a:lnTo>
                    <a:pt x="141983" y="715"/>
                  </a:lnTo>
                  <a:lnTo>
                    <a:pt x="136755" y="1597"/>
                  </a:lnTo>
                  <a:lnTo>
                    <a:pt x="131557" y="2644"/>
                  </a:lnTo>
                  <a:lnTo>
                    <a:pt x="126394" y="3855"/>
                  </a:lnTo>
                  <a:lnTo>
                    <a:pt x="121273" y="5230"/>
                  </a:lnTo>
                  <a:lnTo>
                    <a:pt x="116198" y="6766"/>
                  </a:lnTo>
                  <a:lnTo>
                    <a:pt x="111175" y="8462"/>
                  </a:lnTo>
                  <a:lnTo>
                    <a:pt x="106207" y="10317"/>
                  </a:lnTo>
                  <a:lnTo>
                    <a:pt x="101301" y="12329"/>
                  </a:lnTo>
                  <a:lnTo>
                    <a:pt x="96461" y="14495"/>
                  </a:lnTo>
                  <a:lnTo>
                    <a:pt x="91693" y="16813"/>
                  </a:lnTo>
                  <a:lnTo>
                    <a:pt x="87000" y="19282"/>
                  </a:lnTo>
                  <a:lnTo>
                    <a:pt x="82388" y="21898"/>
                  </a:lnTo>
                  <a:lnTo>
                    <a:pt x="77861" y="24659"/>
                  </a:lnTo>
                  <a:lnTo>
                    <a:pt x="73424" y="27562"/>
                  </a:lnTo>
                  <a:lnTo>
                    <a:pt x="69081" y="30605"/>
                  </a:lnTo>
                  <a:lnTo>
                    <a:pt x="64837" y="33784"/>
                  </a:lnTo>
                  <a:lnTo>
                    <a:pt x="60696" y="37095"/>
                  </a:lnTo>
                  <a:lnTo>
                    <a:pt x="56662" y="40537"/>
                  </a:lnTo>
                  <a:lnTo>
                    <a:pt x="52740" y="44104"/>
                  </a:lnTo>
                  <a:lnTo>
                    <a:pt x="48932" y="47795"/>
                  </a:lnTo>
                  <a:lnTo>
                    <a:pt x="45243" y="51604"/>
                  </a:lnTo>
                  <a:lnTo>
                    <a:pt x="41677" y="55528"/>
                  </a:lnTo>
                  <a:lnTo>
                    <a:pt x="38238" y="59563"/>
                  </a:lnTo>
                  <a:lnTo>
                    <a:pt x="34928" y="63706"/>
                  </a:lnTo>
                  <a:lnTo>
                    <a:pt x="31751" y="67951"/>
                  </a:lnTo>
                  <a:lnTo>
                    <a:pt x="28710" y="72295"/>
                  </a:lnTo>
                  <a:lnTo>
                    <a:pt x="25809" y="76733"/>
                  </a:lnTo>
                  <a:lnTo>
                    <a:pt x="23049" y="81261"/>
                  </a:lnTo>
                  <a:lnTo>
                    <a:pt x="20435" y="85874"/>
                  </a:lnTo>
                  <a:lnTo>
                    <a:pt x="17968" y="90568"/>
                  </a:lnTo>
                  <a:lnTo>
                    <a:pt x="15652" y="95337"/>
                  </a:lnTo>
                  <a:lnTo>
                    <a:pt x="13488" y="100178"/>
                  </a:lnTo>
                  <a:lnTo>
                    <a:pt x="11478" y="105085"/>
                  </a:lnTo>
                  <a:lnTo>
                    <a:pt x="9626" y="110053"/>
                  </a:lnTo>
                  <a:lnTo>
                    <a:pt x="7931" y="115078"/>
                  </a:lnTo>
                  <a:lnTo>
                    <a:pt x="6397" y="120153"/>
                  </a:lnTo>
                  <a:lnTo>
                    <a:pt x="5025" y="125275"/>
                  </a:lnTo>
                  <a:lnTo>
                    <a:pt x="3815" y="130438"/>
                  </a:lnTo>
                  <a:lnTo>
                    <a:pt x="2771" y="135636"/>
                  </a:lnTo>
                  <a:lnTo>
                    <a:pt x="1891" y="140865"/>
                  </a:lnTo>
                  <a:lnTo>
                    <a:pt x="1178" y="146119"/>
                  </a:lnTo>
                  <a:lnTo>
                    <a:pt x="632" y="151394"/>
                  </a:lnTo>
                  <a:lnTo>
                    <a:pt x="253" y="156682"/>
                  </a:lnTo>
                  <a:lnTo>
                    <a:pt x="42" y="161981"/>
                  </a:lnTo>
                  <a:lnTo>
                    <a:pt x="0" y="167283"/>
                  </a:lnTo>
                  <a:lnTo>
                    <a:pt x="125" y="172584"/>
                  </a:lnTo>
                  <a:lnTo>
                    <a:pt x="419" y="177878"/>
                  </a:lnTo>
                  <a:lnTo>
                    <a:pt x="880" y="183161"/>
                  </a:lnTo>
                  <a:lnTo>
                    <a:pt x="1509" y="188426"/>
                  </a:lnTo>
                  <a:lnTo>
                    <a:pt x="2304" y="193668"/>
                  </a:lnTo>
                  <a:lnTo>
                    <a:pt x="3265" y="198883"/>
                  </a:lnTo>
                  <a:lnTo>
                    <a:pt x="4391" y="204064"/>
                  </a:lnTo>
                  <a:lnTo>
                    <a:pt x="5681" y="209207"/>
                  </a:lnTo>
                  <a:lnTo>
                    <a:pt x="7134" y="214307"/>
                  </a:lnTo>
                  <a:lnTo>
                    <a:pt x="8747" y="219358"/>
                  </a:lnTo>
                  <a:lnTo>
                    <a:pt x="10520" y="224355"/>
                  </a:lnTo>
                  <a:lnTo>
                    <a:pt x="12450" y="229294"/>
                  </a:lnTo>
                  <a:lnTo>
                    <a:pt x="14536" y="234169"/>
                  </a:lnTo>
                  <a:lnTo>
                    <a:pt x="16776" y="238975"/>
                  </a:lnTo>
                  <a:lnTo>
                    <a:pt x="19166" y="243708"/>
                  </a:lnTo>
                  <a:lnTo>
                    <a:pt x="21706" y="248362"/>
                  </a:lnTo>
                  <a:lnTo>
                    <a:pt x="24392" y="252934"/>
                  </a:lnTo>
                  <a:lnTo>
                    <a:pt x="27222" y="257418"/>
                  </a:lnTo>
                  <a:lnTo>
                    <a:pt x="30193" y="261810"/>
                  </a:lnTo>
                  <a:lnTo>
                    <a:pt x="33301" y="266106"/>
                  </a:lnTo>
                  <a:lnTo>
                    <a:pt x="36544" y="270301"/>
                  </a:lnTo>
                  <a:lnTo>
                    <a:pt x="39918" y="274391"/>
                  </a:lnTo>
                  <a:lnTo>
                    <a:pt x="43421" y="278372"/>
                  </a:lnTo>
                  <a:lnTo>
                    <a:pt x="47048" y="282240"/>
                  </a:lnTo>
                  <a:lnTo>
                    <a:pt x="50796" y="285991"/>
                  </a:lnTo>
                  <a:lnTo>
                    <a:pt x="54660" y="289621"/>
                  </a:lnTo>
                  <a:lnTo>
                    <a:pt x="58638" y="293127"/>
                  </a:lnTo>
                  <a:lnTo>
                    <a:pt x="62726" y="296505"/>
                  </a:lnTo>
                  <a:lnTo>
                    <a:pt x="66918" y="299752"/>
                  </a:lnTo>
                  <a:lnTo>
                    <a:pt x="71211" y="302864"/>
                  </a:lnTo>
                  <a:lnTo>
                    <a:pt x="75601" y="305838"/>
                  </a:lnTo>
                  <a:lnTo>
                    <a:pt x="80083" y="308671"/>
                  </a:lnTo>
                  <a:lnTo>
                    <a:pt x="84652" y="311361"/>
                  </a:lnTo>
                  <a:lnTo>
                    <a:pt x="89305" y="313905"/>
                  </a:lnTo>
                  <a:lnTo>
                    <a:pt x="94035" y="316300"/>
                  </a:lnTo>
                  <a:lnTo>
                    <a:pt x="98840" y="318543"/>
                  </a:lnTo>
                  <a:lnTo>
                    <a:pt x="103713" y="320634"/>
                  </a:lnTo>
                  <a:lnTo>
                    <a:pt x="108650" y="322568"/>
                  </a:lnTo>
                  <a:lnTo>
                    <a:pt x="113646" y="324345"/>
                  </a:lnTo>
                  <a:lnTo>
                    <a:pt x="118695" y="325963"/>
                  </a:lnTo>
                  <a:lnTo>
                    <a:pt x="123794" y="327419"/>
                  </a:lnTo>
                  <a:lnTo>
                    <a:pt x="128936" y="328714"/>
                  </a:lnTo>
                  <a:lnTo>
                    <a:pt x="134116" y="329844"/>
                  </a:lnTo>
                  <a:lnTo>
                    <a:pt x="139330" y="330810"/>
                  </a:lnTo>
                  <a:lnTo>
                    <a:pt x="144572" y="331609"/>
                  </a:lnTo>
                  <a:lnTo>
                    <a:pt x="149836" y="332242"/>
                  </a:lnTo>
                  <a:lnTo>
                    <a:pt x="155118" y="332708"/>
                  </a:lnTo>
                  <a:lnTo>
                    <a:pt x="160412" y="333006"/>
                  </a:lnTo>
                  <a:lnTo>
                    <a:pt x="165713" y="333136"/>
                  </a:lnTo>
                  <a:lnTo>
                    <a:pt x="171015" y="333098"/>
                  </a:lnTo>
                  <a:lnTo>
                    <a:pt x="176314" y="332892"/>
                  </a:lnTo>
                  <a:lnTo>
                    <a:pt x="181603" y="332518"/>
                  </a:lnTo>
                  <a:lnTo>
                    <a:pt x="186878" y="331976"/>
                  </a:lnTo>
                  <a:lnTo>
                    <a:pt x="192132" y="331267"/>
                  </a:lnTo>
                  <a:lnTo>
                    <a:pt x="197362" y="330392"/>
                  </a:lnTo>
                  <a:lnTo>
                    <a:pt x="202562" y="329352"/>
                  </a:lnTo>
                  <a:lnTo>
                    <a:pt x="207725" y="328147"/>
                  </a:lnTo>
                  <a:lnTo>
                    <a:pt x="212848" y="326779"/>
                  </a:lnTo>
                  <a:lnTo>
                    <a:pt x="217925" y="325249"/>
                  </a:lnTo>
                  <a:lnTo>
                    <a:pt x="222951" y="323559"/>
                  </a:lnTo>
                  <a:lnTo>
                    <a:pt x="227921" y="321710"/>
                  </a:lnTo>
                  <a:lnTo>
                    <a:pt x="232829" y="319705"/>
                  </a:lnTo>
                  <a:lnTo>
                    <a:pt x="237672" y="317545"/>
                  </a:lnTo>
                  <a:lnTo>
                    <a:pt x="242443" y="315232"/>
                  </a:lnTo>
                  <a:lnTo>
                    <a:pt x="247139" y="312770"/>
                  </a:lnTo>
                  <a:lnTo>
                    <a:pt x="251755" y="310159"/>
                  </a:lnTo>
                  <a:lnTo>
                    <a:pt x="256285" y="307404"/>
                  </a:lnTo>
                  <a:lnTo>
                    <a:pt x="260725" y="304506"/>
                  </a:lnTo>
                  <a:lnTo>
                    <a:pt x="265072" y="301469"/>
                  </a:lnTo>
                  <a:lnTo>
                    <a:pt x="269320" y="298296"/>
                  </a:lnTo>
                  <a:lnTo>
                    <a:pt x="273465" y="294989"/>
                  </a:lnTo>
                  <a:lnTo>
                    <a:pt x="277503" y="291553"/>
                  </a:lnTo>
                  <a:lnTo>
                    <a:pt x="281431" y="287990"/>
                  </a:lnTo>
                  <a:lnTo>
                    <a:pt x="285243" y="284305"/>
                  </a:lnTo>
                  <a:lnTo>
                    <a:pt x="288936" y="280500"/>
                  </a:lnTo>
                  <a:lnTo>
                    <a:pt x="292507" y="276580"/>
                  </a:lnTo>
                  <a:lnTo>
                    <a:pt x="295952" y="272549"/>
                  </a:lnTo>
                  <a:lnTo>
                    <a:pt x="299267" y="268411"/>
                  </a:lnTo>
                  <a:lnTo>
                    <a:pt x="302450" y="264170"/>
                  </a:lnTo>
                  <a:lnTo>
                    <a:pt x="305496" y="259830"/>
                  </a:lnTo>
                  <a:lnTo>
                    <a:pt x="308403" y="255395"/>
                  </a:lnTo>
                  <a:lnTo>
                    <a:pt x="311168" y="250871"/>
                  </a:lnTo>
                  <a:lnTo>
                    <a:pt x="313788" y="246261"/>
                  </a:lnTo>
                  <a:lnTo>
                    <a:pt x="316260" y="241570"/>
                  </a:lnTo>
                  <a:lnTo>
                    <a:pt x="318583" y="236804"/>
                  </a:lnTo>
                  <a:lnTo>
                    <a:pt x="320753" y="231966"/>
                  </a:lnTo>
                  <a:lnTo>
                    <a:pt x="322769" y="227061"/>
                  </a:lnTo>
                  <a:lnTo>
                    <a:pt x="324628" y="222095"/>
                  </a:lnTo>
                  <a:lnTo>
                    <a:pt x="326328" y="217073"/>
                  </a:lnTo>
                  <a:lnTo>
                    <a:pt x="327869" y="211999"/>
                  </a:lnTo>
                  <a:lnTo>
                    <a:pt x="329248" y="206879"/>
                  </a:lnTo>
                  <a:lnTo>
                    <a:pt x="330463" y="201718"/>
                  </a:lnTo>
                  <a:lnTo>
                    <a:pt x="331515" y="196521"/>
                  </a:lnTo>
                  <a:lnTo>
                    <a:pt x="332401" y="191293"/>
                  </a:lnTo>
                  <a:lnTo>
                    <a:pt x="333121" y="186040"/>
                  </a:lnTo>
                  <a:lnTo>
                    <a:pt x="333674" y="180766"/>
                  </a:lnTo>
                  <a:lnTo>
                    <a:pt x="334059" y="175478"/>
                  </a:lnTo>
                  <a:lnTo>
                    <a:pt x="334276" y="170180"/>
                  </a:lnTo>
                  <a:lnTo>
                    <a:pt x="334326" y="164878"/>
                  </a:lnTo>
                  <a:lnTo>
                    <a:pt x="334207" y="159577"/>
                  </a:lnTo>
                  <a:lnTo>
                    <a:pt x="333920" y="154282"/>
                  </a:lnTo>
                  <a:lnTo>
                    <a:pt x="333465" y="148999"/>
                  </a:lnTo>
                  <a:lnTo>
                    <a:pt x="332843" y="143733"/>
                  </a:lnTo>
                  <a:lnTo>
                    <a:pt x="332054" y="138490"/>
                  </a:lnTo>
                  <a:lnTo>
                    <a:pt x="331100" y="133274"/>
                  </a:lnTo>
                  <a:lnTo>
                    <a:pt x="329980" y="128091"/>
                  </a:lnTo>
                  <a:lnTo>
                    <a:pt x="328697" y="122947"/>
                  </a:lnTo>
                  <a:lnTo>
                    <a:pt x="327251" y="117845"/>
                  </a:lnTo>
                  <a:lnTo>
                    <a:pt x="325644" y="112792"/>
                  </a:lnTo>
                  <a:lnTo>
                    <a:pt x="323877" y="107793"/>
                  </a:lnTo>
                  <a:lnTo>
                    <a:pt x="321953" y="102852"/>
                  </a:lnTo>
                  <a:lnTo>
                    <a:pt x="319873" y="97974"/>
                  </a:lnTo>
                  <a:lnTo>
                    <a:pt x="317640" y="93165"/>
                  </a:lnTo>
                  <a:lnTo>
                    <a:pt x="315255" y="88429"/>
                  </a:lnTo>
                  <a:lnTo>
                    <a:pt x="312721" y="83771"/>
                  </a:lnTo>
                  <a:lnTo>
                    <a:pt x="310041" y="79196"/>
                  </a:lnTo>
                  <a:lnTo>
                    <a:pt x="307217" y="74708"/>
                  </a:lnTo>
                  <a:lnTo>
                    <a:pt x="304252" y="70313"/>
                  </a:lnTo>
                  <a:lnTo>
                    <a:pt x="301149" y="66013"/>
                  </a:lnTo>
                  <a:lnTo>
                    <a:pt x="297911" y="61814"/>
                  </a:lnTo>
                  <a:lnTo>
                    <a:pt x="294542" y="57719"/>
                  </a:lnTo>
                  <a:lnTo>
                    <a:pt x="291044" y="53734"/>
                  </a:lnTo>
                  <a:lnTo>
                    <a:pt x="287422" y="49861"/>
                  </a:lnTo>
                  <a:lnTo>
                    <a:pt x="283679" y="46106"/>
                  </a:lnTo>
                  <a:lnTo>
                    <a:pt x="279819" y="42471"/>
                  </a:lnTo>
                  <a:lnTo>
                    <a:pt x="275845" y="38960"/>
                  </a:lnTo>
                  <a:lnTo>
                    <a:pt x="271762" y="35577"/>
                  </a:lnTo>
                  <a:lnTo>
                    <a:pt x="267574" y="32325"/>
                  </a:lnTo>
                  <a:lnTo>
                    <a:pt x="263285" y="29208"/>
                  </a:lnTo>
                  <a:lnTo>
                    <a:pt x="258899" y="26228"/>
                  </a:lnTo>
                  <a:lnTo>
                    <a:pt x="254420" y="23389"/>
                  </a:lnTo>
                  <a:lnTo>
                    <a:pt x="249854" y="20693"/>
                  </a:lnTo>
                  <a:lnTo>
                    <a:pt x="245205" y="18144"/>
                  </a:lnTo>
                  <a:lnTo>
                    <a:pt x="240477" y="15743"/>
                  </a:lnTo>
                  <a:lnTo>
                    <a:pt x="235676" y="13493"/>
                  </a:lnTo>
                  <a:lnTo>
                    <a:pt x="230805" y="11397"/>
                  </a:lnTo>
                  <a:lnTo>
                    <a:pt x="225871" y="9456"/>
                  </a:lnTo>
                  <a:lnTo>
                    <a:pt x="220877" y="7673"/>
                  </a:lnTo>
                  <a:lnTo>
                    <a:pt x="215829" y="6049"/>
                  </a:lnTo>
                  <a:lnTo>
                    <a:pt x="210733" y="4586"/>
                  </a:lnTo>
                  <a:lnTo>
                    <a:pt x="205592" y="3285"/>
                  </a:lnTo>
                  <a:lnTo>
                    <a:pt x="200413" y="2148"/>
                  </a:lnTo>
                  <a:lnTo>
                    <a:pt x="195201" y="1176"/>
                  </a:lnTo>
                  <a:lnTo>
                    <a:pt x="189960" y="370"/>
                  </a:lnTo>
                  <a:lnTo>
                    <a:pt x="167162" y="165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486215" y="5399291"/>
              <a:ext cx="22798" cy="167167"/>
            </a:xfrm>
            <a:custGeom>
              <a:avLst/>
              <a:pathLst>
                <a:path w="22798" h="167167">
                  <a:moveTo>
                    <a:pt x="22798" y="1561"/>
                  </a:moveTo>
                  <a:lnTo>
                    <a:pt x="15225" y="694"/>
                  </a:lnTo>
                  <a:lnTo>
                    <a:pt x="7620" y="17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56380" y="5399291"/>
              <a:ext cx="167163" cy="221181"/>
            </a:xfrm>
            <a:custGeom>
              <a:avLst/>
              <a:pathLst>
                <a:path w="167163" h="221181">
                  <a:moveTo>
                    <a:pt x="167163" y="0"/>
                  </a:moveTo>
                  <a:lnTo>
                    <a:pt x="161781" y="86"/>
                  </a:lnTo>
                  <a:lnTo>
                    <a:pt x="156405" y="346"/>
                  </a:lnTo>
                  <a:lnTo>
                    <a:pt x="151039" y="779"/>
                  </a:lnTo>
                  <a:lnTo>
                    <a:pt x="145691" y="1384"/>
                  </a:lnTo>
                  <a:lnTo>
                    <a:pt x="140365" y="2161"/>
                  </a:lnTo>
                  <a:lnTo>
                    <a:pt x="135066" y="3110"/>
                  </a:lnTo>
                  <a:lnTo>
                    <a:pt x="129801" y="4228"/>
                  </a:lnTo>
                  <a:lnTo>
                    <a:pt x="124575" y="5515"/>
                  </a:lnTo>
                  <a:lnTo>
                    <a:pt x="119393" y="6970"/>
                  </a:lnTo>
                  <a:lnTo>
                    <a:pt x="114260" y="8591"/>
                  </a:lnTo>
                  <a:lnTo>
                    <a:pt x="109182" y="10377"/>
                  </a:lnTo>
                  <a:lnTo>
                    <a:pt x="104164" y="12325"/>
                  </a:lnTo>
                  <a:lnTo>
                    <a:pt x="99212" y="14433"/>
                  </a:lnTo>
                  <a:lnTo>
                    <a:pt x="94330" y="16700"/>
                  </a:lnTo>
                  <a:lnTo>
                    <a:pt x="89523" y="19123"/>
                  </a:lnTo>
                  <a:lnTo>
                    <a:pt x="84797" y="21699"/>
                  </a:lnTo>
                  <a:lnTo>
                    <a:pt x="80157" y="24426"/>
                  </a:lnTo>
                  <a:lnTo>
                    <a:pt x="75606" y="27301"/>
                  </a:lnTo>
                  <a:lnTo>
                    <a:pt x="71151" y="30321"/>
                  </a:lnTo>
                  <a:lnTo>
                    <a:pt x="66795" y="33483"/>
                  </a:lnTo>
                  <a:lnTo>
                    <a:pt x="62543" y="36784"/>
                  </a:lnTo>
                  <a:lnTo>
                    <a:pt x="58400" y="40220"/>
                  </a:lnTo>
                  <a:lnTo>
                    <a:pt x="54369" y="43787"/>
                  </a:lnTo>
                  <a:lnTo>
                    <a:pt x="50456" y="47483"/>
                  </a:lnTo>
                  <a:lnTo>
                    <a:pt x="46663" y="51302"/>
                  </a:lnTo>
                  <a:lnTo>
                    <a:pt x="42995" y="55241"/>
                  </a:lnTo>
                  <a:lnTo>
                    <a:pt x="39456" y="59297"/>
                  </a:lnTo>
                  <a:lnTo>
                    <a:pt x="36049" y="63464"/>
                  </a:lnTo>
                  <a:lnTo>
                    <a:pt x="32779" y="67739"/>
                  </a:lnTo>
                  <a:lnTo>
                    <a:pt x="29647" y="72117"/>
                  </a:lnTo>
                  <a:lnTo>
                    <a:pt x="26658" y="76594"/>
                  </a:lnTo>
                  <a:lnTo>
                    <a:pt x="23815" y="81164"/>
                  </a:lnTo>
                  <a:lnTo>
                    <a:pt x="21121" y="85824"/>
                  </a:lnTo>
                  <a:lnTo>
                    <a:pt x="18578" y="90568"/>
                  </a:lnTo>
                  <a:lnTo>
                    <a:pt x="16189" y="95391"/>
                  </a:lnTo>
                  <a:lnTo>
                    <a:pt x="13956" y="100289"/>
                  </a:lnTo>
                  <a:lnTo>
                    <a:pt x="11882" y="105256"/>
                  </a:lnTo>
                  <a:lnTo>
                    <a:pt x="9970" y="110287"/>
                  </a:lnTo>
                  <a:lnTo>
                    <a:pt x="8220" y="115378"/>
                  </a:lnTo>
                  <a:lnTo>
                    <a:pt x="6635" y="120522"/>
                  </a:lnTo>
                  <a:lnTo>
                    <a:pt x="5217" y="125714"/>
                  </a:lnTo>
                  <a:lnTo>
                    <a:pt x="3966" y="130949"/>
                  </a:lnTo>
                  <a:lnTo>
                    <a:pt x="2885" y="136222"/>
                  </a:lnTo>
                  <a:lnTo>
                    <a:pt x="1973" y="141527"/>
                  </a:lnTo>
                  <a:lnTo>
                    <a:pt x="1234" y="146858"/>
                  </a:lnTo>
                  <a:lnTo>
                    <a:pt x="666" y="152211"/>
                  </a:lnTo>
                  <a:lnTo>
                    <a:pt x="271" y="157579"/>
                  </a:lnTo>
                  <a:lnTo>
                    <a:pt x="48" y="162957"/>
                  </a:lnTo>
                  <a:lnTo>
                    <a:pt x="0" y="168339"/>
                  </a:lnTo>
                  <a:lnTo>
                    <a:pt x="124" y="173721"/>
                  </a:lnTo>
                  <a:lnTo>
                    <a:pt x="421" y="179095"/>
                  </a:lnTo>
                  <a:lnTo>
                    <a:pt x="892" y="184457"/>
                  </a:lnTo>
                  <a:lnTo>
                    <a:pt x="1535" y="189801"/>
                  </a:lnTo>
                  <a:lnTo>
                    <a:pt x="2349" y="195122"/>
                  </a:lnTo>
                  <a:lnTo>
                    <a:pt x="3335" y="200413"/>
                  </a:lnTo>
                  <a:lnTo>
                    <a:pt x="4490" y="205670"/>
                  </a:lnTo>
                  <a:lnTo>
                    <a:pt x="5814" y="210888"/>
                  </a:lnTo>
                  <a:lnTo>
                    <a:pt x="7305" y="216060"/>
                  </a:lnTo>
                  <a:lnTo>
                    <a:pt x="8962" y="22118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865343" y="5566459"/>
              <a:ext cx="158200" cy="54013"/>
            </a:xfrm>
            <a:custGeom>
              <a:avLst/>
              <a:pathLst>
                <a:path w="158200" h="54013">
                  <a:moveTo>
                    <a:pt x="0" y="54013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865343" y="5566459"/>
              <a:ext cx="158200" cy="54013"/>
            </a:xfrm>
            <a:custGeom>
              <a:avLst/>
              <a:pathLst>
                <a:path w="158200" h="54013">
                  <a:moveTo>
                    <a:pt x="0" y="54013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865343" y="5566459"/>
              <a:ext cx="158200" cy="54013"/>
            </a:xfrm>
            <a:custGeom>
              <a:avLst/>
              <a:pathLst>
                <a:path w="158200" h="54013">
                  <a:moveTo>
                    <a:pt x="0" y="54013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65343" y="5566459"/>
              <a:ext cx="158200" cy="54013"/>
            </a:xfrm>
            <a:custGeom>
              <a:avLst/>
              <a:pathLst>
                <a:path w="158200" h="54013">
                  <a:moveTo>
                    <a:pt x="0" y="54013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865343" y="5566459"/>
              <a:ext cx="158200" cy="54013"/>
            </a:xfrm>
            <a:custGeom>
              <a:avLst/>
              <a:pathLst>
                <a:path w="158200" h="54013">
                  <a:moveTo>
                    <a:pt x="0" y="54013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865343" y="5566459"/>
              <a:ext cx="158200" cy="136745"/>
            </a:xfrm>
            <a:custGeom>
              <a:avLst/>
              <a:pathLst>
                <a:path w="158200" h="136745">
                  <a:moveTo>
                    <a:pt x="0" y="54013"/>
                  </a:moveTo>
                  <a:lnTo>
                    <a:pt x="1874" y="59220"/>
                  </a:lnTo>
                  <a:lnTo>
                    <a:pt x="3919" y="64361"/>
                  </a:lnTo>
                  <a:lnTo>
                    <a:pt x="6134" y="69432"/>
                  </a:lnTo>
                  <a:lnTo>
                    <a:pt x="8515" y="74426"/>
                  </a:lnTo>
                  <a:lnTo>
                    <a:pt x="11060" y="79340"/>
                  </a:lnTo>
                  <a:lnTo>
                    <a:pt x="13767" y="84166"/>
                  </a:lnTo>
                  <a:lnTo>
                    <a:pt x="16632" y="88900"/>
                  </a:lnTo>
                  <a:lnTo>
                    <a:pt x="19651" y="93537"/>
                  </a:lnTo>
                  <a:lnTo>
                    <a:pt x="22823" y="98071"/>
                  </a:lnTo>
                  <a:lnTo>
                    <a:pt x="26143" y="102497"/>
                  </a:lnTo>
                  <a:lnTo>
                    <a:pt x="29608" y="106812"/>
                  </a:lnTo>
                  <a:lnTo>
                    <a:pt x="33213" y="111009"/>
                  </a:lnTo>
                  <a:lnTo>
                    <a:pt x="36955" y="115085"/>
                  </a:lnTo>
                  <a:lnTo>
                    <a:pt x="40831" y="119035"/>
                  </a:lnTo>
                  <a:lnTo>
                    <a:pt x="44835" y="122854"/>
                  </a:lnTo>
                  <a:lnTo>
                    <a:pt x="48963" y="126538"/>
                  </a:lnTo>
                  <a:lnTo>
                    <a:pt x="53210" y="130084"/>
                  </a:lnTo>
                  <a:lnTo>
                    <a:pt x="57573" y="133488"/>
                  </a:lnTo>
                  <a:lnTo>
                    <a:pt x="62046" y="136745"/>
                  </a:lnTo>
                  <a:lnTo>
                    <a:pt x="15820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927390" y="5399291"/>
              <a:ext cx="263309" cy="334329"/>
            </a:xfrm>
            <a:custGeom>
              <a:avLst/>
              <a:pathLst>
                <a:path w="263309" h="334329">
                  <a:moveTo>
                    <a:pt x="0" y="303913"/>
                  </a:moveTo>
                  <a:lnTo>
                    <a:pt x="4398" y="306902"/>
                  </a:lnTo>
                  <a:lnTo>
                    <a:pt x="8890" y="309750"/>
                  </a:lnTo>
                  <a:lnTo>
                    <a:pt x="13470" y="312454"/>
                  </a:lnTo>
                  <a:lnTo>
                    <a:pt x="18134" y="315011"/>
                  </a:lnTo>
                  <a:lnTo>
                    <a:pt x="22876" y="317418"/>
                  </a:lnTo>
                  <a:lnTo>
                    <a:pt x="27693" y="319673"/>
                  </a:lnTo>
                  <a:lnTo>
                    <a:pt x="32579" y="321774"/>
                  </a:lnTo>
                  <a:lnTo>
                    <a:pt x="37530" y="323718"/>
                  </a:lnTo>
                  <a:lnTo>
                    <a:pt x="42540" y="325504"/>
                  </a:lnTo>
                  <a:lnTo>
                    <a:pt x="47604" y="327129"/>
                  </a:lnTo>
                  <a:lnTo>
                    <a:pt x="52717" y="328593"/>
                  </a:lnTo>
                  <a:lnTo>
                    <a:pt x="57874" y="329893"/>
                  </a:lnTo>
                  <a:lnTo>
                    <a:pt x="63070" y="331028"/>
                  </a:lnTo>
                  <a:lnTo>
                    <a:pt x="68300" y="331998"/>
                  </a:lnTo>
                  <a:lnTo>
                    <a:pt x="73558" y="332800"/>
                  </a:lnTo>
                  <a:lnTo>
                    <a:pt x="78838" y="333435"/>
                  </a:lnTo>
                  <a:lnTo>
                    <a:pt x="84136" y="333902"/>
                  </a:lnTo>
                  <a:lnTo>
                    <a:pt x="89446" y="334200"/>
                  </a:lnTo>
                  <a:lnTo>
                    <a:pt x="94763" y="334329"/>
                  </a:lnTo>
                  <a:lnTo>
                    <a:pt x="100082" y="334288"/>
                  </a:lnTo>
                  <a:lnTo>
                    <a:pt x="105396" y="334079"/>
                  </a:lnTo>
                  <a:lnTo>
                    <a:pt x="110701" y="333700"/>
                  </a:lnTo>
                  <a:lnTo>
                    <a:pt x="115992" y="333153"/>
                  </a:lnTo>
                  <a:lnTo>
                    <a:pt x="121262" y="332438"/>
                  </a:lnTo>
                  <a:lnTo>
                    <a:pt x="126507" y="331556"/>
                  </a:lnTo>
                  <a:lnTo>
                    <a:pt x="131721" y="330507"/>
                  </a:lnTo>
                  <a:lnTo>
                    <a:pt x="136899" y="329293"/>
                  </a:lnTo>
                  <a:lnTo>
                    <a:pt x="142036" y="327914"/>
                  </a:lnTo>
                  <a:lnTo>
                    <a:pt x="147127" y="326373"/>
                  </a:lnTo>
                  <a:lnTo>
                    <a:pt x="152165" y="324671"/>
                  </a:lnTo>
                  <a:lnTo>
                    <a:pt x="157148" y="322810"/>
                  </a:lnTo>
                  <a:lnTo>
                    <a:pt x="162068" y="320791"/>
                  </a:lnTo>
                  <a:lnTo>
                    <a:pt x="166922" y="318616"/>
                  </a:lnTo>
                  <a:lnTo>
                    <a:pt x="171704" y="316288"/>
                  </a:lnTo>
                  <a:lnTo>
                    <a:pt x="176409" y="313809"/>
                  </a:lnTo>
                  <a:lnTo>
                    <a:pt x="181034" y="311182"/>
                  </a:lnTo>
                  <a:lnTo>
                    <a:pt x="185572" y="308409"/>
                  </a:lnTo>
                  <a:lnTo>
                    <a:pt x="190020" y="305493"/>
                  </a:lnTo>
                  <a:lnTo>
                    <a:pt x="194373" y="302437"/>
                  </a:lnTo>
                  <a:lnTo>
                    <a:pt x="198626" y="299244"/>
                  </a:lnTo>
                  <a:lnTo>
                    <a:pt x="202776" y="295917"/>
                  </a:lnTo>
                  <a:lnTo>
                    <a:pt x="206818" y="292460"/>
                  </a:lnTo>
                  <a:lnTo>
                    <a:pt x="210748" y="288876"/>
                  </a:lnTo>
                  <a:lnTo>
                    <a:pt x="214562" y="285169"/>
                  </a:lnTo>
                  <a:lnTo>
                    <a:pt x="218255" y="281342"/>
                  </a:lnTo>
                  <a:lnTo>
                    <a:pt x="221826" y="277400"/>
                  </a:lnTo>
                  <a:lnTo>
                    <a:pt x="225269" y="273347"/>
                  </a:lnTo>
                  <a:lnTo>
                    <a:pt x="228581" y="269186"/>
                  </a:lnTo>
                  <a:lnTo>
                    <a:pt x="231760" y="264921"/>
                  </a:lnTo>
                  <a:lnTo>
                    <a:pt x="234801" y="260558"/>
                  </a:lnTo>
                  <a:lnTo>
                    <a:pt x="237702" y="256100"/>
                  </a:lnTo>
                  <a:lnTo>
                    <a:pt x="240459" y="251552"/>
                  </a:lnTo>
                  <a:lnTo>
                    <a:pt x="243071" y="246919"/>
                  </a:lnTo>
                  <a:lnTo>
                    <a:pt x="245533" y="242204"/>
                  </a:lnTo>
                  <a:lnTo>
                    <a:pt x="247845" y="237414"/>
                  </a:lnTo>
                  <a:lnTo>
                    <a:pt x="250003" y="232553"/>
                  </a:lnTo>
                  <a:lnTo>
                    <a:pt x="252005" y="227626"/>
                  </a:lnTo>
                  <a:lnTo>
                    <a:pt x="253849" y="222637"/>
                  </a:lnTo>
                  <a:lnTo>
                    <a:pt x="255534" y="217593"/>
                  </a:lnTo>
                  <a:lnTo>
                    <a:pt x="257058" y="212497"/>
                  </a:lnTo>
                  <a:lnTo>
                    <a:pt x="258418" y="207355"/>
                  </a:lnTo>
                  <a:lnTo>
                    <a:pt x="259614" y="202173"/>
                  </a:lnTo>
                  <a:lnTo>
                    <a:pt x="260645" y="196955"/>
                  </a:lnTo>
                  <a:lnTo>
                    <a:pt x="261510" y="191708"/>
                  </a:lnTo>
                  <a:lnTo>
                    <a:pt x="262207" y="186435"/>
                  </a:lnTo>
                  <a:lnTo>
                    <a:pt x="262736" y="181143"/>
                  </a:lnTo>
                  <a:lnTo>
                    <a:pt x="263096" y="175836"/>
                  </a:lnTo>
                  <a:lnTo>
                    <a:pt x="263287" y="170521"/>
                  </a:lnTo>
                  <a:lnTo>
                    <a:pt x="263309" y="165203"/>
                  </a:lnTo>
                  <a:lnTo>
                    <a:pt x="263162" y="159886"/>
                  </a:lnTo>
                  <a:lnTo>
                    <a:pt x="262846" y="154577"/>
                  </a:lnTo>
                  <a:lnTo>
                    <a:pt x="262361" y="149280"/>
                  </a:lnTo>
                  <a:lnTo>
                    <a:pt x="261708" y="144002"/>
                  </a:lnTo>
                  <a:lnTo>
                    <a:pt x="260887" y="138747"/>
                  </a:lnTo>
                  <a:lnTo>
                    <a:pt x="259900" y="133521"/>
                  </a:lnTo>
                  <a:lnTo>
                    <a:pt x="258747" y="128329"/>
                  </a:lnTo>
                  <a:lnTo>
                    <a:pt x="257429" y="123176"/>
                  </a:lnTo>
                  <a:lnTo>
                    <a:pt x="255948" y="118068"/>
                  </a:lnTo>
                  <a:lnTo>
                    <a:pt x="254305" y="113010"/>
                  </a:lnTo>
                  <a:lnTo>
                    <a:pt x="252502" y="108006"/>
                  </a:lnTo>
                  <a:lnTo>
                    <a:pt x="250541" y="103062"/>
                  </a:lnTo>
                  <a:lnTo>
                    <a:pt x="248424" y="98183"/>
                  </a:lnTo>
                  <a:lnTo>
                    <a:pt x="246152" y="93374"/>
                  </a:lnTo>
                  <a:lnTo>
                    <a:pt x="243729" y="88640"/>
                  </a:lnTo>
                  <a:lnTo>
                    <a:pt x="241156" y="83985"/>
                  </a:lnTo>
                  <a:lnTo>
                    <a:pt x="238436" y="79414"/>
                  </a:lnTo>
                  <a:lnTo>
                    <a:pt x="235573" y="74932"/>
                  </a:lnTo>
                  <a:lnTo>
                    <a:pt x="232568" y="70544"/>
                  </a:lnTo>
                  <a:lnTo>
                    <a:pt x="229425" y="66253"/>
                  </a:lnTo>
                  <a:lnTo>
                    <a:pt x="226147" y="62064"/>
                  </a:lnTo>
                  <a:lnTo>
                    <a:pt x="222738" y="57982"/>
                  </a:lnTo>
                  <a:lnTo>
                    <a:pt x="219201" y="54011"/>
                  </a:lnTo>
                  <a:lnTo>
                    <a:pt x="215539" y="50154"/>
                  </a:lnTo>
                  <a:lnTo>
                    <a:pt x="211756" y="46415"/>
                  </a:lnTo>
                  <a:lnTo>
                    <a:pt x="207856" y="42799"/>
                  </a:lnTo>
                  <a:lnTo>
                    <a:pt x="203843" y="39308"/>
                  </a:lnTo>
                  <a:lnTo>
                    <a:pt x="199721" y="35947"/>
                  </a:lnTo>
                  <a:lnTo>
                    <a:pt x="195494" y="32719"/>
                  </a:lnTo>
                  <a:lnTo>
                    <a:pt x="191167" y="29626"/>
                  </a:lnTo>
                  <a:lnTo>
                    <a:pt x="186743" y="26674"/>
                  </a:lnTo>
                  <a:lnTo>
                    <a:pt x="182228" y="23863"/>
                  </a:lnTo>
                  <a:lnTo>
                    <a:pt x="177626" y="21197"/>
                  </a:lnTo>
                  <a:lnTo>
                    <a:pt x="172941" y="18679"/>
                  </a:lnTo>
                  <a:lnTo>
                    <a:pt x="168179" y="16312"/>
                  </a:lnTo>
                  <a:lnTo>
                    <a:pt x="163343" y="14097"/>
                  </a:lnTo>
                  <a:lnTo>
                    <a:pt x="158440" y="12037"/>
                  </a:lnTo>
                  <a:lnTo>
                    <a:pt x="153473" y="10134"/>
                  </a:lnTo>
                  <a:lnTo>
                    <a:pt x="148449" y="8390"/>
                  </a:lnTo>
                  <a:lnTo>
                    <a:pt x="143371" y="6807"/>
                  </a:lnTo>
                  <a:lnTo>
                    <a:pt x="138246" y="5386"/>
                  </a:lnTo>
                  <a:lnTo>
                    <a:pt x="133078" y="4129"/>
                  </a:lnTo>
                  <a:lnTo>
                    <a:pt x="127873" y="3036"/>
                  </a:lnTo>
                  <a:lnTo>
                    <a:pt x="122635" y="2110"/>
                  </a:lnTo>
                  <a:lnTo>
                    <a:pt x="117371" y="1352"/>
                  </a:lnTo>
                  <a:lnTo>
                    <a:pt x="112086" y="760"/>
                  </a:lnTo>
                  <a:lnTo>
                    <a:pt x="106784" y="338"/>
                  </a:lnTo>
                  <a:lnTo>
                    <a:pt x="101471" y="84"/>
                  </a:lnTo>
                  <a:lnTo>
                    <a:pt x="96153" y="0"/>
                  </a:lnTo>
                  <a:lnTo>
                    <a:pt x="96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391099" y="5269756"/>
              <a:ext cx="154158" cy="167167"/>
            </a:xfrm>
            <a:custGeom>
              <a:avLst/>
              <a:pathLst>
                <a:path w="154158" h="167167">
                  <a:moveTo>
                    <a:pt x="154158" y="0"/>
                  </a:moveTo>
                  <a:lnTo>
                    <a:pt x="148709" y="88"/>
                  </a:lnTo>
                  <a:lnTo>
                    <a:pt x="143266" y="355"/>
                  </a:lnTo>
                  <a:lnTo>
                    <a:pt x="137834" y="798"/>
                  </a:lnTo>
                  <a:lnTo>
                    <a:pt x="132420" y="1419"/>
                  </a:lnTo>
                  <a:lnTo>
                    <a:pt x="127029" y="2216"/>
                  </a:lnTo>
                  <a:lnTo>
                    <a:pt x="121666" y="3188"/>
                  </a:lnTo>
                  <a:lnTo>
                    <a:pt x="116338" y="4334"/>
                  </a:lnTo>
                  <a:lnTo>
                    <a:pt x="111051" y="5653"/>
                  </a:lnTo>
                  <a:lnTo>
                    <a:pt x="105809" y="7144"/>
                  </a:lnTo>
                  <a:lnTo>
                    <a:pt x="100618" y="8805"/>
                  </a:lnTo>
                  <a:lnTo>
                    <a:pt x="95485" y="10635"/>
                  </a:lnTo>
                  <a:lnTo>
                    <a:pt x="90413" y="12630"/>
                  </a:lnTo>
                  <a:lnTo>
                    <a:pt x="85410" y="14790"/>
                  </a:lnTo>
                  <a:lnTo>
                    <a:pt x="80479" y="17112"/>
                  </a:lnTo>
                  <a:lnTo>
                    <a:pt x="75627" y="19594"/>
                  </a:lnTo>
                  <a:lnTo>
                    <a:pt x="70859" y="22232"/>
                  </a:lnTo>
                  <a:lnTo>
                    <a:pt x="66179" y="25024"/>
                  </a:lnTo>
                  <a:lnTo>
                    <a:pt x="61592" y="27968"/>
                  </a:lnTo>
                  <a:lnTo>
                    <a:pt x="57104" y="31059"/>
                  </a:lnTo>
                  <a:lnTo>
                    <a:pt x="52719" y="34295"/>
                  </a:lnTo>
                  <a:lnTo>
                    <a:pt x="48441" y="37672"/>
                  </a:lnTo>
                  <a:lnTo>
                    <a:pt x="44276" y="41187"/>
                  </a:lnTo>
                  <a:lnTo>
                    <a:pt x="40228" y="44836"/>
                  </a:lnTo>
                  <a:lnTo>
                    <a:pt x="36301" y="48615"/>
                  </a:lnTo>
                  <a:lnTo>
                    <a:pt x="32499" y="52519"/>
                  </a:lnTo>
                  <a:lnTo>
                    <a:pt x="28827" y="56546"/>
                  </a:lnTo>
                  <a:lnTo>
                    <a:pt x="25288" y="60690"/>
                  </a:lnTo>
                  <a:lnTo>
                    <a:pt x="21885" y="64947"/>
                  </a:lnTo>
                  <a:lnTo>
                    <a:pt x="18624" y="69313"/>
                  </a:lnTo>
                  <a:lnTo>
                    <a:pt x="15506" y="73783"/>
                  </a:lnTo>
                  <a:lnTo>
                    <a:pt x="12536" y="78353"/>
                  </a:lnTo>
                  <a:lnTo>
                    <a:pt x="9716" y="83016"/>
                  </a:lnTo>
                  <a:lnTo>
                    <a:pt x="7050" y="87769"/>
                  </a:lnTo>
                  <a:lnTo>
                    <a:pt x="4540" y="92607"/>
                  </a:lnTo>
                  <a:lnTo>
                    <a:pt x="2189" y="97523"/>
                  </a:lnTo>
                  <a:lnTo>
                    <a:pt x="0" y="102514"/>
                  </a:lnTo>
                  <a:lnTo>
                    <a:pt x="154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1099" y="5372270"/>
              <a:ext cx="154158" cy="64652"/>
            </a:xfrm>
            <a:custGeom>
              <a:avLst/>
              <a:pathLst>
                <a:path w="154158" h="64652">
                  <a:moveTo>
                    <a:pt x="0" y="0"/>
                  </a:moveTo>
                  <a:lnTo>
                    <a:pt x="154158" y="64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1099" y="5372270"/>
              <a:ext cx="154158" cy="64652"/>
            </a:xfrm>
            <a:custGeom>
              <a:avLst/>
              <a:pathLst>
                <a:path w="154158" h="64652">
                  <a:moveTo>
                    <a:pt x="0" y="0"/>
                  </a:moveTo>
                  <a:lnTo>
                    <a:pt x="154158" y="64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91099" y="5372270"/>
              <a:ext cx="154158" cy="64652"/>
            </a:xfrm>
            <a:custGeom>
              <a:avLst/>
              <a:pathLst>
                <a:path w="154158" h="64652">
                  <a:moveTo>
                    <a:pt x="0" y="0"/>
                  </a:moveTo>
                  <a:lnTo>
                    <a:pt x="154158" y="64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91099" y="5372270"/>
              <a:ext cx="154158" cy="64652"/>
            </a:xfrm>
            <a:custGeom>
              <a:avLst/>
              <a:pathLst>
                <a:path w="154158" h="64652">
                  <a:moveTo>
                    <a:pt x="0" y="0"/>
                  </a:moveTo>
                  <a:lnTo>
                    <a:pt x="154158" y="64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78114" y="5372270"/>
              <a:ext cx="167144" cy="73186"/>
            </a:xfrm>
            <a:custGeom>
              <a:avLst/>
              <a:pathLst>
                <a:path w="167144" h="73186">
                  <a:moveTo>
                    <a:pt x="12985" y="0"/>
                  </a:moveTo>
                  <a:lnTo>
                    <a:pt x="10848" y="5352"/>
                  </a:lnTo>
                  <a:lnTo>
                    <a:pt x="8897" y="10774"/>
                  </a:lnTo>
                  <a:lnTo>
                    <a:pt x="7134" y="16261"/>
                  </a:lnTo>
                  <a:lnTo>
                    <a:pt x="5561" y="21805"/>
                  </a:lnTo>
                  <a:lnTo>
                    <a:pt x="4180" y="27400"/>
                  </a:lnTo>
                  <a:lnTo>
                    <a:pt x="2993" y="33039"/>
                  </a:lnTo>
                  <a:lnTo>
                    <a:pt x="2001" y="38716"/>
                  </a:lnTo>
                  <a:lnTo>
                    <a:pt x="1205" y="44423"/>
                  </a:lnTo>
                  <a:lnTo>
                    <a:pt x="606" y="50155"/>
                  </a:lnTo>
                  <a:lnTo>
                    <a:pt x="206" y="55904"/>
                  </a:lnTo>
                  <a:lnTo>
                    <a:pt x="3" y="61663"/>
                  </a:lnTo>
                  <a:lnTo>
                    <a:pt x="0" y="67426"/>
                  </a:lnTo>
                  <a:lnTo>
                    <a:pt x="194" y="73186"/>
                  </a:lnTo>
                  <a:lnTo>
                    <a:pt x="167144" y="64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378309" y="5269756"/>
              <a:ext cx="334098" cy="334334"/>
            </a:xfrm>
            <a:custGeom>
              <a:avLst/>
              <a:pathLst>
                <a:path w="334098" h="334334">
                  <a:moveTo>
                    <a:pt x="0" y="175701"/>
                  </a:moveTo>
                  <a:lnTo>
                    <a:pt x="354" y="180989"/>
                  </a:lnTo>
                  <a:lnTo>
                    <a:pt x="876" y="186264"/>
                  </a:lnTo>
                  <a:lnTo>
                    <a:pt x="1565" y="191520"/>
                  </a:lnTo>
                  <a:lnTo>
                    <a:pt x="2420" y="196751"/>
                  </a:lnTo>
                  <a:lnTo>
                    <a:pt x="3441" y="201952"/>
                  </a:lnTo>
                  <a:lnTo>
                    <a:pt x="4626" y="207119"/>
                  </a:lnTo>
                  <a:lnTo>
                    <a:pt x="5974" y="212245"/>
                  </a:lnTo>
                  <a:lnTo>
                    <a:pt x="7484" y="217326"/>
                  </a:lnTo>
                  <a:lnTo>
                    <a:pt x="9155" y="222356"/>
                  </a:lnTo>
                  <a:lnTo>
                    <a:pt x="10984" y="227331"/>
                  </a:lnTo>
                  <a:lnTo>
                    <a:pt x="12970" y="232246"/>
                  </a:lnTo>
                  <a:lnTo>
                    <a:pt x="15110" y="237095"/>
                  </a:lnTo>
                  <a:lnTo>
                    <a:pt x="17404" y="241874"/>
                  </a:lnTo>
                  <a:lnTo>
                    <a:pt x="19847" y="246578"/>
                  </a:lnTo>
                  <a:lnTo>
                    <a:pt x="22439" y="251201"/>
                  </a:lnTo>
                  <a:lnTo>
                    <a:pt x="25176" y="255741"/>
                  </a:lnTo>
                  <a:lnTo>
                    <a:pt x="28055" y="260191"/>
                  </a:lnTo>
                  <a:lnTo>
                    <a:pt x="31074" y="264548"/>
                  </a:lnTo>
                  <a:lnTo>
                    <a:pt x="34230" y="268807"/>
                  </a:lnTo>
                  <a:lnTo>
                    <a:pt x="37519" y="272963"/>
                  </a:lnTo>
                  <a:lnTo>
                    <a:pt x="40938" y="277014"/>
                  </a:lnTo>
                  <a:lnTo>
                    <a:pt x="44484" y="280954"/>
                  </a:lnTo>
                  <a:lnTo>
                    <a:pt x="48154" y="284779"/>
                  </a:lnTo>
                  <a:lnTo>
                    <a:pt x="51942" y="288486"/>
                  </a:lnTo>
                  <a:lnTo>
                    <a:pt x="55846" y="292071"/>
                  </a:lnTo>
                  <a:lnTo>
                    <a:pt x="59862" y="295531"/>
                  </a:lnTo>
                  <a:lnTo>
                    <a:pt x="63986" y="298862"/>
                  </a:lnTo>
                  <a:lnTo>
                    <a:pt x="68213" y="302060"/>
                  </a:lnTo>
                  <a:lnTo>
                    <a:pt x="72539" y="305122"/>
                  </a:lnTo>
                  <a:lnTo>
                    <a:pt x="76960" y="308046"/>
                  </a:lnTo>
                  <a:lnTo>
                    <a:pt x="81472" y="310828"/>
                  </a:lnTo>
                  <a:lnTo>
                    <a:pt x="86070" y="313466"/>
                  </a:lnTo>
                  <a:lnTo>
                    <a:pt x="90749" y="315957"/>
                  </a:lnTo>
                  <a:lnTo>
                    <a:pt x="95504" y="318298"/>
                  </a:lnTo>
                  <a:lnTo>
                    <a:pt x="100332" y="320487"/>
                  </a:lnTo>
                  <a:lnTo>
                    <a:pt x="105226" y="322522"/>
                  </a:lnTo>
                  <a:lnTo>
                    <a:pt x="110182" y="324401"/>
                  </a:lnTo>
                  <a:lnTo>
                    <a:pt x="115196" y="326122"/>
                  </a:lnTo>
                  <a:lnTo>
                    <a:pt x="120262" y="327682"/>
                  </a:lnTo>
                  <a:lnTo>
                    <a:pt x="125374" y="329082"/>
                  </a:lnTo>
                  <a:lnTo>
                    <a:pt x="130528" y="330319"/>
                  </a:lnTo>
                  <a:lnTo>
                    <a:pt x="135719" y="331391"/>
                  </a:lnTo>
                  <a:lnTo>
                    <a:pt x="140942" y="332299"/>
                  </a:lnTo>
                  <a:lnTo>
                    <a:pt x="146190" y="333040"/>
                  </a:lnTo>
                  <a:lnTo>
                    <a:pt x="151459" y="333615"/>
                  </a:lnTo>
                  <a:lnTo>
                    <a:pt x="156744" y="334023"/>
                  </a:lnTo>
                  <a:lnTo>
                    <a:pt x="162040" y="334262"/>
                  </a:lnTo>
                  <a:lnTo>
                    <a:pt x="167340" y="334334"/>
                  </a:lnTo>
                  <a:lnTo>
                    <a:pt x="172639" y="334238"/>
                  </a:lnTo>
                  <a:lnTo>
                    <a:pt x="177933" y="333973"/>
                  </a:lnTo>
                  <a:lnTo>
                    <a:pt x="183216" y="333541"/>
                  </a:lnTo>
                  <a:lnTo>
                    <a:pt x="188483" y="332942"/>
                  </a:lnTo>
                  <a:lnTo>
                    <a:pt x="193728" y="332176"/>
                  </a:lnTo>
                  <a:lnTo>
                    <a:pt x="198946" y="331244"/>
                  </a:lnTo>
                  <a:lnTo>
                    <a:pt x="204132" y="330147"/>
                  </a:lnTo>
                  <a:lnTo>
                    <a:pt x="209280" y="328886"/>
                  </a:lnTo>
                  <a:lnTo>
                    <a:pt x="214386" y="327463"/>
                  </a:lnTo>
                  <a:lnTo>
                    <a:pt x="219444" y="325878"/>
                  </a:lnTo>
                  <a:lnTo>
                    <a:pt x="224450" y="324134"/>
                  </a:lnTo>
                  <a:lnTo>
                    <a:pt x="229397" y="322232"/>
                  </a:lnTo>
                  <a:lnTo>
                    <a:pt x="234282" y="320174"/>
                  </a:lnTo>
                  <a:lnTo>
                    <a:pt x="239099" y="317962"/>
                  </a:lnTo>
                  <a:lnTo>
                    <a:pt x="243844" y="315599"/>
                  </a:lnTo>
                  <a:lnTo>
                    <a:pt x="248511" y="313087"/>
                  </a:lnTo>
                  <a:lnTo>
                    <a:pt x="253097" y="310427"/>
                  </a:lnTo>
                  <a:lnTo>
                    <a:pt x="257595" y="307624"/>
                  </a:lnTo>
                  <a:lnTo>
                    <a:pt x="262003" y="304680"/>
                  </a:lnTo>
                  <a:lnTo>
                    <a:pt x="266315" y="301597"/>
                  </a:lnTo>
                  <a:lnTo>
                    <a:pt x="270527" y="298379"/>
                  </a:lnTo>
                  <a:lnTo>
                    <a:pt x="274635" y="295029"/>
                  </a:lnTo>
                  <a:lnTo>
                    <a:pt x="278634" y="291551"/>
                  </a:lnTo>
                  <a:lnTo>
                    <a:pt x="282522" y="287947"/>
                  </a:lnTo>
                  <a:lnTo>
                    <a:pt x="286293" y="284222"/>
                  </a:lnTo>
                  <a:lnTo>
                    <a:pt x="289944" y="280380"/>
                  </a:lnTo>
                  <a:lnTo>
                    <a:pt x="293472" y="276423"/>
                  </a:lnTo>
                  <a:lnTo>
                    <a:pt x="296872" y="272357"/>
                  </a:lnTo>
                  <a:lnTo>
                    <a:pt x="300142" y="268185"/>
                  </a:lnTo>
                  <a:lnTo>
                    <a:pt x="303277" y="263912"/>
                  </a:lnTo>
                  <a:lnTo>
                    <a:pt x="306276" y="259541"/>
                  </a:lnTo>
                  <a:lnTo>
                    <a:pt x="309135" y="255077"/>
                  </a:lnTo>
                  <a:lnTo>
                    <a:pt x="311850" y="250525"/>
                  </a:lnTo>
                  <a:lnTo>
                    <a:pt x="314420" y="245889"/>
                  </a:lnTo>
                  <a:lnTo>
                    <a:pt x="316842" y="241174"/>
                  </a:lnTo>
                  <a:lnTo>
                    <a:pt x="319113" y="236385"/>
                  </a:lnTo>
                  <a:lnTo>
                    <a:pt x="321231" y="231526"/>
                  </a:lnTo>
                  <a:lnTo>
                    <a:pt x="323194" y="226602"/>
                  </a:lnTo>
                  <a:lnTo>
                    <a:pt x="325000" y="221618"/>
                  </a:lnTo>
                  <a:lnTo>
                    <a:pt x="326647" y="216580"/>
                  </a:lnTo>
                  <a:lnTo>
                    <a:pt x="328133" y="211492"/>
                  </a:lnTo>
                  <a:lnTo>
                    <a:pt x="329457" y="206360"/>
                  </a:lnTo>
                  <a:lnTo>
                    <a:pt x="330618" y="201188"/>
                  </a:lnTo>
                  <a:lnTo>
                    <a:pt x="331614" y="195981"/>
                  </a:lnTo>
                  <a:lnTo>
                    <a:pt x="332445" y="190746"/>
                  </a:lnTo>
                  <a:lnTo>
                    <a:pt x="333109" y="185488"/>
                  </a:lnTo>
                  <a:lnTo>
                    <a:pt x="333607" y="180210"/>
                  </a:lnTo>
                  <a:lnTo>
                    <a:pt x="333937" y="174920"/>
                  </a:lnTo>
                  <a:lnTo>
                    <a:pt x="334098" y="169622"/>
                  </a:lnTo>
                  <a:lnTo>
                    <a:pt x="334092" y="164321"/>
                  </a:lnTo>
                  <a:lnTo>
                    <a:pt x="333918" y="159024"/>
                  </a:lnTo>
                  <a:lnTo>
                    <a:pt x="333576" y="153734"/>
                  </a:lnTo>
                  <a:lnTo>
                    <a:pt x="333066" y="148458"/>
                  </a:lnTo>
                  <a:lnTo>
                    <a:pt x="332390" y="143201"/>
                  </a:lnTo>
                  <a:lnTo>
                    <a:pt x="331547" y="137968"/>
                  </a:lnTo>
                  <a:lnTo>
                    <a:pt x="330538" y="132764"/>
                  </a:lnTo>
                  <a:lnTo>
                    <a:pt x="329365" y="127595"/>
                  </a:lnTo>
                  <a:lnTo>
                    <a:pt x="328029" y="122465"/>
                  </a:lnTo>
                  <a:lnTo>
                    <a:pt x="326531" y="117381"/>
                  </a:lnTo>
                  <a:lnTo>
                    <a:pt x="324872" y="112346"/>
                  </a:lnTo>
                  <a:lnTo>
                    <a:pt x="323055" y="107367"/>
                  </a:lnTo>
                  <a:lnTo>
                    <a:pt x="321080" y="102448"/>
                  </a:lnTo>
                  <a:lnTo>
                    <a:pt x="318951" y="97594"/>
                  </a:lnTo>
                  <a:lnTo>
                    <a:pt x="316669" y="92810"/>
                  </a:lnTo>
                  <a:lnTo>
                    <a:pt x="314236" y="88100"/>
                  </a:lnTo>
                  <a:lnTo>
                    <a:pt x="311655" y="83470"/>
                  </a:lnTo>
                  <a:lnTo>
                    <a:pt x="308929" y="78925"/>
                  </a:lnTo>
                  <a:lnTo>
                    <a:pt x="306060" y="74468"/>
                  </a:lnTo>
                  <a:lnTo>
                    <a:pt x="303051" y="70104"/>
                  </a:lnTo>
                  <a:lnTo>
                    <a:pt x="299905" y="65838"/>
                  </a:lnTo>
                  <a:lnTo>
                    <a:pt x="296626" y="61673"/>
                  </a:lnTo>
                  <a:lnTo>
                    <a:pt x="293216" y="57615"/>
                  </a:lnTo>
                  <a:lnTo>
                    <a:pt x="289679" y="53667"/>
                  </a:lnTo>
                  <a:lnTo>
                    <a:pt x="286019" y="49833"/>
                  </a:lnTo>
                  <a:lnTo>
                    <a:pt x="282239" y="46117"/>
                  </a:lnTo>
                  <a:lnTo>
                    <a:pt x="278343" y="42522"/>
                  </a:lnTo>
                  <a:lnTo>
                    <a:pt x="274336" y="39053"/>
                  </a:lnTo>
                  <a:lnTo>
                    <a:pt x="270220" y="35713"/>
                  </a:lnTo>
                  <a:lnTo>
                    <a:pt x="266000" y="32505"/>
                  </a:lnTo>
                  <a:lnTo>
                    <a:pt x="261681" y="29433"/>
                  </a:lnTo>
                  <a:lnTo>
                    <a:pt x="257267" y="26498"/>
                  </a:lnTo>
                  <a:lnTo>
                    <a:pt x="252762" y="23706"/>
                  </a:lnTo>
                  <a:lnTo>
                    <a:pt x="248170" y="21057"/>
                  </a:lnTo>
                  <a:lnTo>
                    <a:pt x="243497" y="18555"/>
                  </a:lnTo>
                  <a:lnTo>
                    <a:pt x="238747" y="16203"/>
                  </a:lnTo>
                  <a:lnTo>
                    <a:pt x="233925" y="14003"/>
                  </a:lnTo>
                  <a:lnTo>
                    <a:pt x="229035" y="11956"/>
                  </a:lnTo>
                  <a:lnTo>
                    <a:pt x="224083" y="10066"/>
                  </a:lnTo>
                  <a:lnTo>
                    <a:pt x="219073" y="8334"/>
                  </a:lnTo>
                  <a:lnTo>
                    <a:pt x="214011" y="6761"/>
                  </a:lnTo>
                  <a:lnTo>
                    <a:pt x="208902" y="5350"/>
                  </a:lnTo>
                  <a:lnTo>
                    <a:pt x="203751" y="4101"/>
                  </a:lnTo>
                  <a:lnTo>
                    <a:pt x="198562" y="3016"/>
                  </a:lnTo>
                  <a:lnTo>
                    <a:pt x="193342" y="2096"/>
                  </a:lnTo>
                  <a:lnTo>
                    <a:pt x="188095" y="1342"/>
                  </a:lnTo>
                  <a:lnTo>
                    <a:pt x="182827" y="755"/>
                  </a:lnTo>
                  <a:lnTo>
                    <a:pt x="177544" y="336"/>
                  </a:lnTo>
                  <a:lnTo>
                    <a:pt x="172249" y="84"/>
                  </a:lnTo>
                  <a:lnTo>
                    <a:pt x="166949" y="0"/>
                  </a:lnTo>
                  <a:lnTo>
                    <a:pt x="1669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901433" y="5018213"/>
              <a:ext cx="119605" cy="167167"/>
            </a:xfrm>
            <a:custGeom>
              <a:avLst/>
              <a:pathLst>
                <a:path w="119605" h="167167">
                  <a:moveTo>
                    <a:pt x="119605" y="0"/>
                  </a:moveTo>
                  <a:lnTo>
                    <a:pt x="114052" y="92"/>
                  </a:lnTo>
                  <a:lnTo>
                    <a:pt x="108506" y="368"/>
                  </a:lnTo>
                  <a:lnTo>
                    <a:pt x="102972" y="829"/>
                  </a:lnTo>
                  <a:lnTo>
                    <a:pt x="97456" y="1473"/>
                  </a:lnTo>
                  <a:lnTo>
                    <a:pt x="91965" y="2300"/>
                  </a:lnTo>
                  <a:lnTo>
                    <a:pt x="86504" y="3309"/>
                  </a:lnTo>
                  <a:lnTo>
                    <a:pt x="81080" y="4499"/>
                  </a:lnTo>
                  <a:lnTo>
                    <a:pt x="75698" y="5869"/>
                  </a:lnTo>
                  <a:lnTo>
                    <a:pt x="70364" y="7416"/>
                  </a:lnTo>
                  <a:lnTo>
                    <a:pt x="65085" y="9140"/>
                  </a:lnTo>
                  <a:lnTo>
                    <a:pt x="59867" y="11038"/>
                  </a:lnTo>
                  <a:lnTo>
                    <a:pt x="54714" y="13108"/>
                  </a:lnTo>
                  <a:lnTo>
                    <a:pt x="49632" y="15349"/>
                  </a:lnTo>
                  <a:lnTo>
                    <a:pt x="44628" y="17757"/>
                  </a:lnTo>
                  <a:lnTo>
                    <a:pt x="39707" y="20329"/>
                  </a:lnTo>
                  <a:lnTo>
                    <a:pt x="34874" y="23064"/>
                  </a:lnTo>
                  <a:lnTo>
                    <a:pt x="30134" y="25958"/>
                  </a:lnTo>
                  <a:lnTo>
                    <a:pt x="25493" y="29008"/>
                  </a:lnTo>
                  <a:lnTo>
                    <a:pt x="20956" y="32210"/>
                  </a:lnTo>
                  <a:lnTo>
                    <a:pt x="16528" y="35561"/>
                  </a:lnTo>
                  <a:lnTo>
                    <a:pt x="12213" y="39058"/>
                  </a:lnTo>
                  <a:lnTo>
                    <a:pt x="8017" y="42695"/>
                  </a:lnTo>
                  <a:lnTo>
                    <a:pt x="3945" y="46470"/>
                  </a:lnTo>
                  <a:lnTo>
                    <a:pt x="0" y="50379"/>
                  </a:lnTo>
                  <a:lnTo>
                    <a:pt x="11960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901433" y="5068592"/>
              <a:ext cx="119605" cy="116788"/>
            </a:xfrm>
            <a:custGeom>
              <a:avLst/>
              <a:pathLst>
                <a:path w="119605" h="116788">
                  <a:moveTo>
                    <a:pt x="0" y="0"/>
                  </a:moveTo>
                  <a:lnTo>
                    <a:pt x="119605" y="11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901433" y="5068592"/>
              <a:ext cx="119605" cy="116788"/>
            </a:xfrm>
            <a:custGeom>
              <a:avLst/>
              <a:pathLst>
                <a:path w="119605" h="116788">
                  <a:moveTo>
                    <a:pt x="0" y="0"/>
                  </a:moveTo>
                  <a:lnTo>
                    <a:pt x="119605" y="1167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901433" y="5068592"/>
              <a:ext cx="119605" cy="116788"/>
            </a:xfrm>
            <a:custGeom>
              <a:avLst/>
              <a:pathLst>
                <a:path w="119605" h="116788">
                  <a:moveTo>
                    <a:pt x="0" y="0"/>
                  </a:moveTo>
                  <a:lnTo>
                    <a:pt x="119605" y="1167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80958" y="5068592"/>
              <a:ext cx="140080" cy="116788"/>
            </a:xfrm>
            <a:custGeom>
              <a:avLst/>
              <a:pathLst>
                <a:path w="140080" h="116788">
                  <a:moveTo>
                    <a:pt x="20475" y="0"/>
                  </a:moveTo>
                  <a:lnTo>
                    <a:pt x="15985" y="4782"/>
                  </a:lnTo>
                  <a:lnTo>
                    <a:pt x="11686" y="9738"/>
                  </a:lnTo>
                  <a:lnTo>
                    <a:pt x="7584" y="14858"/>
                  </a:lnTo>
                  <a:lnTo>
                    <a:pt x="3687" y="20135"/>
                  </a:lnTo>
                  <a:lnTo>
                    <a:pt x="0" y="25561"/>
                  </a:lnTo>
                  <a:lnTo>
                    <a:pt x="140080" y="1167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853875" y="5018213"/>
              <a:ext cx="334316" cy="334332"/>
            </a:xfrm>
            <a:custGeom>
              <a:avLst/>
              <a:pathLst>
                <a:path w="334316" h="334332">
                  <a:moveTo>
                    <a:pt x="27082" y="75940"/>
                  </a:moveTo>
                  <a:lnTo>
                    <a:pt x="24263" y="80422"/>
                  </a:lnTo>
                  <a:lnTo>
                    <a:pt x="21588" y="84991"/>
                  </a:lnTo>
                  <a:lnTo>
                    <a:pt x="19058" y="89643"/>
                  </a:lnTo>
                  <a:lnTo>
                    <a:pt x="16677" y="94372"/>
                  </a:lnTo>
                  <a:lnTo>
                    <a:pt x="14447" y="99174"/>
                  </a:lnTo>
                  <a:lnTo>
                    <a:pt x="12371" y="104045"/>
                  </a:lnTo>
                  <a:lnTo>
                    <a:pt x="10449" y="108979"/>
                  </a:lnTo>
                  <a:lnTo>
                    <a:pt x="8685" y="113971"/>
                  </a:lnTo>
                  <a:lnTo>
                    <a:pt x="7080" y="119016"/>
                  </a:lnTo>
                  <a:lnTo>
                    <a:pt x="5635" y="124110"/>
                  </a:lnTo>
                  <a:lnTo>
                    <a:pt x="4353" y="129247"/>
                  </a:lnTo>
                  <a:lnTo>
                    <a:pt x="3234" y="134422"/>
                  </a:lnTo>
                  <a:lnTo>
                    <a:pt x="2279" y="139630"/>
                  </a:lnTo>
                  <a:lnTo>
                    <a:pt x="1490" y="144866"/>
                  </a:lnTo>
                  <a:lnTo>
                    <a:pt x="866" y="150124"/>
                  </a:lnTo>
                  <a:lnTo>
                    <a:pt x="410" y="155399"/>
                  </a:lnTo>
                  <a:lnTo>
                    <a:pt x="121" y="160685"/>
                  </a:lnTo>
                  <a:lnTo>
                    <a:pt x="0" y="165979"/>
                  </a:lnTo>
                  <a:lnTo>
                    <a:pt x="46" y="171273"/>
                  </a:lnTo>
                  <a:lnTo>
                    <a:pt x="260" y="176564"/>
                  </a:lnTo>
                  <a:lnTo>
                    <a:pt x="641" y="181845"/>
                  </a:lnTo>
                  <a:lnTo>
                    <a:pt x="1189" y="187111"/>
                  </a:lnTo>
                  <a:lnTo>
                    <a:pt x="1904" y="192357"/>
                  </a:lnTo>
                  <a:lnTo>
                    <a:pt x="2785" y="197578"/>
                  </a:lnTo>
                  <a:lnTo>
                    <a:pt x="3830" y="202769"/>
                  </a:lnTo>
                  <a:lnTo>
                    <a:pt x="5040" y="207923"/>
                  </a:lnTo>
                  <a:lnTo>
                    <a:pt x="6412" y="213037"/>
                  </a:lnTo>
                  <a:lnTo>
                    <a:pt x="7945" y="218105"/>
                  </a:lnTo>
                  <a:lnTo>
                    <a:pt x="9638" y="223122"/>
                  </a:lnTo>
                  <a:lnTo>
                    <a:pt x="11489" y="228082"/>
                  </a:lnTo>
                  <a:lnTo>
                    <a:pt x="13496" y="232982"/>
                  </a:lnTo>
                  <a:lnTo>
                    <a:pt x="15658" y="237815"/>
                  </a:lnTo>
                  <a:lnTo>
                    <a:pt x="17971" y="242578"/>
                  </a:lnTo>
                  <a:lnTo>
                    <a:pt x="20434" y="247265"/>
                  </a:lnTo>
                  <a:lnTo>
                    <a:pt x="23044" y="251871"/>
                  </a:lnTo>
                  <a:lnTo>
                    <a:pt x="25799" y="256393"/>
                  </a:lnTo>
                  <a:lnTo>
                    <a:pt x="28696" y="260825"/>
                  </a:lnTo>
                  <a:lnTo>
                    <a:pt x="31731" y="265163"/>
                  </a:lnTo>
                  <a:lnTo>
                    <a:pt x="34903" y="269403"/>
                  </a:lnTo>
                  <a:lnTo>
                    <a:pt x="38207" y="273541"/>
                  </a:lnTo>
                  <a:lnTo>
                    <a:pt x="41640" y="277571"/>
                  </a:lnTo>
                  <a:lnTo>
                    <a:pt x="45200" y="281491"/>
                  </a:lnTo>
                  <a:lnTo>
                    <a:pt x="48881" y="285296"/>
                  </a:lnTo>
                  <a:lnTo>
                    <a:pt x="52682" y="288983"/>
                  </a:lnTo>
                  <a:lnTo>
                    <a:pt x="56597" y="292547"/>
                  </a:lnTo>
                  <a:lnTo>
                    <a:pt x="60623" y="295986"/>
                  </a:lnTo>
                  <a:lnTo>
                    <a:pt x="64756" y="299295"/>
                  </a:lnTo>
                  <a:lnTo>
                    <a:pt x="68992" y="302472"/>
                  </a:lnTo>
                  <a:lnTo>
                    <a:pt x="73326" y="305513"/>
                  </a:lnTo>
                  <a:lnTo>
                    <a:pt x="77755" y="308415"/>
                  </a:lnTo>
                  <a:lnTo>
                    <a:pt x="82273" y="311176"/>
                  </a:lnTo>
                  <a:lnTo>
                    <a:pt x="86876" y="313792"/>
                  </a:lnTo>
                  <a:lnTo>
                    <a:pt x="91560" y="316261"/>
                  </a:lnTo>
                  <a:lnTo>
                    <a:pt x="96319" y="318581"/>
                  </a:lnTo>
                  <a:lnTo>
                    <a:pt x="101150" y="320748"/>
                  </a:lnTo>
                  <a:lnTo>
                    <a:pt x="106047" y="322762"/>
                  </a:lnTo>
                  <a:lnTo>
                    <a:pt x="111005" y="324619"/>
                  </a:lnTo>
                  <a:lnTo>
                    <a:pt x="116020" y="326319"/>
                  </a:lnTo>
                  <a:lnTo>
                    <a:pt x="121085" y="327859"/>
                  </a:lnTo>
                  <a:lnTo>
                    <a:pt x="126198" y="329237"/>
                  </a:lnTo>
                  <a:lnTo>
                    <a:pt x="131351" y="330453"/>
                  </a:lnTo>
                  <a:lnTo>
                    <a:pt x="136540" y="331506"/>
                  </a:lnTo>
                  <a:lnTo>
                    <a:pt x="141760" y="332393"/>
                  </a:lnTo>
                  <a:lnTo>
                    <a:pt x="147005" y="333115"/>
                  </a:lnTo>
                  <a:lnTo>
                    <a:pt x="152271" y="333670"/>
                  </a:lnTo>
                  <a:lnTo>
                    <a:pt x="157551" y="334058"/>
                  </a:lnTo>
                  <a:lnTo>
                    <a:pt x="162841" y="334279"/>
                  </a:lnTo>
                  <a:lnTo>
                    <a:pt x="168136" y="334332"/>
                  </a:lnTo>
                  <a:lnTo>
                    <a:pt x="173429" y="334217"/>
                  </a:lnTo>
                  <a:lnTo>
                    <a:pt x="178716" y="333935"/>
                  </a:lnTo>
                  <a:lnTo>
                    <a:pt x="183992" y="333485"/>
                  </a:lnTo>
                  <a:lnTo>
                    <a:pt x="189251" y="332869"/>
                  </a:lnTo>
                  <a:lnTo>
                    <a:pt x="194487" y="332086"/>
                  </a:lnTo>
                  <a:lnTo>
                    <a:pt x="199696" y="331138"/>
                  </a:lnTo>
                  <a:lnTo>
                    <a:pt x="204873" y="330025"/>
                  </a:lnTo>
                  <a:lnTo>
                    <a:pt x="210011" y="328750"/>
                  </a:lnTo>
                  <a:lnTo>
                    <a:pt x="215107" y="327312"/>
                  </a:lnTo>
                  <a:lnTo>
                    <a:pt x="220155" y="325713"/>
                  </a:lnTo>
                  <a:lnTo>
                    <a:pt x="225149" y="323955"/>
                  </a:lnTo>
                  <a:lnTo>
                    <a:pt x="230085" y="322040"/>
                  </a:lnTo>
                  <a:lnTo>
                    <a:pt x="234959" y="319970"/>
                  </a:lnTo>
                  <a:lnTo>
                    <a:pt x="239764" y="317746"/>
                  </a:lnTo>
                  <a:lnTo>
                    <a:pt x="244496" y="315371"/>
                  </a:lnTo>
                  <a:lnTo>
                    <a:pt x="249151" y="312848"/>
                  </a:lnTo>
                  <a:lnTo>
                    <a:pt x="253723" y="310178"/>
                  </a:lnTo>
                  <a:lnTo>
                    <a:pt x="258209" y="307365"/>
                  </a:lnTo>
                  <a:lnTo>
                    <a:pt x="262603" y="304412"/>
                  </a:lnTo>
                  <a:lnTo>
                    <a:pt x="266902" y="301320"/>
                  </a:lnTo>
                  <a:lnTo>
                    <a:pt x="271100" y="298094"/>
                  </a:lnTo>
                  <a:lnTo>
                    <a:pt x="275194" y="294737"/>
                  </a:lnTo>
                  <a:lnTo>
                    <a:pt x="279180" y="291252"/>
                  </a:lnTo>
                  <a:lnTo>
                    <a:pt x="283054" y="287642"/>
                  </a:lnTo>
                  <a:lnTo>
                    <a:pt x="286811" y="283911"/>
                  </a:lnTo>
                  <a:lnTo>
                    <a:pt x="290448" y="280064"/>
                  </a:lnTo>
                  <a:lnTo>
                    <a:pt x="293962" y="276103"/>
                  </a:lnTo>
                  <a:lnTo>
                    <a:pt x="297348" y="272032"/>
                  </a:lnTo>
                  <a:lnTo>
                    <a:pt x="300604" y="267857"/>
                  </a:lnTo>
                  <a:lnTo>
                    <a:pt x="303725" y="263580"/>
                  </a:lnTo>
                  <a:lnTo>
                    <a:pt x="306710" y="259207"/>
                  </a:lnTo>
                  <a:lnTo>
                    <a:pt x="309555" y="254742"/>
                  </a:lnTo>
                  <a:lnTo>
                    <a:pt x="312257" y="250188"/>
                  </a:lnTo>
                  <a:lnTo>
                    <a:pt x="314814" y="245552"/>
                  </a:lnTo>
                  <a:lnTo>
                    <a:pt x="317222" y="240836"/>
                  </a:lnTo>
                  <a:lnTo>
                    <a:pt x="319480" y="236047"/>
                  </a:lnTo>
                  <a:lnTo>
                    <a:pt x="321585" y="231189"/>
                  </a:lnTo>
                  <a:lnTo>
                    <a:pt x="323535" y="226266"/>
                  </a:lnTo>
                  <a:lnTo>
                    <a:pt x="325328" y="221285"/>
                  </a:lnTo>
                  <a:lnTo>
                    <a:pt x="326962" y="216248"/>
                  </a:lnTo>
                  <a:lnTo>
                    <a:pt x="328437" y="211163"/>
                  </a:lnTo>
                  <a:lnTo>
                    <a:pt x="329749" y="206034"/>
                  </a:lnTo>
                  <a:lnTo>
                    <a:pt x="330898" y="200865"/>
                  </a:lnTo>
                  <a:lnTo>
                    <a:pt x="331884" y="195663"/>
                  </a:lnTo>
                  <a:lnTo>
                    <a:pt x="332703" y="190432"/>
                  </a:lnTo>
                  <a:lnTo>
                    <a:pt x="333357" y="185178"/>
                  </a:lnTo>
                  <a:lnTo>
                    <a:pt x="333844" y="179906"/>
                  </a:lnTo>
                  <a:lnTo>
                    <a:pt x="334164" y="174620"/>
                  </a:lnTo>
                  <a:lnTo>
                    <a:pt x="334316" y="169328"/>
                  </a:lnTo>
                  <a:lnTo>
                    <a:pt x="334301" y="164033"/>
                  </a:lnTo>
                  <a:lnTo>
                    <a:pt x="334118" y="158742"/>
                  </a:lnTo>
                  <a:lnTo>
                    <a:pt x="333767" y="153459"/>
                  </a:lnTo>
                  <a:lnTo>
                    <a:pt x="333249" y="148189"/>
                  </a:lnTo>
                  <a:lnTo>
                    <a:pt x="332565" y="142939"/>
                  </a:lnTo>
                  <a:lnTo>
                    <a:pt x="331715" y="137713"/>
                  </a:lnTo>
                  <a:lnTo>
                    <a:pt x="330700" y="132516"/>
                  </a:lnTo>
                  <a:lnTo>
                    <a:pt x="329520" y="127355"/>
                  </a:lnTo>
                  <a:lnTo>
                    <a:pt x="328178" y="122233"/>
                  </a:lnTo>
                  <a:lnTo>
                    <a:pt x="326674" y="117156"/>
                  </a:lnTo>
                  <a:lnTo>
                    <a:pt x="325010" y="112130"/>
                  </a:lnTo>
                  <a:lnTo>
                    <a:pt x="323188" y="107159"/>
                  </a:lnTo>
                  <a:lnTo>
                    <a:pt x="321209" y="102247"/>
                  </a:lnTo>
                  <a:lnTo>
                    <a:pt x="319076" y="97401"/>
                  </a:lnTo>
                  <a:lnTo>
                    <a:pt x="316791" y="92625"/>
                  </a:lnTo>
                  <a:lnTo>
                    <a:pt x="314355" y="87924"/>
                  </a:lnTo>
                  <a:lnTo>
                    <a:pt x="311772" y="83303"/>
                  </a:lnTo>
                  <a:lnTo>
                    <a:pt x="309043" y="78765"/>
                  </a:lnTo>
                  <a:lnTo>
                    <a:pt x="306172" y="74316"/>
                  </a:lnTo>
                  <a:lnTo>
                    <a:pt x="303162" y="69960"/>
                  </a:lnTo>
                  <a:lnTo>
                    <a:pt x="300015" y="65702"/>
                  </a:lnTo>
                  <a:lnTo>
                    <a:pt x="296735" y="61546"/>
                  </a:lnTo>
                  <a:lnTo>
                    <a:pt x="293326" y="57495"/>
                  </a:lnTo>
                  <a:lnTo>
                    <a:pt x="289789" y="53555"/>
                  </a:lnTo>
                  <a:lnTo>
                    <a:pt x="286130" y="49728"/>
                  </a:lnTo>
                  <a:lnTo>
                    <a:pt x="282351" y="46020"/>
                  </a:lnTo>
                  <a:lnTo>
                    <a:pt x="278456" y="42432"/>
                  </a:lnTo>
                  <a:lnTo>
                    <a:pt x="274450" y="38970"/>
                  </a:lnTo>
                  <a:lnTo>
                    <a:pt x="270336" y="35637"/>
                  </a:lnTo>
                  <a:lnTo>
                    <a:pt x="266119" y="32436"/>
                  </a:lnTo>
                  <a:lnTo>
                    <a:pt x="261803" y="29369"/>
                  </a:lnTo>
                  <a:lnTo>
                    <a:pt x="257391" y="26441"/>
                  </a:lnTo>
                  <a:lnTo>
                    <a:pt x="252889" y="23654"/>
                  </a:lnTo>
                  <a:lnTo>
                    <a:pt x="248302" y="21011"/>
                  </a:lnTo>
                  <a:lnTo>
                    <a:pt x="243632" y="18515"/>
                  </a:lnTo>
                  <a:lnTo>
                    <a:pt x="238886" y="16168"/>
                  </a:lnTo>
                  <a:lnTo>
                    <a:pt x="234068" y="13972"/>
                  </a:lnTo>
                  <a:lnTo>
                    <a:pt x="229183" y="11930"/>
                  </a:lnTo>
                  <a:lnTo>
                    <a:pt x="224236" y="10044"/>
                  </a:lnTo>
                  <a:lnTo>
                    <a:pt x="219231" y="8315"/>
                  </a:lnTo>
                  <a:lnTo>
                    <a:pt x="214174" y="6746"/>
                  </a:lnTo>
                  <a:lnTo>
                    <a:pt x="209070" y="5338"/>
                  </a:lnTo>
                  <a:lnTo>
                    <a:pt x="203924" y="4092"/>
                  </a:lnTo>
                  <a:lnTo>
                    <a:pt x="198741" y="3009"/>
                  </a:lnTo>
                  <a:lnTo>
                    <a:pt x="193527" y="2092"/>
                  </a:lnTo>
                  <a:lnTo>
                    <a:pt x="188286" y="1339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256080" y="4659281"/>
              <a:ext cx="326299" cy="334330"/>
            </a:xfrm>
            <a:custGeom>
              <a:avLst/>
              <a:pathLst>
                <a:path w="32629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8" y="753"/>
                  </a:lnTo>
                  <a:lnTo>
                    <a:pt x="146038" y="1339"/>
                  </a:lnTo>
                  <a:lnTo>
                    <a:pt x="140798" y="2090"/>
                  </a:lnTo>
                  <a:lnTo>
                    <a:pt x="135585" y="3007"/>
                  </a:lnTo>
                  <a:lnTo>
                    <a:pt x="130404" y="4089"/>
                  </a:lnTo>
                  <a:lnTo>
                    <a:pt x="125260" y="5334"/>
                  </a:lnTo>
                  <a:lnTo>
                    <a:pt x="120157" y="6742"/>
                  </a:lnTo>
                  <a:lnTo>
                    <a:pt x="115102" y="8310"/>
                  </a:lnTo>
                  <a:lnTo>
                    <a:pt x="110099" y="10038"/>
                  </a:lnTo>
                  <a:lnTo>
                    <a:pt x="105153" y="11923"/>
                  </a:lnTo>
                  <a:lnTo>
                    <a:pt x="100269" y="13963"/>
                  </a:lnTo>
                  <a:lnTo>
                    <a:pt x="95452" y="16158"/>
                  </a:lnTo>
                  <a:lnTo>
                    <a:pt x="90707" y="18503"/>
                  </a:lnTo>
                  <a:lnTo>
                    <a:pt x="86039" y="20998"/>
                  </a:lnTo>
                  <a:lnTo>
                    <a:pt x="81452" y="23639"/>
                  </a:lnTo>
                  <a:lnTo>
                    <a:pt x="76951" y="26425"/>
                  </a:lnTo>
                  <a:lnTo>
                    <a:pt x="72541" y="29351"/>
                  </a:lnTo>
                  <a:lnTo>
                    <a:pt x="68225" y="32415"/>
                  </a:lnTo>
                  <a:lnTo>
                    <a:pt x="64009" y="35615"/>
                  </a:lnTo>
                  <a:lnTo>
                    <a:pt x="59896" y="38946"/>
                  </a:lnTo>
                  <a:lnTo>
                    <a:pt x="55890" y="42406"/>
                  </a:lnTo>
                  <a:lnTo>
                    <a:pt x="51996" y="45991"/>
                  </a:lnTo>
                  <a:lnTo>
                    <a:pt x="48217" y="49698"/>
                  </a:lnTo>
                  <a:lnTo>
                    <a:pt x="44558" y="53522"/>
                  </a:lnTo>
                  <a:lnTo>
                    <a:pt x="41022" y="57460"/>
                  </a:lnTo>
                  <a:lnTo>
                    <a:pt x="37612" y="61508"/>
                  </a:lnTo>
                  <a:lnTo>
                    <a:pt x="34332" y="65663"/>
                  </a:lnTo>
                  <a:lnTo>
                    <a:pt x="31185" y="69918"/>
                  </a:lnTo>
                  <a:lnTo>
                    <a:pt x="28174" y="74272"/>
                  </a:lnTo>
                  <a:lnTo>
                    <a:pt x="25303" y="78718"/>
                  </a:lnTo>
                  <a:lnTo>
                    <a:pt x="22574" y="83254"/>
                  </a:lnTo>
                  <a:lnTo>
                    <a:pt x="19990" y="87873"/>
                  </a:lnTo>
                  <a:lnTo>
                    <a:pt x="17553" y="92572"/>
                  </a:lnTo>
                  <a:lnTo>
                    <a:pt x="15266" y="97345"/>
                  </a:lnTo>
                  <a:lnTo>
                    <a:pt x="13132" y="102189"/>
                  </a:lnTo>
                  <a:lnTo>
                    <a:pt x="11152" y="107098"/>
                  </a:lnTo>
                  <a:lnTo>
                    <a:pt x="9329" y="112067"/>
                  </a:lnTo>
                  <a:lnTo>
                    <a:pt x="7663" y="117091"/>
                  </a:lnTo>
                  <a:lnTo>
                    <a:pt x="6158" y="122165"/>
                  </a:lnTo>
                  <a:lnTo>
                    <a:pt x="4814" y="127285"/>
                  </a:lnTo>
                  <a:lnTo>
                    <a:pt x="3633" y="132444"/>
                  </a:lnTo>
                  <a:lnTo>
                    <a:pt x="2615" y="137639"/>
                  </a:lnTo>
                  <a:lnTo>
                    <a:pt x="1763" y="142862"/>
                  </a:lnTo>
                  <a:lnTo>
                    <a:pt x="1076" y="148111"/>
                  </a:lnTo>
                  <a:lnTo>
                    <a:pt x="556" y="153378"/>
                  </a:lnTo>
                  <a:lnTo>
                    <a:pt x="203" y="158659"/>
                  </a:lnTo>
                  <a:lnTo>
                    <a:pt x="18" y="163949"/>
                  </a:lnTo>
                  <a:lnTo>
                    <a:pt x="0" y="169242"/>
                  </a:lnTo>
                  <a:lnTo>
                    <a:pt x="149" y="174533"/>
                  </a:lnTo>
                  <a:lnTo>
                    <a:pt x="466" y="179817"/>
                  </a:lnTo>
                  <a:lnTo>
                    <a:pt x="950" y="185087"/>
                  </a:lnTo>
                  <a:lnTo>
                    <a:pt x="1601" y="190340"/>
                  </a:lnTo>
                  <a:lnTo>
                    <a:pt x="2417" y="195570"/>
                  </a:lnTo>
                  <a:lnTo>
                    <a:pt x="3399" y="200771"/>
                  </a:lnTo>
                  <a:lnTo>
                    <a:pt x="4545" y="205938"/>
                  </a:lnTo>
                  <a:lnTo>
                    <a:pt x="5854" y="211067"/>
                  </a:lnTo>
                  <a:lnTo>
                    <a:pt x="7325" y="216152"/>
                  </a:lnTo>
                  <a:lnTo>
                    <a:pt x="8956" y="221187"/>
                  </a:lnTo>
                  <a:lnTo>
                    <a:pt x="10745" y="226168"/>
                  </a:lnTo>
                  <a:lnTo>
                    <a:pt x="12691" y="231091"/>
                  </a:lnTo>
                  <a:lnTo>
                    <a:pt x="14793" y="235949"/>
                  </a:lnTo>
                  <a:lnTo>
                    <a:pt x="17046" y="240738"/>
                  </a:lnTo>
                  <a:lnTo>
                    <a:pt x="19451" y="245453"/>
                  </a:lnTo>
                  <a:lnTo>
                    <a:pt x="22003" y="250090"/>
                  </a:lnTo>
                  <a:lnTo>
                    <a:pt x="24701" y="254644"/>
                  </a:lnTo>
                  <a:lnTo>
                    <a:pt x="27542" y="259110"/>
                  </a:lnTo>
                  <a:lnTo>
                    <a:pt x="30523" y="263484"/>
                  </a:lnTo>
                  <a:lnTo>
                    <a:pt x="33641" y="267761"/>
                  </a:lnTo>
                  <a:lnTo>
                    <a:pt x="36892" y="271937"/>
                  </a:lnTo>
                  <a:lnTo>
                    <a:pt x="40275" y="276009"/>
                  </a:lnTo>
                  <a:lnTo>
                    <a:pt x="43784" y="279971"/>
                  </a:lnTo>
                  <a:lnTo>
                    <a:pt x="47417" y="283820"/>
                  </a:lnTo>
                  <a:lnTo>
                    <a:pt x="51170" y="287553"/>
                  </a:lnTo>
                  <a:lnTo>
                    <a:pt x="55040" y="291164"/>
                  </a:lnTo>
                  <a:lnTo>
                    <a:pt x="59022" y="294652"/>
                  </a:lnTo>
                  <a:lnTo>
                    <a:pt x="63112" y="298011"/>
                  </a:lnTo>
                  <a:lnTo>
                    <a:pt x="67306" y="301239"/>
                  </a:lnTo>
                  <a:lnTo>
                    <a:pt x="71601" y="304333"/>
                  </a:lnTo>
                  <a:lnTo>
                    <a:pt x="75991" y="307289"/>
                  </a:lnTo>
                  <a:lnTo>
                    <a:pt x="80473" y="310105"/>
                  </a:lnTo>
                  <a:lnTo>
                    <a:pt x="85042" y="312778"/>
                  </a:lnTo>
                  <a:lnTo>
                    <a:pt x="89693" y="315304"/>
                  </a:lnTo>
                  <a:lnTo>
                    <a:pt x="94422" y="317683"/>
                  </a:lnTo>
                  <a:lnTo>
                    <a:pt x="99223" y="319910"/>
                  </a:lnTo>
                  <a:lnTo>
                    <a:pt x="104093" y="321984"/>
                  </a:lnTo>
                  <a:lnTo>
                    <a:pt x="109026" y="323903"/>
                  </a:lnTo>
                  <a:lnTo>
                    <a:pt x="114017" y="325664"/>
                  </a:lnTo>
                  <a:lnTo>
                    <a:pt x="119062" y="327267"/>
                  </a:lnTo>
                  <a:lnTo>
                    <a:pt x="124154" y="328709"/>
                  </a:lnTo>
                  <a:lnTo>
                    <a:pt x="129290" y="329990"/>
                  </a:lnTo>
                  <a:lnTo>
                    <a:pt x="134464" y="331107"/>
                  </a:lnTo>
                  <a:lnTo>
                    <a:pt x="139671" y="332060"/>
                  </a:lnTo>
                  <a:lnTo>
                    <a:pt x="144905" y="332847"/>
                  </a:lnTo>
                  <a:lnTo>
                    <a:pt x="150161" y="333468"/>
                  </a:lnTo>
                  <a:lnTo>
                    <a:pt x="155434" y="333923"/>
                  </a:lnTo>
                  <a:lnTo>
                    <a:pt x="160720" y="334211"/>
                  </a:lnTo>
                  <a:lnTo>
                    <a:pt x="166011" y="334330"/>
                  </a:lnTo>
                  <a:lnTo>
                    <a:pt x="171304" y="334283"/>
                  </a:lnTo>
                  <a:lnTo>
                    <a:pt x="176593" y="334068"/>
                  </a:lnTo>
                  <a:lnTo>
                    <a:pt x="181872" y="333685"/>
                  </a:lnTo>
                  <a:lnTo>
                    <a:pt x="187136" y="333136"/>
                  </a:lnTo>
                  <a:lnTo>
                    <a:pt x="192381" y="332420"/>
                  </a:lnTo>
                  <a:lnTo>
                    <a:pt x="197600" y="331539"/>
                  </a:lnTo>
                  <a:lnTo>
                    <a:pt x="202788" y="330492"/>
                  </a:lnTo>
                  <a:lnTo>
                    <a:pt x="207941" y="329282"/>
                  </a:lnTo>
                  <a:lnTo>
                    <a:pt x="213053" y="327910"/>
                  </a:lnTo>
                  <a:lnTo>
                    <a:pt x="218119" y="326376"/>
                  </a:lnTo>
                  <a:lnTo>
                    <a:pt x="223134" y="324683"/>
                  </a:lnTo>
                  <a:lnTo>
                    <a:pt x="228093" y="322831"/>
                  </a:lnTo>
                  <a:lnTo>
                    <a:pt x="232990" y="320824"/>
                  </a:lnTo>
                  <a:lnTo>
                    <a:pt x="237822" y="318663"/>
                  </a:lnTo>
                  <a:lnTo>
                    <a:pt x="242583" y="316350"/>
                  </a:lnTo>
                  <a:lnTo>
                    <a:pt x="247268" y="313887"/>
                  </a:lnTo>
                  <a:lnTo>
                    <a:pt x="251873" y="311277"/>
                  </a:lnTo>
                  <a:lnTo>
                    <a:pt x="256393" y="308523"/>
                  </a:lnTo>
                  <a:lnTo>
                    <a:pt x="260823" y="305627"/>
                  </a:lnTo>
                  <a:lnTo>
                    <a:pt x="265159" y="302592"/>
                  </a:lnTo>
                  <a:lnTo>
                    <a:pt x="269398" y="299421"/>
                  </a:lnTo>
                  <a:lnTo>
                    <a:pt x="273534" y="296118"/>
                  </a:lnTo>
                  <a:lnTo>
                    <a:pt x="277563" y="292685"/>
                  </a:lnTo>
                  <a:lnTo>
                    <a:pt x="281481" y="289127"/>
                  </a:lnTo>
                  <a:lnTo>
                    <a:pt x="285285" y="285447"/>
                  </a:lnTo>
                  <a:lnTo>
                    <a:pt x="288970" y="281647"/>
                  </a:lnTo>
                  <a:lnTo>
                    <a:pt x="292534" y="277733"/>
                  </a:lnTo>
                  <a:lnTo>
                    <a:pt x="295971" y="273709"/>
                  </a:lnTo>
                  <a:lnTo>
                    <a:pt x="299280" y="269577"/>
                  </a:lnTo>
                  <a:lnTo>
                    <a:pt x="302456" y="265343"/>
                  </a:lnTo>
                  <a:lnTo>
                    <a:pt x="305496" y="261010"/>
                  </a:lnTo>
                  <a:lnTo>
                    <a:pt x="308397" y="256583"/>
                  </a:lnTo>
                  <a:lnTo>
                    <a:pt x="311157" y="252067"/>
                  </a:lnTo>
                  <a:lnTo>
                    <a:pt x="313773" y="247465"/>
                  </a:lnTo>
                  <a:lnTo>
                    <a:pt x="316242" y="242783"/>
                  </a:lnTo>
                  <a:lnTo>
                    <a:pt x="318561" y="238025"/>
                  </a:lnTo>
                  <a:lnTo>
                    <a:pt x="320728" y="233196"/>
                  </a:lnTo>
                  <a:lnTo>
                    <a:pt x="322742" y="228301"/>
                  </a:lnTo>
                  <a:lnTo>
                    <a:pt x="324599" y="223345"/>
                  </a:lnTo>
                  <a:lnTo>
                    <a:pt x="326299" y="21833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826449"/>
              <a:ext cx="159144" cy="51165"/>
            </a:xfrm>
            <a:custGeom>
              <a:avLst/>
              <a:pathLst>
                <a:path w="159144" h="51165">
                  <a:moveTo>
                    <a:pt x="159144" y="511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826449"/>
              <a:ext cx="159144" cy="51165"/>
            </a:xfrm>
            <a:custGeom>
              <a:avLst/>
              <a:pathLst>
                <a:path w="159144" h="51165">
                  <a:moveTo>
                    <a:pt x="159144" y="511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23235" y="4743164"/>
              <a:ext cx="167156" cy="134450"/>
            </a:xfrm>
            <a:custGeom>
              <a:avLst/>
              <a:pathLst>
                <a:path w="167156" h="134450">
                  <a:moveTo>
                    <a:pt x="159144" y="134450"/>
                  </a:moveTo>
                  <a:lnTo>
                    <a:pt x="160760" y="129122"/>
                  </a:lnTo>
                  <a:lnTo>
                    <a:pt x="162197" y="123744"/>
                  </a:lnTo>
                  <a:lnTo>
                    <a:pt x="163454" y="118320"/>
                  </a:lnTo>
                  <a:lnTo>
                    <a:pt x="164530" y="112858"/>
                  </a:lnTo>
                  <a:lnTo>
                    <a:pt x="165424" y="107363"/>
                  </a:lnTo>
                  <a:lnTo>
                    <a:pt x="166134" y="101842"/>
                  </a:lnTo>
                  <a:lnTo>
                    <a:pt x="166660" y="96300"/>
                  </a:lnTo>
                  <a:lnTo>
                    <a:pt x="167000" y="90743"/>
                  </a:lnTo>
                  <a:lnTo>
                    <a:pt x="167156" y="85178"/>
                  </a:lnTo>
                  <a:lnTo>
                    <a:pt x="167127" y="79611"/>
                  </a:lnTo>
                  <a:lnTo>
                    <a:pt x="166912" y="74048"/>
                  </a:lnTo>
                  <a:lnTo>
                    <a:pt x="166511" y="68495"/>
                  </a:lnTo>
                  <a:lnTo>
                    <a:pt x="165927" y="62959"/>
                  </a:lnTo>
                  <a:lnTo>
                    <a:pt x="165158" y="57445"/>
                  </a:lnTo>
                  <a:lnTo>
                    <a:pt x="164206" y="51960"/>
                  </a:lnTo>
                  <a:lnTo>
                    <a:pt x="163072" y="46510"/>
                  </a:lnTo>
                  <a:lnTo>
                    <a:pt x="161757" y="41100"/>
                  </a:lnTo>
                  <a:lnTo>
                    <a:pt x="160263" y="35738"/>
                  </a:lnTo>
                  <a:lnTo>
                    <a:pt x="158591" y="30428"/>
                  </a:lnTo>
                  <a:lnTo>
                    <a:pt x="156743" y="25176"/>
                  </a:lnTo>
                  <a:lnTo>
                    <a:pt x="154721" y="19989"/>
                  </a:lnTo>
                  <a:lnTo>
                    <a:pt x="152527" y="14872"/>
                  </a:lnTo>
                  <a:lnTo>
                    <a:pt x="150165" y="9831"/>
                  </a:lnTo>
                  <a:lnTo>
                    <a:pt x="147636" y="4872"/>
                  </a:lnTo>
                  <a:lnTo>
                    <a:pt x="144943" y="0"/>
                  </a:lnTo>
                  <a:lnTo>
                    <a:pt x="0" y="83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23235" y="4659281"/>
              <a:ext cx="144943" cy="167167"/>
            </a:xfrm>
            <a:custGeom>
              <a:avLst/>
              <a:pathLst>
                <a:path w="144943" h="167167">
                  <a:moveTo>
                    <a:pt x="144943" y="83882"/>
                  </a:moveTo>
                  <a:lnTo>
                    <a:pt x="142135" y="79175"/>
                  </a:lnTo>
                  <a:lnTo>
                    <a:pt x="139174" y="74563"/>
                  </a:lnTo>
                  <a:lnTo>
                    <a:pt x="136063" y="70050"/>
                  </a:lnTo>
                  <a:lnTo>
                    <a:pt x="132806" y="65641"/>
                  </a:lnTo>
                  <a:lnTo>
                    <a:pt x="129406" y="61342"/>
                  </a:lnTo>
                  <a:lnTo>
                    <a:pt x="125867" y="57157"/>
                  </a:lnTo>
                  <a:lnTo>
                    <a:pt x="122193" y="53089"/>
                  </a:lnTo>
                  <a:lnTo>
                    <a:pt x="118388" y="49145"/>
                  </a:lnTo>
                  <a:lnTo>
                    <a:pt x="114455" y="45327"/>
                  </a:lnTo>
                  <a:lnTo>
                    <a:pt x="110399" y="41640"/>
                  </a:lnTo>
                  <a:lnTo>
                    <a:pt x="106224" y="38088"/>
                  </a:lnTo>
                  <a:lnTo>
                    <a:pt x="101936" y="34675"/>
                  </a:lnTo>
                  <a:lnTo>
                    <a:pt x="97537" y="31405"/>
                  </a:lnTo>
                  <a:lnTo>
                    <a:pt x="93034" y="28280"/>
                  </a:lnTo>
                  <a:lnTo>
                    <a:pt x="88431" y="25305"/>
                  </a:lnTo>
                  <a:lnTo>
                    <a:pt x="83733" y="22482"/>
                  </a:lnTo>
                  <a:lnTo>
                    <a:pt x="78944" y="19815"/>
                  </a:lnTo>
                  <a:lnTo>
                    <a:pt x="74071" y="17306"/>
                  </a:lnTo>
                  <a:lnTo>
                    <a:pt x="69118" y="14958"/>
                  </a:lnTo>
                  <a:lnTo>
                    <a:pt x="64091" y="12774"/>
                  </a:lnTo>
                  <a:lnTo>
                    <a:pt x="58995" y="10756"/>
                  </a:lnTo>
                  <a:lnTo>
                    <a:pt x="53836" y="8906"/>
                  </a:lnTo>
                  <a:lnTo>
                    <a:pt x="48618" y="7226"/>
                  </a:lnTo>
                  <a:lnTo>
                    <a:pt x="43349" y="5718"/>
                  </a:lnTo>
                  <a:lnTo>
                    <a:pt x="38033" y="4384"/>
                  </a:lnTo>
                  <a:lnTo>
                    <a:pt x="32676" y="3224"/>
                  </a:lnTo>
                  <a:lnTo>
                    <a:pt x="27283" y="2241"/>
                  </a:lnTo>
                  <a:lnTo>
                    <a:pt x="21862" y="1435"/>
                  </a:lnTo>
                  <a:lnTo>
                    <a:pt x="16417" y="808"/>
                  </a:lnTo>
                  <a:lnTo>
                    <a:pt x="10954" y="359"/>
                  </a:lnTo>
                  <a:lnTo>
                    <a:pt x="548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561313" y="4213821"/>
              <a:ext cx="167158" cy="277425"/>
            </a:xfrm>
            <a:custGeom>
              <a:avLst/>
              <a:pathLst>
                <a:path w="167158" h="277425">
                  <a:moveTo>
                    <a:pt x="167158" y="0"/>
                  </a:moveTo>
                  <a:lnTo>
                    <a:pt x="161765" y="87"/>
                  </a:lnTo>
                  <a:lnTo>
                    <a:pt x="156377" y="348"/>
                  </a:lnTo>
                  <a:lnTo>
                    <a:pt x="151001" y="782"/>
                  </a:lnTo>
                  <a:lnTo>
                    <a:pt x="145641" y="1390"/>
                  </a:lnTo>
                  <a:lnTo>
                    <a:pt x="140304" y="2171"/>
                  </a:lnTo>
                  <a:lnTo>
                    <a:pt x="134995" y="3123"/>
                  </a:lnTo>
                  <a:lnTo>
                    <a:pt x="129719" y="4246"/>
                  </a:lnTo>
                  <a:lnTo>
                    <a:pt x="124482" y="5539"/>
                  </a:lnTo>
                  <a:lnTo>
                    <a:pt x="119290" y="7000"/>
                  </a:lnTo>
                  <a:lnTo>
                    <a:pt x="114147" y="8627"/>
                  </a:lnTo>
                  <a:lnTo>
                    <a:pt x="109060" y="10420"/>
                  </a:lnTo>
                  <a:lnTo>
                    <a:pt x="104033" y="12376"/>
                  </a:lnTo>
                  <a:lnTo>
                    <a:pt x="99072" y="14493"/>
                  </a:lnTo>
                  <a:lnTo>
                    <a:pt x="94182" y="16769"/>
                  </a:lnTo>
                  <a:lnTo>
                    <a:pt x="89368" y="19202"/>
                  </a:lnTo>
                  <a:lnTo>
                    <a:pt x="84634" y="21789"/>
                  </a:lnTo>
                  <a:lnTo>
                    <a:pt x="79987" y="24527"/>
                  </a:lnTo>
                  <a:lnTo>
                    <a:pt x="75431" y="27413"/>
                  </a:lnTo>
                  <a:lnTo>
                    <a:pt x="70970" y="30446"/>
                  </a:lnTo>
                  <a:lnTo>
                    <a:pt x="66609" y="33620"/>
                  </a:lnTo>
                  <a:lnTo>
                    <a:pt x="62352" y="36934"/>
                  </a:lnTo>
                  <a:lnTo>
                    <a:pt x="58205" y="40383"/>
                  </a:lnTo>
                  <a:lnTo>
                    <a:pt x="54172" y="43964"/>
                  </a:lnTo>
                  <a:lnTo>
                    <a:pt x="50256" y="47673"/>
                  </a:lnTo>
                  <a:lnTo>
                    <a:pt x="46461" y="51507"/>
                  </a:lnTo>
                  <a:lnTo>
                    <a:pt x="42793" y="55461"/>
                  </a:lnTo>
                  <a:lnTo>
                    <a:pt x="39253" y="59532"/>
                  </a:lnTo>
                  <a:lnTo>
                    <a:pt x="35847" y="63714"/>
                  </a:lnTo>
                  <a:lnTo>
                    <a:pt x="32578" y="68004"/>
                  </a:lnTo>
                  <a:lnTo>
                    <a:pt x="29449" y="72398"/>
                  </a:lnTo>
                  <a:lnTo>
                    <a:pt x="26463" y="76890"/>
                  </a:lnTo>
                  <a:lnTo>
                    <a:pt x="23624" y="81476"/>
                  </a:lnTo>
                  <a:lnTo>
                    <a:pt x="20934" y="86152"/>
                  </a:lnTo>
                  <a:lnTo>
                    <a:pt x="18396" y="90911"/>
                  </a:lnTo>
                  <a:lnTo>
                    <a:pt x="16014" y="95751"/>
                  </a:lnTo>
                  <a:lnTo>
                    <a:pt x="13788" y="100664"/>
                  </a:lnTo>
                  <a:lnTo>
                    <a:pt x="11722" y="105647"/>
                  </a:lnTo>
                  <a:lnTo>
                    <a:pt x="9819" y="110694"/>
                  </a:lnTo>
                  <a:lnTo>
                    <a:pt x="8078" y="115799"/>
                  </a:lnTo>
                  <a:lnTo>
                    <a:pt x="6504" y="120958"/>
                  </a:lnTo>
                  <a:lnTo>
                    <a:pt x="5097" y="126165"/>
                  </a:lnTo>
                  <a:lnTo>
                    <a:pt x="3858" y="131415"/>
                  </a:lnTo>
                  <a:lnTo>
                    <a:pt x="2790" y="136702"/>
                  </a:lnTo>
                  <a:lnTo>
                    <a:pt x="1893" y="142021"/>
                  </a:lnTo>
                  <a:lnTo>
                    <a:pt x="1167" y="147366"/>
                  </a:lnTo>
                  <a:lnTo>
                    <a:pt x="615" y="152732"/>
                  </a:lnTo>
                  <a:lnTo>
                    <a:pt x="236" y="158112"/>
                  </a:lnTo>
                  <a:lnTo>
                    <a:pt x="31" y="163502"/>
                  </a:lnTo>
                  <a:lnTo>
                    <a:pt x="0" y="168896"/>
                  </a:lnTo>
                  <a:lnTo>
                    <a:pt x="142" y="174288"/>
                  </a:lnTo>
                  <a:lnTo>
                    <a:pt x="459" y="179673"/>
                  </a:lnTo>
                  <a:lnTo>
                    <a:pt x="949" y="185045"/>
                  </a:lnTo>
                  <a:lnTo>
                    <a:pt x="1613" y="190398"/>
                  </a:lnTo>
                  <a:lnTo>
                    <a:pt x="2448" y="195726"/>
                  </a:lnTo>
                  <a:lnTo>
                    <a:pt x="3455" y="201026"/>
                  </a:lnTo>
                  <a:lnTo>
                    <a:pt x="4633" y="206289"/>
                  </a:lnTo>
                  <a:lnTo>
                    <a:pt x="5980" y="211512"/>
                  </a:lnTo>
                  <a:lnTo>
                    <a:pt x="7494" y="216689"/>
                  </a:lnTo>
                  <a:lnTo>
                    <a:pt x="9175" y="221815"/>
                  </a:lnTo>
                  <a:lnTo>
                    <a:pt x="11021" y="226883"/>
                  </a:lnTo>
                  <a:lnTo>
                    <a:pt x="13028" y="231890"/>
                  </a:lnTo>
                  <a:lnTo>
                    <a:pt x="15197" y="236829"/>
                  </a:lnTo>
                  <a:lnTo>
                    <a:pt x="17523" y="241695"/>
                  </a:lnTo>
                  <a:lnTo>
                    <a:pt x="20006" y="246484"/>
                  </a:lnTo>
                  <a:lnTo>
                    <a:pt x="22641" y="251190"/>
                  </a:lnTo>
                  <a:lnTo>
                    <a:pt x="25427" y="255809"/>
                  </a:lnTo>
                  <a:lnTo>
                    <a:pt x="28361" y="260335"/>
                  </a:lnTo>
                  <a:lnTo>
                    <a:pt x="31439" y="264765"/>
                  </a:lnTo>
                  <a:lnTo>
                    <a:pt x="34658" y="269092"/>
                  </a:lnTo>
                  <a:lnTo>
                    <a:pt x="38016" y="273314"/>
                  </a:lnTo>
                  <a:lnTo>
                    <a:pt x="41508" y="27742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602821" y="4380988"/>
              <a:ext cx="125650" cy="110258"/>
            </a:xfrm>
            <a:custGeom>
              <a:avLst/>
              <a:pathLst>
                <a:path w="125650" h="110258">
                  <a:moveTo>
                    <a:pt x="0" y="110258"/>
                  </a:moveTo>
                  <a:lnTo>
                    <a:pt x="1256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602821" y="4380988"/>
              <a:ext cx="125650" cy="153857"/>
            </a:xfrm>
            <a:custGeom>
              <a:avLst/>
              <a:pathLst>
                <a:path w="125650" h="153857">
                  <a:moveTo>
                    <a:pt x="0" y="110258"/>
                  </a:moveTo>
                  <a:lnTo>
                    <a:pt x="3880" y="114529"/>
                  </a:lnTo>
                  <a:lnTo>
                    <a:pt x="7906" y="118664"/>
                  </a:lnTo>
                  <a:lnTo>
                    <a:pt x="12072" y="122657"/>
                  </a:lnTo>
                  <a:lnTo>
                    <a:pt x="16373" y="126505"/>
                  </a:lnTo>
                  <a:lnTo>
                    <a:pt x="20805" y="130201"/>
                  </a:lnTo>
                  <a:lnTo>
                    <a:pt x="25361" y="133742"/>
                  </a:lnTo>
                  <a:lnTo>
                    <a:pt x="30037" y="137124"/>
                  </a:lnTo>
                  <a:lnTo>
                    <a:pt x="34827" y="140343"/>
                  </a:lnTo>
                  <a:lnTo>
                    <a:pt x="39725" y="143394"/>
                  </a:lnTo>
                  <a:lnTo>
                    <a:pt x="44726" y="146274"/>
                  </a:lnTo>
                  <a:lnTo>
                    <a:pt x="49823" y="148980"/>
                  </a:lnTo>
                  <a:lnTo>
                    <a:pt x="55011" y="151509"/>
                  </a:lnTo>
                  <a:lnTo>
                    <a:pt x="60282" y="153857"/>
                  </a:lnTo>
                  <a:lnTo>
                    <a:pt x="12565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663104" y="4213821"/>
              <a:ext cx="232531" cy="334320"/>
            </a:xfrm>
            <a:custGeom>
              <a:avLst/>
              <a:pathLst>
                <a:path w="232531" h="334320">
                  <a:moveTo>
                    <a:pt x="0" y="321024"/>
                  </a:moveTo>
                  <a:lnTo>
                    <a:pt x="4943" y="323032"/>
                  </a:lnTo>
                  <a:lnTo>
                    <a:pt x="9949" y="324881"/>
                  </a:lnTo>
                  <a:lnTo>
                    <a:pt x="15011" y="326570"/>
                  </a:lnTo>
                  <a:lnTo>
                    <a:pt x="20124" y="328096"/>
                  </a:lnTo>
                  <a:lnTo>
                    <a:pt x="25283" y="329458"/>
                  </a:lnTo>
                  <a:lnTo>
                    <a:pt x="30484" y="330654"/>
                  </a:lnTo>
                  <a:lnTo>
                    <a:pt x="35719" y="331684"/>
                  </a:lnTo>
                  <a:lnTo>
                    <a:pt x="40985" y="332547"/>
                  </a:lnTo>
                  <a:lnTo>
                    <a:pt x="46276" y="333241"/>
                  </a:lnTo>
                  <a:lnTo>
                    <a:pt x="51586" y="333765"/>
                  </a:lnTo>
                  <a:lnTo>
                    <a:pt x="56911" y="334120"/>
                  </a:lnTo>
                  <a:lnTo>
                    <a:pt x="62243" y="334305"/>
                  </a:lnTo>
                  <a:lnTo>
                    <a:pt x="67580" y="334320"/>
                  </a:lnTo>
                  <a:lnTo>
                    <a:pt x="72913" y="334164"/>
                  </a:lnTo>
                  <a:lnTo>
                    <a:pt x="78239" y="333838"/>
                  </a:lnTo>
                  <a:lnTo>
                    <a:pt x="83552" y="333342"/>
                  </a:lnTo>
                  <a:lnTo>
                    <a:pt x="88847" y="332677"/>
                  </a:lnTo>
                  <a:lnTo>
                    <a:pt x="94118" y="331844"/>
                  </a:lnTo>
                  <a:lnTo>
                    <a:pt x="99359" y="330842"/>
                  </a:lnTo>
                  <a:lnTo>
                    <a:pt x="104565" y="329674"/>
                  </a:lnTo>
                  <a:lnTo>
                    <a:pt x="109732" y="328340"/>
                  </a:lnTo>
                  <a:lnTo>
                    <a:pt x="114854" y="326842"/>
                  </a:lnTo>
                  <a:lnTo>
                    <a:pt x="119925" y="325181"/>
                  </a:lnTo>
                  <a:lnTo>
                    <a:pt x="124940" y="323359"/>
                  </a:lnTo>
                  <a:lnTo>
                    <a:pt x="129895" y="321378"/>
                  </a:lnTo>
                  <a:lnTo>
                    <a:pt x="134784" y="319240"/>
                  </a:lnTo>
                  <a:lnTo>
                    <a:pt x="139602" y="316947"/>
                  </a:lnTo>
                  <a:lnTo>
                    <a:pt x="144345" y="314502"/>
                  </a:lnTo>
                  <a:lnTo>
                    <a:pt x="149007" y="311906"/>
                  </a:lnTo>
                  <a:lnTo>
                    <a:pt x="153584" y="309163"/>
                  </a:lnTo>
                  <a:lnTo>
                    <a:pt x="158071" y="306275"/>
                  </a:lnTo>
                  <a:lnTo>
                    <a:pt x="162464" y="303245"/>
                  </a:lnTo>
                  <a:lnTo>
                    <a:pt x="166757" y="300077"/>
                  </a:lnTo>
                  <a:lnTo>
                    <a:pt x="170948" y="296773"/>
                  </a:lnTo>
                  <a:lnTo>
                    <a:pt x="175031" y="293337"/>
                  </a:lnTo>
                  <a:lnTo>
                    <a:pt x="179002" y="289773"/>
                  </a:lnTo>
                  <a:lnTo>
                    <a:pt x="182857" y="286083"/>
                  </a:lnTo>
                  <a:lnTo>
                    <a:pt x="186592" y="282273"/>
                  </a:lnTo>
                  <a:lnTo>
                    <a:pt x="190205" y="278345"/>
                  </a:lnTo>
                  <a:lnTo>
                    <a:pt x="193689" y="274304"/>
                  </a:lnTo>
                  <a:lnTo>
                    <a:pt x="197043" y="270154"/>
                  </a:lnTo>
                  <a:lnTo>
                    <a:pt x="200263" y="265899"/>
                  </a:lnTo>
                  <a:lnTo>
                    <a:pt x="203346" y="261543"/>
                  </a:lnTo>
                  <a:lnTo>
                    <a:pt x="206288" y="257091"/>
                  </a:lnTo>
                  <a:lnTo>
                    <a:pt x="209086" y="252548"/>
                  </a:lnTo>
                  <a:lnTo>
                    <a:pt x="211738" y="247917"/>
                  </a:lnTo>
                  <a:lnTo>
                    <a:pt x="214241" y="243204"/>
                  </a:lnTo>
                  <a:lnTo>
                    <a:pt x="216592" y="238414"/>
                  </a:lnTo>
                  <a:lnTo>
                    <a:pt x="218788" y="233551"/>
                  </a:lnTo>
                  <a:lnTo>
                    <a:pt x="220829" y="228621"/>
                  </a:lnTo>
                  <a:lnTo>
                    <a:pt x="222711" y="223628"/>
                  </a:lnTo>
                  <a:lnTo>
                    <a:pt x="224433" y="218577"/>
                  </a:lnTo>
                  <a:lnTo>
                    <a:pt x="225993" y="213474"/>
                  </a:lnTo>
                  <a:lnTo>
                    <a:pt x="227389" y="208324"/>
                  </a:lnTo>
                  <a:lnTo>
                    <a:pt x="228620" y="203132"/>
                  </a:lnTo>
                  <a:lnTo>
                    <a:pt x="229685" y="197903"/>
                  </a:lnTo>
                  <a:lnTo>
                    <a:pt x="230582" y="192643"/>
                  </a:lnTo>
                  <a:lnTo>
                    <a:pt x="231311" y="187357"/>
                  </a:lnTo>
                  <a:lnTo>
                    <a:pt x="231871" y="182050"/>
                  </a:lnTo>
                  <a:lnTo>
                    <a:pt x="232261" y="176728"/>
                  </a:lnTo>
                  <a:lnTo>
                    <a:pt x="232481" y="171397"/>
                  </a:lnTo>
                  <a:lnTo>
                    <a:pt x="232531" y="166061"/>
                  </a:lnTo>
                  <a:lnTo>
                    <a:pt x="232411" y="160726"/>
                  </a:lnTo>
                  <a:lnTo>
                    <a:pt x="232120" y="155398"/>
                  </a:lnTo>
                  <a:lnTo>
                    <a:pt x="231659" y="150082"/>
                  </a:lnTo>
                  <a:lnTo>
                    <a:pt x="231029" y="144783"/>
                  </a:lnTo>
                  <a:lnTo>
                    <a:pt x="230231" y="139507"/>
                  </a:lnTo>
                  <a:lnTo>
                    <a:pt x="229264" y="134259"/>
                  </a:lnTo>
                  <a:lnTo>
                    <a:pt x="228130" y="129045"/>
                  </a:lnTo>
                  <a:lnTo>
                    <a:pt x="226830" y="123870"/>
                  </a:lnTo>
                  <a:lnTo>
                    <a:pt x="225366" y="118738"/>
                  </a:lnTo>
                  <a:lnTo>
                    <a:pt x="223739" y="113656"/>
                  </a:lnTo>
                  <a:lnTo>
                    <a:pt x="221950" y="108629"/>
                  </a:lnTo>
                  <a:lnTo>
                    <a:pt x="220002" y="103661"/>
                  </a:lnTo>
                  <a:lnTo>
                    <a:pt x="217897" y="98758"/>
                  </a:lnTo>
                  <a:lnTo>
                    <a:pt x="215635" y="93925"/>
                  </a:lnTo>
                  <a:lnTo>
                    <a:pt x="213221" y="89166"/>
                  </a:lnTo>
                  <a:lnTo>
                    <a:pt x="210656" y="84487"/>
                  </a:lnTo>
                  <a:lnTo>
                    <a:pt x="207944" y="79892"/>
                  </a:lnTo>
                  <a:lnTo>
                    <a:pt x="205085" y="75386"/>
                  </a:lnTo>
                  <a:lnTo>
                    <a:pt x="202085" y="70973"/>
                  </a:lnTo>
                  <a:lnTo>
                    <a:pt x="198945" y="66658"/>
                  </a:lnTo>
                  <a:lnTo>
                    <a:pt x="195669" y="62446"/>
                  </a:lnTo>
                  <a:lnTo>
                    <a:pt x="192260" y="58341"/>
                  </a:lnTo>
                  <a:lnTo>
                    <a:pt x="188722" y="54346"/>
                  </a:lnTo>
                  <a:lnTo>
                    <a:pt x="185059" y="50467"/>
                  </a:lnTo>
                  <a:lnTo>
                    <a:pt x="181273" y="46706"/>
                  </a:lnTo>
                  <a:lnTo>
                    <a:pt x="177369" y="43068"/>
                  </a:lnTo>
                  <a:lnTo>
                    <a:pt x="173351" y="39557"/>
                  </a:lnTo>
                  <a:lnTo>
                    <a:pt x="169223" y="36175"/>
                  </a:lnTo>
                  <a:lnTo>
                    <a:pt x="164990" y="32927"/>
                  </a:lnTo>
                  <a:lnTo>
                    <a:pt x="160654" y="29816"/>
                  </a:lnTo>
                  <a:lnTo>
                    <a:pt x="156222" y="26845"/>
                  </a:lnTo>
                  <a:lnTo>
                    <a:pt x="151697" y="24016"/>
                  </a:lnTo>
                  <a:lnTo>
                    <a:pt x="147084" y="21334"/>
                  </a:lnTo>
                  <a:lnTo>
                    <a:pt x="142388" y="18800"/>
                  </a:lnTo>
                  <a:lnTo>
                    <a:pt x="137614" y="16417"/>
                  </a:lnTo>
                  <a:lnTo>
                    <a:pt x="132765" y="14188"/>
                  </a:lnTo>
                  <a:lnTo>
                    <a:pt x="127849" y="12115"/>
                  </a:lnTo>
                  <a:lnTo>
                    <a:pt x="122868" y="10200"/>
                  </a:lnTo>
                  <a:lnTo>
                    <a:pt x="117829" y="8445"/>
                  </a:lnTo>
                  <a:lnTo>
                    <a:pt x="112736" y="6851"/>
                  </a:lnTo>
                  <a:lnTo>
                    <a:pt x="107595" y="5421"/>
                  </a:lnTo>
                  <a:lnTo>
                    <a:pt x="102411" y="4156"/>
                  </a:lnTo>
                  <a:lnTo>
                    <a:pt x="97190" y="3056"/>
                  </a:lnTo>
                  <a:lnTo>
                    <a:pt x="91936" y="2124"/>
                  </a:lnTo>
                  <a:lnTo>
                    <a:pt x="86655" y="1360"/>
                  </a:lnTo>
                  <a:lnTo>
                    <a:pt x="81352" y="765"/>
                  </a:lnTo>
                  <a:lnTo>
                    <a:pt x="76033" y="340"/>
                  </a:lnTo>
                  <a:lnTo>
                    <a:pt x="70703" y="85"/>
                  </a:lnTo>
                  <a:lnTo>
                    <a:pt x="65367" y="0"/>
                  </a:lnTo>
                  <a:lnTo>
                    <a:pt x="653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51845" y="3707720"/>
              <a:ext cx="186884" cy="334327"/>
            </a:xfrm>
            <a:custGeom>
              <a:avLst/>
              <a:pathLst>
                <a:path w="186884" h="334327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2" y="767"/>
                  </a:lnTo>
                  <a:lnTo>
                    <a:pt x="145853" y="1364"/>
                  </a:lnTo>
                  <a:lnTo>
                    <a:pt x="140566" y="2129"/>
                  </a:lnTo>
                  <a:lnTo>
                    <a:pt x="135306" y="3063"/>
                  </a:lnTo>
                  <a:lnTo>
                    <a:pt x="130079" y="4165"/>
                  </a:lnTo>
                  <a:lnTo>
                    <a:pt x="124889" y="5434"/>
                  </a:lnTo>
                  <a:lnTo>
                    <a:pt x="119743" y="6867"/>
                  </a:lnTo>
                  <a:lnTo>
                    <a:pt x="114645" y="8464"/>
                  </a:lnTo>
                  <a:lnTo>
                    <a:pt x="109600" y="10223"/>
                  </a:lnTo>
                  <a:lnTo>
                    <a:pt x="104615" y="12143"/>
                  </a:lnTo>
                  <a:lnTo>
                    <a:pt x="99693" y="14221"/>
                  </a:lnTo>
                  <a:lnTo>
                    <a:pt x="94840" y="16455"/>
                  </a:lnTo>
                  <a:lnTo>
                    <a:pt x="90062" y="18843"/>
                  </a:lnTo>
                  <a:lnTo>
                    <a:pt x="85361" y="21382"/>
                  </a:lnTo>
                  <a:lnTo>
                    <a:pt x="80745" y="24071"/>
                  </a:lnTo>
                  <a:lnTo>
                    <a:pt x="76217" y="26905"/>
                  </a:lnTo>
                  <a:lnTo>
                    <a:pt x="71781" y="29883"/>
                  </a:lnTo>
                  <a:lnTo>
                    <a:pt x="67443" y="33001"/>
                  </a:lnTo>
                  <a:lnTo>
                    <a:pt x="63207" y="36256"/>
                  </a:lnTo>
                  <a:lnTo>
                    <a:pt x="59077" y="39645"/>
                  </a:lnTo>
                  <a:lnTo>
                    <a:pt x="55057" y="43164"/>
                  </a:lnTo>
                  <a:lnTo>
                    <a:pt x="51152" y="46809"/>
                  </a:lnTo>
                  <a:lnTo>
                    <a:pt x="47366" y="50578"/>
                  </a:lnTo>
                  <a:lnTo>
                    <a:pt x="43701" y="54465"/>
                  </a:lnTo>
                  <a:lnTo>
                    <a:pt x="40163" y="58468"/>
                  </a:lnTo>
                  <a:lnTo>
                    <a:pt x="36755" y="62582"/>
                  </a:lnTo>
                  <a:lnTo>
                    <a:pt x="33479" y="66802"/>
                  </a:lnTo>
                  <a:lnTo>
                    <a:pt x="30341" y="71125"/>
                  </a:lnTo>
                  <a:lnTo>
                    <a:pt x="27342" y="75546"/>
                  </a:lnTo>
                  <a:lnTo>
                    <a:pt x="24485" y="80061"/>
                  </a:lnTo>
                  <a:lnTo>
                    <a:pt x="21775" y="84664"/>
                  </a:lnTo>
                  <a:lnTo>
                    <a:pt x="19213" y="89352"/>
                  </a:lnTo>
                  <a:lnTo>
                    <a:pt x="16802" y="94120"/>
                  </a:lnTo>
                  <a:lnTo>
                    <a:pt x="14545" y="98962"/>
                  </a:lnTo>
                  <a:lnTo>
                    <a:pt x="12443" y="103873"/>
                  </a:lnTo>
                  <a:lnTo>
                    <a:pt x="10500" y="108850"/>
                  </a:lnTo>
                  <a:lnTo>
                    <a:pt x="8716" y="113885"/>
                  </a:lnTo>
                  <a:lnTo>
                    <a:pt x="7095" y="118976"/>
                  </a:lnTo>
                  <a:lnTo>
                    <a:pt x="5636" y="124115"/>
                  </a:lnTo>
                  <a:lnTo>
                    <a:pt x="4343" y="129298"/>
                  </a:lnTo>
                  <a:lnTo>
                    <a:pt x="3216" y="134520"/>
                  </a:lnTo>
                  <a:lnTo>
                    <a:pt x="2257" y="139776"/>
                  </a:lnTo>
                  <a:lnTo>
                    <a:pt x="1466" y="145059"/>
                  </a:lnTo>
                  <a:lnTo>
                    <a:pt x="844" y="150365"/>
                  </a:lnTo>
                  <a:lnTo>
                    <a:pt x="392" y="155688"/>
                  </a:lnTo>
                  <a:lnTo>
                    <a:pt x="111" y="161023"/>
                  </a:lnTo>
                  <a:lnTo>
                    <a:pt x="0" y="166364"/>
                  </a:lnTo>
                  <a:lnTo>
                    <a:pt x="59" y="171706"/>
                  </a:lnTo>
                  <a:lnTo>
                    <a:pt x="290" y="177044"/>
                  </a:lnTo>
                  <a:lnTo>
                    <a:pt x="690" y="182371"/>
                  </a:lnTo>
                  <a:lnTo>
                    <a:pt x="1261" y="187683"/>
                  </a:lnTo>
                  <a:lnTo>
                    <a:pt x="2002" y="192973"/>
                  </a:lnTo>
                  <a:lnTo>
                    <a:pt x="2910" y="198238"/>
                  </a:lnTo>
                  <a:lnTo>
                    <a:pt x="3987" y="203471"/>
                  </a:lnTo>
                  <a:lnTo>
                    <a:pt x="5231" y="208666"/>
                  </a:lnTo>
                  <a:lnTo>
                    <a:pt x="6639" y="213819"/>
                  </a:lnTo>
                  <a:lnTo>
                    <a:pt x="8212" y="218925"/>
                  </a:lnTo>
                  <a:lnTo>
                    <a:pt x="9947" y="223978"/>
                  </a:lnTo>
                  <a:lnTo>
                    <a:pt x="11843" y="228972"/>
                  </a:lnTo>
                  <a:lnTo>
                    <a:pt x="13897" y="233904"/>
                  </a:lnTo>
                  <a:lnTo>
                    <a:pt x="16108" y="238767"/>
                  </a:lnTo>
                  <a:lnTo>
                    <a:pt x="18473" y="243557"/>
                  </a:lnTo>
                  <a:lnTo>
                    <a:pt x="20989" y="248270"/>
                  </a:lnTo>
                  <a:lnTo>
                    <a:pt x="23656" y="252899"/>
                  </a:lnTo>
                  <a:lnTo>
                    <a:pt x="26468" y="257441"/>
                  </a:lnTo>
                  <a:lnTo>
                    <a:pt x="29425" y="261891"/>
                  </a:lnTo>
                  <a:lnTo>
                    <a:pt x="32522" y="266244"/>
                  </a:lnTo>
                  <a:lnTo>
                    <a:pt x="35757" y="270495"/>
                  </a:lnTo>
                  <a:lnTo>
                    <a:pt x="39125" y="274642"/>
                  </a:lnTo>
                  <a:lnTo>
                    <a:pt x="42625" y="278678"/>
                  </a:lnTo>
                  <a:lnTo>
                    <a:pt x="46252" y="282601"/>
                  </a:lnTo>
                  <a:lnTo>
                    <a:pt x="50002" y="286405"/>
                  </a:lnTo>
                  <a:lnTo>
                    <a:pt x="53872" y="290088"/>
                  </a:lnTo>
                  <a:lnTo>
                    <a:pt x="57858" y="293646"/>
                  </a:lnTo>
                  <a:lnTo>
                    <a:pt x="61955" y="297074"/>
                  </a:lnTo>
                  <a:lnTo>
                    <a:pt x="66160" y="300369"/>
                  </a:lnTo>
                  <a:lnTo>
                    <a:pt x="70467" y="303529"/>
                  </a:lnTo>
                  <a:lnTo>
                    <a:pt x="74874" y="306549"/>
                  </a:lnTo>
                  <a:lnTo>
                    <a:pt x="79375" y="309427"/>
                  </a:lnTo>
                  <a:lnTo>
                    <a:pt x="83966" y="312159"/>
                  </a:lnTo>
                  <a:lnTo>
                    <a:pt x="88641" y="314744"/>
                  </a:lnTo>
                  <a:lnTo>
                    <a:pt x="93397" y="317178"/>
                  </a:lnTo>
                  <a:lnTo>
                    <a:pt x="98228" y="319458"/>
                  </a:lnTo>
                  <a:lnTo>
                    <a:pt x="103129" y="321583"/>
                  </a:lnTo>
                  <a:lnTo>
                    <a:pt x="108096" y="323551"/>
                  </a:lnTo>
                  <a:lnTo>
                    <a:pt x="113123" y="325358"/>
                  </a:lnTo>
                  <a:lnTo>
                    <a:pt x="118206" y="327004"/>
                  </a:lnTo>
                  <a:lnTo>
                    <a:pt x="123338" y="328487"/>
                  </a:lnTo>
                  <a:lnTo>
                    <a:pt x="128515" y="329805"/>
                  </a:lnTo>
                  <a:lnTo>
                    <a:pt x="133732" y="330957"/>
                  </a:lnTo>
                  <a:lnTo>
                    <a:pt x="138983" y="331942"/>
                  </a:lnTo>
                  <a:lnTo>
                    <a:pt x="144262" y="332758"/>
                  </a:lnTo>
                  <a:lnTo>
                    <a:pt x="149565" y="333405"/>
                  </a:lnTo>
                  <a:lnTo>
                    <a:pt x="154886" y="333883"/>
                  </a:lnTo>
                  <a:lnTo>
                    <a:pt x="160220" y="334190"/>
                  </a:lnTo>
                  <a:lnTo>
                    <a:pt x="165560" y="334327"/>
                  </a:lnTo>
                  <a:lnTo>
                    <a:pt x="170902" y="334293"/>
                  </a:lnTo>
                  <a:lnTo>
                    <a:pt x="176241" y="334088"/>
                  </a:lnTo>
                  <a:lnTo>
                    <a:pt x="181570" y="333713"/>
                  </a:lnTo>
                  <a:lnTo>
                    <a:pt x="186884" y="33316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19011" y="3707744"/>
              <a:ext cx="167152" cy="333144"/>
            </a:xfrm>
            <a:custGeom>
              <a:avLst/>
              <a:pathLst>
                <a:path w="167152" h="333144">
                  <a:moveTo>
                    <a:pt x="19719" y="333144"/>
                  </a:moveTo>
                  <a:lnTo>
                    <a:pt x="25017" y="332428"/>
                  </a:lnTo>
                  <a:lnTo>
                    <a:pt x="30290" y="331544"/>
                  </a:lnTo>
                  <a:lnTo>
                    <a:pt x="35532" y="330491"/>
                  </a:lnTo>
                  <a:lnTo>
                    <a:pt x="40738" y="329271"/>
                  </a:lnTo>
                  <a:lnTo>
                    <a:pt x="45902" y="327885"/>
                  </a:lnTo>
                  <a:lnTo>
                    <a:pt x="51019" y="326335"/>
                  </a:lnTo>
                  <a:lnTo>
                    <a:pt x="56084" y="324622"/>
                  </a:lnTo>
                  <a:lnTo>
                    <a:pt x="61091" y="322748"/>
                  </a:lnTo>
                  <a:lnTo>
                    <a:pt x="66036" y="320715"/>
                  </a:lnTo>
                  <a:lnTo>
                    <a:pt x="70914" y="318524"/>
                  </a:lnTo>
                  <a:lnTo>
                    <a:pt x="75719" y="316179"/>
                  </a:lnTo>
                  <a:lnTo>
                    <a:pt x="80446" y="313681"/>
                  </a:lnTo>
                  <a:lnTo>
                    <a:pt x="85091" y="311034"/>
                  </a:lnTo>
                  <a:lnTo>
                    <a:pt x="89649" y="308239"/>
                  </a:lnTo>
                  <a:lnTo>
                    <a:pt x="94116" y="305300"/>
                  </a:lnTo>
                  <a:lnTo>
                    <a:pt x="98486" y="302219"/>
                  </a:lnTo>
                  <a:lnTo>
                    <a:pt x="102755" y="299000"/>
                  </a:lnTo>
                  <a:lnTo>
                    <a:pt x="106920" y="295647"/>
                  </a:lnTo>
                  <a:lnTo>
                    <a:pt x="110974" y="292162"/>
                  </a:lnTo>
                  <a:lnTo>
                    <a:pt x="114916" y="288549"/>
                  </a:lnTo>
                  <a:lnTo>
                    <a:pt x="118739" y="284812"/>
                  </a:lnTo>
                  <a:lnTo>
                    <a:pt x="122442" y="280954"/>
                  </a:lnTo>
                  <a:lnTo>
                    <a:pt x="126019" y="276980"/>
                  </a:lnTo>
                  <a:lnTo>
                    <a:pt x="129467" y="272894"/>
                  </a:lnTo>
                  <a:lnTo>
                    <a:pt x="132783" y="268699"/>
                  </a:lnTo>
                  <a:lnTo>
                    <a:pt x="135962" y="264401"/>
                  </a:lnTo>
                  <a:lnTo>
                    <a:pt x="139003" y="260003"/>
                  </a:lnTo>
                  <a:lnTo>
                    <a:pt x="141902" y="255510"/>
                  </a:lnTo>
                  <a:lnTo>
                    <a:pt x="144655" y="250927"/>
                  </a:lnTo>
                  <a:lnTo>
                    <a:pt x="147261" y="246258"/>
                  </a:lnTo>
                  <a:lnTo>
                    <a:pt x="149715" y="241508"/>
                  </a:lnTo>
                  <a:lnTo>
                    <a:pt x="152017" y="236682"/>
                  </a:lnTo>
                  <a:lnTo>
                    <a:pt x="154163" y="231785"/>
                  </a:lnTo>
                  <a:lnTo>
                    <a:pt x="156151" y="226822"/>
                  </a:lnTo>
                  <a:lnTo>
                    <a:pt x="157980" y="221798"/>
                  </a:lnTo>
                  <a:lnTo>
                    <a:pt x="159647" y="216717"/>
                  </a:lnTo>
                  <a:lnTo>
                    <a:pt x="161151" y="211587"/>
                  </a:lnTo>
                  <a:lnTo>
                    <a:pt x="162490" y="206410"/>
                  </a:lnTo>
                  <a:lnTo>
                    <a:pt x="163662" y="201194"/>
                  </a:lnTo>
                  <a:lnTo>
                    <a:pt x="164668" y="195942"/>
                  </a:lnTo>
                  <a:lnTo>
                    <a:pt x="165504" y="190661"/>
                  </a:lnTo>
                  <a:lnTo>
                    <a:pt x="166172" y="185357"/>
                  </a:lnTo>
                  <a:lnTo>
                    <a:pt x="166669" y="180033"/>
                  </a:lnTo>
                  <a:lnTo>
                    <a:pt x="166996" y="174696"/>
                  </a:lnTo>
                  <a:lnTo>
                    <a:pt x="167152" y="169352"/>
                  </a:lnTo>
                  <a:lnTo>
                    <a:pt x="167137" y="164005"/>
                  </a:lnTo>
                  <a:lnTo>
                    <a:pt x="166952" y="158662"/>
                  </a:lnTo>
                  <a:lnTo>
                    <a:pt x="166595" y="153327"/>
                  </a:lnTo>
                  <a:lnTo>
                    <a:pt x="166068" y="148006"/>
                  </a:lnTo>
                  <a:lnTo>
                    <a:pt x="165371" y="142705"/>
                  </a:lnTo>
                  <a:lnTo>
                    <a:pt x="164505" y="137429"/>
                  </a:lnTo>
                  <a:lnTo>
                    <a:pt x="163470" y="132183"/>
                  </a:lnTo>
                  <a:lnTo>
                    <a:pt x="162269" y="126973"/>
                  </a:lnTo>
                  <a:lnTo>
                    <a:pt x="160901" y="121805"/>
                  </a:lnTo>
                  <a:lnTo>
                    <a:pt x="159369" y="116682"/>
                  </a:lnTo>
                  <a:lnTo>
                    <a:pt x="157674" y="111611"/>
                  </a:lnTo>
                  <a:lnTo>
                    <a:pt x="155817" y="106597"/>
                  </a:lnTo>
                  <a:lnTo>
                    <a:pt x="153801" y="101645"/>
                  </a:lnTo>
                  <a:lnTo>
                    <a:pt x="151628" y="96760"/>
                  </a:lnTo>
                  <a:lnTo>
                    <a:pt x="149299" y="91947"/>
                  </a:lnTo>
                  <a:lnTo>
                    <a:pt x="146818" y="87211"/>
                  </a:lnTo>
                  <a:lnTo>
                    <a:pt x="144187" y="82556"/>
                  </a:lnTo>
                  <a:lnTo>
                    <a:pt x="141408" y="77989"/>
                  </a:lnTo>
                  <a:lnTo>
                    <a:pt x="138484" y="73512"/>
                  </a:lnTo>
                  <a:lnTo>
                    <a:pt x="135419" y="69131"/>
                  </a:lnTo>
                  <a:lnTo>
                    <a:pt x="132215" y="64850"/>
                  </a:lnTo>
                  <a:lnTo>
                    <a:pt x="128876" y="60674"/>
                  </a:lnTo>
                  <a:lnTo>
                    <a:pt x="125406" y="56607"/>
                  </a:lnTo>
                  <a:lnTo>
                    <a:pt x="121807" y="52653"/>
                  </a:lnTo>
                  <a:lnTo>
                    <a:pt x="118083" y="48817"/>
                  </a:lnTo>
                  <a:lnTo>
                    <a:pt x="114238" y="45101"/>
                  </a:lnTo>
                  <a:lnTo>
                    <a:pt x="110277" y="41510"/>
                  </a:lnTo>
                  <a:lnTo>
                    <a:pt x="106203" y="38047"/>
                  </a:lnTo>
                  <a:lnTo>
                    <a:pt x="102020" y="34717"/>
                  </a:lnTo>
                  <a:lnTo>
                    <a:pt x="97733" y="31522"/>
                  </a:lnTo>
                  <a:lnTo>
                    <a:pt x="93346" y="28466"/>
                  </a:lnTo>
                  <a:lnTo>
                    <a:pt x="88863" y="25552"/>
                  </a:lnTo>
                  <a:lnTo>
                    <a:pt x="84289" y="22782"/>
                  </a:lnTo>
                  <a:lnTo>
                    <a:pt x="79630" y="20161"/>
                  </a:lnTo>
                  <a:lnTo>
                    <a:pt x="74888" y="17689"/>
                  </a:lnTo>
                  <a:lnTo>
                    <a:pt x="70070" y="15371"/>
                  </a:lnTo>
                  <a:lnTo>
                    <a:pt x="65181" y="13207"/>
                  </a:lnTo>
                  <a:lnTo>
                    <a:pt x="60225" y="11202"/>
                  </a:lnTo>
                  <a:lnTo>
                    <a:pt x="55207" y="9355"/>
                  </a:lnTo>
                  <a:lnTo>
                    <a:pt x="50132" y="7671"/>
                  </a:lnTo>
                  <a:lnTo>
                    <a:pt x="45007" y="6149"/>
                  </a:lnTo>
                  <a:lnTo>
                    <a:pt x="39835" y="4792"/>
                  </a:lnTo>
                  <a:lnTo>
                    <a:pt x="34623" y="3601"/>
                  </a:lnTo>
                  <a:lnTo>
                    <a:pt x="29375" y="2577"/>
                  </a:lnTo>
                  <a:lnTo>
                    <a:pt x="24097" y="1722"/>
                  </a:lnTo>
                  <a:lnTo>
                    <a:pt x="18795" y="1036"/>
                  </a:lnTo>
                  <a:lnTo>
                    <a:pt x="13473" y="520"/>
                  </a:lnTo>
                  <a:lnTo>
                    <a:pt x="8137" y="174"/>
                  </a:lnTo>
                  <a:lnTo>
                    <a:pt x="2793" y="0"/>
                  </a:lnTo>
                  <a:lnTo>
                    <a:pt x="0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919011" y="3707720"/>
              <a:ext cx="2793" cy="167167"/>
            </a:xfrm>
            <a:custGeom>
              <a:avLst/>
              <a:pathLst>
                <a:path w="2793" h="167167">
                  <a:moveTo>
                    <a:pt x="2793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tx90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2025-06-17T23:23:45Z</dcterms:modified>
  <cp:category/>
</cp:coreProperties>
</file>