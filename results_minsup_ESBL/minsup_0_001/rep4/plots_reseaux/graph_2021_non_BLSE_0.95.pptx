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119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05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11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111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413708"/>
              <a:ext cx="2119980" cy="123265"/>
            </a:xfrm>
            <a:custGeom>
              <a:avLst/>
              <a:pathLst>
                <a:path w="2119980" h="123265">
                  <a:moveTo>
                    <a:pt x="2119980" y="123265"/>
                  </a:moveTo>
                  <a:lnTo>
                    <a:pt x="0" y="0"/>
                  </a:lnTo>
                </a:path>
              </a:pathLst>
            </a:custGeom>
            <a:ln w="117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77968" y="1370958"/>
              <a:ext cx="160039" cy="92242"/>
            </a:xfrm>
            <a:custGeom>
              <a:avLst/>
              <a:pathLst>
                <a:path w="160039" h="92242">
                  <a:moveTo>
                    <a:pt x="160039" y="92242"/>
                  </a:moveTo>
                  <a:lnTo>
                    <a:pt x="0" y="0"/>
                  </a:lnTo>
                </a:path>
              </a:pathLst>
            </a:custGeom>
            <a:ln w="112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4289" y="1709325"/>
              <a:ext cx="869937" cy="3664345"/>
            </a:xfrm>
            <a:custGeom>
              <a:avLst/>
              <a:pathLst>
                <a:path w="869937" h="3664345">
                  <a:moveTo>
                    <a:pt x="869937" y="0"/>
                  </a:moveTo>
                  <a:lnTo>
                    <a:pt x="0" y="3664345"/>
                  </a:lnTo>
                </a:path>
              </a:pathLst>
            </a:custGeom>
            <a:ln w="1147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7447" y="1156530"/>
              <a:ext cx="1145226" cy="342278"/>
            </a:xfrm>
            <a:custGeom>
              <a:avLst/>
              <a:pathLst>
                <a:path w="1145226" h="342278">
                  <a:moveTo>
                    <a:pt x="1145226" y="342278"/>
                  </a:moveTo>
                  <a:lnTo>
                    <a:pt x="0" y="0"/>
                  </a:lnTo>
                </a:path>
              </a:pathLst>
            </a:custGeom>
            <a:ln w="1314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21453" y="1709325"/>
              <a:ext cx="585825" cy="2467611"/>
            </a:xfrm>
            <a:custGeom>
              <a:avLst/>
              <a:pathLst>
                <a:path w="585825" h="2467611">
                  <a:moveTo>
                    <a:pt x="0" y="0"/>
                  </a:moveTo>
                  <a:lnTo>
                    <a:pt x="585825" y="2467611"/>
                  </a:lnTo>
                </a:path>
              </a:pathLst>
            </a:custGeom>
            <a:ln w="133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82840" y="1713845"/>
              <a:ext cx="0" cy="3247428"/>
            </a:xfrm>
            <a:custGeom>
              <a:avLst/>
              <a:pathLst>
                <a:path w="0" h="3247428">
                  <a:moveTo>
                    <a:pt x="0" y="0"/>
                  </a:moveTo>
                  <a:lnTo>
                    <a:pt x="0" y="3247428"/>
                  </a:lnTo>
                </a:path>
              </a:pathLst>
            </a:custGeom>
            <a:ln w="163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102279" y="1712711"/>
              <a:ext cx="338827" cy="2893951"/>
            </a:xfrm>
            <a:custGeom>
              <a:avLst/>
              <a:pathLst>
                <a:path w="338827" h="2893951">
                  <a:moveTo>
                    <a:pt x="0" y="0"/>
                  </a:moveTo>
                  <a:lnTo>
                    <a:pt x="338827" y="2893951"/>
                  </a:lnTo>
                </a:path>
              </a:pathLst>
            </a:custGeom>
            <a:ln w="1602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89212" y="1204919"/>
              <a:ext cx="640091" cy="275641"/>
            </a:xfrm>
            <a:custGeom>
              <a:avLst/>
              <a:pathLst>
                <a:path w="640091" h="275641">
                  <a:moveTo>
                    <a:pt x="640091" y="275641"/>
                  </a:moveTo>
                  <a:lnTo>
                    <a:pt x="0" y="0"/>
                  </a:lnTo>
                </a:path>
              </a:pathLst>
            </a:custGeom>
            <a:ln w="180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140100" y="1703733"/>
              <a:ext cx="726134" cy="1991662"/>
            </a:xfrm>
            <a:custGeom>
              <a:avLst/>
              <a:pathLst>
                <a:path w="726134" h="1991662">
                  <a:moveTo>
                    <a:pt x="0" y="0"/>
                  </a:moveTo>
                  <a:lnTo>
                    <a:pt x="726134" y="1991662"/>
                  </a:lnTo>
                </a:path>
              </a:pathLst>
            </a:custGeom>
            <a:ln w="213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321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423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35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81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201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34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142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336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8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1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37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78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0659" y="3170392"/>
              <a:ext cx="3119" cy="167167"/>
            </a:xfrm>
            <a:custGeom>
              <a:avLst/>
              <a:pathLst>
                <a:path w="3119" h="167167">
                  <a:moveTo>
                    <a:pt x="3119" y="0"/>
                  </a:moveTo>
                  <a:lnTo>
                    <a:pt x="0" y="29"/>
                  </a:lnTo>
                  <a:lnTo>
                    <a:pt x="311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659" y="3170421"/>
              <a:ext cx="3119" cy="167138"/>
            </a:xfrm>
            <a:custGeom>
              <a:avLst/>
              <a:pathLst>
                <a:path w="3119" h="167138">
                  <a:moveTo>
                    <a:pt x="0" y="0"/>
                  </a:moveTo>
                  <a:lnTo>
                    <a:pt x="3119" y="1671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18"/>
              <a:ext cx="334334" cy="334288"/>
            </a:xfrm>
            <a:custGeom>
              <a:avLst/>
              <a:pathLst>
                <a:path w="334334" h="334288">
                  <a:moveTo>
                    <a:pt x="164047" y="2"/>
                  </a:moveTo>
                  <a:lnTo>
                    <a:pt x="158750" y="185"/>
                  </a:lnTo>
                  <a:lnTo>
                    <a:pt x="153461" y="536"/>
                  </a:lnTo>
                  <a:lnTo>
                    <a:pt x="148186" y="1054"/>
                  </a:lnTo>
                  <a:lnTo>
                    <a:pt x="142929" y="1740"/>
                  </a:lnTo>
                  <a:lnTo>
                    <a:pt x="137698" y="2591"/>
                  </a:lnTo>
                  <a:lnTo>
                    <a:pt x="132496" y="3608"/>
                  </a:lnTo>
                  <a:lnTo>
                    <a:pt x="127328" y="4790"/>
                  </a:lnTo>
                  <a:lnTo>
                    <a:pt x="122201" y="6134"/>
                  </a:lnTo>
                  <a:lnTo>
                    <a:pt x="117119" y="7641"/>
                  </a:lnTo>
                  <a:lnTo>
                    <a:pt x="112088" y="9308"/>
                  </a:lnTo>
                  <a:lnTo>
                    <a:pt x="107111" y="11133"/>
                  </a:lnTo>
                  <a:lnTo>
                    <a:pt x="102195" y="13116"/>
                  </a:lnTo>
                  <a:lnTo>
                    <a:pt x="97345" y="15253"/>
                  </a:lnTo>
                  <a:lnTo>
                    <a:pt x="92564" y="17543"/>
                  </a:lnTo>
                  <a:lnTo>
                    <a:pt x="87859" y="19983"/>
                  </a:lnTo>
                  <a:lnTo>
                    <a:pt x="83233" y="22572"/>
                  </a:lnTo>
                  <a:lnTo>
                    <a:pt x="78692" y="25305"/>
                  </a:lnTo>
                  <a:lnTo>
                    <a:pt x="74240" y="28182"/>
                  </a:lnTo>
                  <a:lnTo>
                    <a:pt x="69881" y="31198"/>
                  </a:lnTo>
                  <a:lnTo>
                    <a:pt x="65620" y="34351"/>
                  </a:lnTo>
                  <a:lnTo>
                    <a:pt x="61461" y="37637"/>
                  </a:lnTo>
                  <a:lnTo>
                    <a:pt x="57408" y="41053"/>
                  </a:lnTo>
                  <a:lnTo>
                    <a:pt x="53466" y="44596"/>
                  </a:lnTo>
                  <a:lnTo>
                    <a:pt x="49638" y="48263"/>
                  </a:lnTo>
                  <a:lnTo>
                    <a:pt x="45928" y="52049"/>
                  </a:lnTo>
                  <a:lnTo>
                    <a:pt x="42340" y="55950"/>
                  </a:lnTo>
                  <a:lnTo>
                    <a:pt x="38878" y="59964"/>
                  </a:lnTo>
                  <a:lnTo>
                    <a:pt x="35544" y="64085"/>
                  </a:lnTo>
                  <a:lnTo>
                    <a:pt x="32343" y="68310"/>
                  </a:lnTo>
                  <a:lnTo>
                    <a:pt x="29278" y="72634"/>
                  </a:lnTo>
                  <a:lnTo>
                    <a:pt x="26351" y="77053"/>
                  </a:lnTo>
                  <a:lnTo>
                    <a:pt x="23565" y="81563"/>
                  </a:lnTo>
                  <a:lnTo>
                    <a:pt x="20924" y="86159"/>
                  </a:lnTo>
                  <a:lnTo>
                    <a:pt x="18430" y="90836"/>
                  </a:lnTo>
                  <a:lnTo>
                    <a:pt x="16086" y="95590"/>
                  </a:lnTo>
                  <a:lnTo>
                    <a:pt x="13893" y="100416"/>
                  </a:lnTo>
                  <a:lnTo>
                    <a:pt x="11855" y="105308"/>
                  </a:lnTo>
                  <a:lnTo>
                    <a:pt x="9973" y="110264"/>
                  </a:lnTo>
                  <a:lnTo>
                    <a:pt x="8248" y="115276"/>
                  </a:lnTo>
                  <a:lnTo>
                    <a:pt x="6684" y="120340"/>
                  </a:lnTo>
                  <a:lnTo>
                    <a:pt x="5281" y="125452"/>
                  </a:lnTo>
                  <a:lnTo>
                    <a:pt x="4041" y="130605"/>
                  </a:lnTo>
                  <a:lnTo>
                    <a:pt x="2964" y="135795"/>
                  </a:lnTo>
                  <a:lnTo>
                    <a:pt x="2053" y="141017"/>
                  </a:lnTo>
                  <a:lnTo>
                    <a:pt x="1308" y="146265"/>
                  </a:lnTo>
                  <a:lnTo>
                    <a:pt x="729" y="151534"/>
                  </a:lnTo>
                  <a:lnTo>
                    <a:pt x="318" y="156819"/>
                  </a:lnTo>
                  <a:lnTo>
                    <a:pt x="75" y="162114"/>
                  </a:lnTo>
                  <a:lnTo>
                    <a:pt x="0" y="167414"/>
                  </a:lnTo>
                  <a:lnTo>
                    <a:pt x="92" y="172713"/>
                  </a:lnTo>
                  <a:lnTo>
                    <a:pt x="353" y="178007"/>
                  </a:lnTo>
                  <a:lnTo>
                    <a:pt x="781" y="183291"/>
                  </a:lnTo>
                  <a:lnTo>
                    <a:pt x="1377" y="188558"/>
                  </a:lnTo>
                  <a:lnTo>
                    <a:pt x="2139" y="193803"/>
                  </a:lnTo>
                  <a:lnTo>
                    <a:pt x="3068" y="199022"/>
                  </a:lnTo>
                  <a:lnTo>
                    <a:pt x="4161" y="204208"/>
                  </a:lnTo>
                  <a:lnTo>
                    <a:pt x="5418" y="209358"/>
                  </a:lnTo>
                  <a:lnTo>
                    <a:pt x="6838" y="214465"/>
                  </a:lnTo>
                  <a:lnTo>
                    <a:pt x="8419" y="219524"/>
                  </a:lnTo>
                  <a:lnTo>
                    <a:pt x="10159" y="224531"/>
                  </a:lnTo>
                  <a:lnTo>
                    <a:pt x="12058" y="229480"/>
                  </a:lnTo>
                  <a:lnTo>
                    <a:pt x="14112" y="234366"/>
                  </a:lnTo>
                  <a:lnTo>
                    <a:pt x="16320" y="239185"/>
                  </a:lnTo>
                  <a:lnTo>
                    <a:pt x="18680" y="243931"/>
                  </a:lnTo>
                  <a:lnTo>
                    <a:pt x="21190" y="248600"/>
                  </a:lnTo>
                  <a:lnTo>
                    <a:pt x="23845" y="253187"/>
                  </a:lnTo>
                  <a:lnTo>
                    <a:pt x="26646" y="257688"/>
                  </a:lnTo>
                  <a:lnTo>
                    <a:pt x="29587" y="262097"/>
                  </a:lnTo>
                  <a:lnTo>
                    <a:pt x="32667" y="266411"/>
                  </a:lnTo>
                  <a:lnTo>
                    <a:pt x="35882" y="270626"/>
                  </a:lnTo>
                  <a:lnTo>
                    <a:pt x="39228" y="274736"/>
                  </a:lnTo>
                  <a:lnTo>
                    <a:pt x="42704" y="278738"/>
                  </a:lnTo>
                  <a:lnTo>
                    <a:pt x="46305" y="282628"/>
                  </a:lnTo>
                  <a:lnTo>
                    <a:pt x="50027" y="286402"/>
                  </a:lnTo>
                  <a:lnTo>
                    <a:pt x="53867" y="290056"/>
                  </a:lnTo>
                  <a:lnTo>
                    <a:pt x="57821" y="293586"/>
                  </a:lnTo>
                  <a:lnTo>
                    <a:pt x="61884" y="296989"/>
                  </a:lnTo>
                  <a:lnTo>
                    <a:pt x="66054" y="300262"/>
                  </a:lnTo>
                  <a:lnTo>
                    <a:pt x="70325" y="303400"/>
                  </a:lnTo>
                  <a:lnTo>
                    <a:pt x="74694" y="306402"/>
                  </a:lnTo>
                  <a:lnTo>
                    <a:pt x="79156" y="309264"/>
                  </a:lnTo>
                  <a:lnTo>
                    <a:pt x="83706" y="311983"/>
                  </a:lnTo>
                  <a:lnTo>
                    <a:pt x="88340" y="314556"/>
                  </a:lnTo>
                  <a:lnTo>
                    <a:pt x="93053" y="316981"/>
                  </a:lnTo>
                  <a:lnTo>
                    <a:pt x="97841" y="319255"/>
                  </a:lnTo>
                  <a:lnTo>
                    <a:pt x="102699" y="321377"/>
                  </a:lnTo>
                  <a:lnTo>
                    <a:pt x="107621" y="323343"/>
                  </a:lnTo>
                  <a:lnTo>
                    <a:pt x="112603" y="325153"/>
                  </a:lnTo>
                  <a:lnTo>
                    <a:pt x="117640" y="326803"/>
                  </a:lnTo>
                  <a:lnTo>
                    <a:pt x="122727" y="328293"/>
                  </a:lnTo>
                  <a:lnTo>
                    <a:pt x="127859" y="329621"/>
                  </a:lnTo>
                  <a:lnTo>
                    <a:pt x="133030" y="330785"/>
                  </a:lnTo>
                  <a:lnTo>
                    <a:pt x="138235" y="331785"/>
                  </a:lnTo>
                  <a:lnTo>
                    <a:pt x="143470" y="332620"/>
                  </a:lnTo>
                  <a:lnTo>
                    <a:pt x="148728" y="333288"/>
                  </a:lnTo>
                  <a:lnTo>
                    <a:pt x="154005" y="333789"/>
                  </a:lnTo>
                  <a:lnTo>
                    <a:pt x="159295" y="334123"/>
                  </a:lnTo>
                  <a:lnTo>
                    <a:pt x="164593" y="334288"/>
                  </a:lnTo>
                  <a:lnTo>
                    <a:pt x="169893" y="334286"/>
                  </a:lnTo>
                  <a:lnTo>
                    <a:pt x="175191" y="334115"/>
                  </a:lnTo>
                  <a:lnTo>
                    <a:pt x="180481" y="333777"/>
                  </a:lnTo>
                  <a:lnTo>
                    <a:pt x="185757" y="333271"/>
                  </a:lnTo>
                  <a:lnTo>
                    <a:pt x="191015" y="332598"/>
                  </a:lnTo>
                  <a:lnTo>
                    <a:pt x="196249" y="331759"/>
                  </a:lnTo>
                  <a:lnTo>
                    <a:pt x="201453" y="330754"/>
                  </a:lnTo>
                  <a:lnTo>
                    <a:pt x="206623" y="329585"/>
                  </a:lnTo>
                  <a:lnTo>
                    <a:pt x="211754" y="328252"/>
                  </a:lnTo>
                  <a:lnTo>
                    <a:pt x="216839" y="326758"/>
                  </a:lnTo>
                  <a:lnTo>
                    <a:pt x="221875" y="325103"/>
                  </a:lnTo>
                  <a:lnTo>
                    <a:pt x="226855" y="323289"/>
                  </a:lnTo>
                  <a:lnTo>
                    <a:pt x="231776" y="321318"/>
                  </a:lnTo>
                  <a:lnTo>
                    <a:pt x="236631" y="319192"/>
                  </a:lnTo>
                  <a:lnTo>
                    <a:pt x="241417" y="316913"/>
                  </a:lnTo>
                  <a:lnTo>
                    <a:pt x="246128" y="314484"/>
                  </a:lnTo>
                  <a:lnTo>
                    <a:pt x="250760" y="311906"/>
                  </a:lnTo>
                  <a:lnTo>
                    <a:pt x="255308" y="309183"/>
                  </a:lnTo>
                  <a:lnTo>
                    <a:pt x="259767" y="306317"/>
                  </a:lnTo>
                  <a:lnTo>
                    <a:pt x="264133" y="303312"/>
                  </a:lnTo>
                  <a:lnTo>
                    <a:pt x="268401" y="300169"/>
                  </a:lnTo>
                  <a:lnTo>
                    <a:pt x="272568" y="296893"/>
                  </a:lnTo>
                  <a:lnTo>
                    <a:pt x="276628" y="293486"/>
                  </a:lnTo>
                  <a:lnTo>
                    <a:pt x="280579" y="289952"/>
                  </a:lnTo>
                  <a:lnTo>
                    <a:pt x="284416" y="286294"/>
                  </a:lnTo>
                  <a:lnTo>
                    <a:pt x="288134" y="282517"/>
                  </a:lnTo>
                  <a:lnTo>
                    <a:pt x="291732" y="278624"/>
                  </a:lnTo>
                  <a:lnTo>
                    <a:pt x="295203" y="274619"/>
                  </a:lnTo>
                  <a:lnTo>
                    <a:pt x="298547" y="270505"/>
                  </a:lnTo>
                  <a:lnTo>
                    <a:pt x="301758" y="266288"/>
                  </a:lnTo>
                  <a:lnTo>
                    <a:pt x="304833" y="261971"/>
                  </a:lnTo>
                  <a:lnTo>
                    <a:pt x="307771" y="257559"/>
                  </a:lnTo>
                  <a:lnTo>
                    <a:pt x="310567" y="253056"/>
                  </a:lnTo>
                  <a:lnTo>
                    <a:pt x="313218" y="248466"/>
                  </a:lnTo>
                  <a:lnTo>
                    <a:pt x="315723" y="243795"/>
                  </a:lnTo>
                  <a:lnTo>
                    <a:pt x="318079" y="239046"/>
                  </a:lnTo>
                  <a:lnTo>
                    <a:pt x="320283" y="234226"/>
                  </a:lnTo>
                  <a:lnTo>
                    <a:pt x="322333" y="229338"/>
                  </a:lnTo>
                  <a:lnTo>
                    <a:pt x="324227" y="224387"/>
                  </a:lnTo>
                  <a:lnTo>
                    <a:pt x="325963" y="219379"/>
                  </a:lnTo>
                  <a:lnTo>
                    <a:pt x="327539" y="214318"/>
                  </a:lnTo>
                  <a:lnTo>
                    <a:pt x="328954" y="209210"/>
                  </a:lnTo>
                  <a:lnTo>
                    <a:pt x="330206" y="204059"/>
                  </a:lnTo>
                  <a:lnTo>
                    <a:pt x="331295" y="198872"/>
                  </a:lnTo>
                  <a:lnTo>
                    <a:pt x="332219" y="193652"/>
                  </a:lnTo>
                  <a:lnTo>
                    <a:pt x="332976" y="188406"/>
                  </a:lnTo>
                  <a:lnTo>
                    <a:pt x="333567" y="183138"/>
                  </a:lnTo>
                  <a:lnTo>
                    <a:pt x="333990" y="177855"/>
                  </a:lnTo>
                  <a:lnTo>
                    <a:pt x="334246" y="172560"/>
                  </a:lnTo>
                  <a:lnTo>
                    <a:pt x="334334" y="167261"/>
                  </a:lnTo>
                  <a:lnTo>
                    <a:pt x="334254" y="161961"/>
                  </a:lnTo>
                  <a:lnTo>
                    <a:pt x="334006" y="156666"/>
                  </a:lnTo>
                  <a:lnTo>
                    <a:pt x="333590" y="151382"/>
                  </a:lnTo>
                  <a:lnTo>
                    <a:pt x="333006" y="146113"/>
                  </a:lnTo>
                  <a:lnTo>
                    <a:pt x="332256" y="140866"/>
                  </a:lnTo>
                  <a:lnTo>
                    <a:pt x="331340" y="135645"/>
                  </a:lnTo>
                  <a:lnTo>
                    <a:pt x="330259" y="130456"/>
                  </a:lnTo>
                  <a:lnTo>
                    <a:pt x="329014" y="125304"/>
                  </a:lnTo>
                  <a:lnTo>
                    <a:pt x="327606" y="120193"/>
                  </a:lnTo>
                  <a:lnTo>
                    <a:pt x="326037" y="115130"/>
                  </a:lnTo>
                  <a:lnTo>
                    <a:pt x="324309" y="110120"/>
                  </a:lnTo>
                  <a:lnTo>
                    <a:pt x="322422" y="105166"/>
                  </a:lnTo>
                  <a:lnTo>
                    <a:pt x="320379" y="100275"/>
                  </a:lnTo>
                  <a:lnTo>
                    <a:pt x="318182" y="95451"/>
                  </a:lnTo>
                  <a:lnTo>
                    <a:pt x="315833" y="90700"/>
                  </a:lnTo>
                  <a:lnTo>
                    <a:pt x="313335" y="86025"/>
                  </a:lnTo>
                  <a:lnTo>
                    <a:pt x="310690" y="81431"/>
                  </a:lnTo>
                  <a:lnTo>
                    <a:pt x="307900" y="76924"/>
                  </a:lnTo>
                  <a:lnTo>
                    <a:pt x="304969" y="72508"/>
                  </a:lnTo>
                  <a:lnTo>
                    <a:pt x="301900" y="68186"/>
                  </a:lnTo>
                  <a:lnTo>
                    <a:pt x="298695" y="63964"/>
                  </a:lnTo>
                  <a:lnTo>
                    <a:pt x="295358" y="59846"/>
                  </a:lnTo>
                  <a:lnTo>
                    <a:pt x="291891" y="55836"/>
                  </a:lnTo>
                  <a:lnTo>
                    <a:pt x="288300" y="51938"/>
                  </a:lnTo>
                  <a:lnTo>
                    <a:pt x="284587" y="48155"/>
                  </a:lnTo>
                  <a:lnTo>
                    <a:pt x="280755" y="44492"/>
                  </a:lnTo>
                  <a:lnTo>
                    <a:pt x="276810" y="40953"/>
                  </a:lnTo>
                  <a:lnTo>
                    <a:pt x="272754" y="37540"/>
                  </a:lnTo>
                  <a:lnTo>
                    <a:pt x="268592" y="34258"/>
                  </a:lnTo>
                  <a:lnTo>
                    <a:pt x="264328" y="31109"/>
                  </a:lnTo>
                  <a:lnTo>
                    <a:pt x="259966" y="28097"/>
                  </a:lnTo>
                  <a:lnTo>
                    <a:pt x="255511" y="25225"/>
                  </a:lnTo>
                  <a:lnTo>
                    <a:pt x="250968" y="22495"/>
                  </a:lnTo>
                  <a:lnTo>
                    <a:pt x="246340" y="19911"/>
                  </a:lnTo>
                  <a:lnTo>
                    <a:pt x="241632" y="17475"/>
                  </a:lnTo>
                  <a:lnTo>
                    <a:pt x="236850" y="15189"/>
                  </a:lnTo>
                  <a:lnTo>
                    <a:pt x="231997" y="13056"/>
                  </a:lnTo>
                  <a:lnTo>
                    <a:pt x="227079" y="11078"/>
                  </a:lnTo>
                  <a:lnTo>
                    <a:pt x="222101" y="9257"/>
                  </a:lnTo>
                  <a:lnTo>
                    <a:pt x="217068" y="7595"/>
                  </a:lnTo>
                  <a:lnTo>
                    <a:pt x="211985" y="6093"/>
                  </a:lnTo>
                  <a:lnTo>
                    <a:pt x="206856" y="4753"/>
                  </a:lnTo>
                  <a:lnTo>
                    <a:pt x="201688" y="3576"/>
                  </a:lnTo>
                  <a:lnTo>
                    <a:pt x="196485" y="2564"/>
                  </a:lnTo>
                  <a:lnTo>
                    <a:pt x="191253" y="1717"/>
                  </a:lnTo>
                  <a:lnTo>
                    <a:pt x="185996" y="1037"/>
                  </a:lnTo>
                  <a:lnTo>
                    <a:pt x="180720" y="524"/>
                  </a:lnTo>
                  <a:lnTo>
                    <a:pt x="175431" y="178"/>
                  </a:lnTo>
                  <a:lnTo>
                    <a:pt x="170133" y="0"/>
                  </a:lnTo>
                  <a:lnTo>
                    <a:pt x="167167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2966" cy="167167"/>
            </a:xfrm>
            <a:custGeom>
              <a:avLst/>
              <a:pathLst>
                <a:path w="2966" h="167167">
                  <a:moveTo>
                    <a:pt x="2966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675" y="2655501"/>
              <a:ext cx="30819" cy="167167"/>
            </a:xfrm>
            <a:custGeom>
              <a:avLst/>
              <a:pathLst>
                <a:path w="30819" h="167167">
                  <a:moveTo>
                    <a:pt x="30819" y="0"/>
                  </a:moveTo>
                  <a:lnTo>
                    <a:pt x="23073" y="179"/>
                  </a:lnTo>
                  <a:lnTo>
                    <a:pt x="15343" y="717"/>
                  </a:lnTo>
                  <a:lnTo>
                    <a:pt x="7646" y="1613"/>
                  </a:lnTo>
                  <a:lnTo>
                    <a:pt x="0" y="2865"/>
                  </a:lnTo>
                  <a:lnTo>
                    <a:pt x="3081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92675" y="2658367"/>
              <a:ext cx="30819" cy="164301"/>
            </a:xfrm>
            <a:custGeom>
              <a:avLst/>
              <a:pathLst>
                <a:path w="30819" h="164301">
                  <a:moveTo>
                    <a:pt x="0" y="0"/>
                  </a:moveTo>
                  <a:lnTo>
                    <a:pt x="30819" y="1643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6333" y="2658367"/>
              <a:ext cx="334327" cy="331460"/>
            </a:xfrm>
            <a:custGeom>
              <a:avLst/>
              <a:pathLst>
                <a:path w="334327" h="331460">
                  <a:moveTo>
                    <a:pt x="136341" y="0"/>
                  </a:moveTo>
                  <a:lnTo>
                    <a:pt x="131153" y="1058"/>
                  </a:lnTo>
                  <a:lnTo>
                    <a:pt x="126000" y="2281"/>
                  </a:lnTo>
                  <a:lnTo>
                    <a:pt x="120889" y="3666"/>
                  </a:lnTo>
                  <a:lnTo>
                    <a:pt x="115824" y="5212"/>
                  </a:lnTo>
                  <a:lnTo>
                    <a:pt x="110811" y="6918"/>
                  </a:lnTo>
                  <a:lnTo>
                    <a:pt x="105854" y="8781"/>
                  </a:lnTo>
                  <a:lnTo>
                    <a:pt x="100959" y="10801"/>
                  </a:lnTo>
                  <a:lnTo>
                    <a:pt x="96130" y="12975"/>
                  </a:lnTo>
                  <a:lnTo>
                    <a:pt x="91373" y="15301"/>
                  </a:lnTo>
                  <a:lnTo>
                    <a:pt x="86691" y="17776"/>
                  </a:lnTo>
                  <a:lnTo>
                    <a:pt x="82091" y="20399"/>
                  </a:lnTo>
                  <a:lnTo>
                    <a:pt x="77575" y="23165"/>
                  </a:lnTo>
                  <a:lnTo>
                    <a:pt x="73150" y="26074"/>
                  </a:lnTo>
                  <a:lnTo>
                    <a:pt x="68819" y="29121"/>
                  </a:lnTo>
                  <a:lnTo>
                    <a:pt x="64587" y="32303"/>
                  </a:lnTo>
                  <a:lnTo>
                    <a:pt x="60457" y="35618"/>
                  </a:lnTo>
                  <a:lnTo>
                    <a:pt x="56435" y="39063"/>
                  </a:lnTo>
                  <a:lnTo>
                    <a:pt x="52524" y="42633"/>
                  </a:lnTo>
                  <a:lnTo>
                    <a:pt x="48727" y="46325"/>
                  </a:lnTo>
                  <a:lnTo>
                    <a:pt x="45050" y="50135"/>
                  </a:lnTo>
                  <a:lnTo>
                    <a:pt x="41495" y="54060"/>
                  </a:lnTo>
                  <a:lnTo>
                    <a:pt x="38067" y="58096"/>
                  </a:lnTo>
                  <a:lnTo>
                    <a:pt x="34767" y="62238"/>
                  </a:lnTo>
                  <a:lnTo>
                    <a:pt x="31601" y="66483"/>
                  </a:lnTo>
                  <a:lnTo>
                    <a:pt x="28571" y="70826"/>
                  </a:lnTo>
                  <a:lnTo>
                    <a:pt x="25680" y="75262"/>
                  </a:lnTo>
                  <a:lnTo>
                    <a:pt x="22930" y="79788"/>
                  </a:lnTo>
                  <a:lnTo>
                    <a:pt x="20326" y="84399"/>
                  </a:lnTo>
                  <a:lnTo>
                    <a:pt x="17869" y="89090"/>
                  </a:lnTo>
                  <a:lnTo>
                    <a:pt x="15561" y="93856"/>
                  </a:lnTo>
                  <a:lnTo>
                    <a:pt x="13406" y="98693"/>
                  </a:lnTo>
                  <a:lnTo>
                    <a:pt x="11405" y="103596"/>
                  </a:lnTo>
                  <a:lnTo>
                    <a:pt x="9561" y="108560"/>
                  </a:lnTo>
                  <a:lnTo>
                    <a:pt x="7874" y="113580"/>
                  </a:lnTo>
                  <a:lnTo>
                    <a:pt x="6347" y="118651"/>
                  </a:lnTo>
                  <a:lnTo>
                    <a:pt x="4982" y="123767"/>
                  </a:lnTo>
                  <a:lnTo>
                    <a:pt x="3780" y="128924"/>
                  </a:lnTo>
                  <a:lnTo>
                    <a:pt x="2741" y="134117"/>
                  </a:lnTo>
                  <a:lnTo>
                    <a:pt x="1868" y="139340"/>
                  </a:lnTo>
                  <a:lnTo>
                    <a:pt x="1160" y="144588"/>
                  </a:lnTo>
                  <a:lnTo>
                    <a:pt x="619" y="149856"/>
                  </a:lnTo>
                  <a:lnTo>
                    <a:pt x="245" y="155138"/>
                  </a:lnTo>
                  <a:lnTo>
                    <a:pt x="38" y="160430"/>
                  </a:lnTo>
                  <a:lnTo>
                    <a:pt x="0" y="165725"/>
                  </a:lnTo>
                  <a:lnTo>
                    <a:pt x="128" y="171019"/>
                  </a:lnTo>
                  <a:lnTo>
                    <a:pt x="425" y="176306"/>
                  </a:lnTo>
                  <a:lnTo>
                    <a:pt x="889" y="181581"/>
                  </a:lnTo>
                  <a:lnTo>
                    <a:pt x="1520" y="186839"/>
                  </a:lnTo>
                  <a:lnTo>
                    <a:pt x="2317" y="192074"/>
                  </a:lnTo>
                  <a:lnTo>
                    <a:pt x="3279" y="197282"/>
                  </a:lnTo>
                  <a:lnTo>
                    <a:pt x="4406" y="202456"/>
                  </a:lnTo>
                  <a:lnTo>
                    <a:pt x="5696" y="207592"/>
                  </a:lnTo>
                  <a:lnTo>
                    <a:pt x="7148" y="212684"/>
                  </a:lnTo>
                  <a:lnTo>
                    <a:pt x="8761" y="217728"/>
                  </a:lnTo>
                  <a:lnTo>
                    <a:pt x="10533" y="222719"/>
                  </a:lnTo>
                  <a:lnTo>
                    <a:pt x="12462" y="227650"/>
                  </a:lnTo>
                  <a:lnTo>
                    <a:pt x="14546" y="232518"/>
                  </a:lnTo>
                  <a:lnTo>
                    <a:pt x="16783" y="237318"/>
                  </a:lnTo>
                  <a:lnTo>
                    <a:pt x="19171" y="242045"/>
                  </a:lnTo>
                  <a:lnTo>
                    <a:pt x="21708" y="246693"/>
                  </a:lnTo>
                  <a:lnTo>
                    <a:pt x="24391" y="251259"/>
                  </a:lnTo>
                  <a:lnTo>
                    <a:pt x="27216" y="255737"/>
                  </a:lnTo>
                  <a:lnTo>
                    <a:pt x="30183" y="260124"/>
                  </a:lnTo>
                  <a:lnTo>
                    <a:pt x="33287" y="264414"/>
                  </a:lnTo>
                  <a:lnTo>
                    <a:pt x="36525" y="268605"/>
                  </a:lnTo>
                  <a:lnTo>
                    <a:pt x="39894" y="272690"/>
                  </a:lnTo>
                  <a:lnTo>
                    <a:pt x="43391" y="276667"/>
                  </a:lnTo>
                  <a:lnTo>
                    <a:pt x="47012" y="280531"/>
                  </a:lnTo>
                  <a:lnTo>
                    <a:pt x="50754" y="284278"/>
                  </a:lnTo>
                  <a:lnTo>
                    <a:pt x="54612" y="287905"/>
                  </a:lnTo>
                  <a:lnTo>
                    <a:pt x="58584" y="291408"/>
                  </a:lnTo>
                  <a:lnTo>
                    <a:pt x="62664" y="294783"/>
                  </a:lnTo>
                  <a:lnTo>
                    <a:pt x="66850" y="298027"/>
                  </a:lnTo>
                  <a:lnTo>
                    <a:pt x="71136" y="301137"/>
                  </a:lnTo>
                  <a:lnTo>
                    <a:pt x="75518" y="304110"/>
                  </a:lnTo>
                  <a:lnTo>
                    <a:pt x="79992" y="306943"/>
                  </a:lnTo>
                  <a:lnTo>
                    <a:pt x="84554" y="309632"/>
                  </a:lnTo>
                  <a:lnTo>
                    <a:pt x="89199" y="312176"/>
                  </a:lnTo>
                  <a:lnTo>
                    <a:pt x="93921" y="314571"/>
                  </a:lnTo>
                  <a:lnTo>
                    <a:pt x="98718" y="316815"/>
                  </a:lnTo>
                  <a:lnTo>
                    <a:pt x="103583" y="318907"/>
                  </a:lnTo>
                  <a:lnTo>
                    <a:pt x="108512" y="320843"/>
                  </a:lnTo>
                  <a:lnTo>
                    <a:pt x="113499" y="322622"/>
                  </a:lnTo>
                  <a:lnTo>
                    <a:pt x="118541" y="324242"/>
                  </a:lnTo>
                  <a:lnTo>
                    <a:pt x="123631" y="325702"/>
                  </a:lnTo>
                  <a:lnTo>
                    <a:pt x="128765" y="327000"/>
                  </a:lnTo>
                  <a:lnTo>
                    <a:pt x="133938" y="328134"/>
                  </a:lnTo>
                  <a:lnTo>
                    <a:pt x="139144" y="329104"/>
                  </a:lnTo>
                  <a:lnTo>
                    <a:pt x="144378" y="329909"/>
                  </a:lnTo>
                  <a:lnTo>
                    <a:pt x="149635" y="330548"/>
                  </a:lnTo>
                  <a:lnTo>
                    <a:pt x="154909" y="331019"/>
                  </a:lnTo>
                  <a:lnTo>
                    <a:pt x="160196" y="331324"/>
                  </a:lnTo>
                  <a:lnTo>
                    <a:pt x="165490" y="331460"/>
                  </a:lnTo>
                  <a:lnTo>
                    <a:pt x="170785" y="331430"/>
                  </a:lnTo>
                  <a:lnTo>
                    <a:pt x="176077" y="331231"/>
                  </a:lnTo>
                  <a:lnTo>
                    <a:pt x="181360" y="330865"/>
                  </a:lnTo>
                  <a:lnTo>
                    <a:pt x="186628" y="330331"/>
                  </a:lnTo>
                  <a:lnTo>
                    <a:pt x="191877" y="329631"/>
                  </a:lnTo>
                  <a:lnTo>
                    <a:pt x="197102" y="328766"/>
                  </a:lnTo>
                  <a:lnTo>
                    <a:pt x="202296" y="327735"/>
                  </a:lnTo>
                  <a:lnTo>
                    <a:pt x="207455" y="326540"/>
                  </a:lnTo>
                  <a:lnTo>
                    <a:pt x="212573" y="325182"/>
                  </a:lnTo>
                  <a:lnTo>
                    <a:pt x="217646" y="323663"/>
                  </a:lnTo>
                  <a:lnTo>
                    <a:pt x="222669" y="321984"/>
                  </a:lnTo>
                  <a:lnTo>
                    <a:pt x="227635" y="320147"/>
                  </a:lnTo>
                  <a:lnTo>
                    <a:pt x="232541" y="318153"/>
                  </a:lnTo>
                  <a:lnTo>
                    <a:pt x="237381" y="316005"/>
                  </a:lnTo>
                  <a:lnTo>
                    <a:pt x="242151" y="313705"/>
                  </a:lnTo>
                  <a:lnTo>
                    <a:pt x="246846" y="311255"/>
                  </a:lnTo>
                  <a:lnTo>
                    <a:pt x="251460" y="308657"/>
                  </a:lnTo>
                  <a:lnTo>
                    <a:pt x="255990" y="305914"/>
                  </a:lnTo>
                  <a:lnTo>
                    <a:pt x="260431" y="303030"/>
                  </a:lnTo>
                  <a:lnTo>
                    <a:pt x="264779" y="300006"/>
                  </a:lnTo>
                  <a:lnTo>
                    <a:pt x="269028" y="296846"/>
                  </a:lnTo>
                  <a:lnTo>
                    <a:pt x="273175" y="293553"/>
                  </a:lnTo>
                  <a:lnTo>
                    <a:pt x="277216" y="290130"/>
                  </a:lnTo>
                  <a:lnTo>
                    <a:pt x="281146" y="286581"/>
                  </a:lnTo>
                  <a:lnTo>
                    <a:pt x="284962" y="282909"/>
                  </a:lnTo>
                  <a:lnTo>
                    <a:pt x="288660" y="279119"/>
                  </a:lnTo>
                  <a:lnTo>
                    <a:pt x="292235" y="275213"/>
                  </a:lnTo>
                  <a:lnTo>
                    <a:pt x="295686" y="271196"/>
                  </a:lnTo>
                  <a:lnTo>
                    <a:pt x="299007" y="267071"/>
                  </a:lnTo>
                  <a:lnTo>
                    <a:pt x="302196" y="262843"/>
                  </a:lnTo>
                  <a:lnTo>
                    <a:pt x="305249" y="258517"/>
                  </a:lnTo>
                  <a:lnTo>
                    <a:pt x="308164" y="254096"/>
                  </a:lnTo>
                  <a:lnTo>
                    <a:pt x="310938" y="249585"/>
                  </a:lnTo>
                  <a:lnTo>
                    <a:pt x="313567" y="244988"/>
                  </a:lnTo>
                  <a:lnTo>
                    <a:pt x="316049" y="240310"/>
                  </a:lnTo>
                  <a:lnTo>
                    <a:pt x="318382" y="235556"/>
                  </a:lnTo>
                  <a:lnTo>
                    <a:pt x="320563" y="230731"/>
                  </a:lnTo>
                  <a:lnTo>
                    <a:pt x="322590" y="225838"/>
                  </a:lnTo>
                  <a:lnTo>
                    <a:pt x="324461" y="220884"/>
                  </a:lnTo>
                  <a:lnTo>
                    <a:pt x="326174" y="215874"/>
                  </a:lnTo>
                  <a:lnTo>
                    <a:pt x="327728" y="210811"/>
                  </a:lnTo>
                  <a:lnTo>
                    <a:pt x="329121" y="205702"/>
                  </a:lnTo>
                  <a:lnTo>
                    <a:pt x="330351" y="200551"/>
                  </a:lnTo>
                  <a:lnTo>
                    <a:pt x="331417" y="195364"/>
                  </a:lnTo>
                  <a:lnTo>
                    <a:pt x="332318" y="190146"/>
                  </a:lnTo>
                  <a:lnTo>
                    <a:pt x="333054" y="184902"/>
                  </a:lnTo>
                  <a:lnTo>
                    <a:pt x="333623" y="179637"/>
                  </a:lnTo>
                  <a:lnTo>
                    <a:pt x="334026" y="174357"/>
                  </a:lnTo>
                  <a:lnTo>
                    <a:pt x="334260" y="169067"/>
                  </a:lnTo>
                  <a:lnTo>
                    <a:pt x="334327" y="163772"/>
                  </a:lnTo>
                  <a:lnTo>
                    <a:pt x="334227" y="158477"/>
                  </a:lnTo>
                  <a:lnTo>
                    <a:pt x="333959" y="153188"/>
                  </a:lnTo>
                  <a:lnTo>
                    <a:pt x="333523" y="147911"/>
                  </a:lnTo>
                  <a:lnTo>
                    <a:pt x="332920" y="142650"/>
                  </a:lnTo>
                  <a:lnTo>
                    <a:pt x="332151" y="137410"/>
                  </a:lnTo>
                  <a:lnTo>
                    <a:pt x="331217" y="132198"/>
                  </a:lnTo>
                  <a:lnTo>
                    <a:pt x="330118" y="127018"/>
                  </a:lnTo>
                  <a:lnTo>
                    <a:pt x="328855" y="121875"/>
                  </a:lnTo>
                  <a:lnTo>
                    <a:pt x="327430" y="116775"/>
                  </a:lnTo>
                  <a:lnTo>
                    <a:pt x="325844" y="111722"/>
                  </a:lnTo>
                  <a:lnTo>
                    <a:pt x="324099" y="106722"/>
                  </a:lnTo>
                  <a:lnTo>
                    <a:pt x="322197" y="101780"/>
                  </a:lnTo>
                  <a:lnTo>
                    <a:pt x="320139" y="96901"/>
                  </a:lnTo>
                  <a:lnTo>
                    <a:pt x="317927" y="92090"/>
                  </a:lnTo>
                  <a:lnTo>
                    <a:pt x="315564" y="87350"/>
                  </a:lnTo>
                  <a:lnTo>
                    <a:pt x="313052" y="82689"/>
                  </a:lnTo>
                  <a:lnTo>
                    <a:pt x="310394" y="78109"/>
                  </a:lnTo>
                  <a:lnTo>
                    <a:pt x="307592" y="73615"/>
                  </a:lnTo>
                  <a:lnTo>
                    <a:pt x="304649" y="69213"/>
                  </a:lnTo>
                  <a:lnTo>
                    <a:pt x="301569" y="64905"/>
                  </a:lnTo>
                  <a:lnTo>
                    <a:pt x="298353" y="60698"/>
                  </a:lnTo>
                  <a:lnTo>
                    <a:pt x="295005" y="56595"/>
                  </a:lnTo>
                  <a:lnTo>
                    <a:pt x="291530" y="52599"/>
                  </a:lnTo>
                  <a:lnTo>
                    <a:pt x="287929" y="48716"/>
                  </a:lnTo>
                  <a:lnTo>
                    <a:pt x="284208" y="44949"/>
                  </a:lnTo>
                  <a:lnTo>
                    <a:pt x="280369" y="41302"/>
                  </a:lnTo>
                  <a:lnTo>
                    <a:pt x="276416" y="37778"/>
                  </a:lnTo>
                  <a:lnTo>
                    <a:pt x="272354" y="34380"/>
                  </a:lnTo>
                  <a:lnTo>
                    <a:pt x="268186" y="31114"/>
                  </a:lnTo>
                  <a:lnTo>
                    <a:pt x="263916" y="27981"/>
                  </a:lnTo>
                  <a:lnTo>
                    <a:pt x="259550" y="24985"/>
                  </a:lnTo>
                  <a:lnTo>
                    <a:pt x="255091" y="22128"/>
                  </a:lnTo>
                  <a:lnTo>
                    <a:pt x="250544" y="19414"/>
                  </a:lnTo>
                  <a:lnTo>
                    <a:pt x="245913" y="16846"/>
                  </a:lnTo>
                  <a:lnTo>
                    <a:pt x="241203" y="14426"/>
                  </a:lnTo>
                  <a:lnTo>
                    <a:pt x="236418" y="12156"/>
                  </a:lnTo>
                  <a:lnTo>
                    <a:pt x="231565" y="10038"/>
                  </a:lnTo>
                  <a:lnTo>
                    <a:pt x="226646" y="8076"/>
                  </a:lnTo>
                  <a:lnTo>
                    <a:pt x="167161" y="1643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495" y="2655501"/>
              <a:ext cx="59485" cy="167167"/>
            </a:xfrm>
            <a:custGeom>
              <a:avLst/>
              <a:pathLst>
                <a:path w="59485" h="167167">
                  <a:moveTo>
                    <a:pt x="59485" y="10941"/>
                  </a:moveTo>
                  <a:lnTo>
                    <a:pt x="53763" y="8881"/>
                  </a:lnTo>
                  <a:lnTo>
                    <a:pt x="47970" y="7030"/>
                  </a:lnTo>
                  <a:lnTo>
                    <a:pt x="42113" y="5391"/>
                  </a:lnTo>
                  <a:lnTo>
                    <a:pt x="36201" y="3966"/>
                  </a:lnTo>
                  <a:lnTo>
                    <a:pt x="30241" y="2758"/>
                  </a:lnTo>
                  <a:lnTo>
                    <a:pt x="24241" y="1767"/>
                  </a:lnTo>
                  <a:lnTo>
                    <a:pt x="18209" y="994"/>
                  </a:lnTo>
                  <a:lnTo>
                    <a:pt x="12152" y="442"/>
                  </a:lnTo>
                  <a:lnTo>
                    <a:pt x="608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0686" y="2168369"/>
              <a:ext cx="5206" cy="167167"/>
            </a:xfrm>
            <a:custGeom>
              <a:avLst/>
              <a:pathLst>
                <a:path w="5206" h="167167">
                  <a:moveTo>
                    <a:pt x="5206" y="0"/>
                  </a:moveTo>
                  <a:lnTo>
                    <a:pt x="0" y="81"/>
                  </a:lnTo>
                  <a:lnTo>
                    <a:pt x="52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40686" y="2168450"/>
              <a:ext cx="5206" cy="167086"/>
            </a:xfrm>
            <a:custGeom>
              <a:avLst/>
              <a:pathLst>
                <a:path w="5206" h="167086">
                  <a:moveTo>
                    <a:pt x="0" y="0"/>
                  </a:moveTo>
                  <a:lnTo>
                    <a:pt x="5206" y="1670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578740" y="2168450"/>
              <a:ext cx="334075" cy="334252"/>
            </a:xfrm>
            <a:custGeom>
              <a:avLst/>
              <a:pathLst>
                <a:path w="334075" h="334252">
                  <a:moveTo>
                    <a:pt x="161945" y="0"/>
                  </a:moveTo>
                  <a:lnTo>
                    <a:pt x="156653" y="248"/>
                  </a:lnTo>
                  <a:lnTo>
                    <a:pt x="151372" y="665"/>
                  </a:lnTo>
                  <a:lnTo>
                    <a:pt x="146106" y="1248"/>
                  </a:lnTo>
                  <a:lnTo>
                    <a:pt x="140862" y="1999"/>
                  </a:lnTo>
                  <a:lnTo>
                    <a:pt x="135644" y="2915"/>
                  </a:lnTo>
                  <a:lnTo>
                    <a:pt x="130458" y="3995"/>
                  </a:lnTo>
                  <a:lnTo>
                    <a:pt x="125308" y="5240"/>
                  </a:lnTo>
                  <a:lnTo>
                    <a:pt x="120201" y="6647"/>
                  </a:lnTo>
                  <a:lnTo>
                    <a:pt x="115140" y="8216"/>
                  </a:lnTo>
                  <a:lnTo>
                    <a:pt x="110132" y="9944"/>
                  </a:lnTo>
                  <a:lnTo>
                    <a:pt x="105181" y="11829"/>
                  </a:lnTo>
                  <a:lnTo>
                    <a:pt x="100293" y="13871"/>
                  </a:lnTo>
                  <a:lnTo>
                    <a:pt x="95471" y="16067"/>
                  </a:lnTo>
                  <a:lnTo>
                    <a:pt x="90722" y="18414"/>
                  </a:lnTo>
                  <a:lnTo>
                    <a:pt x="86049" y="20910"/>
                  </a:lnTo>
                  <a:lnTo>
                    <a:pt x="81458" y="23554"/>
                  </a:lnTo>
                  <a:lnTo>
                    <a:pt x="76953" y="26341"/>
                  </a:lnTo>
                  <a:lnTo>
                    <a:pt x="72538" y="29270"/>
                  </a:lnTo>
                  <a:lnTo>
                    <a:pt x="68219" y="32338"/>
                  </a:lnTo>
                  <a:lnTo>
                    <a:pt x="63998" y="35540"/>
                  </a:lnTo>
                  <a:lnTo>
                    <a:pt x="59882" y="38875"/>
                  </a:lnTo>
                  <a:lnTo>
                    <a:pt x="55873" y="42338"/>
                  </a:lnTo>
                  <a:lnTo>
                    <a:pt x="51976" y="45927"/>
                  </a:lnTo>
                  <a:lnTo>
                    <a:pt x="48195" y="49638"/>
                  </a:lnTo>
                  <a:lnTo>
                    <a:pt x="44533" y="53466"/>
                  </a:lnTo>
                  <a:lnTo>
                    <a:pt x="40994" y="57409"/>
                  </a:lnTo>
                  <a:lnTo>
                    <a:pt x="37582" y="61462"/>
                  </a:lnTo>
                  <a:lnTo>
                    <a:pt x="34300" y="65620"/>
                  </a:lnTo>
                  <a:lnTo>
                    <a:pt x="31151" y="69881"/>
                  </a:lnTo>
                  <a:lnTo>
                    <a:pt x="28139" y="74239"/>
                  </a:lnTo>
                  <a:lnTo>
                    <a:pt x="25267" y="78691"/>
                  </a:lnTo>
                  <a:lnTo>
                    <a:pt x="22537" y="83232"/>
                  </a:lnTo>
                  <a:lnTo>
                    <a:pt x="19953" y="87856"/>
                  </a:lnTo>
                  <a:lnTo>
                    <a:pt x="17516" y="92560"/>
                  </a:lnTo>
                  <a:lnTo>
                    <a:pt x="15230" y="97339"/>
                  </a:lnTo>
                  <a:lnTo>
                    <a:pt x="13096" y="102188"/>
                  </a:lnTo>
                  <a:lnTo>
                    <a:pt x="11117" y="107103"/>
                  </a:lnTo>
                  <a:lnTo>
                    <a:pt x="9295" y="112077"/>
                  </a:lnTo>
                  <a:lnTo>
                    <a:pt x="7631" y="117107"/>
                  </a:lnTo>
                  <a:lnTo>
                    <a:pt x="6127" y="122187"/>
                  </a:lnTo>
                  <a:lnTo>
                    <a:pt x="4785" y="127312"/>
                  </a:lnTo>
                  <a:lnTo>
                    <a:pt x="3606" y="132477"/>
                  </a:lnTo>
                  <a:lnTo>
                    <a:pt x="2592" y="137677"/>
                  </a:lnTo>
                  <a:lnTo>
                    <a:pt x="1743" y="142906"/>
                  </a:lnTo>
                  <a:lnTo>
                    <a:pt x="1060" y="148160"/>
                  </a:lnTo>
                  <a:lnTo>
                    <a:pt x="543" y="153432"/>
                  </a:lnTo>
                  <a:lnTo>
                    <a:pt x="194" y="158718"/>
                  </a:lnTo>
                  <a:lnTo>
                    <a:pt x="13" y="164013"/>
                  </a:lnTo>
                  <a:lnTo>
                    <a:pt x="0" y="169311"/>
                  </a:lnTo>
                  <a:lnTo>
                    <a:pt x="154" y="174607"/>
                  </a:lnTo>
                  <a:lnTo>
                    <a:pt x="476" y="179895"/>
                  </a:lnTo>
                  <a:lnTo>
                    <a:pt x="966" y="185170"/>
                  </a:lnTo>
                  <a:lnTo>
                    <a:pt x="1622" y="190427"/>
                  </a:lnTo>
                  <a:lnTo>
                    <a:pt x="2445" y="195660"/>
                  </a:lnTo>
                  <a:lnTo>
                    <a:pt x="3433" y="200865"/>
                  </a:lnTo>
                  <a:lnTo>
                    <a:pt x="4586" y="206036"/>
                  </a:lnTo>
                  <a:lnTo>
                    <a:pt x="5902" y="211168"/>
                  </a:lnTo>
                  <a:lnTo>
                    <a:pt x="7379" y="216255"/>
                  </a:lnTo>
                  <a:lnTo>
                    <a:pt x="9018" y="221293"/>
                  </a:lnTo>
                  <a:lnTo>
                    <a:pt x="10815" y="226277"/>
                  </a:lnTo>
                  <a:lnTo>
                    <a:pt x="12769" y="231201"/>
                  </a:lnTo>
                  <a:lnTo>
                    <a:pt x="14878" y="236061"/>
                  </a:lnTo>
                  <a:lnTo>
                    <a:pt x="17140" y="240852"/>
                  </a:lnTo>
                  <a:lnTo>
                    <a:pt x="19553" y="245568"/>
                  </a:lnTo>
                  <a:lnTo>
                    <a:pt x="22114" y="250206"/>
                  </a:lnTo>
                  <a:lnTo>
                    <a:pt x="24821" y="254760"/>
                  </a:lnTo>
                  <a:lnTo>
                    <a:pt x="27671" y="259226"/>
                  </a:lnTo>
                  <a:lnTo>
                    <a:pt x="30660" y="263600"/>
                  </a:lnTo>
                  <a:lnTo>
                    <a:pt x="33787" y="267876"/>
                  </a:lnTo>
                  <a:lnTo>
                    <a:pt x="37048" y="272052"/>
                  </a:lnTo>
                  <a:lnTo>
                    <a:pt x="40439" y="276122"/>
                  </a:lnTo>
                  <a:lnTo>
                    <a:pt x="43958" y="280082"/>
                  </a:lnTo>
                  <a:lnTo>
                    <a:pt x="47601" y="283929"/>
                  </a:lnTo>
                  <a:lnTo>
                    <a:pt x="51363" y="287659"/>
                  </a:lnTo>
                  <a:lnTo>
                    <a:pt x="55242" y="291267"/>
                  </a:lnTo>
                  <a:lnTo>
                    <a:pt x="59233" y="294751"/>
                  </a:lnTo>
                  <a:lnTo>
                    <a:pt x="63333" y="298107"/>
                  </a:lnTo>
                  <a:lnTo>
                    <a:pt x="67537" y="301331"/>
                  </a:lnTo>
                  <a:lnTo>
                    <a:pt x="71841" y="304420"/>
                  </a:lnTo>
                  <a:lnTo>
                    <a:pt x="76240" y="307371"/>
                  </a:lnTo>
                  <a:lnTo>
                    <a:pt x="80731" y="310182"/>
                  </a:lnTo>
                  <a:lnTo>
                    <a:pt x="85309" y="312848"/>
                  </a:lnTo>
                  <a:lnTo>
                    <a:pt x="89969" y="315368"/>
                  </a:lnTo>
                  <a:lnTo>
                    <a:pt x="94706" y="317740"/>
                  </a:lnTo>
                  <a:lnTo>
                    <a:pt x="99517" y="319960"/>
                  </a:lnTo>
                  <a:lnTo>
                    <a:pt x="104395" y="322026"/>
                  </a:lnTo>
                  <a:lnTo>
                    <a:pt x="109336" y="323937"/>
                  </a:lnTo>
                  <a:lnTo>
                    <a:pt x="114335" y="325690"/>
                  </a:lnTo>
                  <a:lnTo>
                    <a:pt x="119388" y="327284"/>
                  </a:lnTo>
                  <a:lnTo>
                    <a:pt x="124488" y="328717"/>
                  </a:lnTo>
                  <a:lnTo>
                    <a:pt x="129631" y="329988"/>
                  </a:lnTo>
                  <a:lnTo>
                    <a:pt x="134812" y="331095"/>
                  </a:lnTo>
                  <a:lnTo>
                    <a:pt x="140025" y="332038"/>
                  </a:lnTo>
                  <a:lnTo>
                    <a:pt x="145266" y="332814"/>
                  </a:lnTo>
                  <a:lnTo>
                    <a:pt x="150528" y="333425"/>
                  </a:lnTo>
                  <a:lnTo>
                    <a:pt x="155808" y="333868"/>
                  </a:lnTo>
                  <a:lnTo>
                    <a:pt x="161098" y="334144"/>
                  </a:lnTo>
                  <a:lnTo>
                    <a:pt x="166395" y="334252"/>
                  </a:lnTo>
                  <a:lnTo>
                    <a:pt x="171692" y="334192"/>
                  </a:lnTo>
                  <a:lnTo>
                    <a:pt x="176985" y="333964"/>
                  </a:lnTo>
                  <a:lnTo>
                    <a:pt x="182268" y="333568"/>
                  </a:lnTo>
                  <a:lnTo>
                    <a:pt x="187536" y="333006"/>
                  </a:lnTo>
                  <a:lnTo>
                    <a:pt x="192784" y="332277"/>
                  </a:lnTo>
                  <a:lnTo>
                    <a:pt x="198005" y="331381"/>
                  </a:lnTo>
                  <a:lnTo>
                    <a:pt x="203196" y="330321"/>
                  </a:lnTo>
                  <a:lnTo>
                    <a:pt x="208350" y="329097"/>
                  </a:lnTo>
                  <a:lnTo>
                    <a:pt x="213463" y="327710"/>
                  </a:lnTo>
                  <a:lnTo>
                    <a:pt x="218530" y="326162"/>
                  </a:lnTo>
                  <a:lnTo>
                    <a:pt x="223545" y="324454"/>
                  </a:lnTo>
                  <a:lnTo>
                    <a:pt x="228503" y="322588"/>
                  </a:lnTo>
                  <a:lnTo>
                    <a:pt x="233400" y="320566"/>
                  </a:lnTo>
                  <a:lnTo>
                    <a:pt x="238230" y="318390"/>
                  </a:lnTo>
                  <a:lnTo>
                    <a:pt x="242989" y="316061"/>
                  </a:lnTo>
                  <a:lnTo>
                    <a:pt x="247671" y="313584"/>
                  </a:lnTo>
                  <a:lnTo>
                    <a:pt x="252273" y="310959"/>
                  </a:lnTo>
                  <a:lnTo>
                    <a:pt x="256789" y="308189"/>
                  </a:lnTo>
                  <a:lnTo>
                    <a:pt x="261216" y="305278"/>
                  </a:lnTo>
                  <a:lnTo>
                    <a:pt x="265547" y="302228"/>
                  </a:lnTo>
                  <a:lnTo>
                    <a:pt x="269780" y="299042"/>
                  </a:lnTo>
                  <a:lnTo>
                    <a:pt x="273910" y="295724"/>
                  </a:lnTo>
                  <a:lnTo>
                    <a:pt x="277933" y="292276"/>
                  </a:lnTo>
                  <a:lnTo>
                    <a:pt x="281844" y="288703"/>
                  </a:lnTo>
                  <a:lnTo>
                    <a:pt x="285640" y="285007"/>
                  </a:lnTo>
                  <a:lnTo>
                    <a:pt x="289317" y="281194"/>
                  </a:lnTo>
                  <a:lnTo>
                    <a:pt x="292872" y="277265"/>
                  </a:lnTo>
                  <a:lnTo>
                    <a:pt x="296300" y="273226"/>
                  </a:lnTo>
                  <a:lnTo>
                    <a:pt x="299599" y="269080"/>
                  </a:lnTo>
                  <a:lnTo>
                    <a:pt x="302764" y="264832"/>
                  </a:lnTo>
                  <a:lnTo>
                    <a:pt x="305793" y="260486"/>
                  </a:lnTo>
                  <a:lnTo>
                    <a:pt x="308683" y="256046"/>
                  </a:lnTo>
                  <a:lnTo>
                    <a:pt x="311431" y="251516"/>
                  </a:lnTo>
                  <a:lnTo>
                    <a:pt x="314034" y="246902"/>
                  </a:lnTo>
                  <a:lnTo>
                    <a:pt x="316490" y="242208"/>
                  </a:lnTo>
                  <a:lnTo>
                    <a:pt x="318795" y="237438"/>
                  </a:lnTo>
                  <a:lnTo>
                    <a:pt x="320948" y="232597"/>
                  </a:lnTo>
                  <a:lnTo>
                    <a:pt x="322947" y="227691"/>
                  </a:lnTo>
                  <a:lnTo>
                    <a:pt x="324789" y="222724"/>
                  </a:lnTo>
                  <a:lnTo>
                    <a:pt x="326473" y="217701"/>
                  </a:lnTo>
                  <a:lnTo>
                    <a:pt x="327997" y="212627"/>
                  </a:lnTo>
                  <a:lnTo>
                    <a:pt x="329359" y="207507"/>
                  </a:lnTo>
                  <a:lnTo>
                    <a:pt x="330558" y="202347"/>
                  </a:lnTo>
                  <a:lnTo>
                    <a:pt x="331594" y="197151"/>
                  </a:lnTo>
                  <a:lnTo>
                    <a:pt x="332464" y="191925"/>
                  </a:lnTo>
                  <a:lnTo>
                    <a:pt x="333168" y="186674"/>
                  </a:lnTo>
                  <a:lnTo>
                    <a:pt x="333705" y="181404"/>
                  </a:lnTo>
                  <a:lnTo>
                    <a:pt x="334075" y="176119"/>
                  </a:lnTo>
                  <a:lnTo>
                    <a:pt x="167152" y="1670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45892" y="2168369"/>
              <a:ext cx="167157" cy="176200"/>
            </a:xfrm>
            <a:custGeom>
              <a:avLst/>
              <a:pathLst>
                <a:path w="167157" h="176200">
                  <a:moveTo>
                    <a:pt x="166923" y="176200"/>
                  </a:moveTo>
                  <a:lnTo>
                    <a:pt x="167128" y="170772"/>
                  </a:lnTo>
                  <a:lnTo>
                    <a:pt x="167157" y="165340"/>
                  </a:lnTo>
                  <a:lnTo>
                    <a:pt x="167009" y="159909"/>
                  </a:lnTo>
                  <a:lnTo>
                    <a:pt x="166685" y="154487"/>
                  </a:lnTo>
                  <a:lnTo>
                    <a:pt x="166185" y="149078"/>
                  </a:lnTo>
                  <a:lnTo>
                    <a:pt x="165510" y="143688"/>
                  </a:lnTo>
                  <a:lnTo>
                    <a:pt x="164660" y="138322"/>
                  </a:lnTo>
                  <a:lnTo>
                    <a:pt x="163635" y="132988"/>
                  </a:lnTo>
                  <a:lnTo>
                    <a:pt x="162439" y="127689"/>
                  </a:lnTo>
                  <a:lnTo>
                    <a:pt x="161070" y="122432"/>
                  </a:lnTo>
                  <a:lnTo>
                    <a:pt x="159531" y="117222"/>
                  </a:lnTo>
                  <a:lnTo>
                    <a:pt x="157824" y="112065"/>
                  </a:lnTo>
                  <a:lnTo>
                    <a:pt x="155951" y="106966"/>
                  </a:lnTo>
                  <a:lnTo>
                    <a:pt x="153912" y="101931"/>
                  </a:lnTo>
                  <a:lnTo>
                    <a:pt x="151712" y="96964"/>
                  </a:lnTo>
                  <a:lnTo>
                    <a:pt x="149350" y="92072"/>
                  </a:lnTo>
                  <a:lnTo>
                    <a:pt x="146832" y="87259"/>
                  </a:lnTo>
                  <a:lnTo>
                    <a:pt x="144158" y="82530"/>
                  </a:lnTo>
                  <a:lnTo>
                    <a:pt x="141332" y="77891"/>
                  </a:lnTo>
                  <a:lnTo>
                    <a:pt x="138356" y="73346"/>
                  </a:lnTo>
                  <a:lnTo>
                    <a:pt x="135235" y="68900"/>
                  </a:lnTo>
                  <a:lnTo>
                    <a:pt x="131971" y="64558"/>
                  </a:lnTo>
                  <a:lnTo>
                    <a:pt x="128567" y="60325"/>
                  </a:lnTo>
                  <a:lnTo>
                    <a:pt x="125028" y="56204"/>
                  </a:lnTo>
                  <a:lnTo>
                    <a:pt x="121356" y="52200"/>
                  </a:lnTo>
                  <a:lnTo>
                    <a:pt x="117557" y="48317"/>
                  </a:lnTo>
                  <a:lnTo>
                    <a:pt x="113633" y="44561"/>
                  </a:lnTo>
                  <a:lnTo>
                    <a:pt x="109590" y="40933"/>
                  </a:lnTo>
                  <a:lnTo>
                    <a:pt x="105430" y="37439"/>
                  </a:lnTo>
                  <a:lnTo>
                    <a:pt x="101160" y="34082"/>
                  </a:lnTo>
                  <a:lnTo>
                    <a:pt x="96782" y="30865"/>
                  </a:lnTo>
                  <a:lnTo>
                    <a:pt x="92302" y="27793"/>
                  </a:lnTo>
                  <a:lnTo>
                    <a:pt x="87725" y="24867"/>
                  </a:lnTo>
                  <a:lnTo>
                    <a:pt x="83055" y="22092"/>
                  </a:lnTo>
                  <a:lnTo>
                    <a:pt x="78298" y="19470"/>
                  </a:lnTo>
                  <a:lnTo>
                    <a:pt x="73457" y="17004"/>
                  </a:lnTo>
                  <a:lnTo>
                    <a:pt x="68540" y="14697"/>
                  </a:lnTo>
                  <a:lnTo>
                    <a:pt x="63549" y="12550"/>
                  </a:lnTo>
                  <a:lnTo>
                    <a:pt x="58492" y="10567"/>
                  </a:lnTo>
                  <a:lnTo>
                    <a:pt x="53373" y="8749"/>
                  </a:lnTo>
                  <a:lnTo>
                    <a:pt x="48198" y="7099"/>
                  </a:lnTo>
                  <a:lnTo>
                    <a:pt x="42971" y="5617"/>
                  </a:lnTo>
                  <a:lnTo>
                    <a:pt x="37700" y="4306"/>
                  </a:lnTo>
                  <a:lnTo>
                    <a:pt x="32388" y="3167"/>
                  </a:lnTo>
                  <a:lnTo>
                    <a:pt x="27043" y="2201"/>
                  </a:lnTo>
                  <a:lnTo>
                    <a:pt x="21668" y="1410"/>
                  </a:lnTo>
                  <a:lnTo>
                    <a:pt x="16271" y="793"/>
                  </a:lnTo>
                  <a:lnTo>
                    <a:pt x="10857" y="352"/>
                  </a:lnTo>
                  <a:lnTo>
                    <a:pt x="543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44863" y="1735255"/>
              <a:ext cx="15683" cy="167167"/>
            </a:xfrm>
            <a:custGeom>
              <a:avLst/>
              <a:pathLst>
                <a:path w="15683" h="167167">
                  <a:moveTo>
                    <a:pt x="15683" y="0"/>
                  </a:moveTo>
                  <a:lnTo>
                    <a:pt x="0" y="737"/>
                  </a:lnTo>
                  <a:lnTo>
                    <a:pt x="1568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44863" y="1735993"/>
              <a:ext cx="15683" cy="166430"/>
            </a:xfrm>
            <a:custGeom>
              <a:avLst/>
              <a:pathLst>
                <a:path w="15683" h="166430">
                  <a:moveTo>
                    <a:pt x="0" y="0"/>
                  </a:moveTo>
                  <a:lnTo>
                    <a:pt x="15683" y="166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293385" y="1735938"/>
              <a:ext cx="334327" cy="333635"/>
            </a:xfrm>
            <a:custGeom>
              <a:avLst/>
              <a:pathLst>
                <a:path w="334327" h="333635">
                  <a:moveTo>
                    <a:pt x="151477" y="54"/>
                  </a:moveTo>
                  <a:lnTo>
                    <a:pt x="146227" y="633"/>
                  </a:lnTo>
                  <a:lnTo>
                    <a:pt x="140997" y="1377"/>
                  </a:lnTo>
                  <a:lnTo>
                    <a:pt x="135794" y="2286"/>
                  </a:lnTo>
                  <a:lnTo>
                    <a:pt x="130622" y="3359"/>
                  </a:lnTo>
                  <a:lnTo>
                    <a:pt x="125486" y="4595"/>
                  </a:lnTo>
                  <a:lnTo>
                    <a:pt x="120392" y="5992"/>
                  </a:lnTo>
                  <a:lnTo>
                    <a:pt x="115344" y="7550"/>
                  </a:lnTo>
                  <a:lnTo>
                    <a:pt x="110349" y="9267"/>
                  </a:lnTo>
                  <a:lnTo>
                    <a:pt x="105410" y="11140"/>
                  </a:lnTo>
                  <a:lnTo>
                    <a:pt x="100533" y="13169"/>
                  </a:lnTo>
                  <a:lnTo>
                    <a:pt x="95722" y="15350"/>
                  </a:lnTo>
                  <a:lnTo>
                    <a:pt x="90983" y="17683"/>
                  </a:lnTo>
                  <a:lnTo>
                    <a:pt x="86319" y="20164"/>
                  </a:lnTo>
                  <a:lnTo>
                    <a:pt x="81737" y="22791"/>
                  </a:lnTo>
                  <a:lnTo>
                    <a:pt x="77240" y="25562"/>
                  </a:lnTo>
                  <a:lnTo>
                    <a:pt x="72832" y="28473"/>
                  </a:lnTo>
                  <a:lnTo>
                    <a:pt x="68519" y="31522"/>
                  </a:lnTo>
                  <a:lnTo>
                    <a:pt x="64304" y="34706"/>
                  </a:lnTo>
                  <a:lnTo>
                    <a:pt x="60192" y="38022"/>
                  </a:lnTo>
                  <a:lnTo>
                    <a:pt x="56186" y="41466"/>
                  </a:lnTo>
                  <a:lnTo>
                    <a:pt x="52292" y="45034"/>
                  </a:lnTo>
                  <a:lnTo>
                    <a:pt x="48512" y="48724"/>
                  </a:lnTo>
                  <a:lnTo>
                    <a:pt x="44851" y="52532"/>
                  </a:lnTo>
                  <a:lnTo>
                    <a:pt x="41311" y="56453"/>
                  </a:lnTo>
                  <a:lnTo>
                    <a:pt x="37898" y="60484"/>
                  </a:lnTo>
                  <a:lnTo>
                    <a:pt x="34613" y="64621"/>
                  </a:lnTo>
                  <a:lnTo>
                    <a:pt x="31461" y="68860"/>
                  </a:lnTo>
                  <a:lnTo>
                    <a:pt x="28445" y="73196"/>
                  </a:lnTo>
                  <a:lnTo>
                    <a:pt x="25566" y="77625"/>
                  </a:lnTo>
                  <a:lnTo>
                    <a:pt x="22830" y="82143"/>
                  </a:lnTo>
                  <a:lnTo>
                    <a:pt x="20237" y="86745"/>
                  </a:lnTo>
                  <a:lnTo>
                    <a:pt x="17791" y="91427"/>
                  </a:lnTo>
                  <a:lnTo>
                    <a:pt x="15494" y="96184"/>
                  </a:lnTo>
                  <a:lnTo>
                    <a:pt x="13349" y="101011"/>
                  </a:lnTo>
                  <a:lnTo>
                    <a:pt x="11357" y="105903"/>
                  </a:lnTo>
                  <a:lnTo>
                    <a:pt x="9521" y="110856"/>
                  </a:lnTo>
                  <a:lnTo>
                    <a:pt x="7842" y="115865"/>
                  </a:lnTo>
                  <a:lnTo>
                    <a:pt x="6322" y="120923"/>
                  </a:lnTo>
                  <a:lnTo>
                    <a:pt x="4963" y="126028"/>
                  </a:lnTo>
                  <a:lnTo>
                    <a:pt x="3766" y="131173"/>
                  </a:lnTo>
                  <a:lnTo>
                    <a:pt x="2732" y="136353"/>
                  </a:lnTo>
                  <a:lnTo>
                    <a:pt x="1862" y="141563"/>
                  </a:lnTo>
                  <a:lnTo>
                    <a:pt x="1157" y="146798"/>
                  </a:lnTo>
                  <a:lnTo>
                    <a:pt x="618" y="152053"/>
                  </a:lnTo>
                  <a:lnTo>
                    <a:pt x="245" y="157322"/>
                  </a:lnTo>
                  <a:lnTo>
                    <a:pt x="39" y="162600"/>
                  </a:lnTo>
                  <a:lnTo>
                    <a:pt x="0" y="167882"/>
                  </a:lnTo>
                  <a:lnTo>
                    <a:pt x="127" y="173163"/>
                  </a:lnTo>
                  <a:lnTo>
                    <a:pt x="422" y="178437"/>
                  </a:lnTo>
                  <a:lnTo>
                    <a:pt x="882" y="183699"/>
                  </a:lnTo>
                  <a:lnTo>
                    <a:pt x="1509" y="188944"/>
                  </a:lnTo>
                  <a:lnTo>
                    <a:pt x="2302" y="194166"/>
                  </a:lnTo>
                  <a:lnTo>
                    <a:pt x="3259" y="199361"/>
                  </a:lnTo>
                  <a:lnTo>
                    <a:pt x="4379" y="204523"/>
                  </a:lnTo>
                  <a:lnTo>
                    <a:pt x="5662" y="209647"/>
                  </a:lnTo>
                  <a:lnTo>
                    <a:pt x="7107" y="214728"/>
                  </a:lnTo>
                  <a:lnTo>
                    <a:pt x="8711" y="219761"/>
                  </a:lnTo>
                  <a:lnTo>
                    <a:pt x="10473" y="224741"/>
                  </a:lnTo>
                  <a:lnTo>
                    <a:pt x="12392" y="229662"/>
                  </a:lnTo>
                  <a:lnTo>
                    <a:pt x="14465" y="234521"/>
                  </a:lnTo>
                  <a:lnTo>
                    <a:pt x="16691" y="239311"/>
                  </a:lnTo>
                  <a:lnTo>
                    <a:pt x="19067" y="244029"/>
                  </a:lnTo>
                  <a:lnTo>
                    <a:pt x="21591" y="248669"/>
                  </a:lnTo>
                  <a:lnTo>
                    <a:pt x="24261" y="253227"/>
                  </a:lnTo>
                  <a:lnTo>
                    <a:pt x="27073" y="257699"/>
                  </a:lnTo>
                  <a:lnTo>
                    <a:pt x="30024" y="262079"/>
                  </a:lnTo>
                  <a:lnTo>
                    <a:pt x="33113" y="266364"/>
                  </a:lnTo>
                  <a:lnTo>
                    <a:pt x="36336" y="270550"/>
                  </a:lnTo>
                  <a:lnTo>
                    <a:pt x="39689" y="274631"/>
                  </a:lnTo>
                  <a:lnTo>
                    <a:pt x="43170" y="278605"/>
                  </a:lnTo>
                  <a:lnTo>
                    <a:pt x="46774" y="282466"/>
                  </a:lnTo>
                  <a:lnTo>
                    <a:pt x="50498" y="286212"/>
                  </a:lnTo>
                  <a:lnTo>
                    <a:pt x="54339" y="289838"/>
                  </a:lnTo>
                  <a:lnTo>
                    <a:pt x="58293" y="293341"/>
                  </a:lnTo>
                  <a:lnTo>
                    <a:pt x="62355" y="296717"/>
                  </a:lnTo>
                  <a:lnTo>
                    <a:pt x="66522" y="299964"/>
                  </a:lnTo>
                  <a:lnTo>
                    <a:pt x="70790" y="303077"/>
                  </a:lnTo>
                  <a:lnTo>
                    <a:pt x="75154" y="306053"/>
                  </a:lnTo>
                  <a:lnTo>
                    <a:pt x="79609" y="308891"/>
                  </a:lnTo>
                  <a:lnTo>
                    <a:pt x="84152" y="311586"/>
                  </a:lnTo>
                  <a:lnTo>
                    <a:pt x="88778" y="314136"/>
                  </a:lnTo>
                  <a:lnTo>
                    <a:pt x="93482" y="316539"/>
                  </a:lnTo>
                  <a:lnTo>
                    <a:pt x="98260" y="318792"/>
                  </a:lnTo>
                  <a:lnTo>
                    <a:pt x="103107" y="320892"/>
                  </a:lnTo>
                  <a:lnTo>
                    <a:pt x="108017" y="322839"/>
                  </a:lnTo>
                  <a:lnTo>
                    <a:pt x="112987" y="324630"/>
                  </a:lnTo>
                  <a:lnTo>
                    <a:pt x="118010" y="326262"/>
                  </a:lnTo>
                  <a:lnTo>
                    <a:pt x="123083" y="327736"/>
                  </a:lnTo>
                  <a:lnTo>
                    <a:pt x="128200" y="329048"/>
                  </a:lnTo>
                  <a:lnTo>
                    <a:pt x="133355" y="330197"/>
                  </a:lnTo>
                  <a:lnTo>
                    <a:pt x="138545" y="331184"/>
                  </a:lnTo>
                  <a:lnTo>
                    <a:pt x="143762" y="332006"/>
                  </a:lnTo>
                  <a:lnTo>
                    <a:pt x="149004" y="332662"/>
                  </a:lnTo>
                  <a:lnTo>
                    <a:pt x="154263" y="333153"/>
                  </a:lnTo>
                  <a:lnTo>
                    <a:pt x="159535" y="333477"/>
                  </a:lnTo>
                  <a:lnTo>
                    <a:pt x="164815" y="333635"/>
                  </a:lnTo>
                  <a:lnTo>
                    <a:pt x="170098" y="333626"/>
                  </a:lnTo>
                  <a:lnTo>
                    <a:pt x="175377" y="333449"/>
                  </a:lnTo>
                  <a:lnTo>
                    <a:pt x="180648" y="333106"/>
                  </a:lnTo>
                  <a:lnTo>
                    <a:pt x="185906" y="332597"/>
                  </a:lnTo>
                  <a:lnTo>
                    <a:pt x="191145" y="331922"/>
                  </a:lnTo>
                  <a:lnTo>
                    <a:pt x="196360" y="331082"/>
                  </a:lnTo>
                  <a:lnTo>
                    <a:pt x="201546" y="330077"/>
                  </a:lnTo>
                  <a:lnTo>
                    <a:pt x="206697" y="328909"/>
                  </a:lnTo>
                  <a:lnTo>
                    <a:pt x="211809" y="327579"/>
                  </a:lnTo>
                  <a:lnTo>
                    <a:pt x="216877" y="326088"/>
                  </a:lnTo>
                  <a:lnTo>
                    <a:pt x="221894" y="324437"/>
                  </a:lnTo>
                  <a:lnTo>
                    <a:pt x="226858" y="322629"/>
                  </a:lnTo>
                  <a:lnTo>
                    <a:pt x="231761" y="320665"/>
                  </a:lnTo>
                  <a:lnTo>
                    <a:pt x="236600" y="318547"/>
                  </a:lnTo>
                  <a:lnTo>
                    <a:pt x="241370" y="316277"/>
                  </a:lnTo>
                  <a:lnTo>
                    <a:pt x="246066" y="313858"/>
                  </a:lnTo>
                  <a:lnTo>
                    <a:pt x="250682" y="311291"/>
                  </a:lnTo>
                  <a:lnTo>
                    <a:pt x="255216" y="308580"/>
                  </a:lnTo>
                  <a:lnTo>
                    <a:pt x="259661" y="305727"/>
                  </a:lnTo>
                  <a:lnTo>
                    <a:pt x="264015" y="302735"/>
                  </a:lnTo>
                  <a:lnTo>
                    <a:pt x="268271" y="299607"/>
                  </a:lnTo>
                  <a:lnTo>
                    <a:pt x="272427" y="296346"/>
                  </a:lnTo>
                  <a:lnTo>
                    <a:pt x="276477" y="292955"/>
                  </a:lnTo>
                  <a:lnTo>
                    <a:pt x="280418" y="289438"/>
                  </a:lnTo>
                  <a:lnTo>
                    <a:pt x="284246" y="285799"/>
                  </a:lnTo>
                  <a:lnTo>
                    <a:pt x="287958" y="282040"/>
                  </a:lnTo>
                  <a:lnTo>
                    <a:pt x="291548" y="278166"/>
                  </a:lnTo>
                  <a:lnTo>
                    <a:pt x="295015" y="274180"/>
                  </a:lnTo>
                  <a:lnTo>
                    <a:pt x="298354" y="270087"/>
                  </a:lnTo>
                  <a:lnTo>
                    <a:pt x="301561" y="265890"/>
                  </a:lnTo>
                  <a:lnTo>
                    <a:pt x="304635" y="261594"/>
                  </a:lnTo>
                  <a:lnTo>
                    <a:pt x="307571" y="257203"/>
                  </a:lnTo>
                  <a:lnTo>
                    <a:pt x="310367" y="252721"/>
                  </a:lnTo>
                  <a:lnTo>
                    <a:pt x="313021" y="248154"/>
                  </a:lnTo>
                  <a:lnTo>
                    <a:pt x="315528" y="243505"/>
                  </a:lnTo>
                  <a:lnTo>
                    <a:pt x="317887" y="238779"/>
                  </a:lnTo>
                  <a:lnTo>
                    <a:pt x="320096" y="233980"/>
                  </a:lnTo>
                  <a:lnTo>
                    <a:pt x="322153" y="229115"/>
                  </a:lnTo>
                  <a:lnTo>
                    <a:pt x="324054" y="224187"/>
                  </a:lnTo>
                  <a:lnTo>
                    <a:pt x="325799" y="219201"/>
                  </a:lnTo>
                  <a:lnTo>
                    <a:pt x="327385" y="214162"/>
                  </a:lnTo>
                  <a:lnTo>
                    <a:pt x="328811" y="209076"/>
                  </a:lnTo>
                  <a:lnTo>
                    <a:pt x="330076" y="203948"/>
                  </a:lnTo>
                  <a:lnTo>
                    <a:pt x="331179" y="198782"/>
                  </a:lnTo>
                  <a:lnTo>
                    <a:pt x="332117" y="193583"/>
                  </a:lnTo>
                  <a:lnTo>
                    <a:pt x="332891" y="188358"/>
                  </a:lnTo>
                  <a:lnTo>
                    <a:pt x="333500" y="183111"/>
                  </a:lnTo>
                  <a:lnTo>
                    <a:pt x="333942" y="177847"/>
                  </a:lnTo>
                  <a:lnTo>
                    <a:pt x="334218" y="172572"/>
                  </a:lnTo>
                  <a:lnTo>
                    <a:pt x="334327" y="167291"/>
                  </a:lnTo>
                  <a:lnTo>
                    <a:pt x="334269" y="162009"/>
                  </a:lnTo>
                  <a:lnTo>
                    <a:pt x="334044" y="156732"/>
                  </a:lnTo>
                  <a:lnTo>
                    <a:pt x="333652" y="151464"/>
                  </a:lnTo>
                  <a:lnTo>
                    <a:pt x="333095" y="146211"/>
                  </a:lnTo>
                  <a:lnTo>
                    <a:pt x="332371" y="140979"/>
                  </a:lnTo>
                  <a:lnTo>
                    <a:pt x="331483" y="135772"/>
                  </a:lnTo>
                  <a:lnTo>
                    <a:pt x="330431" y="130595"/>
                  </a:lnTo>
                  <a:lnTo>
                    <a:pt x="329215" y="125455"/>
                  </a:lnTo>
                  <a:lnTo>
                    <a:pt x="327838" y="120355"/>
                  </a:lnTo>
                  <a:lnTo>
                    <a:pt x="326300" y="115302"/>
                  </a:lnTo>
                  <a:lnTo>
                    <a:pt x="324604" y="110299"/>
                  </a:lnTo>
                  <a:lnTo>
                    <a:pt x="322750" y="105353"/>
                  </a:lnTo>
                  <a:lnTo>
                    <a:pt x="320741" y="100468"/>
                  </a:lnTo>
                  <a:lnTo>
                    <a:pt x="318579" y="95648"/>
                  </a:lnTo>
                  <a:lnTo>
                    <a:pt x="316265" y="90900"/>
                  </a:lnTo>
                  <a:lnTo>
                    <a:pt x="313802" y="86226"/>
                  </a:lnTo>
                  <a:lnTo>
                    <a:pt x="311194" y="81633"/>
                  </a:lnTo>
                  <a:lnTo>
                    <a:pt x="308441" y="77125"/>
                  </a:lnTo>
                  <a:lnTo>
                    <a:pt x="305547" y="72706"/>
                  </a:lnTo>
                  <a:lnTo>
                    <a:pt x="302515" y="68381"/>
                  </a:lnTo>
                  <a:lnTo>
                    <a:pt x="299348" y="64153"/>
                  </a:lnTo>
                  <a:lnTo>
                    <a:pt x="296049" y="60028"/>
                  </a:lnTo>
                  <a:lnTo>
                    <a:pt x="292621" y="56009"/>
                  </a:lnTo>
                  <a:lnTo>
                    <a:pt x="289068" y="52100"/>
                  </a:lnTo>
                  <a:lnTo>
                    <a:pt x="285393" y="48306"/>
                  </a:lnTo>
                  <a:lnTo>
                    <a:pt x="281600" y="44629"/>
                  </a:lnTo>
                  <a:lnTo>
                    <a:pt x="277693" y="41074"/>
                  </a:lnTo>
                  <a:lnTo>
                    <a:pt x="273676" y="37645"/>
                  </a:lnTo>
                  <a:lnTo>
                    <a:pt x="269552" y="34344"/>
                  </a:lnTo>
                  <a:lnTo>
                    <a:pt x="265326" y="31175"/>
                  </a:lnTo>
                  <a:lnTo>
                    <a:pt x="261002" y="28141"/>
                  </a:lnTo>
                  <a:lnTo>
                    <a:pt x="256584" y="25245"/>
                  </a:lnTo>
                  <a:lnTo>
                    <a:pt x="252077" y="22490"/>
                  </a:lnTo>
                  <a:lnTo>
                    <a:pt x="247485" y="19879"/>
                  </a:lnTo>
                  <a:lnTo>
                    <a:pt x="242813" y="17414"/>
                  </a:lnTo>
                  <a:lnTo>
                    <a:pt x="238065" y="15099"/>
                  </a:lnTo>
                  <a:lnTo>
                    <a:pt x="233247" y="12934"/>
                  </a:lnTo>
                  <a:lnTo>
                    <a:pt x="228363" y="10923"/>
                  </a:lnTo>
                  <a:lnTo>
                    <a:pt x="223417" y="9067"/>
                  </a:lnTo>
                  <a:lnTo>
                    <a:pt x="218416" y="7368"/>
                  </a:lnTo>
                  <a:lnTo>
                    <a:pt x="213363" y="5828"/>
                  </a:lnTo>
                  <a:lnTo>
                    <a:pt x="208264" y="4448"/>
                  </a:lnTo>
                  <a:lnTo>
                    <a:pt x="203124" y="3231"/>
                  </a:lnTo>
                  <a:lnTo>
                    <a:pt x="197948" y="2176"/>
                  </a:lnTo>
                  <a:lnTo>
                    <a:pt x="192741" y="1285"/>
                  </a:lnTo>
                  <a:lnTo>
                    <a:pt x="187509" y="560"/>
                  </a:lnTo>
                  <a:lnTo>
                    <a:pt x="182257" y="0"/>
                  </a:lnTo>
                  <a:lnTo>
                    <a:pt x="167161" y="166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60546" y="1735255"/>
              <a:ext cx="15095" cy="167167"/>
            </a:xfrm>
            <a:custGeom>
              <a:avLst/>
              <a:pathLst>
                <a:path w="15095" h="167167">
                  <a:moveTo>
                    <a:pt x="15095" y="68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15672" y="1379510"/>
              <a:ext cx="167167" cy="204262"/>
            </a:xfrm>
            <a:custGeom>
              <a:avLst/>
              <a:pathLst>
                <a:path w="167167" h="204262">
                  <a:moveTo>
                    <a:pt x="167167" y="0"/>
                  </a:moveTo>
                  <a:lnTo>
                    <a:pt x="161811" y="85"/>
                  </a:lnTo>
                  <a:lnTo>
                    <a:pt x="156460" y="343"/>
                  </a:lnTo>
                  <a:lnTo>
                    <a:pt x="151121" y="771"/>
                  </a:lnTo>
                  <a:lnTo>
                    <a:pt x="145797" y="1371"/>
                  </a:lnTo>
                  <a:lnTo>
                    <a:pt x="140496" y="2141"/>
                  </a:lnTo>
                  <a:lnTo>
                    <a:pt x="135223" y="3080"/>
                  </a:lnTo>
                  <a:lnTo>
                    <a:pt x="129982" y="4188"/>
                  </a:lnTo>
                  <a:lnTo>
                    <a:pt x="124779" y="5463"/>
                  </a:lnTo>
                  <a:lnTo>
                    <a:pt x="119619" y="6904"/>
                  </a:lnTo>
                  <a:lnTo>
                    <a:pt x="114509" y="8510"/>
                  </a:lnTo>
                  <a:lnTo>
                    <a:pt x="109453" y="10278"/>
                  </a:lnTo>
                  <a:lnTo>
                    <a:pt x="104455" y="12208"/>
                  </a:lnTo>
                  <a:lnTo>
                    <a:pt x="99523" y="14297"/>
                  </a:lnTo>
                  <a:lnTo>
                    <a:pt x="94659" y="16543"/>
                  </a:lnTo>
                  <a:lnTo>
                    <a:pt x="89871" y="18943"/>
                  </a:lnTo>
                  <a:lnTo>
                    <a:pt x="85161" y="21496"/>
                  </a:lnTo>
                  <a:lnTo>
                    <a:pt x="80536" y="24198"/>
                  </a:lnTo>
                  <a:lnTo>
                    <a:pt x="76000" y="27047"/>
                  </a:lnTo>
                  <a:lnTo>
                    <a:pt x="71557" y="30040"/>
                  </a:lnTo>
                  <a:lnTo>
                    <a:pt x="67212" y="33174"/>
                  </a:lnTo>
                  <a:lnTo>
                    <a:pt x="62971" y="36446"/>
                  </a:lnTo>
                  <a:lnTo>
                    <a:pt x="58836" y="39851"/>
                  </a:lnTo>
                  <a:lnTo>
                    <a:pt x="54812" y="43387"/>
                  </a:lnTo>
                  <a:lnTo>
                    <a:pt x="50904" y="47051"/>
                  </a:lnTo>
                  <a:lnTo>
                    <a:pt x="47115" y="50838"/>
                  </a:lnTo>
                  <a:lnTo>
                    <a:pt x="43449" y="54744"/>
                  </a:lnTo>
                  <a:lnTo>
                    <a:pt x="39911" y="58766"/>
                  </a:lnTo>
                  <a:lnTo>
                    <a:pt x="36503" y="62899"/>
                  </a:lnTo>
                  <a:lnTo>
                    <a:pt x="33229" y="67139"/>
                  </a:lnTo>
                  <a:lnTo>
                    <a:pt x="30093" y="71481"/>
                  </a:lnTo>
                  <a:lnTo>
                    <a:pt x="27098" y="75922"/>
                  </a:lnTo>
                  <a:lnTo>
                    <a:pt x="24246" y="80457"/>
                  </a:lnTo>
                  <a:lnTo>
                    <a:pt x="21541" y="85081"/>
                  </a:lnTo>
                  <a:lnTo>
                    <a:pt x="18986" y="89789"/>
                  </a:lnTo>
                  <a:lnTo>
                    <a:pt x="16583" y="94576"/>
                  </a:lnTo>
                  <a:lnTo>
                    <a:pt x="14334" y="99438"/>
                  </a:lnTo>
                  <a:lnTo>
                    <a:pt x="12243" y="104370"/>
                  </a:lnTo>
                  <a:lnTo>
                    <a:pt x="10310" y="109366"/>
                  </a:lnTo>
                  <a:lnTo>
                    <a:pt x="8539" y="114421"/>
                  </a:lnTo>
                  <a:lnTo>
                    <a:pt x="6930" y="119531"/>
                  </a:lnTo>
                  <a:lnTo>
                    <a:pt x="5486" y="124689"/>
                  </a:lnTo>
                  <a:lnTo>
                    <a:pt x="4208" y="129892"/>
                  </a:lnTo>
                  <a:lnTo>
                    <a:pt x="3098" y="135132"/>
                  </a:lnTo>
                  <a:lnTo>
                    <a:pt x="2156" y="140405"/>
                  </a:lnTo>
                  <a:lnTo>
                    <a:pt x="1383" y="145706"/>
                  </a:lnTo>
                  <a:lnTo>
                    <a:pt x="780" y="151029"/>
                  </a:lnTo>
                  <a:lnTo>
                    <a:pt x="349" y="156368"/>
                  </a:lnTo>
                  <a:lnTo>
                    <a:pt x="88" y="161719"/>
                  </a:lnTo>
                  <a:lnTo>
                    <a:pt x="0" y="167075"/>
                  </a:lnTo>
                  <a:lnTo>
                    <a:pt x="82" y="172431"/>
                  </a:lnTo>
                  <a:lnTo>
                    <a:pt x="337" y="177782"/>
                  </a:lnTo>
                  <a:lnTo>
                    <a:pt x="763" y="183121"/>
                  </a:lnTo>
                  <a:lnTo>
                    <a:pt x="1359" y="188445"/>
                  </a:lnTo>
                  <a:lnTo>
                    <a:pt x="2126" y="193746"/>
                  </a:lnTo>
                  <a:lnTo>
                    <a:pt x="3062" y="199021"/>
                  </a:lnTo>
                  <a:lnTo>
                    <a:pt x="4167" y="20426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919840" y="1546678"/>
              <a:ext cx="162999" cy="37095"/>
            </a:xfrm>
            <a:custGeom>
              <a:avLst/>
              <a:pathLst>
                <a:path w="162999" h="37095">
                  <a:moveTo>
                    <a:pt x="0" y="37095"/>
                  </a:moveTo>
                  <a:lnTo>
                    <a:pt x="1629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919840" y="1546678"/>
              <a:ext cx="322578" cy="167162"/>
            </a:xfrm>
            <a:custGeom>
              <a:avLst/>
              <a:pathLst>
                <a:path w="322578" h="167162">
                  <a:moveTo>
                    <a:pt x="0" y="37095"/>
                  </a:moveTo>
                  <a:lnTo>
                    <a:pt x="1265" y="42274"/>
                  </a:lnTo>
                  <a:lnTo>
                    <a:pt x="2696" y="47410"/>
                  </a:lnTo>
                  <a:lnTo>
                    <a:pt x="4289" y="52498"/>
                  </a:lnTo>
                  <a:lnTo>
                    <a:pt x="6044" y="57532"/>
                  </a:lnTo>
                  <a:lnTo>
                    <a:pt x="7959" y="62508"/>
                  </a:lnTo>
                  <a:lnTo>
                    <a:pt x="10031" y="67421"/>
                  </a:lnTo>
                  <a:lnTo>
                    <a:pt x="12259" y="72264"/>
                  </a:lnTo>
                  <a:lnTo>
                    <a:pt x="14640" y="77035"/>
                  </a:lnTo>
                  <a:lnTo>
                    <a:pt x="17172" y="81727"/>
                  </a:lnTo>
                  <a:lnTo>
                    <a:pt x="19852" y="86335"/>
                  </a:lnTo>
                  <a:lnTo>
                    <a:pt x="22678" y="90856"/>
                  </a:lnTo>
                  <a:lnTo>
                    <a:pt x="25647" y="95285"/>
                  </a:lnTo>
                  <a:lnTo>
                    <a:pt x="28755" y="99616"/>
                  </a:lnTo>
                  <a:lnTo>
                    <a:pt x="32000" y="103847"/>
                  </a:lnTo>
                  <a:lnTo>
                    <a:pt x="35379" y="107971"/>
                  </a:lnTo>
                  <a:lnTo>
                    <a:pt x="38887" y="111986"/>
                  </a:lnTo>
                  <a:lnTo>
                    <a:pt x="42521" y="115887"/>
                  </a:lnTo>
                  <a:lnTo>
                    <a:pt x="46278" y="119670"/>
                  </a:lnTo>
                  <a:lnTo>
                    <a:pt x="50153" y="123331"/>
                  </a:lnTo>
                  <a:lnTo>
                    <a:pt x="54144" y="126867"/>
                  </a:lnTo>
                  <a:lnTo>
                    <a:pt x="58245" y="130274"/>
                  </a:lnTo>
                  <a:lnTo>
                    <a:pt x="62452" y="133548"/>
                  </a:lnTo>
                  <a:lnTo>
                    <a:pt x="66762" y="136687"/>
                  </a:lnTo>
                  <a:lnTo>
                    <a:pt x="71170" y="139686"/>
                  </a:lnTo>
                  <a:lnTo>
                    <a:pt x="75671" y="142544"/>
                  </a:lnTo>
                  <a:lnTo>
                    <a:pt x="80261" y="145256"/>
                  </a:lnTo>
                  <a:lnTo>
                    <a:pt x="84936" y="147820"/>
                  </a:lnTo>
                  <a:lnTo>
                    <a:pt x="89689" y="150235"/>
                  </a:lnTo>
                  <a:lnTo>
                    <a:pt x="94517" y="152496"/>
                  </a:lnTo>
                  <a:lnTo>
                    <a:pt x="99415" y="154602"/>
                  </a:lnTo>
                  <a:lnTo>
                    <a:pt x="104378" y="156551"/>
                  </a:lnTo>
                  <a:lnTo>
                    <a:pt x="109400" y="158341"/>
                  </a:lnTo>
                  <a:lnTo>
                    <a:pt x="114477" y="159970"/>
                  </a:lnTo>
                  <a:lnTo>
                    <a:pt x="119603" y="161436"/>
                  </a:lnTo>
                  <a:lnTo>
                    <a:pt x="124773" y="162738"/>
                  </a:lnTo>
                  <a:lnTo>
                    <a:pt x="129982" y="163874"/>
                  </a:lnTo>
                  <a:lnTo>
                    <a:pt x="135224" y="164843"/>
                  </a:lnTo>
                  <a:lnTo>
                    <a:pt x="140495" y="165645"/>
                  </a:lnTo>
                  <a:lnTo>
                    <a:pt x="145789" y="166279"/>
                  </a:lnTo>
                  <a:lnTo>
                    <a:pt x="151100" y="166743"/>
                  </a:lnTo>
                  <a:lnTo>
                    <a:pt x="156424" y="167038"/>
                  </a:lnTo>
                  <a:lnTo>
                    <a:pt x="161754" y="167162"/>
                  </a:lnTo>
                  <a:lnTo>
                    <a:pt x="167085" y="167117"/>
                  </a:lnTo>
                  <a:lnTo>
                    <a:pt x="172412" y="166902"/>
                  </a:lnTo>
                  <a:lnTo>
                    <a:pt x="177730" y="166517"/>
                  </a:lnTo>
                  <a:lnTo>
                    <a:pt x="183033" y="165962"/>
                  </a:lnTo>
                  <a:lnTo>
                    <a:pt x="188315" y="165239"/>
                  </a:lnTo>
                  <a:lnTo>
                    <a:pt x="193571" y="164348"/>
                  </a:lnTo>
                  <a:lnTo>
                    <a:pt x="198797" y="163289"/>
                  </a:lnTo>
                  <a:lnTo>
                    <a:pt x="203986" y="162064"/>
                  </a:lnTo>
                  <a:lnTo>
                    <a:pt x="209133" y="160675"/>
                  </a:lnTo>
                  <a:lnTo>
                    <a:pt x="214233" y="159122"/>
                  </a:lnTo>
                  <a:lnTo>
                    <a:pt x="219282" y="157407"/>
                  </a:lnTo>
                  <a:lnTo>
                    <a:pt x="224273" y="155532"/>
                  </a:lnTo>
                  <a:lnTo>
                    <a:pt x="229201" y="153499"/>
                  </a:lnTo>
                  <a:lnTo>
                    <a:pt x="234063" y="151310"/>
                  </a:lnTo>
                  <a:lnTo>
                    <a:pt x="238852" y="148967"/>
                  </a:lnTo>
                  <a:lnTo>
                    <a:pt x="243564" y="146472"/>
                  </a:lnTo>
                  <a:lnTo>
                    <a:pt x="248194" y="143829"/>
                  </a:lnTo>
                  <a:lnTo>
                    <a:pt x="252737" y="141039"/>
                  </a:lnTo>
                  <a:lnTo>
                    <a:pt x="257189" y="138105"/>
                  </a:lnTo>
                  <a:lnTo>
                    <a:pt x="261545" y="135032"/>
                  </a:lnTo>
                  <a:lnTo>
                    <a:pt x="265801" y="131820"/>
                  </a:lnTo>
                  <a:lnTo>
                    <a:pt x="269952" y="128475"/>
                  </a:lnTo>
                  <a:lnTo>
                    <a:pt x="273995" y="124999"/>
                  </a:lnTo>
                  <a:lnTo>
                    <a:pt x="277925" y="121396"/>
                  </a:lnTo>
                  <a:lnTo>
                    <a:pt x="281737" y="117669"/>
                  </a:lnTo>
                  <a:lnTo>
                    <a:pt x="285429" y="113823"/>
                  </a:lnTo>
                  <a:lnTo>
                    <a:pt x="288997" y="109861"/>
                  </a:lnTo>
                  <a:lnTo>
                    <a:pt x="292436" y="105787"/>
                  </a:lnTo>
                  <a:lnTo>
                    <a:pt x="295744" y="101605"/>
                  </a:lnTo>
                  <a:lnTo>
                    <a:pt x="298917" y="97321"/>
                  </a:lnTo>
                  <a:lnTo>
                    <a:pt x="301951" y="92937"/>
                  </a:lnTo>
                  <a:lnTo>
                    <a:pt x="304844" y="88459"/>
                  </a:lnTo>
                  <a:lnTo>
                    <a:pt x="307593" y="83890"/>
                  </a:lnTo>
                  <a:lnTo>
                    <a:pt x="310194" y="79237"/>
                  </a:lnTo>
                  <a:lnTo>
                    <a:pt x="312646" y="74502"/>
                  </a:lnTo>
                  <a:lnTo>
                    <a:pt x="314946" y="69692"/>
                  </a:lnTo>
                  <a:lnTo>
                    <a:pt x="317091" y="64811"/>
                  </a:lnTo>
                  <a:lnTo>
                    <a:pt x="319080" y="59864"/>
                  </a:lnTo>
                  <a:lnTo>
                    <a:pt x="320909" y="54857"/>
                  </a:lnTo>
                  <a:lnTo>
                    <a:pt x="322578" y="49793"/>
                  </a:lnTo>
                  <a:lnTo>
                    <a:pt x="1629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82840" y="1379510"/>
              <a:ext cx="167155" cy="216961"/>
            </a:xfrm>
            <a:custGeom>
              <a:avLst/>
              <a:pathLst>
                <a:path w="167155" h="216961">
                  <a:moveTo>
                    <a:pt x="159579" y="216961"/>
                  </a:moveTo>
                  <a:lnTo>
                    <a:pt x="161103" y="211782"/>
                  </a:lnTo>
                  <a:lnTo>
                    <a:pt x="162460" y="206556"/>
                  </a:lnTo>
                  <a:lnTo>
                    <a:pt x="163647" y="201289"/>
                  </a:lnTo>
                  <a:lnTo>
                    <a:pt x="164664" y="195987"/>
                  </a:lnTo>
                  <a:lnTo>
                    <a:pt x="165509" y="190655"/>
                  </a:lnTo>
                  <a:lnTo>
                    <a:pt x="166181" y="185298"/>
                  </a:lnTo>
                  <a:lnTo>
                    <a:pt x="166680" y="179922"/>
                  </a:lnTo>
                  <a:lnTo>
                    <a:pt x="167005" y="174533"/>
                  </a:lnTo>
                  <a:lnTo>
                    <a:pt x="167155" y="169136"/>
                  </a:lnTo>
                  <a:lnTo>
                    <a:pt x="167132" y="163737"/>
                  </a:lnTo>
                  <a:lnTo>
                    <a:pt x="166934" y="158342"/>
                  </a:lnTo>
                  <a:lnTo>
                    <a:pt x="166562" y="152956"/>
                  </a:lnTo>
                  <a:lnTo>
                    <a:pt x="166016" y="147585"/>
                  </a:lnTo>
                  <a:lnTo>
                    <a:pt x="165297" y="142234"/>
                  </a:lnTo>
                  <a:lnTo>
                    <a:pt x="164406" y="136909"/>
                  </a:lnTo>
                  <a:lnTo>
                    <a:pt x="163343" y="131616"/>
                  </a:lnTo>
                  <a:lnTo>
                    <a:pt x="162110" y="126360"/>
                  </a:lnTo>
                  <a:lnTo>
                    <a:pt x="160708" y="121146"/>
                  </a:lnTo>
                  <a:lnTo>
                    <a:pt x="159138" y="115981"/>
                  </a:lnTo>
                  <a:lnTo>
                    <a:pt x="157402" y="110869"/>
                  </a:lnTo>
                  <a:lnTo>
                    <a:pt x="155502" y="105815"/>
                  </a:lnTo>
                  <a:lnTo>
                    <a:pt x="153439" y="100826"/>
                  </a:lnTo>
                  <a:lnTo>
                    <a:pt x="151217" y="95906"/>
                  </a:lnTo>
                  <a:lnTo>
                    <a:pt x="148837" y="91060"/>
                  </a:lnTo>
                  <a:lnTo>
                    <a:pt x="146302" y="86293"/>
                  </a:lnTo>
                  <a:lnTo>
                    <a:pt x="143614" y="81611"/>
                  </a:lnTo>
                  <a:lnTo>
                    <a:pt x="140776" y="77018"/>
                  </a:lnTo>
                  <a:lnTo>
                    <a:pt x="137792" y="72519"/>
                  </a:lnTo>
                  <a:lnTo>
                    <a:pt x="134664" y="68119"/>
                  </a:lnTo>
                  <a:lnTo>
                    <a:pt x="131395" y="63822"/>
                  </a:lnTo>
                  <a:lnTo>
                    <a:pt x="127989" y="59633"/>
                  </a:lnTo>
                  <a:lnTo>
                    <a:pt x="124450" y="55556"/>
                  </a:lnTo>
                  <a:lnTo>
                    <a:pt x="120781" y="51595"/>
                  </a:lnTo>
                  <a:lnTo>
                    <a:pt x="116986" y="47755"/>
                  </a:lnTo>
                  <a:lnTo>
                    <a:pt x="113069" y="44040"/>
                  </a:lnTo>
                  <a:lnTo>
                    <a:pt x="109034" y="40453"/>
                  </a:lnTo>
                  <a:lnTo>
                    <a:pt x="104885" y="36998"/>
                  </a:lnTo>
                  <a:lnTo>
                    <a:pt x="100627" y="33679"/>
                  </a:lnTo>
                  <a:lnTo>
                    <a:pt x="96264" y="30499"/>
                  </a:lnTo>
                  <a:lnTo>
                    <a:pt x="91801" y="27462"/>
                  </a:lnTo>
                  <a:lnTo>
                    <a:pt x="87241" y="24570"/>
                  </a:lnTo>
                  <a:lnTo>
                    <a:pt x="82591" y="21827"/>
                  </a:lnTo>
                  <a:lnTo>
                    <a:pt x="77855" y="19236"/>
                  </a:lnTo>
                  <a:lnTo>
                    <a:pt x="73037" y="16799"/>
                  </a:lnTo>
                  <a:lnTo>
                    <a:pt x="68144" y="14519"/>
                  </a:lnTo>
                  <a:lnTo>
                    <a:pt x="63179" y="12398"/>
                  </a:lnTo>
                  <a:lnTo>
                    <a:pt x="58148" y="10439"/>
                  </a:lnTo>
                  <a:lnTo>
                    <a:pt x="53057" y="8643"/>
                  </a:lnTo>
                  <a:lnTo>
                    <a:pt x="47910" y="7012"/>
                  </a:lnTo>
                  <a:lnTo>
                    <a:pt x="42713" y="5549"/>
                  </a:lnTo>
                  <a:lnTo>
                    <a:pt x="37472" y="4254"/>
                  </a:lnTo>
                  <a:lnTo>
                    <a:pt x="32192" y="3128"/>
                  </a:lnTo>
                  <a:lnTo>
                    <a:pt x="26878" y="2174"/>
                  </a:lnTo>
                  <a:lnTo>
                    <a:pt x="21536" y="1393"/>
                  </a:lnTo>
                  <a:lnTo>
                    <a:pt x="16171" y="784"/>
                  </a:lnTo>
                  <a:lnTo>
                    <a:pt x="10790" y="348"/>
                  </a:lnTo>
                  <a:lnTo>
                    <a:pt x="5398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65968" y="1120312"/>
              <a:ext cx="167166" cy="290465"/>
            </a:xfrm>
            <a:custGeom>
              <a:avLst/>
              <a:pathLst>
                <a:path w="167166" h="290465">
                  <a:moveTo>
                    <a:pt x="167166" y="0"/>
                  </a:moveTo>
                  <a:lnTo>
                    <a:pt x="161817" y="85"/>
                  </a:lnTo>
                  <a:lnTo>
                    <a:pt x="156474" y="342"/>
                  </a:lnTo>
                  <a:lnTo>
                    <a:pt x="151141" y="769"/>
                  </a:lnTo>
                  <a:lnTo>
                    <a:pt x="145825" y="1367"/>
                  </a:lnTo>
                  <a:lnTo>
                    <a:pt x="140531" y="2135"/>
                  </a:lnTo>
                  <a:lnTo>
                    <a:pt x="135264" y="3072"/>
                  </a:lnTo>
                  <a:lnTo>
                    <a:pt x="130029" y="4177"/>
                  </a:lnTo>
                  <a:lnTo>
                    <a:pt x="124833" y="5449"/>
                  </a:lnTo>
                  <a:lnTo>
                    <a:pt x="119680" y="6886"/>
                  </a:lnTo>
                  <a:lnTo>
                    <a:pt x="114576" y="8488"/>
                  </a:lnTo>
                  <a:lnTo>
                    <a:pt x="109525" y="10252"/>
                  </a:lnTo>
                  <a:lnTo>
                    <a:pt x="104534" y="12176"/>
                  </a:lnTo>
                  <a:lnTo>
                    <a:pt x="99606" y="14260"/>
                  </a:lnTo>
                  <a:lnTo>
                    <a:pt x="94748" y="16500"/>
                  </a:lnTo>
                  <a:lnTo>
                    <a:pt x="89964" y="18894"/>
                  </a:lnTo>
                  <a:lnTo>
                    <a:pt x="85259" y="21441"/>
                  </a:lnTo>
                  <a:lnTo>
                    <a:pt x="80638" y="24136"/>
                  </a:lnTo>
                  <a:lnTo>
                    <a:pt x="76106" y="26978"/>
                  </a:lnTo>
                  <a:lnTo>
                    <a:pt x="71667" y="29964"/>
                  </a:lnTo>
                  <a:lnTo>
                    <a:pt x="67325" y="33090"/>
                  </a:lnTo>
                  <a:lnTo>
                    <a:pt x="63086" y="36353"/>
                  </a:lnTo>
                  <a:lnTo>
                    <a:pt x="58954" y="39750"/>
                  </a:lnTo>
                  <a:lnTo>
                    <a:pt x="54932" y="43278"/>
                  </a:lnTo>
                  <a:lnTo>
                    <a:pt x="51025" y="46933"/>
                  </a:lnTo>
                  <a:lnTo>
                    <a:pt x="47238" y="50711"/>
                  </a:lnTo>
                  <a:lnTo>
                    <a:pt x="43573" y="54608"/>
                  </a:lnTo>
                  <a:lnTo>
                    <a:pt x="40034" y="58620"/>
                  </a:lnTo>
                  <a:lnTo>
                    <a:pt x="36626" y="62744"/>
                  </a:lnTo>
                  <a:lnTo>
                    <a:pt x="33352" y="66974"/>
                  </a:lnTo>
                  <a:lnTo>
                    <a:pt x="30214" y="71307"/>
                  </a:lnTo>
                  <a:lnTo>
                    <a:pt x="27217" y="75739"/>
                  </a:lnTo>
                  <a:lnTo>
                    <a:pt x="24363" y="80264"/>
                  </a:lnTo>
                  <a:lnTo>
                    <a:pt x="21656" y="84877"/>
                  </a:lnTo>
                  <a:lnTo>
                    <a:pt x="19097" y="89576"/>
                  </a:lnTo>
                  <a:lnTo>
                    <a:pt x="16690" y="94353"/>
                  </a:lnTo>
                  <a:lnTo>
                    <a:pt x="14437" y="99206"/>
                  </a:lnTo>
                  <a:lnTo>
                    <a:pt x="12341" y="104127"/>
                  </a:lnTo>
                  <a:lnTo>
                    <a:pt x="10403" y="109114"/>
                  </a:lnTo>
                  <a:lnTo>
                    <a:pt x="8626" y="114160"/>
                  </a:lnTo>
                  <a:lnTo>
                    <a:pt x="7011" y="119260"/>
                  </a:lnTo>
                  <a:lnTo>
                    <a:pt x="5560" y="124409"/>
                  </a:lnTo>
                  <a:lnTo>
                    <a:pt x="4274" y="129602"/>
                  </a:lnTo>
                  <a:lnTo>
                    <a:pt x="3156" y="134833"/>
                  </a:lnTo>
                  <a:lnTo>
                    <a:pt x="2205" y="140098"/>
                  </a:lnTo>
                  <a:lnTo>
                    <a:pt x="1423" y="145390"/>
                  </a:lnTo>
                  <a:lnTo>
                    <a:pt x="811" y="150705"/>
                  </a:lnTo>
                  <a:lnTo>
                    <a:pt x="370" y="156036"/>
                  </a:lnTo>
                  <a:lnTo>
                    <a:pt x="99" y="161379"/>
                  </a:lnTo>
                  <a:lnTo>
                    <a:pt x="0" y="166728"/>
                  </a:lnTo>
                  <a:lnTo>
                    <a:pt x="71" y="172077"/>
                  </a:lnTo>
                  <a:lnTo>
                    <a:pt x="314" y="177421"/>
                  </a:lnTo>
                  <a:lnTo>
                    <a:pt x="727" y="182755"/>
                  </a:lnTo>
                  <a:lnTo>
                    <a:pt x="1311" y="188073"/>
                  </a:lnTo>
                  <a:lnTo>
                    <a:pt x="2065" y="193369"/>
                  </a:lnTo>
                  <a:lnTo>
                    <a:pt x="2988" y="198639"/>
                  </a:lnTo>
                  <a:lnTo>
                    <a:pt x="4079" y="203876"/>
                  </a:lnTo>
                  <a:lnTo>
                    <a:pt x="5337" y="209076"/>
                  </a:lnTo>
                  <a:lnTo>
                    <a:pt x="6761" y="214232"/>
                  </a:lnTo>
                  <a:lnTo>
                    <a:pt x="8349" y="219341"/>
                  </a:lnTo>
                  <a:lnTo>
                    <a:pt x="10100" y="224396"/>
                  </a:lnTo>
                  <a:lnTo>
                    <a:pt x="12012" y="229392"/>
                  </a:lnTo>
                  <a:lnTo>
                    <a:pt x="14082" y="234325"/>
                  </a:lnTo>
                  <a:lnTo>
                    <a:pt x="16310" y="239189"/>
                  </a:lnTo>
                  <a:lnTo>
                    <a:pt x="18691" y="243979"/>
                  </a:lnTo>
                  <a:lnTo>
                    <a:pt x="21225" y="248691"/>
                  </a:lnTo>
                  <a:lnTo>
                    <a:pt x="23909" y="253319"/>
                  </a:lnTo>
                  <a:lnTo>
                    <a:pt x="26739" y="257859"/>
                  </a:lnTo>
                  <a:lnTo>
                    <a:pt x="29713" y="262306"/>
                  </a:lnTo>
                  <a:lnTo>
                    <a:pt x="32827" y="266655"/>
                  </a:lnTo>
                  <a:lnTo>
                    <a:pt x="36079" y="270903"/>
                  </a:lnTo>
                  <a:lnTo>
                    <a:pt x="39466" y="275044"/>
                  </a:lnTo>
                  <a:lnTo>
                    <a:pt x="42983" y="279075"/>
                  </a:lnTo>
                  <a:lnTo>
                    <a:pt x="46628" y="282992"/>
                  </a:lnTo>
                  <a:lnTo>
                    <a:pt x="50396" y="286789"/>
                  </a:lnTo>
                  <a:lnTo>
                    <a:pt x="54283" y="29046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20252" y="1287480"/>
              <a:ext cx="112883" cy="123297"/>
            </a:xfrm>
            <a:custGeom>
              <a:avLst/>
              <a:pathLst>
                <a:path w="112883" h="123297">
                  <a:moveTo>
                    <a:pt x="0" y="123297"/>
                  </a:moveTo>
                  <a:lnTo>
                    <a:pt x="1128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20252" y="1136121"/>
              <a:ext cx="280029" cy="318521"/>
            </a:xfrm>
            <a:custGeom>
              <a:avLst/>
              <a:pathLst>
                <a:path w="280029" h="318521">
                  <a:moveTo>
                    <a:pt x="0" y="274656"/>
                  </a:moveTo>
                  <a:lnTo>
                    <a:pt x="3989" y="278193"/>
                  </a:lnTo>
                  <a:lnTo>
                    <a:pt x="8089" y="281601"/>
                  </a:lnTo>
                  <a:lnTo>
                    <a:pt x="12295" y="284877"/>
                  </a:lnTo>
                  <a:lnTo>
                    <a:pt x="16604" y="288016"/>
                  </a:lnTo>
                  <a:lnTo>
                    <a:pt x="21011" y="291017"/>
                  </a:lnTo>
                  <a:lnTo>
                    <a:pt x="25511" y="293876"/>
                  </a:lnTo>
                  <a:lnTo>
                    <a:pt x="30100" y="296589"/>
                  </a:lnTo>
                  <a:lnTo>
                    <a:pt x="34773" y="299155"/>
                  </a:lnTo>
                  <a:lnTo>
                    <a:pt x="39526" y="301571"/>
                  </a:lnTo>
                  <a:lnTo>
                    <a:pt x="44353" y="303834"/>
                  </a:lnTo>
                  <a:lnTo>
                    <a:pt x="49250" y="305941"/>
                  </a:lnTo>
                  <a:lnTo>
                    <a:pt x="54212" y="307892"/>
                  </a:lnTo>
                  <a:lnTo>
                    <a:pt x="59234" y="309683"/>
                  </a:lnTo>
                  <a:lnTo>
                    <a:pt x="64310" y="311314"/>
                  </a:lnTo>
                  <a:lnTo>
                    <a:pt x="69435" y="312781"/>
                  </a:lnTo>
                  <a:lnTo>
                    <a:pt x="74605" y="314085"/>
                  </a:lnTo>
                  <a:lnTo>
                    <a:pt x="79813" y="315222"/>
                  </a:lnTo>
                  <a:lnTo>
                    <a:pt x="85055" y="316194"/>
                  </a:lnTo>
                  <a:lnTo>
                    <a:pt x="90326" y="316997"/>
                  </a:lnTo>
                  <a:lnTo>
                    <a:pt x="95619" y="317632"/>
                  </a:lnTo>
                  <a:lnTo>
                    <a:pt x="100930" y="318098"/>
                  </a:lnTo>
                  <a:lnTo>
                    <a:pt x="106253" y="318395"/>
                  </a:lnTo>
                  <a:lnTo>
                    <a:pt x="111583" y="318521"/>
                  </a:lnTo>
                  <a:lnTo>
                    <a:pt x="116914" y="318477"/>
                  </a:lnTo>
                  <a:lnTo>
                    <a:pt x="122241" y="318264"/>
                  </a:lnTo>
                  <a:lnTo>
                    <a:pt x="127559" y="317881"/>
                  </a:lnTo>
                  <a:lnTo>
                    <a:pt x="132862" y="317328"/>
                  </a:lnTo>
                  <a:lnTo>
                    <a:pt x="138144" y="316606"/>
                  </a:lnTo>
                  <a:lnTo>
                    <a:pt x="143401" y="315717"/>
                  </a:lnTo>
                  <a:lnTo>
                    <a:pt x="148626" y="314660"/>
                  </a:lnTo>
                  <a:lnTo>
                    <a:pt x="153815" y="313437"/>
                  </a:lnTo>
                  <a:lnTo>
                    <a:pt x="158963" y="312050"/>
                  </a:lnTo>
                  <a:lnTo>
                    <a:pt x="164064" y="310498"/>
                  </a:lnTo>
                  <a:lnTo>
                    <a:pt x="169113" y="308785"/>
                  </a:lnTo>
                  <a:lnTo>
                    <a:pt x="174104" y="306912"/>
                  </a:lnTo>
                  <a:lnTo>
                    <a:pt x="179033" y="304881"/>
                  </a:lnTo>
                  <a:lnTo>
                    <a:pt x="183895" y="302693"/>
                  </a:lnTo>
                  <a:lnTo>
                    <a:pt x="188685" y="300352"/>
                  </a:lnTo>
                  <a:lnTo>
                    <a:pt x="193397" y="297859"/>
                  </a:lnTo>
                  <a:lnTo>
                    <a:pt x="198028" y="295217"/>
                  </a:lnTo>
                  <a:lnTo>
                    <a:pt x="202572" y="292429"/>
                  </a:lnTo>
                  <a:lnTo>
                    <a:pt x="207025" y="289497"/>
                  </a:lnTo>
                  <a:lnTo>
                    <a:pt x="211382" y="286425"/>
                  </a:lnTo>
                  <a:lnTo>
                    <a:pt x="215639" y="283215"/>
                  </a:lnTo>
                  <a:lnTo>
                    <a:pt x="219792" y="279871"/>
                  </a:lnTo>
                  <a:lnTo>
                    <a:pt x="223835" y="276397"/>
                  </a:lnTo>
                  <a:lnTo>
                    <a:pt x="227766" y="272795"/>
                  </a:lnTo>
                  <a:lnTo>
                    <a:pt x="231580" y="269070"/>
                  </a:lnTo>
                  <a:lnTo>
                    <a:pt x="235273" y="265225"/>
                  </a:lnTo>
                  <a:lnTo>
                    <a:pt x="238842" y="261264"/>
                  </a:lnTo>
                  <a:lnTo>
                    <a:pt x="242283" y="257191"/>
                  </a:lnTo>
                  <a:lnTo>
                    <a:pt x="245592" y="253011"/>
                  </a:lnTo>
                  <a:lnTo>
                    <a:pt x="248766" y="248728"/>
                  </a:lnTo>
                  <a:lnTo>
                    <a:pt x="251802" y="244345"/>
                  </a:lnTo>
                  <a:lnTo>
                    <a:pt x="254696" y="239868"/>
                  </a:lnTo>
                  <a:lnTo>
                    <a:pt x="257447" y="235301"/>
                  </a:lnTo>
                  <a:lnTo>
                    <a:pt x="260050" y="230648"/>
                  </a:lnTo>
                  <a:lnTo>
                    <a:pt x="262503" y="225915"/>
                  </a:lnTo>
                  <a:lnTo>
                    <a:pt x="264805" y="221106"/>
                  </a:lnTo>
                  <a:lnTo>
                    <a:pt x="266952" y="216226"/>
                  </a:lnTo>
                  <a:lnTo>
                    <a:pt x="268942" y="211280"/>
                  </a:lnTo>
                  <a:lnTo>
                    <a:pt x="270773" y="206273"/>
                  </a:lnTo>
                  <a:lnTo>
                    <a:pt x="272444" y="201210"/>
                  </a:lnTo>
                  <a:lnTo>
                    <a:pt x="273953" y="196097"/>
                  </a:lnTo>
                  <a:lnTo>
                    <a:pt x="275297" y="190938"/>
                  </a:lnTo>
                  <a:lnTo>
                    <a:pt x="276477" y="185738"/>
                  </a:lnTo>
                  <a:lnTo>
                    <a:pt x="277490" y="180504"/>
                  </a:lnTo>
                  <a:lnTo>
                    <a:pt x="278336" y="175240"/>
                  </a:lnTo>
                  <a:lnTo>
                    <a:pt x="279013" y="169952"/>
                  </a:lnTo>
                  <a:lnTo>
                    <a:pt x="279521" y="164645"/>
                  </a:lnTo>
                  <a:lnTo>
                    <a:pt x="279860" y="159324"/>
                  </a:lnTo>
                  <a:lnTo>
                    <a:pt x="280029" y="153996"/>
                  </a:lnTo>
                  <a:lnTo>
                    <a:pt x="280029" y="148664"/>
                  </a:lnTo>
                  <a:lnTo>
                    <a:pt x="279858" y="143336"/>
                  </a:lnTo>
                  <a:lnTo>
                    <a:pt x="279517" y="138015"/>
                  </a:lnTo>
                  <a:lnTo>
                    <a:pt x="279007" y="132708"/>
                  </a:lnTo>
                  <a:lnTo>
                    <a:pt x="278327" y="127420"/>
                  </a:lnTo>
                  <a:lnTo>
                    <a:pt x="277480" y="122157"/>
                  </a:lnTo>
                  <a:lnTo>
                    <a:pt x="276465" y="116923"/>
                  </a:lnTo>
                  <a:lnTo>
                    <a:pt x="275284" y="111724"/>
                  </a:lnTo>
                  <a:lnTo>
                    <a:pt x="273937" y="106565"/>
                  </a:lnTo>
                  <a:lnTo>
                    <a:pt x="272427" y="101452"/>
                  </a:lnTo>
                  <a:lnTo>
                    <a:pt x="270754" y="96390"/>
                  </a:lnTo>
                  <a:lnTo>
                    <a:pt x="268921" y="91384"/>
                  </a:lnTo>
                  <a:lnTo>
                    <a:pt x="266929" y="86439"/>
                  </a:lnTo>
                  <a:lnTo>
                    <a:pt x="264781" y="81559"/>
                  </a:lnTo>
                  <a:lnTo>
                    <a:pt x="262478" y="76751"/>
                  </a:lnTo>
                  <a:lnTo>
                    <a:pt x="260023" y="72019"/>
                  </a:lnTo>
                  <a:lnTo>
                    <a:pt x="257418" y="67367"/>
                  </a:lnTo>
                  <a:lnTo>
                    <a:pt x="254666" y="62801"/>
                  </a:lnTo>
                  <a:lnTo>
                    <a:pt x="251770" y="58324"/>
                  </a:lnTo>
                  <a:lnTo>
                    <a:pt x="248732" y="53943"/>
                  </a:lnTo>
                  <a:lnTo>
                    <a:pt x="245557" y="49660"/>
                  </a:lnTo>
                  <a:lnTo>
                    <a:pt x="242246" y="45481"/>
                  </a:lnTo>
                  <a:lnTo>
                    <a:pt x="238804" y="41410"/>
                  </a:lnTo>
                  <a:lnTo>
                    <a:pt x="235234" y="37450"/>
                  </a:lnTo>
                  <a:lnTo>
                    <a:pt x="231540" y="33607"/>
                  </a:lnTo>
                  <a:lnTo>
                    <a:pt x="227724" y="29883"/>
                  </a:lnTo>
                  <a:lnTo>
                    <a:pt x="223792" y="26283"/>
                  </a:lnTo>
                  <a:lnTo>
                    <a:pt x="219748" y="22809"/>
                  </a:lnTo>
                  <a:lnTo>
                    <a:pt x="215594" y="19467"/>
                  </a:lnTo>
                  <a:lnTo>
                    <a:pt x="211336" y="16259"/>
                  </a:lnTo>
                  <a:lnTo>
                    <a:pt x="206978" y="13188"/>
                  </a:lnTo>
                  <a:lnTo>
                    <a:pt x="202524" y="10258"/>
                  </a:lnTo>
                  <a:lnTo>
                    <a:pt x="197979" y="7471"/>
                  </a:lnTo>
                  <a:lnTo>
                    <a:pt x="193347" y="4831"/>
                  </a:lnTo>
                  <a:lnTo>
                    <a:pt x="188634" y="2339"/>
                  </a:lnTo>
                  <a:lnTo>
                    <a:pt x="183843" y="0"/>
                  </a:lnTo>
                  <a:lnTo>
                    <a:pt x="112883" y="1513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633135" y="1120312"/>
              <a:ext cx="70960" cy="167167"/>
            </a:xfrm>
            <a:custGeom>
              <a:avLst/>
              <a:pathLst>
                <a:path w="70960" h="167167">
                  <a:moveTo>
                    <a:pt x="70960" y="15808"/>
                  </a:moveTo>
                  <a:lnTo>
                    <a:pt x="65384" y="13317"/>
                  </a:lnTo>
                  <a:lnTo>
                    <a:pt x="59721" y="11031"/>
                  </a:lnTo>
                  <a:lnTo>
                    <a:pt x="53979" y="8954"/>
                  </a:lnTo>
                  <a:lnTo>
                    <a:pt x="48164" y="7088"/>
                  </a:lnTo>
                  <a:lnTo>
                    <a:pt x="42285" y="5436"/>
                  </a:lnTo>
                  <a:lnTo>
                    <a:pt x="36349" y="3999"/>
                  </a:lnTo>
                  <a:lnTo>
                    <a:pt x="30366" y="2781"/>
                  </a:lnTo>
                  <a:lnTo>
                    <a:pt x="24341" y="1781"/>
                  </a:lnTo>
                  <a:lnTo>
                    <a:pt x="18284" y="1002"/>
                  </a:lnTo>
                  <a:lnTo>
                    <a:pt x="12203" y="446"/>
                  </a:lnTo>
                  <a:lnTo>
                    <a:pt x="6105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68512" y="971635"/>
              <a:ext cx="167163" cy="236119"/>
            </a:xfrm>
            <a:custGeom>
              <a:avLst/>
              <a:pathLst>
                <a:path w="167163" h="236119">
                  <a:moveTo>
                    <a:pt x="167163" y="0"/>
                  </a:moveTo>
                  <a:lnTo>
                    <a:pt x="161783" y="86"/>
                  </a:lnTo>
                  <a:lnTo>
                    <a:pt x="156407" y="346"/>
                  </a:lnTo>
                  <a:lnTo>
                    <a:pt x="151043" y="779"/>
                  </a:lnTo>
                  <a:lnTo>
                    <a:pt x="145696" y="1384"/>
                  </a:lnTo>
                  <a:lnTo>
                    <a:pt x="140371" y="2160"/>
                  </a:lnTo>
                  <a:lnTo>
                    <a:pt x="135074" y="3108"/>
                  </a:lnTo>
                  <a:lnTo>
                    <a:pt x="129810" y="4226"/>
                  </a:lnTo>
                  <a:lnTo>
                    <a:pt x="124585" y="5513"/>
                  </a:lnTo>
                  <a:lnTo>
                    <a:pt x="119404" y="6967"/>
                  </a:lnTo>
                  <a:lnTo>
                    <a:pt x="114272" y="8587"/>
                  </a:lnTo>
                  <a:lnTo>
                    <a:pt x="109195" y="10372"/>
                  </a:lnTo>
                  <a:lnTo>
                    <a:pt x="104178" y="12319"/>
                  </a:lnTo>
                  <a:lnTo>
                    <a:pt x="99227" y="14427"/>
                  </a:lnTo>
                  <a:lnTo>
                    <a:pt x="94346" y="16693"/>
                  </a:lnTo>
                  <a:lnTo>
                    <a:pt x="89540" y="19114"/>
                  </a:lnTo>
                  <a:lnTo>
                    <a:pt x="84815" y="21689"/>
                  </a:lnTo>
                  <a:lnTo>
                    <a:pt x="80175" y="24415"/>
                  </a:lnTo>
                  <a:lnTo>
                    <a:pt x="75625" y="27289"/>
                  </a:lnTo>
                  <a:lnTo>
                    <a:pt x="71170" y="30308"/>
                  </a:lnTo>
                  <a:lnTo>
                    <a:pt x="66815" y="33469"/>
                  </a:lnTo>
                  <a:lnTo>
                    <a:pt x="62564" y="36768"/>
                  </a:lnTo>
                  <a:lnTo>
                    <a:pt x="58421" y="40202"/>
                  </a:lnTo>
                  <a:lnTo>
                    <a:pt x="54390" y="43768"/>
                  </a:lnTo>
                  <a:lnTo>
                    <a:pt x="50477" y="47462"/>
                  </a:lnTo>
                  <a:lnTo>
                    <a:pt x="46684" y="51280"/>
                  </a:lnTo>
                  <a:lnTo>
                    <a:pt x="43017" y="55218"/>
                  </a:lnTo>
                  <a:lnTo>
                    <a:pt x="39478" y="59272"/>
                  </a:lnTo>
                  <a:lnTo>
                    <a:pt x="36071" y="63438"/>
                  </a:lnTo>
                  <a:lnTo>
                    <a:pt x="32800" y="67711"/>
                  </a:lnTo>
                  <a:lnTo>
                    <a:pt x="29668" y="72087"/>
                  </a:lnTo>
                  <a:lnTo>
                    <a:pt x="26679" y="76562"/>
                  </a:lnTo>
                  <a:lnTo>
                    <a:pt x="23836" y="81131"/>
                  </a:lnTo>
                  <a:lnTo>
                    <a:pt x="21141" y="85789"/>
                  </a:lnTo>
                  <a:lnTo>
                    <a:pt x="18597" y="90531"/>
                  </a:lnTo>
                  <a:lnTo>
                    <a:pt x="16207" y="95353"/>
                  </a:lnTo>
                  <a:lnTo>
                    <a:pt x="13974" y="100249"/>
                  </a:lnTo>
                  <a:lnTo>
                    <a:pt x="11900" y="105214"/>
                  </a:lnTo>
                  <a:lnTo>
                    <a:pt x="9986" y="110244"/>
                  </a:lnTo>
                  <a:lnTo>
                    <a:pt x="8235" y="115332"/>
                  </a:lnTo>
                  <a:lnTo>
                    <a:pt x="6649" y="120475"/>
                  </a:lnTo>
                  <a:lnTo>
                    <a:pt x="5229" y="125665"/>
                  </a:lnTo>
                  <a:lnTo>
                    <a:pt x="3977" y="130899"/>
                  </a:lnTo>
                  <a:lnTo>
                    <a:pt x="2895" y="136171"/>
                  </a:lnTo>
                  <a:lnTo>
                    <a:pt x="1982" y="141474"/>
                  </a:lnTo>
                  <a:lnTo>
                    <a:pt x="1241" y="146804"/>
                  </a:lnTo>
                  <a:lnTo>
                    <a:pt x="671" y="152155"/>
                  </a:lnTo>
                  <a:lnTo>
                    <a:pt x="274" y="157522"/>
                  </a:lnTo>
                  <a:lnTo>
                    <a:pt x="50" y="162899"/>
                  </a:lnTo>
                  <a:lnTo>
                    <a:pt x="0" y="168280"/>
                  </a:lnTo>
                  <a:lnTo>
                    <a:pt x="122" y="173660"/>
                  </a:lnTo>
                  <a:lnTo>
                    <a:pt x="417" y="179033"/>
                  </a:lnTo>
                  <a:lnTo>
                    <a:pt x="886" y="184394"/>
                  </a:lnTo>
                  <a:lnTo>
                    <a:pt x="1526" y="189737"/>
                  </a:lnTo>
                  <a:lnTo>
                    <a:pt x="2339" y="195057"/>
                  </a:lnTo>
                  <a:lnTo>
                    <a:pt x="3322" y="200348"/>
                  </a:lnTo>
                  <a:lnTo>
                    <a:pt x="4475" y="205604"/>
                  </a:lnTo>
                  <a:lnTo>
                    <a:pt x="5796" y="210821"/>
                  </a:lnTo>
                  <a:lnTo>
                    <a:pt x="7285" y="215992"/>
                  </a:lnTo>
                  <a:lnTo>
                    <a:pt x="8939" y="221113"/>
                  </a:lnTo>
                  <a:lnTo>
                    <a:pt x="10758" y="226178"/>
                  </a:lnTo>
                  <a:lnTo>
                    <a:pt x="12738" y="231181"/>
                  </a:lnTo>
                  <a:lnTo>
                    <a:pt x="14879" y="23611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983391" y="1138802"/>
              <a:ext cx="152284" cy="68951"/>
            </a:xfrm>
            <a:custGeom>
              <a:avLst/>
              <a:pathLst>
                <a:path w="152284" h="68951">
                  <a:moveTo>
                    <a:pt x="0" y="68951"/>
                  </a:moveTo>
                  <a:lnTo>
                    <a:pt x="1522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983391" y="1065525"/>
              <a:ext cx="319449" cy="240440"/>
            </a:xfrm>
            <a:custGeom>
              <a:avLst/>
              <a:pathLst>
                <a:path w="319449" h="240440">
                  <a:moveTo>
                    <a:pt x="0" y="142229"/>
                  </a:moveTo>
                  <a:lnTo>
                    <a:pt x="2285" y="147069"/>
                  </a:lnTo>
                  <a:lnTo>
                    <a:pt x="4725" y="151834"/>
                  </a:lnTo>
                  <a:lnTo>
                    <a:pt x="7315" y="156518"/>
                  </a:lnTo>
                  <a:lnTo>
                    <a:pt x="10055" y="161117"/>
                  </a:lnTo>
                  <a:lnTo>
                    <a:pt x="12940" y="165625"/>
                  </a:lnTo>
                  <a:lnTo>
                    <a:pt x="15968" y="170039"/>
                  </a:lnTo>
                  <a:lnTo>
                    <a:pt x="19136" y="174354"/>
                  </a:lnTo>
                  <a:lnTo>
                    <a:pt x="22440" y="178565"/>
                  </a:lnTo>
                  <a:lnTo>
                    <a:pt x="25878" y="182668"/>
                  </a:lnTo>
                  <a:lnTo>
                    <a:pt x="29445" y="186659"/>
                  </a:lnTo>
                  <a:lnTo>
                    <a:pt x="33138" y="190534"/>
                  </a:lnTo>
                  <a:lnTo>
                    <a:pt x="36953" y="194289"/>
                  </a:lnTo>
                  <a:lnTo>
                    <a:pt x="40887" y="197919"/>
                  </a:lnTo>
                  <a:lnTo>
                    <a:pt x="44935" y="201422"/>
                  </a:lnTo>
                  <a:lnTo>
                    <a:pt x="49092" y="204793"/>
                  </a:lnTo>
                  <a:lnTo>
                    <a:pt x="53356" y="208029"/>
                  </a:lnTo>
                  <a:lnTo>
                    <a:pt x="57721" y="211128"/>
                  </a:lnTo>
                  <a:lnTo>
                    <a:pt x="62183" y="214085"/>
                  </a:lnTo>
                  <a:lnTo>
                    <a:pt x="66737" y="216897"/>
                  </a:lnTo>
                  <a:lnTo>
                    <a:pt x="71380" y="219562"/>
                  </a:lnTo>
                  <a:lnTo>
                    <a:pt x="76105" y="222078"/>
                  </a:lnTo>
                  <a:lnTo>
                    <a:pt x="80908" y="224440"/>
                  </a:lnTo>
                  <a:lnTo>
                    <a:pt x="85784" y="226648"/>
                  </a:lnTo>
                  <a:lnTo>
                    <a:pt x="90729" y="228699"/>
                  </a:lnTo>
                  <a:lnTo>
                    <a:pt x="95736" y="230590"/>
                  </a:lnTo>
                  <a:lnTo>
                    <a:pt x="100802" y="232320"/>
                  </a:lnTo>
                  <a:lnTo>
                    <a:pt x="105920" y="233886"/>
                  </a:lnTo>
                  <a:lnTo>
                    <a:pt x="111086" y="235288"/>
                  </a:lnTo>
                  <a:lnTo>
                    <a:pt x="116294" y="236524"/>
                  </a:lnTo>
                  <a:lnTo>
                    <a:pt x="121539" y="237593"/>
                  </a:lnTo>
                  <a:lnTo>
                    <a:pt x="126816" y="238493"/>
                  </a:lnTo>
                  <a:lnTo>
                    <a:pt x="132119" y="239224"/>
                  </a:lnTo>
                  <a:lnTo>
                    <a:pt x="137442" y="239784"/>
                  </a:lnTo>
                  <a:lnTo>
                    <a:pt x="142781" y="240174"/>
                  </a:lnTo>
                  <a:lnTo>
                    <a:pt x="148129" y="240393"/>
                  </a:lnTo>
                  <a:lnTo>
                    <a:pt x="153482" y="240440"/>
                  </a:lnTo>
                  <a:lnTo>
                    <a:pt x="158833" y="240316"/>
                  </a:lnTo>
                  <a:lnTo>
                    <a:pt x="164178" y="240021"/>
                  </a:lnTo>
                  <a:lnTo>
                    <a:pt x="169510" y="239555"/>
                  </a:lnTo>
                  <a:lnTo>
                    <a:pt x="174825" y="238918"/>
                  </a:lnTo>
                  <a:lnTo>
                    <a:pt x="180117" y="238111"/>
                  </a:lnTo>
                  <a:lnTo>
                    <a:pt x="185380" y="237136"/>
                  </a:lnTo>
                  <a:lnTo>
                    <a:pt x="190609" y="235992"/>
                  </a:lnTo>
                  <a:lnTo>
                    <a:pt x="195799" y="234682"/>
                  </a:lnTo>
                  <a:lnTo>
                    <a:pt x="200944" y="233206"/>
                  </a:lnTo>
                  <a:lnTo>
                    <a:pt x="206040" y="231566"/>
                  </a:lnTo>
                  <a:lnTo>
                    <a:pt x="211080" y="229763"/>
                  </a:lnTo>
                  <a:lnTo>
                    <a:pt x="216060" y="227801"/>
                  </a:lnTo>
                  <a:lnTo>
                    <a:pt x="220975" y="225680"/>
                  </a:lnTo>
                  <a:lnTo>
                    <a:pt x="225819" y="223402"/>
                  </a:lnTo>
                  <a:lnTo>
                    <a:pt x="230588" y="220971"/>
                  </a:lnTo>
                  <a:lnTo>
                    <a:pt x="235276" y="218388"/>
                  </a:lnTo>
                  <a:lnTo>
                    <a:pt x="239880" y="215657"/>
                  </a:lnTo>
                  <a:lnTo>
                    <a:pt x="244393" y="212779"/>
                  </a:lnTo>
                  <a:lnTo>
                    <a:pt x="248813" y="209759"/>
                  </a:lnTo>
                  <a:lnTo>
                    <a:pt x="253133" y="206598"/>
                  </a:lnTo>
                  <a:lnTo>
                    <a:pt x="257350" y="203301"/>
                  </a:lnTo>
                  <a:lnTo>
                    <a:pt x="261459" y="199870"/>
                  </a:lnTo>
                  <a:lnTo>
                    <a:pt x="265456" y="196310"/>
                  </a:lnTo>
                  <a:lnTo>
                    <a:pt x="269337" y="192624"/>
                  </a:lnTo>
                  <a:lnTo>
                    <a:pt x="273098" y="188815"/>
                  </a:lnTo>
                  <a:lnTo>
                    <a:pt x="276735" y="184888"/>
                  </a:lnTo>
                  <a:lnTo>
                    <a:pt x="280245" y="180846"/>
                  </a:lnTo>
                  <a:lnTo>
                    <a:pt x="283623" y="176694"/>
                  </a:lnTo>
                  <a:lnTo>
                    <a:pt x="286867" y="172436"/>
                  </a:lnTo>
                  <a:lnTo>
                    <a:pt x="289973" y="168076"/>
                  </a:lnTo>
                  <a:lnTo>
                    <a:pt x="292937" y="163619"/>
                  </a:lnTo>
                  <a:lnTo>
                    <a:pt x="295757" y="159070"/>
                  </a:lnTo>
                  <a:lnTo>
                    <a:pt x="298431" y="154432"/>
                  </a:lnTo>
                  <a:lnTo>
                    <a:pt x="300954" y="149711"/>
                  </a:lnTo>
                  <a:lnTo>
                    <a:pt x="303325" y="144912"/>
                  </a:lnTo>
                  <a:lnTo>
                    <a:pt x="305541" y="140040"/>
                  </a:lnTo>
                  <a:lnTo>
                    <a:pt x="307600" y="135099"/>
                  </a:lnTo>
                  <a:lnTo>
                    <a:pt x="309500" y="130094"/>
                  </a:lnTo>
                  <a:lnTo>
                    <a:pt x="311238" y="125032"/>
                  </a:lnTo>
                  <a:lnTo>
                    <a:pt x="312814" y="119916"/>
                  </a:lnTo>
                  <a:lnTo>
                    <a:pt x="314225" y="114753"/>
                  </a:lnTo>
                  <a:lnTo>
                    <a:pt x="315470" y="109546"/>
                  </a:lnTo>
                  <a:lnTo>
                    <a:pt x="316547" y="104303"/>
                  </a:lnTo>
                  <a:lnTo>
                    <a:pt x="317456" y="99028"/>
                  </a:lnTo>
                  <a:lnTo>
                    <a:pt x="318196" y="93727"/>
                  </a:lnTo>
                  <a:lnTo>
                    <a:pt x="318766" y="88404"/>
                  </a:lnTo>
                  <a:lnTo>
                    <a:pt x="319165" y="83066"/>
                  </a:lnTo>
                  <a:lnTo>
                    <a:pt x="319393" y="77718"/>
                  </a:lnTo>
                  <a:lnTo>
                    <a:pt x="319449" y="72366"/>
                  </a:lnTo>
                  <a:lnTo>
                    <a:pt x="319334" y="67014"/>
                  </a:lnTo>
                  <a:lnTo>
                    <a:pt x="319048" y="61669"/>
                  </a:lnTo>
                  <a:lnTo>
                    <a:pt x="318591" y="56336"/>
                  </a:lnTo>
                  <a:lnTo>
                    <a:pt x="317963" y="51020"/>
                  </a:lnTo>
                  <a:lnTo>
                    <a:pt x="317166" y="45727"/>
                  </a:lnTo>
                  <a:lnTo>
                    <a:pt x="316199" y="40462"/>
                  </a:lnTo>
                  <a:lnTo>
                    <a:pt x="315064" y="35231"/>
                  </a:lnTo>
                  <a:lnTo>
                    <a:pt x="313763" y="30039"/>
                  </a:lnTo>
                  <a:lnTo>
                    <a:pt x="312296" y="24891"/>
                  </a:lnTo>
                  <a:lnTo>
                    <a:pt x="310665" y="19793"/>
                  </a:lnTo>
                  <a:lnTo>
                    <a:pt x="308871" y="14749"/>
                  </a:lnTo>
                  <a:lnTo>
                    <a:pt x="306917" y="9766"/>
                  </a:lnTo>
                  <a:lnTo>
                    <a:pt x="304804" y="4848"/>
                  </a:lnTo>
                  <a:lnTo>
                    <a:pt x="302535" y="0"/>
                  </a:lnTo>
                  <a:lnTo>
                    <a:pt x="152284" y="73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135676" y="971635"/>
              <a:ext cx="150250" cy="167167"/>
            </a:xfrm>
            <a:custGeom>
              <a:avLst/>
              <a:pathLst>
                <a:path w="150250" h="167167">
                  <a:moveTo>
                    <a:pt x="150250" y="93889"/>
                  </a:moveTo>
                  <a:lnTo>
                    <a:pt x="147762" y="88993"/>
                  </a:lnTo>
                  <a:lnTo>
                    <a:pt x="145115" y="84182"/>
                  </a:lnTo>
                  <a:lnTo>
                    <a:pt x="142311" y="79460"/>
                  </a:lnTo>
                  <a:lnTo>
                    <a:pt x="139353" y="74833"/>
                  </a:lnTo>
                  <a:lnTo>
                    <a:pt x="136245" y="70305"/>
                  </a:lnTo>
                  <a:lnTo>
                    <a:pt x="132989" y="65882"/>
                  </a:lnTo>
                  <a:lnTo>
                    <a:pt x="129591" y="61568"/>
                  </a:lnTo>
                  <a:lnTo>
                    <a:pt x="126052" y="57368"/>
                  </a:lnTo>
                  <a:lnTo>
                    <a:pt x="122377" y="53287"/>
                  </a:lnTo>
                  <a:lnTo>
                    <a:pt x="118570" y="49328"/>
                  </a:lnTo>
                  <a:lnTo>
                    <a:pt x="114636" y="45497"/>
                  </a:lnTo>
                  <a:lnTo>
                    <a:pt x="110577" y="41797"/>
                  </a:lnTo>
                  <a:lnTo>
                    <a:pt x="106399" y="38233"/>
                  </a:lnTo>
                  <a:lnTo>
                    <a:pt x="102107" y="34807"/>
                  </a:lnTo>
                  <a:lnTo>
                    <a:pt x="97704" y="31525"/>
                  </a:lnTo>
                  <a:lnTo>
                    <a:pt x="93195" y="28388"/>
                  </a:lnTo>
                  <a:lnTo>
                    <a:pt x="88587" y="25402"/>
                  </a:lnTo>
                  <a:lnTo>
                    <a:pt x="83882" y="22569"/>
                  </a:lnTo>
                  <a:lnTo>
                    <a:pt x="79087" y="19891"/>
                  </a:lnTo>
                  <a:lnTo>
                    <a:pt x="74207" y="17373"/>
                  </a:lnTo>
                  <a:lnTo>
                    <a:pt x="69246" y="15016"/>
                  </a:lnTo>
                  <a:lnTo>
                    <a:pt x="64211" y="12824"/>
                  </a:lnTo>
                  <a:lnTo>
                    <a:pt x="59106" y="10798"/>
                  </a:lnTo>
                  <a:lnTo>
                    <a:pt x="53938" y="8941"/>
                  </a:lnTo>
                  <a:lnTo>
                    <a:pt x="48711" y="7254"/>
                  </a:lnTo>
                  <a:lnTo>
                    <a:pt x="43432" y="5740"/>
                  </a:lnTo>
                  <a:lnTo>
                    <a:pt x="38106" y="4401"/>
                  </a:lnTo>
                  <a:lnTo>
                    <a:pt x="32739" y="3237"/>
                  </a:lnTo>
                  <a:lnTo>
                    <a:pt x="27337" y="2250"/>
                  </a:lnTo>
                  <a:lnTo>
                    <a:pt x="21905" y="1441"/>
                  </a:lnTo>
                  <a:lnTo>
                    <a:pt x="16449" y="811"/>
                  </a:lnTo>
                  <a:lnTo>
                    <a:pt x="10976" y="360"/>
                  </a:lnTo>
                  <a:lnTo>
                    <a:pt x="549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39038" y="941493"/>
              <a:ext cx="78242" cy="167167"/>
            </a:xfrm>
            <a:custGeom>
              <a:avLst/>
              <a:pathLst>
                <a:path w="78242" h="167167">
                  <a:moveTo>
                    <a:pt x="78242" y="0"/>
                  </a:moveTo>
                  <a:lnTo>
                    <a:pt x="72427" y="101"/>
                  </a:lnTo>
                  <a:lnTo>
                    <a:pt x="66619" y="404"/>
                  </a:lnTo>
                  <a:lnTo>
                    <a:pt x="60825" y="909"/>
                  </a:lnTo>
                  <a:lnTo>
                    <a:pt x="55053" y="1616"/>
                  </a:lnTo>
                  <a:lnTo>
                    <a:pt x="49308" y="2522"/>
                  </a:lnTo>
                  <a:lnTo>
                    <a:pt x="43599" y="3629"/>
                  </a:lnTo>
                  <a:lnTo>
                    <a:pt x="37931" y="4933"/>
                  </a:lnTo>
                  <a:lnTo>
                    <a:pt x="32312" y="6433"/>
                  </a:lnTo>
                  <a:lnTo>
                    <a:pt x="26749" y="8128"/>
                  </a:lnTo>
                  <a:lnTo>
                    <a:pt x="21248" y="10015"/>
                  </a:lnTo>
                  <a:lnTo>
                    <a:pt x="15816" y="12093"/>
                  </a:lnTo>
                  <a:lnTo>
                    <a:pt x="10460" y="14358"/>
                  </a:lnTo>
                  <a:lnTo>
                    <a:pt x="5185" y="16808"/>
                  </a:lnTo>
                  <a:lnTo>
                    <a:pt x="0" y="19440"/>
                  </a:lnTo>
                  <a:lnTo>
                    <a:pt x="782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539038" y="960934"/>
              <a:ext cx="78242" cy="147726"/>
            </a:xfrm>
            <a:custGeom>
              <a:avLst/>
              <a:pathLst>
                <a:path w="78242" h="147726">
                  <a:moveTo>
                    <a:pt x="0" y="0"/>
                  </a:moveTo>
                  <a:lnTo>
                    <a:pt x="78242" y="1477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50119" y="944890"/>
              <a:ext cx="334319" cy="330937"/>
            </a:xfrm>
            <a:custGeom>
              <a:avLst/>
              <a:pathLst>
                <a:path w="334319" h="330937">
                  <a:moveTo>
                    <a:pt x="88918" y="16043"/>
                  </a:moveTo>
                  <a:lnTo>
                    <a:pt x="84289" y="18589"/>
                  </a:lnTo>
                  <a:lnTo>
                    <a:pt x="79742" y="21281"/>
                  </a:lnTo>
                  <a:lnTo>
                    <a:pt x="75283" y="24114"/>
                  </a:lnTo>
                  <a:lnTo>
                    <a:pt x="70916" y="27087"/>
                  </a:lnTo>
                  <a:lnTo>
                    <a:pt x="66645" y="30197"/>
                  </a:lnTo>
                  <a:lnTo>
                    <a:pt x="62474" y="33440"/>
                  </a:lnTo>
                  <a:lnTo>
                    <a:pt x="58408" y="36813"/>
                  </a:lnTo>
                  <a:lnTo>
                    <a:pt x="54451" y="40313"/>
                  </a:lnTo>
                  <a:lnTo>
                    <a:pt x="50606" y="43936"/>
                  </a:lnTo>
                  <a:lnTo>
                    <a:pt x="46877" y="47679"/>
                  </a:lnTo>
                  <a:lnTo>
                    <a:pt x="43269" y="51538"/>
                  </a:lnTo>
                  <a:lnTo>
                    <a:pt x="39784" y="55509"/>
                  </a:lnTo>
                  <a:lnTo>
                    <a:pt x="36427" y="59588"/>
                  </a:lnTo>
                  <a:lnTo>
                    <a:pt x="33200" y="63772"/>
                  </a:lnTo>
                  <a:lnTo>
                    <a:pt x="30107" y="68055"/>
                  </a:lnTo>
                  <a:lnTo>
                    <a:pt x="27151" y="72433"/>
                  </a:lnTo>
                  <a:lnTo>
                    <a:pt x="24334" y="76903"/>
                  </a:lnTo>
                  <a:lnTo>
                    <a:pt x="21661" y="81460"/>
                  </a:lnTo>
                  <a:lnTo>
                    <a:pt x="19132" y="86099"/>
                  </a:lnTo>
                  <a:lnTo>
                    <a:pt x="16752" y="90815"/>
                  </a:lnTo>
                  <a:lnTo>
                    <a:pt x="14521" y="95605"/>
                  </a:lnTo>
                  <a:lnTo>
                    <a:pt x="12444" y="100462"/>
                  </a:lnTo>
                  <a:lnTo>
                    <a:pt x="10520" y="105383"/>
                  </a:lnTo>
                  <a:lnTo>
                    <a:pt x="8754" y="110362"/>
                  </a:lnTo>
                  <a:lnTo>
                    <a:pt x="7145" y="115394"/>
                  </a:lnTo>
                  <a:lnTo>
                    <a:pt x="5696" y="120475"/>
                  </a:lnTo>
                  <a:lnTo>
                    <a:pt x="4409" y="125599"/>
                  </a:lnTo>
                  <a:lnTo>
                    <a:pt x="3284" y="130761"/>
                  </a:lnTo>
                  <a:lnTo>
                    <a:pt x="2323" y="135956"/>
                  </a:lnTo>
                  <a:lnTo>
                    <a:pt x="1526" y="141178"/>
                  </a:lnTo>
                  <a:lnTo>
                    <a:pt x="895" y="146424"/>
                  </a:lnTo>
                  <a:lnTo>
                    <a:pt x="430" y="151686"/>
                  </a:lnTo>
                  <a:lnTo>
                    <a:pt x="131" y="156961"/>
                  </a:lnTo>
                  <a:lnTo>
                    <a:pt x="0" y="162243"/>
                  </a:lnTo>
                  <a:lnTo>
                    <a:pt x="35" y="167526"/>
                  </a:lnTo>
                  <a:lnTo>
                    <a:pt x="237" y="172805"/>
                  </a:lnTo>
                  <a:lnTo>
                    <a:pt x="606" y="178075"/>
                  </a:lnTo>
                  <a:lnTo>
                    <a:pt x="1141" y="183331"/>
                  </a:lnTo>
                  <a:lnTo>
                    <a:pt x="1842" y="188568"/>
                  </a:lnTo>
                  <a:lnTo>
                    <a:pt x="2708" y="193779"/>
                  </a:lnTo>
                  <a:lnTo>
                    <a:pt x="3739" y="198961"/>
                  </a:lnTo>
                  <a:lnTo>
                    <a:pt x="4932" y="204108"/>
                  </a:lnTo>
                  <a:lnTo>
                    <a:pt x="6288" y="209214"/>
                  </a:lnTo>
                  <a:lnTo>
                    <a:pt x="7804" y="214275"/>
                  </a:lnTo>
                  <a:lnTo>
                    <a:pt x="9480" y="219285"/>
                  </a:lnTo>
                  <a:lnTo>
                    <a:pt x="11313" y="224240"/>
                  </a:lnTo>
                  <a:lnTo>
                    <a:pt x="13302" y="229135"/>
                  </a:lnTo>
                  <a:lnTo>
                    <a:pt x="15444" y="233964"/>
                  </a:lnTo>
                  <a:lnTo>
                    <a:pt x="17738" y="238723"/>
                  </a:lnTo>
                  <a:lnTo>
                    <a:pt x="20181" y="243408"/>
                  </a:lnTo>
                  <a:lnTo>
                    <a:pt x="22771" y="248012"/>
                  </a:lnTo>
                  <a:lnTo>
                    <a:pt x="25505" y="252533"/>
                  </a:lnTo>
                  <a:lnTo>
                    <a:pt x="28381" y="256965"/>
                  </a:lnTo>
                  <a:lnTo>
                    <a:pt x="31395" y="261304"/>
                  </a:lnTo>
                  <a:lnTo>
                    <a:pt x="34545" y="265545"/>
                  </a:lnTo>
                  <a:lnTo>
                    <a:pt x="37828" y="269685"/>
                  </a:lnTo>
                  <a:lnTo>
                    <a:pt x="41239" y="273719"/>
                  </a:lnTo>
                  <a:lnTo>
                    <a:pt x="44777" y="277643"/>
                  </a:lnTo>
                  <a:lnTo>
                    <a:pt x="48436" y="281454"/>
                  </a:lnTo>
                  <a:lnTo>
                    <a:pt x="52214" y="285147"/>
                  </a:lnTo>
                  <a:lnTo>
                    <a:pt x="56107" y="288718"/>
                  </a:lnTo>
                  <a:lnTo>
                    <a:pt x="60111" y="292165"/>
                  </a:lnTo>
                  <a:lnTo>
                    <a:pt x="64222" y="295484"/>
                  </a:lnTo>
                  <a:lnTo>
                    <a:pt x="68435" y="298671"/>
                  </a:lnTo>
                  <a:lnTo>
                    <a:pt x="72748" y="301723"/>
                  </a:lnTo>
                  <a:lnTo>
                    <a:pt x="77154" y="304638"/>
                  </a:lnTo>
                  <a:lnTo>
                    <a:pt x="81651" y="307412"/>
                  </a:lnTo>
                  <a:lnTo>
                    <a:pt x="86232" y="310042"/>
                  </a:lnTo>
                  <a:lnTo>
                    <a:pt x="90895" y="312526"/>
                  </a:lnTo>
                  <a:lnTo>
                    <a:pt x="95634" y="314862"/>
                  </a:lnTo>
                  <a:lnTo>
                    <a:pt x="100444" y="317047"/>
                  </a:lnTo>
                  <a:lnTo>
                    <a:pt x="105321" y="319079"/>
                  </a:lnTo>
                  <a:lnTo>
                    <a:pt x="110260" y="320955"/>
                  </a:lnTo>
                  <a:lnTo>
                    <a:pt x="115255" y="322675"/>
                  </a:lnTo>
                  <a:lnTo>
                    <a:pt x="120303" y="324236"/>
                  </a:lnTo>
                  <a:lnTo>
                    <a:pt x="125397" y="325636"/>
                  </a:lnTo>
                  <a:lnTo>
                    <a:pt x="130533" y="326875"/>
                  </a:lnTo>
                  <a:lnTo>
                    <a:pt x="135705" y="327951"/>
                  </a:lnTo>
                  <a:lnTo>
                    <a:pt x="140909" y="328863"/>
                  </a:lnTo>
                  <a:lnTo>
                    <a:pt x="146139" y="329610"/>
                  </a:lnTo>
                  <a:lnTo>
                    <a:pt x="151390" y="330192"/>
                  </a:lnTo>
                  <a:lnTo>
                    <a:pt x="156657" y="330607"/>
                  </a:lnTo>
                  <a:lnTo>
                    <a:pt x="161934" y="330855"/>
                  </a:lnTo>
                  <a:lnTo>
                    <a:pt x="167217" y="330937"/>
                  </a:lnTo>
                  <a:lnTo>
                    <a:pt x="172499" y="330852"/>
                  </a:lnTo>
                  <a:lnTo>
                    <a:pt x="177776" y="330600"/>
                  </a:lnTo>
                  <a:lnTo>
                    <a:pt x="183043" y="330181"/>
                  </a:lnTo>
                  <a:lnTo>
                    <a:pt x="188294" y="329596"/>
                  </a:lnTo>
                  <a:lnTo>
                    <a:pt x="193523" y="328845"/>
                  </a:lnTo>
                  <a:lnTo>
                    <a:pt x="198726" y="327930"/>
                  </a:lnTo>
                  <a:lnTo>
                    <a:pt x="203898" y="326850"/>
                  </a:lnTo>
                  <a:lnTo>
                    <a:pt x="209033" y="325608"/>
                  </a:lnTo>
                  <a:lnTo>
                    <a:pt x="214126" y="324204"/>
                  </a:lnTo>
                  <a:lnTo>
                    <a:pt x="219173" y="322639"/>
                  </a:lnTo>
                  <a:lnTo>
                    <a:pt x="224167" y="320917"/>
                  </a:lnTo>
                  <a:lnTo>
                    <a:pt x="229104" y="319037"/>
                  </a:lnTo>
                  <a:lnTo>
                    <a:pt x="233980" y="317002"/>
                  </a:lnTo>
                  <a:lnTo>
                    <a:pt x="238789" y="314814"/>
                  </a:lnTo>
                  <a:lnTo>
                    <a:pt x="243526" y="312475"/>
                  </a:lnTo>
                  <a:lnTo>
                    <a:pt x="248187" y="309987"/>
                  </a:lnTo>
                  <a:lnTo>
                    <a:pt x="252767" y="307354"/>
                  </a:lnTo>
                  <a:lnTo>
                    <a:pt x="257261" y="304577"/>
                  </a:lnTo>
                  <a:lnTo>
                    <a:pt x="261666" y="301659"/>
                  </a:lnTo>
                  <a:lnTo>
                    <a:pt x="265976" y="298604"/>
                  </a:lnTo>
                  <a:lnTo>
                    <a:pt x="270187" y="295414"/>
                  </a:lnTo>
                  <a:lnTo>
                    <a:pt x="274296" y="292093"/>
                  </a:lnTo>
                  <a:lnTo>
                    <a:pt x="278298" y="288643"/>
                  </a:lnTo>
                  <a:lnTo>
                    <a:pt x="282188" y="285069"/>
                  </a:lnTo>
                  <a:lnTo>
                    <a:pt x="285964" y="281373"/>
                  </a:lnTo>
                  <a:lnTo>
                    <a:pt x="289621" y="277560"/>
                  </a:lnTo>
                  <a:lnTo>
                    <a:pt x="293155" y="273634"/>
                  </a:lnTo>
                  <a:lnTo>
                    <a:pt x="296564" y="269597"/>
                  </a:lnTo>
                  <a:lnTo>
                    <a:pt x="299844" y="265455"/>
                  </a:lnTo>
                  <a:lnTo>
                    <a:pt x="302991" y="261212"/>
                  </a:lnTo>
                  <a:lnTo>
                    <a:pt x="306002" y="256871"/>
                  </a:lnTo>
                  <a:lnTo>
                    <a:pt x="308875" y="252437"/>
                  </a:lnTo>
                  <a:lnTo>
                    <a:pt x="311606" y="247914"/>
                  </a:lnTo>
                  <a:lnTo>
                    <a:pt x="314193" y="243308"/>
                  </a:lnTo>
                  <a:lnTo>
                    <a:pt x="316633" y="238622"/>
                  </a:lnTo>
                  <a:lnTo>
                    <a:pt x="318923" y="233861"/>
                  </a:lnTo>
                  <a:lnTo>
                    <a:pt x="321062" y="229030"/>
                  </a:lnTo>
                  <a:lnTo>
                    <a:pt x="323048" y="224135"/>
                  </a:lnTo>
                  <a:lnTo>
                    <a:pt x="324878" y="219178"/>
                  </a:lnTo>
                  <a:lnTo>
                    <a:pt x="326550" y="214167"/>
                  </a:lnTo>
                  <a:lnTo>
                    <a:pt x="328063" y="209105"/>
                  </a:lnTo>
                  <a:lnTo>
                    <a:pt x="329415" y="203998"/>
                  </a:lnTo>
                  <a:lnTo>
                    <a:pt x="330605" y="198850"/>
                  </a:lnTo>
                  <a:lnTo>
                    <a:pt x="331632" y="193668"/>
                  </a:lnTo>
                  <a:lnTo>
                    <a:pt x="332495" y="188456"/>
                  </a:lnTo>
                  <a:lnTo>
                    <a:pt x="333192" y="183219"/>
                  </a:lnTo>
                  <a:lnTo>
                    <a:pt x="333724" y="177962"/>
                  </a:lnTo>
                  <a:lnTo>
                    <a:pt x="334089" y="172692"/>
                  </a:lnTo>
                  <a:lnTo>
                    <a:pt x="334288" y="167412"/>
                  </a:lnTo>
                  <a:lnTo>
                    <a:pt x="334319" y="162129"/>
                  </a:lnTo>
                  <a:lnTo>
                    <a:pt x="334184" y="156848"/>
                  </a:lnTo>
                  <a:lnTo>
                    <a:pt x="333882" y="151573"/>
                  </a:lnTo>
                  <a:lnTo>
                    <a:pt x="333413" y="146311"/>
                  </a:lnTo>
                  <a:lnTo>
                    <a:pt x="332779" y="141066"/>
                  </a:lnTo>
                  <a:lnTo>
                    <a:pt x="331978" y="135844"/>
                  </a:lnTo>
                  <a:lnTo>
                    <a:pt x="331014" y="130650"/>
                  </a:lnTo>
                  <a:lnTo>
                    <a:pt x="329885" y="125488"/>
                  </a:lnTo>
                  <a:lnTo>
                    <a:pt x="328594" y="120365"/>
                  </a:lnTo>
                  <a:lnTo>
                    <a:pt x="327142" y="115286"/>
                  </a:lnTo>
                  <a:lnTo>
                    <a:pt x="325530" y="110254"/>
                  </a:lnTo>
                  <a:lnTo>
                    <a:pt x="323760" y="105277"/>
                  </a:lnTo>
                  <a:lnTo>
                    <a:pt x="321833" y="100357"/>
                  </a:lnTo>
                  <a:lnTo>
                    <a:pt x="319752" y="95501"/>
                  </a:lnTo>
                  <a:lnTo>
                    <a:pt x="317519" y="90713"/>
                  </a:lnTo>
                  <a:lnTo>
                    <a:pt x="315135" y="85998"/>
                  </a:lnTo>
                  <a:lnTo>
                    <a:pt x="312604" y="81361"/>
                  </a:lnTo>
                  <a:lnTo>
                    <a:pt x="309927" y="76806"/>
                  </a:lnTo>
                  <a:lnTo>
                    <a:pt x="307107" y="72338"/>
                  </a:lnTo>
                  <a:lnTo>
                    <a:pt x="304148" y="67962"/>
                  </a:lnTo>
                  <a:lnTo>
                    <a:pt x="301052" y="63681"/>
                  </a:lnTo>
                  <a:lnTo>
                    <a:pt x="297823" y="59500"/>
                  </a:lnTo>
                  <a:lnTo>
                    <a:pt x="294462" y="55423"/>
                  </a:lnTo>
                  <a:lnTo>
                    <a:pt x="290975" y="51454"/>
                  </a:lnTo>
                  <a:lnTo>
                    <a:pt x="287364" y="47598"/>
                  </a:lnTo>
                  <a:lnTo>
                    <a:pt x="283633" y="43857"/>
                  </a:lnTo>
                  <a:lnTo>
                    <a:pt x="279786" y="40236"/>
                  </a:lnTo>
                  <a:lnTo>
                    <a:pt x="275826" y="36739"/>
                  </a:lnTo>
                  <a:lnTo>
                    <a:pt x="271757" y="33369"/>
                  </a:lnTo>
                  <a:lnTo>
                    <a:pt x="267584" y="30129"/>
                  </a:lnTo>
                  <a:lnTo>
                    <a:pt x="263311" y="27022"/>
                  </a:lnTo>
                  <a:lnTo>
                    <a:pt x="258942" y="24052"/>
                  </a:lnTo>
                  <a:lnTo>
                    <a:pt x="254481" y="21221"/>
                  </a:lnTo>
                  <a:lnTo>
                    <a:pt x="249933" y="18533"/>
                  </a:lnTo>
                  <a:lnTo>
                    <a:pt x="245302" y="15990"/>
                  </a:lnTo>
                  <a:lnTo>
                    <a:pt x="240593" y="13595"/>
                  </a:lnTo>
                  <a:lnTo>
                    <a:pt x="235811" y="11349"/>
                  </a:lnTo>
                  <a:lnTo>
                    <a:pt x="230960" y="9256"/>
                  </a:lnTo>
                  <a:lnTo>
                    <a:pt x="226046" y="7317"/>
                  </a:lnTo>
                  <a:lnTo>
                    <a:pt x="221072" y="5534"/>
                  </a:lnTo>
                  <a:lnTo>
                    <a:pt x="216045" y="3910"/>
                  </a:lnTo>
                  <a:lnTo>
                    <a:pt x="210969" y="2445"/>
                  </a:lnTo>
                  <a:lnTo>
                    <a:pt x="205849" y="1141"/>
                  </a:lnTo>
                  <a:lnTo>
                    <a:pt x="200691" y="0"/>
                  </a:lnTo>
                  <a:lnTo>
                    <a:pt x="167160" y="1637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617280" y="941493"/>
              <a:ext cx="33530" cy="167167"/>
            </a:xfrm>
            <a:custGeom>
              <a:avLst/>
              <a:pathLst>
                <a:path w="33530" h="167167">
                  <a:moveTo>
                    <a:pt x="33530" y="3397"/>
                  </a:moveTo>
                  <a:lnTo>
                    <a:pt x="26890" y="2176"/>
                  </a:lnTo>
                  <a:lnTo>
                    <a:pt x="20206" y="1225"/>
                  </a:lnTo>
                  <a:lnTo>
                    <a:pt x="13489" y="545"/>
                  </a:lnTo>
                  <a:lnTo>
                    <a:pt x="6750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65938" y="1031511"/>
              <a:ext cx="39956" cy="167167"/>
            </a:xfrm>
            <a:custGeom>
              <a:avLst/>
              <a:pathLst>
                <a:path w="39956" h="167167">
                  <a:moveTo>
                    <a:pt x="39956" y="0"/>
                  </a:moveTo>
                  <a:lnTo>
                    <a:pt x="33234" y="135"/>
                  </a:lnTo>
                  <a:lnTo>
                    <a:pt x="26522" y="540"/>
                  </a:lnTo>
                  <a:lnTo>
                    <a:pt x="19832" y="1215"/>
                  </a:lnTo>
                  <a:lnTo>
                    <a:pt x="13174" y="2159"/>
                  </a:lnTo>
                  <a:lnTo>
                    <a:pt x="6560" y="3369"/>
                  </a:lnTo>
                  <a:lnTo>
                    <a:pt x="0" y="4845"/>
                  </a:lnTo>
                  <a:lnTo>
                    <a:pt x="399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065938" y="1036357"/>
              <a:ext cx="39956" cy="162321"/>
            </a:xfrm>
            <a:custGeom>
              <a:avLst/>
              <a:pathLst>
                <a:path w="39956" h="162321">
                  <a:moveTo>
                    <a:pt x="0" y="0"/>
                  </a:moveTo>
                  <a:lnTo>
                    <a:pt x="39956" y="1623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38746" y="1036357"/>
              <a:ext cx="186017" cy="329470"/>
            </a:xfrm>
            <a:custGeom>
              <a:avLst/>
              <a:pathLst>
                <a:path w="186017" h="329470">
                  <a:moveTo>
                    <a:pt x="127191" y="0"/>
                  </a:moveTo>
                  <a:lnTo>
                    <a:pt x="122009" y="1364"/>
                  </a:lnTo>
                  <a:lnTo>
                    <a:pt x="116873" y="2893"/>
                  </a:lnTo>
                  <a:lnTo>
                    <a:pt x="111789" y="4586"/>
                  </a:lnTo>
                  <a:lnTo>
                    <a:pt x="106762" y="6442"/>
                  </a:lnTo>
                  <a:lnTo>
                    <a:pt x="101797" y="8457"/>
                  </a:lnTo>
                  <a:lnTo>
                    <a:pt x="96899" y="10631"/>
                  </a:lnTo>
                  <a:lnTo>
                    <a:pt x="92073" y="12960"/>
                  </a:lnTo>
                  <a:lnTo>
                    <a:pt x="87324" y="15443"/>
                  </a:lnTo>
                  <a:lnTo>
                    <a:pt x="82658" y="18077"/>
                  </a:lnTo>
                  <a:lnTo>
                    <a:pt x="78078" y="20859"/>
                  </a:lnTo>
                  <a:lnTo>
                    <a:pt x="73590" y="23787"/>
                  </a:lnTo>
                  <a:lnTo>
                    <a:pt x="69197" y="26857"/>
                  </a:lnTo>
                  <a:lnTo>
                    <a:pt x="64906" y="30066"/>
                  </a:lnTo>
                  <a:lnTo>
                    <a:pt x="60719" y="33411"/>
                  </a:lnTo>
                  <a:lnTo>
                    <a:pt x="56642" y="36888"/>
                  </a:lnTo>
                  <a:lnTo>
                    <a:pt x="52679" y="40495"/>
                  </a:lnTo>
                  <a:lnTo>
                    <a:pt x="48833" y="44226"/>
                  </a:lnTo>
                  <a:lnTo>
                    <a:pt x="45109" y="48079"/>
                  </a:lnTo>
                  <a:lnTo>
                    <a:pt x="41510" y="52049"/>
                  </a:lnTo>
                  <a:lnTo>
                    <a:pt x="38040" y="56133"/>
                  </a:lnTo>
                  <a:lnTo>
                    <a:pt x="34703" y="60325"/>
                  </a:lnTo>
                  <a:lnTo>
                    <a:pt x="31502" y="64623"/>
                  </a:lnTo>
                  <a:lnTo>
                    <a:pt x="28440" y="69021"/>
                  </a:lnTo>
                  <a:lnTo>
                    <a:pt x="25521" y="73514"/>
                  </a:lnTo>
                  <a:lnTo>
                    <a:pt x="22747" y="78099"/>
                  </a:lnTo>
                  <a:lnTo>
                    <a:pt x="20122" y="82771"/>
                  </a:lnTo>
                  <a:lnTo>
                    <a:pt x="17648" y="87524"/>
                  </a:lnTo>
                  <a:lnTo>
                    <a:pt x="15327" y="92354"/>
                  </a:lnTo>
                  <a:lnTo>
                    <a:pt x="13163" y="97256"/>
                  </a:lnTo>
                  <a:lnTo>
                    <a:pt x="11156" y="102225"/>
                  </a:lnTo>
                  <a:lnTo>
                    <a:pt x="9310" y="107256"/>
                  </a:lnTo>
                  <a:lnTo>
                    <a:pt x="7626" y="112343"/>
                  </a:lnTo>
                  <a:lnTo>
                    <a:pt x="6106" y="117481"/>
                  </a:lnTo>
                  <a:lnTo>
                    <a:pt x="4752" y="122666"/>
                  </a:lnTo>
                  <a:lnTo>
                    <a:pt x="3564" y="127892"/>
                  </a:lnTo>
                  <a:lnTo>
                    <a:pt x="2545" y="133152"/>
                  </a:lnTo>
                  <a:lnTo>
                    <a:pt x="1695" y="138443"/>
                  </a:lnTo>
                  <a:lnTo>
                    <a:pt x="1014" y="143758"/>
                  </a:lnTo>
                  <a:lnTo>
                    <a:pt x="505" y="149093"/>
                  </a:lnTo>
                  <a:lnTo>
                    <a:pt x="166" y="154441"/>
                  </a:lnTo>
                  <a:lnTo>
                    <a:pt x="0" y="159797"/>
                  </a:lnTo>
                  <a:lnTo>
                    <a:pt x="4" y="165155"/>
                  </a:lnTo>
                  <a:lnTo>
                    <a:pt x="181" y="170511"/>
                  </a:lnTo>
                  <a:lnTo>
                    <a:pt x="529" y="175858"/>
                  </a:lnTo>
                  <a:lnTo>
                    <a:pt x="1049" y="181192"/>
                  </a:lnTo>
                  <a:lnTo>
                    <a:pt x="1739" y="186506"/>
                  </a:lnTo>
                  <a:lnTo>
                    <a:pt x="2599" y="191795"/>
                  </a:lnTo>
                  <a:lnTo>
                    <a:pt x="3628" y="197054"/>
                  </a:lnTo>
                  <a:lnTo>
                    <a:pt x="4826" y="202277"/>
                  </a:lnTo>
                  <a:lnTo>
                    <a:pt x="6190" y="207459"/>
                  </a:lnTo>
                  <a:lnTo>
                    <a:pt x="7719" y="212595"/>
                  </a:lnTo>
                  <a:lnTo>
                    <a:pt x="9412" y="217679"/>
                  </a:lnTo>
                  <a:lnTo>
                    <a:pt x="11268" y="222706"/>
                  </a:lnTo>
                  <a:lnTo>
                    <a:pt x="13283" y="227671"/>
                  </a:lnTo>
                  <a:lnTo>
                    <a:pt x="15457" y="232569"/>
                  </a:lnTo>
                  <a:lnTo>
                    <a:pt x="17786" y="237395"/>
                  </a:lnTo>
                  <a:lnTo>
                    <a:pt x="20269" y="242144"/>
                  </a:lnTo>
                  <a:lnTo>
                    <a:pt x="22903" y="246810"/>
                  </a:lnTo>
                  <a:lnTo>
                    <a:pt x="25685" y="251390"/>
                  </a:lnTo>
                  <a:lnTo>
                    <a:pt x="28613" y="255879"/>
                  </a:lnTo>
                  <a:lnTo>
                    <a:pt x="31682" y="260271"/>
                  </a:lnTo>
                  <a:lnTo>
                    <a:pt x="34891" y="264562"/>
                  </a:lnTo>
                  <a:lnTo>
                    <a:pt x="38236" y="268749"/>
                  </a:lnTo>
                  <a:lnTo>
                    <a:pt x="41714" y="272826"/>
                  </a:lnTo>
                  <a:lnTo>
                    <a:pt x="45320" y="276789"/>
                  </a:lnTo>
                  <a:lnTo>
                    <a:pt x="49052" y="280635"/>
                  </a:lnTo>
                  <a:lnTo>
                    <a:pt x="52904" y="284360"/>
                  </a:lnTo>
                  <a:lnTo>
                    <a:pt x="56875" y="287959"/>
                  </a:lnTo>
                  <a:lnTo>
                    <a:pt x="60958" y="291429"/>
                  </a:lnTo>
                  <a:lnTo>
                    <a:pt x="65151" y="294766"/>
                  </a:lnTo>
                  <a:lnTo>
                    <a:pt x="69448" y="297967"/>
                  </a:lnTo>
                  <a:lnTo>
                    <a:pt x="73846" y="301029"/>
                  </a:lnTo>
                  <a:lnTo>
                    <a:pt x="78340" y="303948"/>
                  </a:lnTo>
                  <a:lnTo>
                    <a:pt x="82925" y="306722"/>
                  </a:lnTo>
                  <a:lnTo>
                    <a:pt x="87596" y="309347"/>
                  </a:lnTo>
                  <a:lnTo>
                    <a:pt x="92349" y="311821"/>
                  </a:lnTo>
                  <a:lnTo>
                    <a:pt x="97179" y="314142"/>
                  </a:lnTo>
                  <a:lnTo>
                    <a:pt x="102081" y="316306"/>
                  </a:lnTo>
                  <a:lnTo>
                    <a:pt x="107050" y="318313"/>
                  </a:lnTo>
                  <a:lnTo>
                    <a:pt x="112081" y="320159"/>
                  </a:lnTo>
                  <a:lnTo>
                    <a:pt x="117168" y="321843"/>
                  </a:lnTo>
                  <a:lnTo>
                    <a:pt x="122307" y="323362"/>
                  </a:lnTo>
                  <a:lnTo>
                    <a:pt x="127491" y="324717"/>
                  </a:lnTo>
                  <a:lnTo>
                    <a:pt x="132717" y="325905"/>
                  </a:lnTo>
                  <a:lnTo>
                    <a:pt x="137977" y="326924"/>
                  </a:lnTo>
                  <a:lnTo>
                    <a:pt x="143268" y="327774"/>
                  </a:lnTo>
                  <a:lnTo>
                    <a:pt x="148583" y="328455"/>
                  </a:lnTo>
                  <a:lnTo>
                    <a:pt x="153918" y="328965"/>
                  </a:lnTo>
                  <a:lnTo>
                    <a:pt x="159266" y="329303"/>
                  </a:lnTo>
                  <a:lnTo>
                    <a:pt x="164622" y="329470"/>
                  </a:lnTo>
                  <a:lnTo>
                    <a:pt x="169980" y="329465"/>
                  </a:lnTo>
                  <a:lnTo>
                    <a:pt x="175336" y="329288"/>
                  </a:lnTo>
                  <a:lnTo>
                    <a:pt x="180683" y="328940"/>
                  </a:lnTo>
                  <a:lnTo>
                    <a:pt x="186017" y="328421"/>
                  </a:lnTo>
                  <a:lnTo>
                    <a:pt x="167148" y="1623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105894" y="1031511"/>
              <a:ext cx="167161" cy="333266"/>
            </a:xfrm>
            <a:custGeom>
              <a:avLst/>
              <a:pathLst>
                <a:path w="167161" h="333266">
                  <a:moveTo>
                    <a:pt x="18868" y="333266"/>
                  </a:moveTo>
                  <a:lnTo>
                    <a:pt x="24153" y="332580"/>
                  </a:lnTo>
                  <a:lnTo>
                    <a:pt x="29413" y="331726"/>
                  </a:lnTo>
                  <a:lnTo>
                    <a:pt x="34643" y="330705"/>
                  </a:lnTo>
                  <a:lnTo>
                    <a:pt x="39838" y="329518"/>
                  </a:lnTo>
                  <a:lnTo>
                    <a:pt x="44992" y="328166"/>
                  </a:lnTo>
                  <a:lnTo>
                    <a:pt x="50101" y="326650"/>
                  </a:lnTo>
                  <a:lnTo>
                    <a:pt x="55159" y="324972"/>
                  </a:lnTo>
                  <a:lnTo>
                    <a:pt x="60161" y="323134"/>
                  </a:lnTo>
                  <a:lnTo>
                    <a:pt x="65101" y="321137"/>
                  </a:lnTo>
                  <a:lnTo>
                    <a:pt x="69976" y="318984"/>
                  </a:lnTo>
                  <a:lnTo>
                    <a:pt x="74779" y="316676"/>
                  </a:lnTo>
                  <a:lnTo>
                    <a:pt x="79506" y="314217"/>
                  </a:lnTo>
                  <a:lnTo>
                    <a:pt x="84153" y="311608"/>
                  </a:lnTo>
                  <a:lnTo>
                    <a:pt x="88714" y="308852"/>
                  </a:lnTo>
                  <a:lnTo>
                    <a:pt x="93185" y="305952"/>
                  </a:lnTo>
                  <a:lnTo>
                    <a:pt x="97561" y="302912"/>
                  </a:lnTo>
                  <a:lnTo>
                    <a:pt x="101838" y="299733"/>
                  </a:lnTo>
                  <a:lnTo>
                    <a:pt x="106012" y="296420"/>
                  </a:lnTo>
                  <a:lnTo>
                    <a:pt x="110078" y="292975"/>
                  </a:lnTo>
                  <a:lnTo>
                    <a:pt x="114032" y="289403"/>
                  </a:lnTo>
                  <a:lnTo>
                    <a:pt x="117870" y="285706"/>
                  </a:lnTo>
                  <a:lnTo>
                    <a:pt x="121588" y="281889"/>
                  </a:lnTo>
                  <a:lnTo>
                    <a:pt x="125183" y="277955"/>
                  </a:lnTo>
                  <a:lnTo>
                    <a:pt x="128651" y="273909"/>
                  </a:lnTo>
                  <a:lnTo>
                    <a:pt x="131987" y="269754"/>
                  </a:lnTo>
                  <a:lnTo>
                    <a:pt x="135190" y="265495"/>
                  </a:lnTo>
                  <a:lnTo>
                    <a:pt x="138255" y="261136"/>
                  </a:lnTo>
                  <a:lnTo>
                    <a:pt x="141180" y="256682"/>
                  </a:lnTo>
                  <a:lnTo>
                    <a:pt x="143962" y="252136"/>
                  </a:lnTo>
                  <a:lnTo>
                    <a:pt x="146597" y="247505"/>
                  </a:lnTo>
                  <a:lnTo>
                    <a:pt x="149083" y="242791"/>
                  </a:lnTo>
                  <a:lnTo>
                    <a:pt x="151418" y="238001"/>
                  </a:lnTo>
                  <a:lnTo>
                    <a:pt x="153598" y="233139"/>
                  </a:lnTo>
                  <a:lnTo>
                    <a:pt x="155623" y="228210"/>
                  </a:lnTo>
                  <a:lnTo>
                    <a:pt x="157490" y="223219"/>
                  </a:lnTo>
                  <a:lnTo>
                    <a:pt x="159196" y="218170"/>
                  </a:lnTo>
                  <a:lnTo>
                    <a:pt x="160741" y="213070"/>
                  </a:lnTo>
                  <a:lnTo>
                    <a:pt x="162122" y="207924"/>
                  </a:lnTo>
                  <a:lnTo>
                    <a:pt x="163339" y="202735"/>
                  </a:lnTo>
                  <a:lnTo>
                    <a:pt x="164390" y="197511"/>
                  </a:lnTo>
                  <a:lnTo>
                    <a:pt x="165273" y="192256"/>
                  </a:lnTo>
                  <a:lnTo>
                    <a:pt x="165989" y="186976"/>
                  </a:lnTo>
                  <a:lnTo>
                    <a:pt x="166536" y="181675"/>
                  </a:lnTo>
                  <a:lnTo>
                    <a:pt x="166914" y="176359"/>
                  </a:lnTo>
                  <a:lnTo>
                    <a:pt x="167122" y="171035"/>
                  </a:lnTo>
                  <a:lnTo>
                    <a:pt x="167161" y="165706"/>
                  </a:lnTo>
                  <a:lnTo>
                    <a:pt x="167029" y="160379"/>
                  </a:lnTo>
                  <a:lnTo>
                    <a:pt x="166728" y="155058"/>
                  </a:lnTo>
                  <a:lnTo>
                    <a:pt x="166257" y="149750"/>
                  </a:lnTo>
                  <a:lnTo>
                    <a:pt x="165618" y="144460"/>
                  </a:lnTo>
                  <a:lnTo>
                    <a:pt x="164810" y="139193"/>
                  </a:lnTo>
                  <a:lnTo>
                    <a:pt x="163834" y="133954"/>
                  </a:lnTo>
                  <a:lnTo>
                    <a:pt x="162692" y="128749"/>
                  </a:lnTo>
                  <a:lnTo>
                    <a:pt x="161385" y="123583"/>
                  </a:lnTo>
                  <a:lnTo>
                    <a:pt x="159914" y="118461"/>
                  </a:lnTo>
                  <a:lnTo>
                    <a:pt x="158280" y="113389"/>
                  </a:lnTo>
                  <a:lnTo>
                    <a:pt x="156486" y="108371"/>
                  </a:lnTo>
                  <a:lnTo>
                    <a:pt x="154532" y="103413"/>
                  </a:lnTo>
                  <a:lnTo>
                    <a:pt x="152422" y="98520"/>
                  </a:lnTo>
                  <a:lnTo>
                    <a:pt x="150156" y="93697"/>
                  </a:lnTo>
                  <a:lnTo>
                    <a:pt x="147738" y="88948"/>
                  </a:lnTo>
                  <a:lnTo>
                    <a:pt x="145170" y="84279"/>
                  </a:lnTo>
                  <a:lnTo>
                    <a:pt x="142455" y="79694"/>
                  </a:lnTo>
                  <a:lnTo>
                    <a:pt x="139594" y="75198"/>
                  </a:lnTo>
                  <a:lnTo>
                    <a:pt x="136592" y="70795"/>
                  </a:lnTo>
                  <a:lnTo>
                    <a:pt x="133451" y="66491"/>
                  </a:lnTo>
                  <a:lnTo>
                    <a:pt x="130174" y="62288"/>
                  </a:lnTo>
                  <a:lnTo>
                    <a:pt x="126765" y="58193"/>
                  </a:lnTo>
                  <a:lnTo>
                    <a:pt x="123227" y="54207"/>
                  </a:lnTo>
                  <a:lnTo>
                    <a:pt x="119564" y="50337"/>
                  </a:lnTo>
                  <a:lnTo>
                    <a:pt x="115780" y="46586"/>
                  </a:lnTo>
                  <a:lnTo>
                    <a:pt x="111878" y="42957"/>
                  </a:lnTo>
                  <a:lnTo>
                    <a:pt x="107862" y="39454"/>
                  </a:lnTo>
                  <a:lnTo>
                    <a:pt x="103736" y="36081"/>
                  </a:lnTo>
                  <a:lnTo>
                    <a:pt x="99506" y="32841"/>
                  </a:lnTo>
                  <a:lnTo>
                    <a:pt x="95174" y="29738"/>
                  </a:lnTo>
                  <a:lnTo>
                    <a:pt x="90745" y="26774"/>
                  </a:lnTo>
                  <a:lnTo>
                    <a:pt x="86224" y="23953"/>
                  </a:lnTo>
                  <a:lnTo>
                    <a:pt x="81615" y="21277"/>
                  </a:lnTo>
                  <a:lnTo>
                    <a:pt x="76924" y="18750"/>
                  </a:lnTo>
                  <a:lnTo>
                    <a:pt x="72154" y="16374"/>
                  </a:lnTo>
                  <a:lnTo>
                    <a:pt x="67311" y="14150"/>
                  </a:lnTo>
                  <a:lnTo>
                    <a:pt x="62400" y="12083"/>
                  </a:lnTo>
                  <a:lnTo>
                    <a:pt x="57425" y="10173"/>
                  </a:lnTo>
                  <a:lnTo>
                    <a:pt x="52392" y="8422"/>
                  </a:lnTo>
                  <a:lnTo>
                    <a:pt x="47306" y="6833"/>
                  </a:lnTo>
                  <a:lnTo>
                    <a:pt x="42172" y="5406"/>
                  </a:lnTo>
                  <a:lnTo>
                    <a:pt x="36994" y="4144"/>
                  </a:lnTo>
                  <a:lnTo>
                    <a:pt x="31779" y="3048"/>
                  </a:lnTo>
                  <a:lnTo>
                    <a:pt x="26532" y="2119"/>
                  </a:lnTo>
                  <a:lnTo>
                    <a:pt x="21258" y="1357"/>
                  </a:lnTo>
                  <a:lnTo>
                    <a:pt x="15962" y="763"/>
                  </a:lnTo>
                  <a:lnTo>
                    <a:pt x="10650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7939" y="1236837"/>
              <a:ext cx="161149" cy="167167"/>
            </a:xfrm>
            <a:custGeom>
              <a:avLst/>
              <a:pathLst>
                <a:path w="161149" h="167167">
                  <a:moveTo>
                    <a:pt x="161149" y="0"/>
                  </a:moveTo>
                  <a:lnTo>
                    <a:pt x="155710" y="88"/>
                  </a:lnTo>
                  <a:lnTo>
                    <a:pt x="150277" y="353"/>
                  </a:lnTo>
                  <a:lnTo>
                    <a:pt x="144855" y="795"/>
                  </a:lnTo>
                  <a:lnTo>
                    <a:pt x="139451" y="1414"/>
                  </a:lnTo>
                  <a:lnTo>
                    <a:pt x="134069" y="2207"/>
                  </a:lnTo>
                  <a:lnTo>
                    <a:pt x="128717" y="3176"/>
                  </a:lnTo>
                  <a:lnTo>
                    <a:pt x="123398" y="4318"/>
                  </a:lnTo>
                  <a:lnTo>
                    <a:pt x="118120" y="5632"/>
                  </a:lnTo>
                  <a:lnTo>
                    <a:pt x="112887" y="7118"/>
                  </a:lnTo>
                  <a:lnTo>
                    <a:pt x="107705" y="8773"/>
                  </a:lnTo>
                  <a:lnTo>
                    <a:pt x="102580" y="10595"/>
                  </a:lnTo>
                  <a:lnTo>
                    <a:pt x="97517" y="12584"/>
                  </a:lnTo>
                  <a:lnTo>
                    <a:pt x="92521" y="14736"/>
                  </a:lnTo>
                  <a:lnTo>
                    <a:pt x="87598" y="17049"/>
                  </a:lnTo>
                  <a:lnTo>
                    <a:pt x="82753" y="19522"/>
                  </a:lnTo>
                  <a:lnTo>
                    <a:pt x="77991" y="22151"/>
                  </a:lnTo>
                  <a:lnTo>
                    <a:pt x="73316" y="24933"/>
                  </a:lnTo>
                  <a:lnTo>
                    <a:pt x="68735" y="27866"/>
                  </a:lnTo>
                  <a:lnTo>
                    <a:pt x="64252" y="30947"/>
                  </a:lnTo>
                  <a:lnTo>
                    <a:pt x="59871" y="34171"/>
                  </a:lnTo>
                  <a:lnTo>
                    <a:pt x="55598" y="37537"/>
                  </a:lnTo>
                  <a:lnTo>
                    <a:pt x="51436" y="41040"/>
                  </a:lnTo>
                  <a:lnTo>
                    <a:pt x="47391" y="44676"/>
                  </a:lnTo>
                  <a:lnTo>
                    <a:pt x="43466" y="48442"/>
                  </a:lnTo>
                  <a:lnTo>
                    <a:pt x="39665" y="52334"/>
                  </a:lnTo>
                  <a:lnTo>
                    <a:pt x="35993" y="56347"/>
                  </a:lnTo>
                  <a:lnTo>
                    <a:pt x="32454" y="60478"/>
                  </a:lnTo>
                  <a:lnTo>
                    <a:pt x="29051" y="64721"/>
                  </a:lnTo>
                  <a:lnTo>
                    <a:pt x="25788" y="69074"/>
                  </a:lnTo>
                  <a:lnTo>
                    <a:pt x="22668" y="73530"/>
                  </a:lnTo>
                  <a:lnTo>
                    <a:pt x="19695" y="78085"/>
                  </a:lnTo>
                  <a:lnTo>
                    <a:pt x="16871" y="82734"/>
                  </a:lnTo>
                  <a:lnTo>
                    <a:pt x="14200" y="87473"/>
                  </a:lnTo>
                  <a:lnTo>
                    <a:pt x="11685" y="92296"/>
                  </a:lnTo>
                  <a:lnTo>
                    <a:pt x="9328" y="97199"/>
                  </a:lnTo>
                  <a:lnTo>
                    <a:pt x="7132" y="102175"/>
                  </a:lnTo>
                  <a:lnTo>
                    <a:pt x="5099" y="107221"/>
                  </a:lnTo>
                  <a:lnTo>
                    <a:pt x="3232" y="112330"/>
                  </a:lnTo>
                  <a:lnTo>
                    <a:pt x="1531" y="117497"/>
                  </a:lnTo>
                  <a:lnTo>
                    <a:pt x="0" y="122716"/>
                  </a:lnTo>
                  <a:lnTo>
                    <a:pt x="16114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67939" y="1359554"/>
              <a:ext cx="161149" cy="44450"/>
            </a:xfrm>
            <a:custGeom>
              <a:avLst/>
              <a:pathLst>
                <a:path w="161149" h="44450">
                  <a:moveTo>
                    <a:pt x="0" y="0"/>
                  </a:moveTo>
                  <a:lnTo>
                    <a:pt x="161149" y="444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61941" y="1239096"/>
              <a:ext cx="334302" cy="332076"/>
            </a:xfrm>
            <a:custGeom>
              <a:avLst/>
              <a:pathLst>
                <a:path w="334302" h="332076">
                  <a:moveTo>
                    <a:pt x="5997" y="120458"/>
                  </a:moveTo>
                  <a:lnTo>
                    <a:pt x="4670" y="125586"/>
                  </a:lnTo>
                  <a:lnTo>
                    <a:pt x="3505" y="130754"/>
                  </a:lnTo>
                  <a:lnTo>
                    <a:pt x="2505" y="135957"/>
                  </a:lnTo>
                  <a:lnTo>
                    <a:pt x="1671" y="141188"/>
                  </a:lnTo>
                  <a:lnTo>
                    <a:pt x="1002" y="146443"/>
                  </a:lnTo>
                  <a:lnTo>
                    <a:pt x="500" y="151716"/>
                  </a:lnTo>
                  <a:lnTo>
                    <a:pt x="166" y="157003"/>
                  </a:lnTo>
                  <a:lnTo>
                    <a:pt x="0" y="162298"/>
                  </a:lnTo>
                  <a:lnTo>
                    <a:pt x="1" y="167596"/>
                  </a:lnTo>
                  <a:lnTo>
                    <a:pt x="170" y="172890"/>
                  </a:lnTo>
                  <a:lnTo>
                    <a:pt x="507" y="178177"/>
                  </a:lnTo>
                  <a:lnTo>
                    <a:pt x="1011" y="183450"/>
                  </a:lnTo>
                  <a:lnTo>
                    <a:pt x="1681" y="188705"/>
                  </a:lnTo>
                  <a:lnTo>
                    <a:pt x="2519" y="193936"/>
                  </a:lnTo>
                  <a:lnTo>
                    <a:pt x="3521" y="199138"/>
                  </a:lnTo>
                  <a:lnTo>
                    <a:pt x="4688" y="204305"/>
                  </a:lnTo>
                  <a:lnTo>
                    <a:pt x="6018" y="209433"/>
                  </a:lnTo>
                  <a:lnTo>
                    <a:pt x="7509" y="214516"/>
                  </a:lnTo>
                  <a:lnTo>
                    <a:pt x="9161" y="219549"/>
                  </a:lnTo>
                  <a:lnTo>
                    <a:pt x="10972" y="224528"/>
                  </a:lnTo>
                  <a:lnTo>
                    <a:pt x="12939" y="229446"/>
                  </a:lnTo>
                  <a:lnTo>
                    <a:pt x="15062" y="234300"/>
                  </a:lnTo>
                  <a:lnTo>
                    <a:pt x="17337" y="239084"/>
                  </a:lnTo>
                  <a:lnTo>
                    <a:pt x="19762" y="243793"/>
                  </a:lnTo>
                  <a:lnTo>
                    <a:pt x="22336" y="248424"/>
                  </a:lnTo>
                  <a:lnTo>
                    <a:pt x="25054" y="252970"/>
                  </a:lnTo>
                  <a:lnTo>
                    <a:pt x="27916" y="257428"/>
                  </a:lnTo>
                  <a:lnTo>
                    <a:pt x="30917" y="261793"/>
                  </a:lnTo>
                  <a:lnTo>
                    <a:pt x="34056" y="266061"/>
                  </a:lnTo>
                  <a:lnTo>
                    <a:pt x="37328" y="270227"/>
                  </a:lnTo>
                  <a:lnTo>
                    <a:pt x="40730" y="274288"/>
                  </a:lnTo>
                  <a:lnTo>
                    <a:pt x="44259" y="278238"/>
                  </a:lnTo>
                  <a:lnTo>
                    <a:pt x="47912" y="282075"/>
                  </a:lnTo>
                  <a:lnTo>
                    <a:pt x="51684" y="285794"/>
                  </a:lnTo>
                  <a:lnTo>
                    <a:pt x="55572" y="289392"/>
                  </a:lnTo>
                  <a:lnTo>
                    <a:pt x="59573" y="292865"/>
                  </a:lnTo>
                  <a:lnTo>
                    <a:pt x="63681" y="296209"/>
                  </a:lnTo>
                  <a:lnTo>
                    <a:pt x="67893" y="299422"/>
                  </a:lnTo>
                  <a:lnTo>
                    <a:pt x="72205" y="302499"/>
                  </a:lnTo>
                  <a:lnTo>
                    <a:pt x="76612" y="305438"/>
                  </a:lnTo>
                  <a:lnTo>
                    <a:pt x="81110" y="308236"/>
                  </a:lnTo>
                  <a:lnTo>
                    <a:pt x="85695" y="310890"/>
                  </a:lnTo>
                  <a:lnTo>
                    <a:pt x="90361" y="313398"/>
                  </a:lnTo>
                  <a:lnTo>
                    <a:pt x="95105" y="315756"/>
                  </a:lnTo>
                  <a:lnTo>
                    <a:pt x="99921" y="317963"/>
                  </a:lnTo>
                  <a:lnTo>
                    <a:pt x="104804" y="320016"/>
                  </a:lnTo>
                  <a:lnTo>
                    <a:pt x="109750" y="321914"/>
                  </a:lnTo>
                  <a:lnTo>
                    <a:pt x="114754" y="323654"/>
                  </a:lnTo>
                  <a:lnTo>
                    <a:pt x="119810" y="325234"/>
                  </a:lnTo>
                  <a:lnTo>
                    <a:pt x="124913" y="326653"/>
                  </a:lnTo>
                  <a:lnTo>
                    <a:pt x="130060" y="327910"/>
                  </a:lnTo>
                  <a:lnTo>
                    <a:pt x="135243" y="329004"/>
                  </a:lnTo>
                  <a:lnTo>
                    <a:pt x="140458" y="329932"/>
                  </a:lnTo>
                  <a:lnTo>
                    <a:pt x="145701" y="330695"/>
                  </a:lnTo>
                  <a:lnTo>
                    <a:pt x="150964" y="331291"/>
                  </a:lnTo>
                  <a:lnTo>
                    <a:pt x="156244" y="331720"/>
                  </a:lnTo>
                  <a:lnTo>
                    <a:pt x="161535" y="331982"/>
                  </a:lnTo>
                  <a:lnTo>
                    <a:pt x="166832" y="332076"/>
                  </a:lnTo>
                  <a:lnTo>
                    <a:pt x="172129" y="332002"/>
                  </a:lnTo>
                  <a:lnTo>
                    <a:pt x="177421" y="331760"/>
                  </a:lnTo>
                  <a:lnTo>
                    <a:pt x="182702" y="331351"/>
                  </a:lnTo>
                  <a:lnTo>
                    <a:pt x="187968" y="330774"/>
                  </a:lnTo>
                  <a:lnTo>
                    <a:pt x="193213" y="330031"/>
                  </a:lnTo>
                  <a:lnTo>
                    <a:pt x="198432" y="329123"/>
                  </a:lnTo>
                  <a:lnTo>
                    <a:pt x="203620" y="328049"/>
                  </a:lnTo>
                  <a:lnTo>
                    <a:pt x="208771" y="326811"/>
                  </a:lnTo>
                  <a:lnTo>
                    <a:pt x="213880" y="325411"/>
                  </a:lnTo>
                  <a:lnTo>
                    <a:pt x="218942" y="323850"/>
                  </a:lnTo>
                  <a:lnTo>
                    <a:pt x="223952" y="322129"/>
                  </a:lnTo>
                  <a:lnTo>
                    <a:pt x="228905" y="320250"/>
                  </a:lnTo>
                  <a:lnTo>
                    <a:pt x="233796" y="318215"/>
                  </a:lnTo>
                  <a:lnTo>
                    <a:pt x="238620" y="316026"/>
                  </a:lnTo>
                  <a:lnTo>
                    <a:pt x="243372" y="313686"/>
                  </a:lnTo>
                  <a:lnTo>
                    <a:pt x="248048" y="311196"/>
                  </a:lnTo>
                  <a:lnTo>
                    <a:pt x="252643" y="308559"/>
                  </a:lnTo>
                  <a:lnTo>
                    <a:pt x="257151" y="305778"/>
                  </a:lnTo>
                  <a:lnTo>
                    <a:pt x="261569" y="302855"/>
                  </a:lnTo>
                  <a:lnTo>
                    <a:pt x="265893" y="299794"/>
                  </a:lnTo>
                  <a:lnTo>
                    <a:pt x="270117" y="296598"/>
                  </a:lnTo>
                  <a:lnTo>
                    <a:pt x="274238" y="293269"/>
                  </a:lnTo>
                  <a:lnTo>
                    <a:pt x="278252" y="289811"/>
                  </a:lnTo>
                  <a:lnTo>
                    <a:pt x="282153" y="286228"/>
                  </a:lnTo>
                  <a:lnTo>
                    <a:pt x="285940" y="282523"/>
                  </a:lnTo>
                  <a:lnTo>
                    <a:pt x="289607" y="278700"/>
                  </a:lnTo>
                  <a:lnTo>
                    <a:pt x="293151" y="274763"/>
                  </a:lnTo>
                  <a:lnTo>
                    <a:pt x="296568" y="270715"/>
                  </a:lnTo>
                  <a:lnTo>
                    <a:pt x="299856" y="266561"/>
                  </a:lnTo>
                  <a:lnTo>
                    <a:pt x="303010" y="262305"/>
                  </a:lnTo>
                  <a:lnTo>
                    <a:pt x="306028" y="257952"/>
                  </a:lnTo>
                  <a:lnTo>
                    <a:pt x="308906" y="253504"/>
                  </a:lnTo>
                  <a:lnTo>
                    <a:pt x="311642" y="248968"/>
                  </a:lnTo>
                  <a:lnTo>
                    <a:pt x="314233" y="244348"/>
                  </a:lnTo>
                  <a:lnTo>
                    <a:pt x="316676" y="239647"/>
                  </a:lnTo>
                  <a:lnTo>
                    <a:pt x="318969" y="234872"/>
                  </a:lnTo>
                  <a:lnTo>
                    <a:pt x="321110" y="230026"/>
                  </a:lnTo>
                  <a:lnTo>
                    <a:pt x="323096" y="225115"/>
                  </a:lnTo>
                  <a:lnTo>
                    <a:pt x="324925" y="220143"/>
                  </a:lnTo>
                  <a:lnTo>
                    <a:pt x="326596" y="215116"/>
                  </a:lnTo>
                  <a:lnTo>
                    <a:pt x="328107" y="210039"/>
                  </a:lnTo>
                  <a:lnTo>
                    <a:pt x="329456" y="204916"/>
                  </a:lnTo>
                  <a:lnTo>
                    <a:pt x="330642" y="199753"/>
                  </a:lnTo>
                  <a:lnTo>
                    <a:pt x="331664" y="194555"/>
                  </a:lnTo>
                  <a:lnTo>
                    <a:pt x="332521" y="189328"/>
                  </a:lnTo>
                  <a:lnTo>
                    <a:pt x="333212" y="184076"/>
                  </a:lnTo>
                  <a:lnTo>
                    <a:pt x="333735" y="178804"/>
                  </a:lnTo>
                  <a:lnTo>
                    <a:pt x="334092" y="173519"/>
                  </a:lnTo>
                  <a:lnTo>
                    <a:pt x="334281" y="168225"/>
                  </a:lnTo>
                  <a:lnTo>
                    <a:pt x="334302" y="162927"/>
                  </a:lnTo>
                  <a:lnTo>
                    <a:pt x="334156" y="157632"/>
                  </a:lnTo>
                  <a:lnTo>
                    <a:pt x="333841" y="152344"/>
                  </a:lnTo>
                  <a:lnTo>
                    <a:pt x="333359" y="147068"/>
                  </a:lnTo>
                  <a:lnTo>
                    <a:pt x="332711" y="141811"/>
                  </a:lnTo>
                  <a:lnTo>
                    <a:pt x="331896" y="136576"/>
                  </a:lnTo>
                  <a:lnTo>
                    <a:pt x="330915" y="131371"/>
                  </a:lnTo>
                  <a:lnTo>
                    <a:pt x="329770" y="126198"/>
                  </a:lnTo>
                  <a:lnTo>
                    <a:pt x="328462" y="121065"/>
                  </a:lnTo>
                  <a:lnTo>
                    <a:pt x="326992" y="115976"/>
                  </a:lnTo>
                  <a:lnTo>
                    <a:pt x="325361" y="110935"/>
                  </a:lnTo>
                  <a:lnTo>
                    <a:pt x="323571" y="105950"/>
                  </a:lnTo>
                  <a:lnTo>
                    <a:pt x="321625" y="101023"/>
                  </a:lnTo>
                  <a:lnTo>
                    <a:pt x="319523" y="96160"/>
                  </a:lnTo>
                  <a:lnTo>
                    <a:pt x="317268" y="91367"/>
                  </a:lnTo>
                  <a:lnTo>
                    <a:pt x="314863" y="86647"/>
                  </a:lnTo>
                  <a:lnTo>
                    <a:pt x="312309" y="82006"/>
                  </a:lnTo>
                  <a:lnTo>
                    <a:pt x="309609" y="77448"/>
                  </a:lnTo>
                  <a:lnTo>
                    <a:pt x="306766" y="72978"/>
                  </a:lnTo>
                  <a:lnTo>
                    <a:pt x="303783" y="68600"/>
                  </a:lnTo>
                  <a:lnTo>
                    <a:pt x="300663" y="64319"/>
                  </a:lnTo>
                  <a:lnTo>
                    <a:pt x="297409" y="60139"/>
                  </a:lnTo>
                  <a:lnTo>
                    <a:pt x="294024" y="56064"/>
                  </a:lnTo>
                  <a:lnTo>
                    <a:pt x="290511" y="52099"/>
                  </a:lnTo>
                  <a:lnTo>
                    <a:pt x="286875" y="48246"/>
                  </a:lnTo>
                  <a:lnTo>
                    <a:pt x="283118" y="44511"/>
                  </a:lnTo>
                  <a:lnTo>
                    <a:pt x="279245" y="40897"/>
                  </a:lnTo>
                  <a:lnTo>
                    <a:pt x="275260" y="37408"/>
                  </a:lnTo>
                  <a:lnTo>
                    <a:pt x="271165" y="34046"/>
                  </a:lnTo>
                  <a:lnTo>
                    <a:pt x="266967" y="30816"/>
                  </a:lnTo>
                  <a:lnTo>
                    <a:pt x="262668" y="27720"/>
                  </a:lnTo>
                  <a:lnTo>
                    <a:pt x="258273" y="24763"/>
                  </a:lnTo>
                  <a:lnTo>
                    <a:pt x="253787" y="21946"/>
                  </a:lnTo>
                  <a:lnTo>
                    <a:pt x="249213" y="19272"/>
                  </a:lnTo>
                  <a:lnTo>
                    <a:pt x="244558" y="16745"/>
                  </a:lnTo>
                  <a:lnTo>
                    <a:pt x="239824" y="14367"/>
                  </a:lnTo>
                  <a:lnTo>
                    <a:pt x="235018" y="12139"/>
                  </a:lnTo>
                  <a:lnTo>
                    <a:pt x="230143" y="10066"/>
                  </a:lnTo>
                  <a:lnTo>
                    <a:pt x="225205" y="8147"/>
                  </a:lnTo>
                  <a:lnTo>
                    <a:pt x="220209" y="6386"/>
                  </a:lnTo>
                  <a:lnTo>
                    <a:pt x="215159" y="4785"/>
                  </a:lnTo>
                  <a:lnTo>
                    <a:pt x="210062" y="3344"/>
                  </a:lnTo>
                  <a:lnTo>
                    <a:pt x="204921" y="2065"/>
                  </a:lnTo>
                  <a:lnTo>
                    <a:pt x="199742" y="950"/>
                  </a:lnTo>
                  <a:lnTo>
                    <a:pt x="194531" y="0"/>
                  </a:lnTo>
                  <a:lnTo>
                    <a:pt x="167147" y="164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629088" y="1236837"/>
              <a:ext cx="27384" cy="167167"/>
            </a:xfrm>
            <a:custGeom>
              <a:avLst/>
              <a:pathLst>
                <a:path w="27384" h="167167">
                  <a:moveTo>
                    <a:pt x="27384" y="2258"/>
                  </a:moveTo>
                  <a:lnTo>
                    <a:pt x="20578" y="1271"/>
                  </a:lnTo>
                  <a:lnTo>
                    <a:pt x="13738" y="565"/>
                  </a:lnTo>
                  <a:lnTo>
                    <a:pt x="6875" y="14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74795" y="1546402"/>
              <a:ext cx="37771" cy="167167"/>
            </a:xfrm>
            <a:custGeom>
              <a:avLst/>
              <a:pathLst>
                <a:path w="37771" h="167167">
                  <a:moveTo>
                    <a:pt x="37771" y="0"/>
                  </a:moveTo>
                  <a:lnTo>
                    <a:pt x="31422" y="120"/>
                  </a:lnTo>
                  <a:lnTo>
                    <a:pt x="25083" y="482"/>
                  </a:lnTo>
                  <a:lnTo>
                    <a:pt x="18762" y="1084"/>
                  </a:lnTo>
                  <a:lnTo>
                    <a:pt x="12468" y="1926"/>
                  </a:lnTo>
                  <a:lnTo>
                    <a:pt x="6211" y="3006"/>
                  </a:lnTo>
                  <a:lnTo>
                    <a:pt x="0" y="4323"/>
                  </a:lnTo>
                  <a:lnTo>
                    <a:pt x="3777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174795" y="1550725"/>
              <a:ext cx="37771" cy="162844"/>
            </a:xfrm>
            <a:custGeom>
              <a:avLst/>
              <a:pathLst>
                <a:path w="37771" h="162844">
                  <a:moveTo>
                    <a:pt x="0" y="0"/>
                  </a:moveTo>
                  <a:lnTo>
                    <a:pt x="37771" y="1628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45410" y="1550725"/>
              <a:ext cx="334304" cy="330011"/>
            </a:xfrm>
            <a:custGeom>
              <a:avLst/>
              <a:pathLst>
                <a:path w="334304" h="330011">
                  <a:moveTo>
                    <a:pt x="129384" y="0"/>
                  </a:moveTo>
                  <a:lnTo>
                    <a:pt x="124242" y="1278"/>
                  </a:lnTo>
                  <a:lnTo>
                    <a:pt x="119143" y="2720"/>
                  </a:lnTo>
                  <a:lnTo>
                    <a:pt x="114093" y="4322"/>
                  </a:lnTo>
                  <a:lnTo>
                    <a:pt x="109095" y="6083"/>
                  </a:lnTo>
                  <a:lnTo>
                    <a:pt x="104157" y="8002"/>
                  </a:lnTo>
                  <a:lnTo>
                    <a:pt x="99281" y="10076"/>
                  </a:lnTo>
                  <a:lnTo>
                    <a:pt x="94473" y="12304"/>
                  </a:lnTo>
                  <a:lnTo>
                    <a:pt x="89739" y="14683"/>
                  </a:lnTo>
                  <a:lnTo>
                    <a:pt x="85082" y="17211"/>
                  </a:lnTo>
                  <a:lnTo>
                    <a:pt x="80508" y="19885"/>
                  </a:lnTo>
                  <a:lnTo>
                    <a:pt x="76021" y="22703"/>
                  </a:lnTo>
                  <a:lnTo>
                    <a:pt x="71625" y="25662"/>
                  </a:lnTo>
                  <a:lnTo>
                    <a:pt x="67326" y="28758"/>
                  </a:lnTo>
                  <a:lnTo>
                    <a:pt x="63126" y="31990"/>
                  </a:lnTo>
                  <a:lnTo>
                    <a:pt x="59031" y="35352"/>
                  </a:lnTo>
                  <a:lnTo>
                    <a:pt x="55045" y="38843"/>
                  </a:lnTo>
                  <a:lnTo>
                    <a:pt x="51172" y="42458"/>
                  </a:lnTo>
                  <a:lnTo>
                    <a:pt x="47415" y="46195"/>
                  </a:lnTo>
                  <a:lnTo>
                    <a:pt x="43778" y="50048"/>
                  </a:lnTo>
                  <a:lnTo>
                    <a:pt x="40265" y="54015"/>
                  </a:lnTo>
                  <a:lnTo>
                    <a:pt x="36880" y="58091"/>
                  </a:lnTo>
                  <a:lnTo>
                    <a:pt x="33625" y="62273"/>
                  </a:lnTo>
                  <a:lnTo>
                    <a:pt x="30505" y="66555"/>
                  </a:lnTo>
                  <a:lnTo>
                    <a:pt x="27522" y="70934"/>
                  </a:lnTo>
                  <a:lnTo>
                    <a:pt x="24679" y="75406"/>
                  </a:lnTo>
                  <a:lnTo>
                    <a:pt x="21980" y="79965"/>
                  </a:lnTo>
                  <a:lnTo>
                    <a:pt x="19426" y="84608"/>
                  </a:lnTo>
                  <a:lnTo>
                    <a:pt x="17021" y="89329"/>
                  </a:lnTo>
                  <a:lnTo>
                    <a:pt x="14766" y="94124"/>
                  </a:lnTo>
                  <a:lnTo>
                    <a:pt x="12665" y="98988"/>
                  </a:lnTo>
                  <a:lnTo>
                    <a:pt x="10719" y="103916"/>
                  </a:lnTo>
                  <a:lnTo>
                    <a:pt x="8930" y="108904"/>
                  </a:lnTo>
                  <a:lnTo>
                    <a:pt x="7300" y="113945"/>
                  </a:lnTo>
                  <a:lnTo>
                    <a:pt x="5830" y="119036"/>
                  </a:lnTo>
                  <a:lnTo>
                    <a:pt x="4523" y="124171"/>
                  </a:lnTo>
                  <a:lnTo>
                    <a:pt x="3379" y="129345"/>
                  </a:lnTo>
                  <a:lnTo>
                    <a:pt x="2400" y="134552"/>
                  </a:lnTo>
                  <a:lnTo>
                    <a:pt x="1586" y="139788"/>
                  </a:lnTo>
                  <a:lnTo>
                    <a:pt x="938" y="145047"/>
                  </a:lnTo>
                  <a:lnTo>
                    <a:pt x="458" y="150323"/>
                  </a:lnTo>
                  <a:lnTo>
                    <a:pt x="145" y="155613"/>
                  </a:lnTo>
                  <a:lnTo>
                    <a:pt x="0" y="160909"/>
                  </a:lnTo>
                  <a:lnTo>
                    <a:pt x="22" y="166208"/>
                  </a:lnTo>
                  <a:lnTo>
                    <a:pt x="213" y="171503"/>
                  </a:lnTo>
                  <a:lnTo>
                    <a:pt x="571" y="176790"/>
                  </a:lnTo>
                  <a:lnTo>
                    <a:pt x="1097" y="182062"/>
                  </a:lnTo>
                  <a:lnTo>
                    <a:pt x="1789" y="187315"/>
                  </a:lnTo>
                  <a:lnTo>
                    <a:pt x="2648" y="192544"/>
                  </a:lnTo>
                  <a:lnTo>
                    <a:pt x="3672" y="197743"/>
                  </a:lnTo>
                  <a:lnTo>
                    <a:pt x="4860" y="202906"/>
                  </a:lnTo>
                  <a:lnTo>
                    <a:pt x="6211" y="208030"/>
                  </a:lnTo>
                  <a:lnTo>
                    <a:pt x="7724" y="213108"/>
                  </a:lnTo>
                  <a:lnTo>
                    <a:pt x="9397" y="218135"/>
                  </a:lnTo>
                  <a:lnTo>
                    <a:pt x="11229" y="223107"/>
                  </a:lnTo>
                  <a:lnTo>
                    <a:pt x="13217" y="228019"/>
                  </a:lnTo>
                  <a:lnTo>
                    <a:pt x="15360" y="232865"/>
                  </a:lnTo>
                  <a:lnTo>
                    <a:pt x="17655" y="237640"/>
                  </a:lnTo>
                  <a:lnTo>
                    <a:pt x="20101" y="242341"/>
                  </a:lnTo>
                  <a:lnTo>
                    <a:pt x="22694" y="246961"/>
                  </a:lnTo>
                  <a:lnTo>
                    <a:pt x="25432" y="251497"/>
                  </a:lnTo>
                  <a:lnTo>
                    <a:pt x="28313" y="255944"/>
                  </a:lnTo>
                  <a:lnTo>
                    <a:pt x="31334" y="260298"/>
                  </a:lnTo>
                  <a:lnTo>
                    <a:pt x="34490" y="264553"/>
                  </a:lnTo>
                  <a:lnTo>
                    <a:pt x="37780" y="268707"/>
                  </a:lnTo>
                  <a:lnTo>
                    <a:pt x="41200" y="272754"/>
                  </a:lnTo>
                  <a:lnTo>
                    <a:pt x="44747" y="276690"/>
                  </a:lnTo>
                  <a:lnTo>
                    <a:pt x="48417" y="280513"/>
                  </a:lnTo>
                  <a:lnTo>
                    <a:pt x="52206" y="284217"/>
                  </a:lnTo>
                  <a:lnTo>
                    <a:pt x="56110" y="287799"/>
                  </a:lnTo>
                  <a:lnTo>
                    <a:pt x="60126" y="291255"/>
                  </a:lnTo>
                  <a:lnTo>
                    <a:pt x="64249" y="294583"/>
                  </a:lnTo>
                  <a:lnTo>
                    <a:pt x="68476" y="297778"/>
                  </a:lnTo>
                  <a:lnTo>
                    <a:pt x="72802" y="300838"/>
                  </a:lnTo>
                  <a:lnTo>
                    <a:pt x="77223" y="303759"/>
                  </a:lnTo>
                  <a:lnTo>
                    <a:pt x="81734" y="306538"/>
                  </a:lnTo>
                  <a:lnTo>
                    <a:pt x="86331" y="309173"/>
                  </a:lnTo>
                  <a:lnTo>
                    <a:pt x="91009" y="311661"/>
                  </a:lnTo>
                  <a:lnTo>
                    <a:pt x="95764" y="314000"/>
                  </a:lnTo>
                  <a:lnTo>
                    <a:pt x="100590" y="316186"/>
                  </a:lnTo>
                  <a:lnTo>
                    <a:pt x="105483" y="318219"/>
                  </a:lnTo>
                  <a:lnTo>
                    <a:pt x="110438" y="320095"/>
                  </a:lnTo>
                  <a:lnTo>
                    <a:pt x="115451" y="321814"/>
                  </a:lnTo>
                  <a:lnTo>
                    <a:pt x="120515" y="323373"/>
                  </a:lnTo>
                  <a:lnTo>
                    <a:pt x="125626" y="324770"/>
                  </a:lnTo>
                  <a:lnTo>
                    <a:pt x="130778" y="326005"/>
                  </a:lnTo>
                  <a:lnTo>
                    <a:pt x="135968" y="327076"/>
                  </a:lnTo>
                  <a:lnTo>
                    <a:pt x="141188" y="327982"/>
                  </a:lnTo>
                  <a:lnTo>
                    <a:pt x="146435" y="328722"/>
                  </a:lnTo>
                  <a:lnTo>
                    <a:pt x="151702" y="329295"/>
                  </a:lnTo>
                  <a:lnTo>
                    <a:pt x="156985" y="329702"/>
                  </a:lnTo>
                  <a:lnTo>
                    <a:pt x="162279" y="329940"/>
                  </a:lnTo>
                  <a:lnTo>
                    <a:pt x="167577" y="330011"/>
                  </a:lnTo>
                  <a:lnTo>
                    <a:pt x="172875" y="329913"/>
                  </a:lnTo>
                  <a:lnTo>
                    <a:pt x="178167" y="329648"/>
                  </a:lnTo>
                  <a:lnTo>
                    <a:pt x="183447" y="329215"/>
                  </a:lnTo>
                  <a:lnTo>
                    <a:pt x="188712" y="328616"/>
                  </a:lnTo>
                  <a:lnTo>
                    <a:pt x="193955" y="327849"/>
                  </a:lnTo>
                  <a:lnTo>
                    <a:pt x="199171" y="326917"/>
                  </a:lnTo>
                  <a:lnTo>
                    <a:pt x="204355" y="325820"/>
                  </a:lnTo>
                  <a:lnTo>
                    <a:pt x="209501" y="324559"/>
                  </a:lnTo>
                  <a:lnTo>
                    <a:pt x="214605" y="323136"/>
                  </a:lnTo>
                  <a:lnTo>
                    <a:pt x="219661" y="321552"/>
                  </a:lnTo>
                  <a:lnTo>
                    <a:pt x="224665" y="319808"/>
                  </a:lnTo>
                  <a:lnTo>
                    <a:pt x="229610" y="317906"/>
                  </a:lnTo>
                  <a:lnTo>
                    <a:pt x="234493" y="315849"/>
                  </a:lnTo>
                  <a:lnTo>
                    <a:pt x="239308" y="313638"/>
                  </a:lnTo>
                  <a:lnTo>
                    <a:pt x="244051" y="311276"/>
                  </a:lnTo>
                  <a:lnTo>
                    <a:pt x="248717" y="308764"/>
                  </a:lnTo>
                  <a:lnTo>
                    <a:pt x="253300" y="306106"/>
                  </a:lnTo>
                  <a:lnTo>
                    <a:pt x="257797" y="303304"/>
                  </a:lnTo>
                  <a:lnTo>
                    <a:pt x="262203" y="300361"/>
                  </a:lnTo>
                  <a:lnTo>
                    <a:pt x="266514" y="297279"/>
                  </a:lnTo>
                  <a:lnTo>
                    <a:pt x="270725" y="294063"/>
                  </a:lnTo>
                  <a:lnTo>
                    <a:pt x="274831" y="290715"/>
                  </a:lnTo>
                  <a:lnTo>
                    <a:pt x="278830" y="287238"/>
                  </a:lnTo>
                  <a:lnTo>
                    <a:pt x="282716" y="283636"/>
                  </a:lnTo>
                  <a:lnTo>
                    <a:pt x="286486" y="279913"/>
                  </a:lnTo>
                  <a:lnTo>
                    <a:pt x="290136" y="276072"/>
                  </a:lnTo>
                  <a:lnTo>
                    <a:pt x="293663" y="272118"/>
                  </a:lnTo>
                  <a:lnTo>
                    <a:pt x="297063" y="268054"/>
                  </a:lnTo>
                  <a:lnTo>
                    <a:pt x="300332" y="263884"/>
                  </a:lnTo>
                  <a:lnTo>
                    <a:pt x="303467" y="259612"/>
                  </a:lnTo>
                  <a:lnTo>
                    <a:pt x="306465" y="255244"/>
                  </a:lnTo>
                  <a:lnTo>
                    <a:pt x="309324" y="250782"/>
                  </a:lnTo>
                  <a:lnTo>
                    <a:pt x="312039" y="246232"/>
                  </a:lnTo>
                  <a:lnTo>
                    <a:pt x="314609" y="241599"/>
                  </a:lnTo>
                  <a:lnTo>
                    <a:pt x="317031" y="236886"/>
                  </a:lnTo>
                  <a:lnTo>
                    <a:pt x="319303" y="232099"/>
                  </a:lnTo>
                  <a:lnTo>
                    <a:pt x="321421" y="227242"/>
                  </a:lnTo>
                  <a:lnTo>
                    <a:pt x="323385" y="222321"/>
                  </a:lnTo>
                  <a:lnTo>
                    <a:pt x="325191" y="217340"/>
                  </a:lnTo>
                  <a:lnTo>
                    <a:pt x="326839" y="212304"/>
                  </a:lnTo>
                  <a:lnTo>
                    <a:pt x="328326" y="207218"/>
                  </a:lnTo>
                  <a:lnTo>
                    <a:pt x="329651" y="202088"/>
                  </a:lnTo>
                  <a:lnTo>
                    <a:pt x="330814" y="196918"/>
                  </a:lnTo>
                  <a:lnTo>
                    <a:pt x="331811" y="191715"/>
                  </a:lnTo>
                  <a:lnTo>
                    <a:pt x="332644" y="186482"/>
                  </a:lnTo>
                  <a:lnTo>
                    <a:pt x="333310" y="181225"/>
                  </a:lnTo>
                  <a:lnTo>
                    <a:pt x="333809" y="175950"/>
                  </a:lnTo>
                  <a:lnTo>
                    <a:pt x="334140" y="170662"/>
                  </a:lnTo>
                  <a:lnTo>
                    <a:pt x="334304" y="165366"/>
                  </a:lnTo>
                  <a:lnTo>
                    <a:pt x="334300" y="160067"/>
                  </a:lnTo>
                  <a:lnTo>
                    <a:pt x="334128" y="154771"/>
                  </a:lnTo>
                  <a:lnTo>
                    <a:pt x="333788" y="149484"/>
                  </a:lnTo>
                  <a:lnTo>
                    <a:pt x="333281" y="144209"/>
                  </a:lnTo>
                  <a:lnTo>
                    <a:pt x="332607" y="138954"/>
                  </a:lnTo>
                  <a:lnTo>
                    <a:pt x="331767" y="133722"/>
                  </a:lnTo>
                  <a:lnTo>
                    <a:pt x="330761" y="128520"/>
                  </a:lnTo>
                  <a:lnTo>
                    <a:pt x="329591" y="123352"/>
                  </a:lnTo>
                  <a:lnTo>
                    <a:pt x="328258" y="118224"/>
                  </a:lnTo>
                  <a:lnTo>
                    <a:pt x="326763" y="113141"/>
                  </a:lnTo>
                  <a:lnTo>
                    <a:pt x="325108" y="108107"/>
                  </a:lnTo>
                  <a:lnTo>
                    <a:pt x="323294" y="103129"/>
                  </a:lnTo>
                  <a:lnTo>
                    <a:pt x="321323" y="98211"/>
                  </a:lnTo>
                  <a:lnTo>
                    <a:pt x="319197" y="93357"/>
                  </a:lnTo>
                  <a:lnTo>
                    <a:pt x="316918" y="88573"/>
                  </a:lnTo>
                  <a:lnTo>
                    <a:pt x="314489" y="83864"/>
                  </a:lnTo>
                  <a:lnTo>
                    <a:pt x="311912" y="79235"/>
                  </a:lnTo>
                  <a:lnTo>
                    <a:pt x="309190" y="74689"/>
                  </a:lnTo>
                  <a:lnTo>
                    <a:pt x="306325" y="70232"/>
                  </a:lnTo>
                  <a:lnTo>
                    <a:pt x="303320" y="65868"/>
                  </a:lnTo>
                  <a:lnTo>
                    <a:pt x="300178" y="61601"/>
                  </a:lnTo>
                  <a:lnTo>
                    <a:pt x="296902" y="57436"/>
                  </a:lnTo>
                  <a:lnTo>
                    <a:pt x="293497" y="53377"/>
                  </a:lnTo>
                  <a:lnTo>
                    <a:pt x="289964" y="49428"/>
                  </a:lnTo>
                  <a:lnTo>
                    <a:pt x="286308" y="45593"/>
                  </a:lnTo>
                  <a:lnTo>
                    <a:pt x="282532" y="41876"/>
                  </a:lnTo>
                  <a:lnTo>
                    <a:pt x="278640" y="38280"/>
                  </a:lnTo>
                  <a:lnTo>
                    <a:pt x="274636" y="34809"/>
                  </a:lnTo>
                  <a:lnTo>
                    <a:pt x="270525" y="31467"/>
                  </a:lnTo>
                  <a:lnTo>
                    <a:pt x="266309" y="28257"/>
                  </a:lnTo>
                  <a:lnTo>
                    <a:pt x="261994" y="25182"/>
                  </a:lnTo>
                  <a:lnTo>
                    <a:pt x="257584" y="22246"/>
                  </a:lnTo>
                  <a:lnTo>
                    <a:pt x="253082" y="19451"/>
                  </a:lnTo>
                  <a:lnTo>
                    <a:pt x="248495" y="16799"/>
                  </a:lnTo>
                  <a:lnTo>
                    <a:pt x="243825" y="14295"/>
                  </a:lnTo>
                  <a:lnTo>
                    <a:pt x="239079" y="11940"/>
                  </a:lnTo>
                  <a:lnTo>
                    <a:pt x="167156" y="1628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212566" y="1546402"/>
              <a:ext cx="71923" cy="167167"/>
            </a:xfrm>
            <a:custGeom>
              <a:avLst/>
              <a:pathLst>
                <a:path w="71923" h="167167">
                  <a:moveTo>
                    <a:pt x="71923" y="16263"/>
                  </a:moveTo>
                  <a:lnTo>
                    <a:pt x="66719" y="13891"/>
                  </a:lnTo>
                  <a:lnTo>
                    <a:pt x="61437" y="11699"/>
                  </a:lnTo>
                  <a:lnTo>
                    <a:pt x="56083" y="9688"/>
                  </a:lnTo>
                  <a:lnTo>
                    <a:pt x="50663" y="7862"/>
                  </a:lnTo>
                  <a:lnTo>
                    <a:pt x="45184" y="6222"/>
                  </a:lnTo>
                  <a:lnTo>
                    <a:pt x="39653" y="4771"/>
                  </a:lnTo>
                  <a:lnTo>
                    <a:pt x="34075" y="3509"/>
                  </a:lnTo>
                  <a:lnTo>
                    <a:pt x="28456" y="2439"/>
                  </a:lnTo>
                  <a:lnTo>
                    <a:pt x="22805" y="1562"/>
                  </a:lnTo>
                  <a:lnTo>
                    <a:pt x="17127" y="879"/>
                  </a:lnTo>
                  <a:lnTo>
                    <a:pt x="11429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64793" y="1943516"/>
              <a:ext cx="13989" cy="167167"/>
            </a:xfrm>
            <a:custGeom>
              <a:avLst/>
              <a:pathLst>
                <a:path w="13989" h="167167">
                  <a:moveTo>
                    <a:pt x="13989" y="0"/>
                  </a:moveTo>
                  <a:lnTo>
                    <a:pt x="0" y="586"/>
                  </a:lnTo>
                  <a:lnTo>
                    <a:pt x="1398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864793" y="1944103"/>
              <a:ext cx="13989" cy="166581"/>
            </a:xfrm>
            <a:custGeom>
              <a:avLst/>
              <a:pathLst>
                <a:path w="13989" h="166581">
                  <a:moveTo>
                    <a:pt x="0" y="0"/>
                  </a:moveTo>
                  <a:lnTo>
                    <a:pt x="13989" y="1665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24" y="1944103"/>
              <a:ext cx="97559" cy="166581"/>
            </a:xfrm>
            <a:custGeom>
              <a:avLst/>
              <a:pathLst>
                <a:path w="97559" h="166581">
                  <a:moveTo>
                    <a:pt x="83569" y="0"/>
                  </a:moveTo>
                  <a:lnTo>
                    <a:pt x="77962" y="566"/>
                  </a:lnTo>
                  <a:lnTo>
                    <a:pt x="72378" y="1320"/>
                  </a:lnTo>
                  <a:lnTo>
                    <a:pt x="66822" y="2263"/>
                  </a:lnTo>
                  <a:lnTo>
                    <a:pt x="61302" y="3392"/>
                  </a:lnTo>
                  <a:lnTo>
                    <a:pt x="55822" y="4707"/>
                  </a:lnTo>
                  <a:lnTo>
                    <a:pt x="50390" y="6206"/>
                  </a:lnTo>
                  <a:lnTo>
                    <a:pt x="45011" y="7887"/>
                  </a:lnTo>
                  <a:lnTo>
                    <a:pt x="39693" y="9748"/>
                  </a:lnTo>
                  <a:lnTo>
                    <a:pt x="34440" y="11787"/>
                  </a:lnTo>
                  <a:lnTo>
                    <a:pt x="29258" y="14003"/>
                  </a:lnTo>
                  <a:lnTo>
                    <a:pt x="24154" y="16391"/>
                  </a:lnTo>
                  <a:lnTo>
                    <a:pt x="19134" y="18951"/>
                  </a:lnTo>
                  <a:lnTo>
                    <a:pt x="14203" y="21678"/>
                  </a:lnTo>
                  <a:lnTo>
                    <a:pt x="9366" y="24570"/>
                  </a:lnTo>
                  <a:lnTo>
                    <a:pt x="4630" y="27623"/>
                  </a:lnTo>
                  <a:lnTo>
                    <a:pt x="0" y="30834"/>
                  </a:lnTo>
                  <a:lnTo>
                    <a:pt x="97559" y="166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11616" y="1943516"/>
              <a:ext cx="334326" cy="334324"/>
            </a:xfrm>
            <a:custGeom>
              <a:avLst/>
              <a:pathLst>
                <a:path w="334326" h="334324">
                  <a:moveTo>
                    <a:pt x="69608" y="31420"/>
                  </a:moveTo>
                  <a:lnTo>
                    <a:pt x="65365" y="34572"/>
                  </a:lnTo>
                  <a:lnTo>
                    <a:pt x="61224" y="37857"/>
                  </a:lnTo>
                  <a:lnTo>
                    <a:pt x="57189" y="41271"/>
                  </a:lnTo>
                  <a:lnTo>
                    <a:pt x="53263" y="44811"/>
                  </a:lnTo>
                  <a:lnTo>
                    <a:pt x="49452" y="48473"/>
                  </a:lnTo>
                  <a:lnTo>
                    <a:pt x="45758" y="52254"/>
                  </a:lnTo>
                  <a:lnTo>
                    <a:pt x="42186" y="56150"/>
                  </a:lnTo>
                  <a:lnTo>
                    <a:pt x="38739" y="60157"/>
                  </a:lnTo>
                  <a:lnTo>
                    <a:pt x="35420" y="64270"/>
                  </a:lnTo>
                  <a:lnTo>
                    <a:pt x="32233" y="68487"/>
                  </a:lnTo>
                  <a:lnTo>
                    <a:pt x="29180" y="72802"/>
                  </a:lnTo>
                  <a:lnTo>
                    <a:pt x="26266" y="77212"/>
                  </a:lnTo>
                  <a:lnTo>
                    <a:pt x="23493" y="81711"/>
                  </a:lnTo>
                  <a:lnTo>
                    <a:pt x="20863" y="86296"/>
                  </a:lnTo>
                  <a:lnTo>
                    <a:pt x="18379" y="90962"/>
                  </a:lnTo>
                  <a:lnTo>
                    <a:pt x="16044" y="95704"/>
                  </a:lnTo>
                  <a:lnTo>
                    <a:pt x="13861" y="100518"/>
                  </a:lnTo>
                  <a:lnTo>
                    <a:pt x="11830" y="105398"/>
                  </a:lnTo>
                  <a:lnTo>
                    <a:pt x="9955" y="110340"/>
                  </a:lnTo>
                  <a:lnTo>
                    <a:pt x="8237" y="115338"/>
                  </a:lnTo>
                  <a:lnTo>
                    <a:pt x="6678" y="120389"/>
                  </a:lnTo>
                  <a:lnTo>
                    <a:pt x="5279" y="125486"/>
                  </a:lnTo>
                  <a:lnTo>
                    <a:pt x="4042" y="130625"/>
                  </a:lnTo>
                  <a:lnTo>
                    <a:pt x="2969" y="135800"/>
                  </a:lnTo>
                  <a:lnTo>
                    <a:pt x="2059" y="141007"/>
                  </a:lnTo>
                  <a:lnTo>
                    <a:pt x="1314" y="146240"/>
                  </a:lnTo>
                  <a:lnTo>
                    <a:pt x="736" y="151494"/>
                  </a:lnTo>
                  <a:lnTo>
                    <a:pt x="323" y="156764"/>
                  </a:lnTo>
                  <a:lnTo>
                    <a:pt x="78" y="162044"/>
                  </a:lnTo>
                  <a:lnTo>
                    <a:pt x="0" y="167329"/>
                  </a:lnTo>
                  <a:lnTo>
                    <a:pt x="88" y="172614"/>
                  </a:lnTo>
                  <a:lnTo>
                    <a:pt x="344" y="177893"/>
                  </a:lnTo>
                  <a:lnTo>
                    <a:pt x="766" y="183162"/>
                  </a:lnTo>
                  <a:lnTo>
                    <a:pt x="1355" y="188415"/>
                  </a:lnTo>
                  <a:lnTo>
                    <a:pt x="2110" y="193646"/>
                  </a:lnTo>
                  <a:lnTo>
                    <a:pt x="3030" y="198851"/>
                  </a:lnTo>
                  <a:lnTo>
                    <a:pt x="4113" y="204025"/>
                  </a:lnTo>
                  <a:lnTo>
                    <a:pt x="5360" y="209161"/>
                  </a:lnTo>
                  <a:lnTo>
                    <a:pt x="6769" y="214256"/>
                  </a:lnTo>
                  <a:lnTo>
                    <a:pt x="8337" y="219303"/>
                  </a:lnTo>
                  <a:lnTo>
                    <a:pt x="10065" y="224298"/>
                  </a:lnTo>
                  <a:lnTo>
                    <a:pt x="11950" y="229237"/>
                  </a:lnTo>
                  <a:lnTo>
                    <a:pt x="13990" y="234113"/>
                  </a:lnTo>
                  <a:lnTo>
                    <a:pt x="16183" y="238922"/>
                  </a:lnTo>
                  <a:lnTo>
                    <a:pt x="18527" y="243659"/>
                  </a:lnTo>
                  <a:lnTo>
                    <a:pt x="21019" y="248320"/>
                  </a:lnTo>
                  <a:lnTo>
                    <a:pt x="23658" y="252900"/>
                  </a:lnTo>
                  <a:lnTo>
                    <a:pt x="26440" y="257395"/>
                  </a:lnTo>
                  <a:lnTo>
                    <a:pt x="29363" y="261798"/>
                  </a:lnTo>
                  <a:lnTo>
                    <a:pt x="32424" y="266108"/>
                  </a:lnTo>
                  <a:lnTo>
                    <a:pt x="35619" y="270318"/>
                  </a:lnTo>
                  <a:lnTo>
                    <a:pt x="38946" y="274426"/>
                  </a:lnTo>
                  <a:lnTo>
                    <a:pt x="42401" y="278426"/>
                  </a:lnTo>
                  <a:lnTo>
                    <a:pt x="45981" y="282315"/>
                  </a:lnTo>
                  <a:lnTo>
                    <a:pt x="49682" y="286088"/>
                  </a:lnTo>
                  <a:lnTo>
                    <a:pt x="53501" y="289743"/>
                  </a:lnTo>
                  <a:lnTo>
                    <a:pt x="57433" y="293275"/>
                  </a:lnTo>
                  <a:lnTo>
                    <a:pt x="61474" y="296682"/>
                  </a:lnTo>
                  <a:lnTo>
                    <a:pt x="65622" y="299958"/>
                  </a:lnTo>
                  <a:lnTo>
                    <a:pt x="69871" y="303102"/>
                  </a:lnTo>
                  <a:lnTo>
                    <a:pt x="74217" y="306110"/>
                  </a:lnTo>
                  <a:lnTo>
                    <a:pt x="78656" y="308980"/>
                  </a:lnTo>
                  <a:lnTo>
                    <a:pt x="83184" y="311707"/>
                  </a:lnTo>
                  <a:lnTo>
                    <a:pt x="87795" y="314290"/>
                  </a:lnTo>
                  <a:lnTo>
                    <a:pt x="92486" y="316726"/>
                  </a:lnTo>
                  <a:lnTo>
                    <a:pt x="97252" y="319012"/>
                  </a:lnTo>
                  <a:lnTo>
                    <a:pt x="102088" y="321146"/>
                  </a:lnTo>
                  <a:lnTo>
                    <a:pt x="106988" y="323127"/>
                  </a:lnTo>
                  <a:lnTo>
                    <a:pt x="111949" y="324951"/>
                  </a:lnTo>
                  <a:lnTo>
                    <a:pt x="116965" y="326618"/>
                  </a:lnTo>
                  <a:lnTo>
                    <a:pt x="122031" y="328126"/>
                  </a:lnTo>
                  <a:lnTo>
                    <a:pt x="127142" y="329472"/>
                  </a:lnTo>
                  <a:lnTo>
                    <a:pt x="132294" y="330656"/>
                  </a:lnTo>
                  <a:lnTo>
                    <a:pt x="137480" y="331677"/>
                  </a:lnTo>
                  <a:lnTo>
                    <a:pt x="142696" y="332534"/>
                  </a:lnTo>
                  <a:lnTo>
                    <a:pt x="147936" y="333225"/>
                  </a:lnTo>
                  <a:lnTo>
                    <a:pt x="153195" y="333750"/>
                  </a:lnTo>
                  <a:lnTo>
                    <a:pt x="158469" y="334108"/>
                  </a:lnTo>
                  <a:lnTo>
                    <a:pt x="163751" y="334299"/>
                  </a:lnTo>
                  <a:lnTo>
                    <a:pt x="169037" y="334324"/>
                  </a:lnTo>
                  <a:lnTo>
                    <a:pt x="174320" y="334181"/>
                  </a:lnTo>
                  <a:lnTo>
                    <a:pt x="179597" y="333872"/>
                  </a:lnTo>
                  <a:lnTo>
                    <a:pt x="184861" y="333395"/>
                  </a:lnTo>
                  <a:lnTo>
                    <a:pt x="190108" y="332753"/>
                  </a:lnTo>
                  <a:lnTo>
                    <a:pt x="195331" y="331945"/>
                  </a:lnTo>
                  <a:lnTo>
                    <a:pt x="200526" y="330972"/>
                  </a:lnTo>
                  <a:lnTo>
                    <a:pt x="205689" y="329835"/>
                  </a:lnTo>
                  <a:lnTo>
                    <a:pt x="210812" y="328536"/>
                  </a:lnTo>
                  <a:lnTo>
                    <a:pt x="215892" y="327076"/>
                  </a:lnTo>
                  <a:lnTo>
                    <a:pt x="220923" y="325455"/>
                  </a:lnTo>
                  <a:lnTo>
                    <a:pt x="225900" y="323677"/>
                  </a:lnTo>
                  <a:lnTo>
                    <a:pt x="230819" y="321742"/>
                  </a:lnTo>
                  <a:lnTo>
                    <a:pt x="235674" y="319652"/>
                  </a:lnTo>
                  <a:lnTo>
                    <a:pt x="240461" y="317410"/>
                  </a:lnTo>
                  <a:lnTo>
                    <a:pt x="245174" y="315018"/>
                  </a:lnTo>
                  <a:lnTo>
                    <a:pt x="249809" y="312478"/>
                  </a:lnTo>
                  <a:lnTo>
                    <a:pt x="254362" y="309792"/>
                  </a:lnTo>
                  <a:lnTo>
                    <a:pt x="258828" y="306964"/>
                  </a:lnTo>
                  <a:lnTo>
                    <a:pt x="263201" y="303996"/>
                  </a:lnTo>
                  <a:lnTo>
                    <a:pt x="267479" y="300892"/>
                  </a:lnTo>
                  <a:lnTo>
                    <a:pt x="271657" y="297654"/>
                  </a:lnTo>
                  <a:lnTo>
                    <a:pt x="275730" y="294285"/>
                  </a:lnTo>
                  <a:lnTo>
                    <a:pt x="279695" y="290789"/>
                  </a:lnTo>
                  <a:lnTo>
                    <a:pt x="283547" y="287170"/>
                  </a:lnTo>
                  <a:lnTo>
                    <a:pt x="287282" y="283431"/>
                  </a:lnTo>
                  <a:lnTo>
                    <a:pt x="290898" y="279575"/>
                  </a:lnTo>
                  <a:lnTo>
                    <a:pt x="294390" y="275607"/>
                  </a:lnTo>
                  <a:lnTo>
                    <a:pt x="297755" y="271531"/>
                  </a:lnTo>
                  <a:lnTo>
                    <a:pt x="300989" y="267350"/>
                  </a:lnTo>
                  <a:lnTo>
                    <a:pt x="304089" y="263069"/>
                  </a:lnTo>
                  <a:lnTo>
                    <a:pt x="307053" y="258692"/>
                  </a:lnTo>
                  <a:lnTo>
                    <a:pt x="309876" y="254224"/>
                  </a:lnTo>
                  <a:lnTo>
                    <a:pt x="312557" y="249669"/>
                  </a:lnTo>
                  <a:lnTo>
                    <a:pt x="315093" y="245031"/>
                  </a:lnTo>
                  <a:lnTo>
                    <a:pt x="317481" y="240315"/>
                  </a:lnTo>
                  <a:lnTo>
                    <a:pt x="319718" y="235527"/>
                  </a:lnTo>
                  <a:lnTo>
                    <a:pt x="321803" y="230670"/>
                  </a:lnTo>
                  <a:lnTo>
                    <a:pt x="323733" y="225749"/>
                  </a:lnTo>
                  <a:lnTo>
                    <a:pt x="325507" y="220770"/>
                  </a:lnTo>
                  <a:lnTo>
                    <a:pt x="327123" y="215737"/>
                  </a:lnTo>
                  <a:lnTo>
                    <a:pt x="328578" y="210656"/>
                  </a:lnTo>
                  <a:lnTo>
                    <a:pt x="329873" y="205531"/>
                  </a:lnTo>
                  <a:lnTo>
                    <a:pt x="331004" y="200368"/>
                  </a:lnTo>
                  <a:lnTo>
                    <a:pt x="331972" y="195172"/>
                  </a:lnTo>
                  <a:lnTo>
                    <a:pt x="332775" y="189947"/>
                  </a:lnTo>
                  <a:lnTo>
                    <a:pt x="333412" y="184700"/>
                  </a:lnTo>
                  <a:lnTo>
                    <a:pt x="333883" y="179436"/>
                  </a:lnTo>
                  <a:lnTo>
                    <a:pt x="334188" y="174159"/>
                  </a:lnTo>
                  <a:lnTo>
                    <a:pt x="334326" y="168875"/>
                  </a:lnTo>
                  <a:lnTo>
                    <a:pt x="334296" y="163589"/>
                  </a:lnTo>
                  <a:lnTo>
                    <a:pt x="334099" y="158307"/>
                  </a:lnTo>
                  <a:lnTo>
                    <a:pt x="333736" y="153034"/>
                  </a:lnTo>
                  <a:lnTo>
                    <a:pt x="333206" y="147775"/>
                  </a:lnTo>
                  <a:lnTo>
                    <a:pt x="332510" y="142536"/>
                  </a:lnTo>
                  <a:lnTo>
                    <a:pt x="331648" y="137321"/>
                  </a:lnTo>
                  <a:lnTo>
                    <a:pt x="330623" y="132135"/>
                  </a:lnTo>
                  <a:lnTo>
                    <a:pt x="329433" y="126985"/>
                  </a:lnTo>
                  <a:lnTo>
                    <a:pt x="328082" y="121875"/>
                  </a:lnTo>
                  <a:lnTo>
                    <a:pt x="326569" y="116811"/>
                  </a:lnTo>
                  <a:lnTo>
                    <a:pt x="324898" y="111796"/>
                  </a:lnTo>
                  <a:lnTo>
                    <a:pt x="323068" y="106837"/>
                  </a:lnTo>
                  <a:lnTo>
                    <a:pt x="321083" y="101939"/>
                  </a:lnTo>
                  <a:lnTo>
                    <a:pt x="318944" y="97105"/>
                  </a:lnTo>
                  <a:lnTo>
                    <a:pt x="316653" y="92342"/>
                  </a:lnTo>
                  <a:lnTo>
                    <a:pt x="314213" y="87653"/>
                  </a:lnTo>
                  <a:lnTo>
                    <a:pt x="311625" y="83044"/>
                  </a:lnTo>
                  <a:lnTo>
                    <a:pt x="308894" y="78519"/>
                  </a:lnTo>
                  <a:lnTo>
                    <a:pt x="306020" y="74083"/>
                  </a:lnTo>
                  <a:lnTo>
                    <a:pt x="303008" y="69739"/>
                  </a:lnTo>
                  <a:lnTo>
                    <a:pt x="299860" y="65493"/>
                  </a:lnTo>
                  <a:lnTo>
                    <a:pt x="296579" y="61349"/>
                  </a:lnTo>
                  <a:lnTo>
                    <a:pt x="293169" y="57311"/>
                  </a:lnTo>
                  <a:lnTo>
                    <a:pt x="289633" y="53382"/>
                  </a:lnTo>
                  <a:lnTo>
                    <a:pt x="285974" y="49567"/>
                  </a:lnTo>
                  <a:lnTo>
                    <a:pt x="282197" y="45870"/>
                  </a:lnTo>
                  <a:lnTo>
                    <a:pt x="278305" y="42294"/>
                  </a:lnTo>
                  <a:lnTo>
                    <a:pt x="274301" y="38843"/>
                  </a:lnTo>
                  <a:lnTo>
                    <a:pt x="270191" y="35520"/>
                  </a:lnTo>
                  <a:lnTo>
                    <a:pt x="265977" y="32328"/>
                  </a:lnTo>
                  <a:lnTo>
                    <a:pt x="261665" y="29272"/>
                  </a:lnTo>
                  <a:lnTo>
                    <a:pt x="257258" y="26353"/>
                  </a:lnTo>
                  <a:lnTo>
                    <a:pt x="252761" y="23575"/>
                  </a:lnTo>
                  <a:lnTo>
                    <a:pt x="248179" y="20941"/>
                  </a:lnTo>
                  <a:lnTo>
                    <a:pt x="243515" y="18453"/>
                  </a:lnTo>
                  <a:lnTo>
                    <a:pt x="238776" y="16114"/>
                  </a:lnTo>
                  <a:lnTo>
                    <a:pt x="233964" y="13925"/>
                  </a:lnTo>
                  <a:lnTo>
                    <a:pt x="229086" y="11890"/>
                  </a:lnTo>
                  <a:lnTo>
                    <a:pt x="224146" y="10010"/>
                  </a:lnTo>
                  <a:lnTo>
                    <a:pt x="219149" y="8287"/>
                  </a:lnTo>
                  <a:lnTo>
                    <a:pt x="214100" y="6723"/>
                  </a:lnTo>
                  <a:lnTo>
                    <a:pt x="209004" y="5320"/>
                  </a:lnTo>
                  <a:lnTo>
                    <a:pt x="203867" y="4078"/>
                  </a:lnTo>
                  <a:lnTo>
                    <a:pt x="198692" y="2999"/>
                  </a:lnTo>
                  <a:lnTo>
                    <a:pt x="193486" y="2084"/>
                  </a:lnTo>
                  <a:lnTo>
                    <a:pt x="188254" y="1335"/>
                  </a:lnTo>
                  <a:lnTo>
                    <a:pt x="183001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6076" y="2406772"/>
              <a:ext cx="19657" cy="167167"/>
            </a:xfrm>
            <a:custGeom>
              <a:avLst/>
              <a:pathLst>
                <a:path w="19657" h="167167">
                  <a:moveTo>
                    <a:pt x="19657" y="0"/>
                  </a:moveTo>
                  <a:lnTo>
                    <a:pt x="9811" y="290"/>
                  </a:lnTo>
                  <a:lnTo>
                    <a:pt x="0" y="1159"/>
                  </a:lnTo>
                  <a:lnTo>
                    <a:pt x="1965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26076" y="2407931"/>
              <a:ext cx="19657" cy="166007"/>
            </a:xfrm>
            <a:custGeom>
              <a:avLst/>
              <a:pathLst>
                <a:path w="19657" h="166007">
                  <a:moveTo>
                    <a:pt x="0" y="0"/>
                  </a:moveTo>
                  <a:lnTo>
                    <a:pt x="19657" y="1660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478566" y="2407496"/>
              <a:ext cx="334328" cy="333597"/>
            </a:xfrm>
            <a:custGeom>
              <a:avLst/>
              <a:pathLst>
                <a:path w="334328" h="333597">
                  <a:moveTo>
                    <a:pt x="147509" y="435"/>
                  </a:moveTo>
                  <a:lnTo>
                    <a:pt x="142270" y="1139"/>
                  </a:lnTo>
                  <a:lnTo>
                    <a:pt x="137055" y="2009"/>
                  </a:lnTo>
                  <a:lnTo>
                    <a:pt x="131871" y="3044"/>
                  </a:lnTo>
                  <a:lnTo>
                    <a:pt x="126722" y="4241"/>
                  </a:lnTo>
                  <a:lnTo>
                    <a:pt x="121613" y="5601"/>
                  </a:lnTo>
                  <a:lnTo>
                    <a:pt x="116550" y="7122"/>
                  </a:lnTo>
                  <a:lnTo>
                    <a:pt x="111538" y="8802"/>
                  </a:lnTo>
                  <a:lnTo>
                    <a:pt x="106581" y="10640"/>
                  </a:lnTo>
                  <a:lnTo>
                    <a:pt x="101684" y="12634"/>
                  </a:lnTo>
                  <a:lnTo>
                    <a:pt x="96854" y="14782"/>
                  </a:lnTo>
                  <a:lnTo>
                    <a:pt x="92093" y="17081"/>
                  </a:lnTo>
                  <a:lnTo>
                    <a:pt x="87408" y="19529"/>
                  </a:lnTo>
                  <a:lnTo>
                    <a:pt x="82802" y="22125"/>
                  </a:lnTo>
                  <a:lnTo>
                    <a:pt x="78281" y="24865"/>
                  </a:lnTo>
                  <a:lnTo>
                    <a:pt x="73849" y="27746"/>
                  </a:lnTo>
                  <a:lnTo>
                    <a:pt x="69510" y="30766"/>
                  </a:lnTo>
                  <a:lnTo>
                    <a:pt x="65268" y="33922"/>
                  </a:lnTo>
                  <a:lnTo>
                    <a:pt x="61129" y="37210"/>
                  </a:lnTo>
                  <a:lnTo>
                    <a:pt x="57095" y="40628"/>
                  </a:lnTo>
                  <a:lnTo>
                    <a:pt x="53172" y="44171"/>
                  </a:lnTo>
                  <a:lnTo>
                    <a:pt x="49363" y="47837"/>
                  </a:lnTo>
                  <a:lnTo>
                    <a:pt x="45671" y="51622"/>
                  </a:lnTo>
                  <a:lnTo>
                    <a:pt x="42101" y="55521"/>
                  </a:lnTo>
                  <a:lnTo>
                    <a:pt x="38657" y="59531"/>
                  </a:lnTo>
                  <a:lnTo>
                    <a:pt x="35340" y="63648"/>
                  </a:lnTo>
                  <a:lnTo>
                    <a:pt x="32156" y="67868"/>
                  </a:lnTo>
                  <a:lnTo>
                    <a:pt x="29106" y="72186"/>
                  </a:lnTo>
                  <a:lnTo>
                    <a:pt x="26195" y="76599"/>
                  </a:lnTo>
                  <a:lnTo>
                    <a:pt x="23424" y="81101"/>
                  </a:lnTo>
                  <a:lnTo>
                    <a:pt x="20798" y="85689"/>
                  </a:lnTo>
                  <a:lnTo>
                    <a:pt x="18317" y="90358"/>
                  </a:lnTo>
                  <a:lnTo>
                    <a:pt x="15986" y="95103"/>
                  </a:lnTo>
                  <a:lnTo>
                    <a:pt x="13806" y="99919"/>
                  </a:lnTo>
                  <a:lnTo>
                    <a:pt x="11779" y="104802"/>
                  </a:lnTo>
                  <a:lnTo>
                    <a:pt x="9907" y="109746"/>
                  </a:lnTo>
                  <a:lnTo>
                    <a:pt x="8193" y="114747"/>
                  </a:lnTo>
                  <a:lnTo>
                    <a:pt x="6638" y="119800"/>
                  </a:lnTo>
                  <a:lnTo>
                    <a:pt x="5244" y="124899"/>
                  </a:lnTo>
                  <a:lnTo>
                    <a:pt x="4011" y="130040"/>
                  </a:lnTo>
                  <a:lnTo>
                    <a:pt x="2941" y="135217"/>
                  </a:lnTo>
                  <a:lnTo>
                    <a:pt x="2036" y="140426"/>
                  </a:lnTo>
                  <a:lnTo>
                    <a:pt x="1296" y="145660"/>
                  </a:lnTo>
                  <a:lnTo>
                    <a:pt x="722" y="150916"/>
                  </a:lnTo>
                  <a:lnTo>
                    <a:pt x="314" y="156186"/>
                  </a:lnTo>
                  <a:lnTo>
                    <a:pt x="73" y="161467"/>
                  </a:lnTo>
                  <a:lnTo>
                    <a:pt x="0" y="166754"/>
                  </a:lnTo>
                  <a:lnTo>
                    <a:pt x="93" y="172039"/>
                  </a:lnTo>
                  <a:lnTo>
                    <a:pt x="353" y="177320"/>
                  </a:lnTo>
                  <a:lnTo>
                    <a:pt x="781" y="182589"/>
                  </a:lnTo>
                  <a:lnTo>
                    <a:pt x="1375" y="187842"/>
                  </a:lnTo>
                  <a:lnTo>
                    <a:pt x="2134" y="193074"/>
                  </a:lnTo>
                  <a:lnTo>
                    <a:pt x="3059" y="198279"/>
                  </a:lnTo>
                  <a:lnTo>
                    <a:pt x="4148" y="203452"/>
                  </a:lnTo>
                  <a:lnTo>
                    <a:pt x="5399" y="208589"/>
                  </a:lnTo>
                  <a:lnTo>
                    <a:pt x="6813" y="213683"/>
                  </a:lnTo>
                  <a:lnTo>
                    <a:pt x="8387" y="218730"/>
                  </a:lnTo>
                  <a:lnTo>
                    <a:pt x="10120" y="223724"/>
                  </a:lnTo>
                  <a:lnTo>
                    <a:pt x="12009" y="228661"/>
                  </a:lnTo>
                  <a:lnTo>
                    <a:pt x="14054" y="233536"/>
                  </a:lnTo>
                  <a:lnTo>
                    <a:pt x="16253" y="238344"/>
                  </a:lnTo>
                  <a:lnTo>
                    <a:pt x="18602" y="243080"/>
                  </a:lnTo>
                  <a:lnTo>
                    <a:pt x="21099" y="247740"/>
                  </a:lnTo>
                  <a:lnTo>
                    <a:pt x="23743" y="252318"/>
                  </a:lnTo>
                  <a:lnTo>
                    <a:pt x="26530" y="256810"/>
                  </a:lnTo>
                  <a:lnTo>
                    <a:pt x="29458" y="261212"/>
                  </a:lnTo>
                  <a:lnTo>
                    <a:pt x="32524" y="265519"/>
                  </a:lnTo>
                  <a:lnTo>
                    <a:pt x="35724" y="269727"/>
                  </a:lnTo>
                  <a:lnTo>
                    <a:pt x="39055" y="273832"/>
                  </a:lnTo>
                  <a:lnTo>
                    <a:pt x="42515" y="277829"/>
                  </a:lnTo>
                  <a:lnTo>
                    <a:pt x="46100" y="281715"/>
                  </a:lnTo>
                  <a:lnTo>
                    <a:pt x="49805" y="285485"/>
                  </a:lnTo>
                  <a:lnTo>
                    <a:pt x="53628" y="289137"/>
                  </a:lnTo>
                  <a:lnTo>
                    <a:pt x="57565" y="292666"/>
                  </a:lnTo>
                  <a:lnTo>
                    <a:pt x="61611" y="296068"/>
                  </a:lnTo>
                  <a:lnTo>
                    <a:pt x="65762" y="299341"/>
                  </a:lnTo>
                  <a:lnTo>
                    <a:pt x="70015" y="302481"/>
                  </a:lnTo>
                  <a:lnTo>
                    <a:pt x="74366" y="305485"/>
                  </a:lnTo>
                  <a:lnTo>
                    <a:pt x="78809" y="308350"/>
                  </a:lnTo>
                  <a:lnTo>
                    <a:pt x="83340" y="311073"/>
                  </a:lnTo>
                  <a:lnTo>
                    <a:pt x="87955" y="313652"/>
                  </a:lnTo>
                  <a:lnTo>
                    <a:pt x="92650" y="316083"/>
                  </a:lnTo>
                  <a:lnTo>
                    <a:pt x="97419" y="318364"/>
                  </a:lnTo>
                  <a:lnTo>
                    <a:pt x="102257" y="320494"/>
                  </a:lnTo>
                  <a:lnTo>
                    <a:pt x="107161" y="322469"/>
                  </a:lnTo>
                  <a:lnTo>
                    <a:pt x="112125" y="324288"/>
                  </a:lnTo>
                  <a:lnTo>
                    <a:pt x="117144" y="325950"/>
                  </a:lnTo>
                  <a:lnTo>
                    <a:pt x="122212" y="327452"/>
                  </a:lnTo>
                  <a:lnTo>
                    <a:pt x="127326" y="328793"/>
                  </a:lnTo>
                  <a:lnTo>
                    <a:pt x="132480" y="329972"/>
                  </a:lnTo>
                  <a:lnTo>
                    <a:pt x="137668" y="330987"/>
                  </a:lnTo>
                  <a:lnTo>
                    <a:pt x="142886" y="331837"/>
                  </a:lnTo>
                  <a:lnTo>
                    <a:pt x="148128" y="332522"/>
                  </a:lnTo>
                  <a:lnTo>
                    <a:pt x="153389" y="333041"/>
                  </a:lnTo>
                  <a:lnTo>
                    <a:pt x="158664" y="333394"/>
                  </a:lnTo>
                  <a:lnTo>
                    <a:pt x="163947" y="333579"/>
                  </a:lnTo>
                  <a:lnTo>
                    <a:pt x="169233" y="333597"/>
                  </a:lnTo>
                  <a:lnTo>
                    <a:pt x="174518" y="333448"/>
                  </a:lnTo>
                  <a:lnTo>
                    <a:pt x="179795" y="333132"/>
                  </a:lnTo>
                  <a:lnTo>
                    <a:pt x="185060" y="332650"/>
                  </a:lnTo>
                  <a:lnTo>
                    <a:pt x="190306" y="332001"/>
                  </a:lnTo>
                  <a:lnTo>
                    <a:pt x="195530" y="331186"/>
                  </a:lnTo>
                  <a:lnTo>
                    <a:pt x="200725" y="330207"/>
                  </a:lnTo>
                  <a:lnTo>
                    <a:pt x="205887" y="329064"/>
                  </a:lnTo>
                  <a:lnTo>
                    <a:pt x="211009" y="327758"/>
                  </a:lnTo>
                  <a:lnTo>
                    <a:pt x="216088" y="326291"/>
                  </a:lnTo>
                  <a:lnTo>
                    <a:pt x="221118" y="324664"/>
                  </a:lnTo>
                  <a:lnTo>
                    <a:pt x="226095" y="322879"/>
                  </a:lnTo>
                  <a:lnTo>
                    <a:pt x="231012" y="320938"/>
                  </a:lnTo>
                  <a:lnTo>
                    <a:pt x="235865" y="318842"/>
                  </a:lnTo>
                  <a:lnTo>
                    <a:pt x="240650" y="316593"/>
                  </a:lnTo>
                  <a:lnTo>
                    <a:pt x="245361" y="314194"/>
                  </a:lnTo>
                  <a:lnTo>
                    <a:pt x="249994" y="311648"/>
                  </a:lnTo>
                  <a:lnTo>
                    <a:pt x="254544" y="308956"/>
                  </a:lnTo>
                  <a:lnTo>
                    <a:pt x="259006" y="306122"/>
                  </a:lnTo>
                  <a:lnTo>
                    <a:pt x="263377" y="303148"/>
                  </a:lnTo>
                  <a:lnTo>
                    <a:pt x="267652" y="300038"/>
                  </a:lnTo>
                  <a:lnTo>
                    <a:pt x="271826" y="296793"/>
                  </a:lnTo>
                  <a:lnTo>
                    <a:pt x="275896" y="293419"/>
                  </a:lnTo>
                  <a:lnTo>
                    <a:pt x="279856" y="289917"/>
                  </a:lnTo>
                  <a:lnTo>
                    <a:pt x="283704" y="286292"/>
                  </a:lnTo>
                  <a:lnTo>
                    <a:pt x="287436" y="282547"/>
                  </a:lnTo>
                  <a:lnTo>
                    <a:pt x="291047" y="278686"/>
                  </a:lnTo>
                  <a:lnTo>
                    <a:pt x="294534" y="274713"/>
                  </a:lnTo>
                  <a:lnTo>
                    <a:pt x="297894" y="270631"/>
                  </a:lnTo>
                  <a:lnTo>
                    <a:pt x="301123" y="266445"/>
                  </a:lnTo>
                  <a:lnTo>
                    <a:pt x="304218" y="262160"/>
                  </a:lnTo>
                  <a:lnTo>
                    <a:pt x="307176" y="257778"/>
                  </a:lnTo>
                  <a:lnTo>
                    <a:pt x="309995" y="253305"/>
                  </a:lnTo>
                  <a:lnTo>
                    <a:pt x="312670" y="248745"/>
                  </a:lnTo>
                  <a:lnTo>
                    <a:pt x="315200" y="244103"/>
                  </a:lnTo>
                  <a:lnTo>
                    <a:pt x="317581" y="239384"/>
                  </a:lnTo>
                  <a:lnTo>
                    <a:pt x="319812" y="234591"/>
                  </a:lnTo>
                  <a:lnTo>
                    <a:pt x="321891" y="229730"/>
                  </a:lnTo>
                  <a:lnTo>
                    <a:pt x="323815" y="224806"/>
                  </a:lnTo>
                  <a:lnTo>
                    <a:pt x="325582" y="219823"/>
                  </a:lnTo>
                  <a:lnTo>
                    <a:pt x="327191" y="214788"/>
                  </a:lnTo>
                  <a:lnTo>
                    <a:pt x="328639" y="209703"/>
                  </a:lnTo>
                  <a:lnTo>
                    <a:pt x="329927" y="204576"/>
                  </a:lnTo>
                  <a:lnTo>
                    <a:pt x="331051" y="199410"/>
                  </a:lnTo>
                  <a:lnTo>
                    <a:pt x="332012" y="194212"/>
                  </a:lnTo>
                  <a:lnTo>
                    <a:pt x="332807" y="188985"/>
                  </a:lnTo>
                  <a:lnTo>
                    <a:pt x="333437" y="183736"/>
                  </a:lnTo>
                  <a:lnTo>
                    <a:pt x="333901" y="178470"/>
                  </a:lnTo>
                  <a:lnTo>
                    <a:pt x="334198" y="173192"/>
                  </a:lnTo>
                  <a:lnTo>
                    <a:pt x="334328" y="167907"/>
                  </a:lnTo>
                  <a:lnTo>
                    <a:pt x="334290" y="162620"/>
                  </a:lnTo>
                  <a:lnTo>
                    <a:pt x="334086" y="157338"/>
                  </a:lnTo>
                  <a:lnTo>
                    <a:pt x="333715" y="152064"/>
                  </a:lnTo>
                  <a:lnTo>
                    <a:pt x="333177" y="146805"/>
                  </a:lnTo>
                  <a:lnTo>
                    <a:pt x="332473" y="141565"/>
                  </a:lnTo>
                  <a:lnTo>
                    <a:pt x="331603" y="136351"/>
                  </a:lnTo>
                  <a:lnTo>
                    <a:pt x="330570" y="131166"/>
                  </a:lnTo>
                  <a:lnTo>
                    <a:pt x="329372" y="126017"/>
                  </a:lnTo>
                  <a:lnTo>
                    <a:pt x="328013" y="120908"/>
                  </a:lnTo>
                  <a:lnTo>
                    <a:pt x="326493" y="115845"/>
                  </a:lnTo>
                  <a:lnTo>
                    <a:pt x="324813" y="110832"/>
                  </a:lnTo>
                  <a:lnTo>
                    <a:pt x="322976" y="105875"/>
                  </a:lnTo>
                  <a:lnTo>
                    <a:pt x="320983" y="100978"/>
                  </a:lnTo>
                  <a:lnTo>
                    <a:pt x="318836" y="96147"/>
                  </a:lnTo>
                  <a:lnTo>
                    <a:pt x="316537" y="91387"/>
                  </a:lnTo>
                  <a:lnTo>
                    <a:pt x="314089" y="86701"/>
                  </a:lnTo>
                  <a:lnTo>
                    <a:pt x="311494" y="82095"/>
                  </a:lnTo>
                  <a:lnTo>
                    <a:pt x="308755" y="77573"/>
                  </a:lnTo>
                  <a:lnTo>
                    <a:pt x="305874" y="73141"/>
                  </a:lnTo>
                  <a:lnTo>
                    <a:pt x="302854" y="68801"/>
                  </a:lnTo>
                  <a:lnTo>
                    <a:pt x="299699" y="64560"/>
                  </a:lnTo>
                  <a:lnTo>
                    <a:pt x="296411" y="60420"/>
                  </a:lnTo>
                  <a:lnTo>
                    <a:pt x="292994" y="56386"/>
                  </a:lnTo>
                  <a:lnTo>
                    <a:pt x="289451" y="52462"/>
                  </a:lnTo>
                  <a:lnTo>
                    <a:pt x="285786" y="48653"/>
                  </a:lnTo>
                  <a:lnTo>
                    <a:pt x="282002" y="44961"/>
                  </a:lnTo>
                  <a:lnTo>
                    <a:pt x="278103" y="41390"/>
                  </a:lnTo>
                  <a:lnTo>
                    <a:pt x="274093" y="37945"/>
                  </a:lnTo>
                  <a:lnTo>
                    <a:pt x="269977" y="34628"/>
                  </a:lnTo>
                  <a:lnTo>
                    <a:pt x="265757" y="31443"/>
                  </a:lnTo>
                  <a:lnTo>
                    <a:pt x="261439" y="28393"/>
                  </a:lnTo>
                  <a:lnTo>
                    <a:pt x="257027" y="25481"/>
                  </a:lnTo>
                  <a:lnTo>
                    <a:pt x="252525" y="22710"/>
                  </a:lnTo>
                  <a:lnTo>
                    <a:pt x="247937" y="20083"/>
                  </a:lnTo>
                  <a:lnTo>
                    <a:pt x="243269" y="17602"/>
                  </a:lnTo>
                  <a:lnTo>
                    <a:pt x="238524" y="15270"/>
                  </a:lnTo>
                  <a:lnTo>
                    <a:pt x="233708" y="13089"/>
                  </a:lnTo>
                  <a:lnTo>
                    <a:pt x="228826" y="11062"/>
                  </a:lnTo>
                  <a:lnTo>
                    <a:pt x="223882" y="9190"/>
                  </a:lnTo>
                  <a:lnTo>
                    <a:pt x="218881" y="7475"/>
                  </a:lnTo>
                  <a:lnTo>
                    <a:pt x="213828" y="5919"/>
                  </a:lnTo>
                  <a:lnTo>
                    <a:pt x="208729" y="4524"/>
                  </a:lnTo>
                  <a:lnTo>
                    <a:pt x="203589" y="3291"/>
                  </a:lnTo>
                  <a:lnTo>
                    <a:pt x="198411" y="2221"/>
                  </a:lnTo>
                  <a:lnTo>
                    <a:pt x="193203" y="1315"/>
                  </a:lnTo>
                  <a:lnTo>
                    <a:pt x="187968" y="574"/>
                  </a:lnTo>
                  <a:lnTo>
                    <a:pt x="182713" y="0"/>
                  </a:lnTo>
                  <a:lnTo>
                    <a:pt x="167167" y="166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45733" y="2406772"/>
              <a:ext cx="15546" cy="167167"/>
            </a:xfrm>
            <a:custGeom>
              <a:avLst/>
              <a:pathLst>
                <a:path w="15546" h="167167">
                  <a:moveTo>
                    <a:pt x="15546" y="72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42" y="2911194"/>
              <a:ext cx="3638" cy="167167"/>
            </a:xfrm>
            <a:custGeom>
              <a:avLst/>
              <a:pathLst>
                <a:path w="3638" h="167167">
                  <a:moveTo>
                    <a:pt x="3638" y="0"/>
                  </a:moveTo>
                  <a:lnTo>
                    <a:pt x="0" y="39"/>
                  </a:lnTo>
                  <a:lnTo>
                    <a:pt x="363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2342" y="2911234"/>
              <a:ext cx="3638" cy="167127"/>
            </a:xfrm>
            <a:custGeom>
              <a:avLst/>
              <a:pathLst>
                <a:path w="3638" h="167127">
                  <a:moveTo>
                    <a:pt x="0" y="0"/>
                  </a:moveTo>
                  <a:lnTo>
                    <a:pt x="363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358816" y="2911234"/>
              <a:ext cx="334327" cy="334288"/>
            </a:xfrm>
            <a:custGeom>
              <a:avLst/>
              <a:pathLst>
                <a:path w="334327" h="334288">
                  <a:moveTo>
                    <a:pt x="163525" y="0"/>
                  </a:moveTo>
                  <a:lnTo>
                    <a:pt x="158223" y="199"/>
                  </a:lnTo>
                  <a:lnTo>
                    <a:pt x="152929" y="567"/>
                  </a:lnTo>
                  <a:lnTo>
                    <a:pt x="147650" y="1103"/>
                  </a:lnTo>
                  <a:lnTo>
                    <a:pt x="142391" y="1806"/>
                  </a:lnTo>
                  <a:lnTo>
                    <a:pt x="137157" y="2675"/>
                  </a:lnTo>
                  <a:lnTo>
                    <a:pt x="131952" y="3710"/>
                  </a:lnTo>
                  <a:lnTo>
                    <a:pt x="126784" y="4910"/>
                  </a:lnTo>
                  <a:lnTo>
                    <a:pt x="121656" y="6273"/>
                  </a:lnTo>
                  <a:lnTo>
                    <a:pt x="116574" y="7799"/>
                  </a:lnTo>
                  <a:lnTo>
                    <a:pt x="111542" y="9485"/>
                  </a:lnTo>
                  <a:lnTo>
                    <a:pt x="106567" y="11329"/>
                  </a:lnTo>
                  <a:lnTo>
                    <a:pt x="101653" y="13331"/>
                  </a:lnTo>
                  <a:lnTo>
                    <a:pt x="96805" y="15487"/>
                  </a:lnTo>
                  <a:lnTo>
                    <a:pt x="92028" y="17797"/>
                  </a:lnTo>
                  <a:lnTo>
                    <a:pt x="87326" y="20257"/>
                  </a:lnTo>
                  <a:lnTo>
                    <a:pt x="82705" y="22864"/>
                  </a:lnTo>
                  <a:lnTo>
                    <a:pt x="78169" y="25618"/>
                  </a:lnTo>
                  <a:lnTo>
                    <a:pt x="73723" y="28513"/>
                  </a:lnTo>
                  <a:lnTo>
                    <a:pt x="69371" y="31549"/>
                  </a:lnTo>
                  <a:lnTo>
                    <a:pt x="65117" y="34721"/>
                  </a:lnTo>
                  <a:lnTo>
                    <a:pt x="60966" y="38026"/>
                  </a:lnTo>
                  <a:lnTo>
                    <a:pt x="56923" y="41462"/>
                  </a:lnTo>
                  <a:lnTo>
                    <a:pt x="52990" y="45024"/>
                  </a:lnTo>
                  <a:lnTo>
                    <a:pt x="49172" y="48709"/>
                  </a:lnTo>
                  <a:lnTo>
                    <a:pt x="45473" y="52513"/>
                  </a:lnTo>
                  <a:lnTo>
                    <a:pt x="41897" y="56433"/>
                  </a:lnTo>
                  <a:lnTo>
                    <a:pt x="38447" y="60464"/>
                  </a:lnTo>
                  <a:lnTo>
                    <a:pt x="35127" y="64603"/>
                  </a:lnTo>
                  <a:lnTo>
                    <a:pt x="31939" y="68845"/>
                  </a:lnTo>
                  <a:lnTo>
                    <a:pt x="28888" y="73186"/>
                  </a:lnTo>
                  <a:lnTo>
                    <a:pt x="25976" y="77622"/>
                  </a:lnTo>
                  <a:lnTo>
                    <a:pt x="23207" y="82148"/>
                  </a:lnTo>
                  <a:lnTo>
                    <a:pt x="20582" y="86760"/>
                  </a:lnTo>
                  <a:lnTo>
                    <a:pt x="18106" y="91452"/>
                  </a:lnTo>
                  <a:lnTo>
                    <a:pt x="15779" y="96221"/>
                  </a:lnTo>
                  <a:lnTo>
                    <a:pt x="13605" y="101062"/>
                  </a:lnTo>
                  <a:lnTo>
                    <a:pt x="11585" y="105968"/>
                  </a:lnTo>
                  <a:lnTo>
                    <a:pt x="9723" y="110937"/>
                  </a:lnTo>
                  <a:lnTo>
                    <a:pt x="8019" y="115962"/>
                  </a:lnTo>
                  <a:lnTo>
                    <a:pt x="6475" y="121038"/>
                  </a:lnTo>
                  <a:lnTo>
                    <a:pt x="5093" y="126162"/>
                  </a:lnTo>
                  <a:lnTo>
                    <a:pt x="3875" y="131326"/>
                  </a:lnTo>
                  <a:lnTo>
                    <a:pt x="2821" y="136526"/>
                  </a:lnTo>
                  <a:lnTo>
                    <a:pt x="1932" y="141757"/>
                  </a:lnTo>
                  <a:lnTo>
                    <a:pt x="1211" y="147014"/>
                  </a:lnTo>
                  <a:lnTo>
                    <a:pt x="656" y="152291"/>
                  </a:lnTo>
                  <a:lnTo>
                    <a:pt x="269" y="157583"/>
                  </a:lnTo>
                  <a:lnTo>
                    <a:pt x="50" y="162885"/>
                  </a:lnTo>
                  <a:lnTo>
                    <a:pt x="0" y="168191"/>
                  </a:lnTo>
                  <a:lnTo>
                    <a:pt x="117" y="173496"/>
                  </a:lnTo>
                  <a:lnTo>
                    <a:pt x="404" y="178794"/>
                  </a:lnTo>
                  <a:lnTo>
                    <a:pt x="858" y="184081"/>
                  </a:lnTo>
                  <a:lnTo>
                    <a:pt x="1480" y="189350"/>
                  </a:lnTo>
                  <a:lnTo>
                    <a:pt x="2269" y="194597"/>
                  </a:lnTo>
                  <a:lnTo>
                    <a:pt x="3223" y="199817"/>
                  </a:lnTo>
                  <a:lnTo>
                    <a:pt x="4344" y="205003"/>
                  </a:lnTo>
                  <a:lnTo>
                    <a:pt x="5628" y="210152"/>
                  </a:lnTo>
                  <a:lnTo>
                    <a:pt x="7074" y="215257"/>
                  </a:lnTo>
                  <a:lnTo>
                    <a:pt x="8683" y="220313"/>
                  </a:lnTo>
                  <a:lnTo>
                    <a:pt x="10450" y="225316"/>
                  </a:lnTo>
                  <a:lnTo>
                    <a:pt x="12376" y="230261"/>
                  </a:lnTo>
                  <a:lnTo>
                    <a:pt x="14458" y="235141"/>
                  </a:lnTo>
                  <a:lnTo>
                    <a:pt x="16693" y="239954"/>
                  </a:lnTo>
                  <a:lnTo>
                    <a:pt x="19080" y="244692"/>
                  </a:lnTo>
                  <a:lnTo>
                    <a:pt x="21617" y="249353"/>
                  </a:lnTo>
                  <a:lnTo>
                    <a:pt x="24300" y="253931"/>
                  </a:lnTo>
                  <a:lnTo>
                    <a:pt x="27127" y="258421"/>
                  </a:lnTo>
                  <a:lnTo>
                    <a:pt x="30095" y="262820"/>
                  </a:lnTo>
                  <a:lnTo>
                    <a:pt x="33201" y="267122"/>
                  </a:lnTo>
                  <a:lnTo>
                    <a:pt x="36442" y="271323"/>
                  </a:lnTo>
                  <a:lnTo>
                    <a:pt x="39814" y="275419"/>
                  </a:lnTo>
                  <a:lnTo>
                    <a:pt x="43315" y="279406"/>
                  </a:lnTo>
                  <a:lnTo>
                    <a:pt x="46941" y="283280"/>
                  </a:lnTo>
                  <a:lnTo>
                    <a:pt x="50688" y="287037"/>
                  </a:lnTo>
                  <a:lnTo>
                    <a:pt x="54553" y="290674"/>
                  </a:lnTo>
                  <a:lnTo>
                    <a:pt x="58530" y="294185"/>
                  </a:lnTo>
                  <a:lnTo>
                    <a:pt x="62617" y="297569"/>
                  </a:lnTo>
                  <a:lnTo>
                    <a:pt x="66810" y="300821"/>
                  </a:lnTo>
                  <a:lnTo>
                    <a:pt x="71104" y="303939"/>
                  </a:lnTo>
                  <a:lnTo>
                    <a:pt x="75494" y="306919"/>
                  </a:lnTo>
                  <a:lnTo>
                    <a:pt x="79977" y="309758"/>
                  </a:lnTo>
                  <a:lnTo>
                    <a:pt x="84548" y="312453"/>
                  </a:lnTo>
                  <a:lnTo>
                    <a:pt x="89201" y="315002"/>
                  </a:lnTo>
                  <a:lnTo>
                    <a:pt x="93934" y="317402"/>
                  </a:lnTo>
                  <a:lnTo>
                    <a:pt x="98740" y="319650"/>
                  </a:lnTo>
                  <a:lnTo>
                    <a:pt x="103615" y="321745"/>
                  </a:lnTo>
                  <a:lnTo>
                    <a:pt x="108554" y="323684"/>
                  </a:lnTo>
                  <a:lnTo>
                    <a:pt x="113552" y="325465"/>
                  </a:lnTo>
                  <a:lnTo>
                    <a:pt x="118605" y="327087"/>
                  </a:lnTo>
                  <a:lnTo>
                    <a:pt x="123706" y="328547"/>
                  </a:lnTo>
                  <a:lnTo>
                    <a:pt x="128851" y="329845"/>
                  </a:lnTo>
                  <a:lnTo>
                    <a:pt x="134034" y="330979"/>
                  </a:lnTo>
                  <a:lnTo>
                    <a:pt x="139251" y="331948"/>
                  </a:lnTo>
                  <a:lnTo>
                    <a:pt x="144496" y="332751"/>
                  </a:lnTo>
                  <a:lnTo>
                    <a:pt x="149764" y="333387"/>
                  </a:lnTo>
                  <a:lnTo>
                    <a:pt x="155049" y="333855"/>
                  </a:lnTo>
                  <a:lnTo>
                    <a:pt x="160347" y="334156"/>
                  </a:lnTo>
                  <a:lnTo>
                    <a:pt x="165652" y="334288"/>
                  </a:lnTo>
                  <a:lnTo>
                    <a:pt x="170958" y="334252"/>
                  </a:lnTo>
                  <a:lnTo>
                    <a:pt x="176260" y="334047"/>
                  </a:lnTo>
                  <a:lnTo>
                    <a:pt x="181553" y="333674"/>
                  </a:lnTo>
                  <a:lnTo>
                    <a:pt x="186831" y="333134"/>
                  </a:lnTo>
                  <a:lnTo>
                    <a:pt x="192090" y="332426"/>
                  </a:lnTo>
                  <a:lnTo>
                    <a:pt x="197324" y="331552"/>
                  </a:lnTo>
                  <a:lnTo>
                    <a:pt x="202527" y="330512"/>
                  </a:lnTo>
                  <a:lnTo>
                    <a:pt x="207694" y="329307"/>
                  </a:lnTo>
                  <a:lnTo>
                    <a:pt x="212821" y="327939"/>
                  </a:lnTo>
                  <a:lnTo>
                    <a:pt x="217902" y="326409"/>
                  </a:lnTo>
                  <a:lnTo>
                    <a:pt x="222931" y="324718"/>
                  </a:lnTo>
                  <a:lnTo>
                    <a:pt x="227905" y="322869"/>
                  </a:lnTo>
                  <a:lnTo>
                    <a:pt x="232817" y="320863"/>
                  </a:lnTo>
                  <a:lnTo>
                    <a:pt x="237663" y="318702"/>
                  </a:lnTo>
                  <a:lnTo>
                    <a:pt x="242438" y="316388"/>
                  </a:lnTo>
                  <a:lnTo>
                    <a:pt x="247137" y="313924"/>
                  </a:lnTo>
                  <a:lnTo>
                    <a:pt x="251756" y="311312"/>
                  </a:lnTo>
                  <a:lnTo>
                    <a:pt x="256289" y="308554"/>
                  </a:lnTo>
                  <a:lnTo>
                    <a:pt x="260733" y="305654"/>
                  </a:lnTo>
                  <a:lnTo>
                    <a:pt x="265082" y="302615"/>
                  </a:lnTo>
                  <a:lnTo>
                    <a:pt x="269333" y="299439"/>
                  </a:lnTo>
                  <a:lnTo>
                    <a:pt x="273481" y="296130"/>
                  </a:lnTo>
                  <a:lnTo>
                    <a:pt x="277521" y="292690"/>
                  </a:lnTo>
                  <a:lnTo>
                    <a:pt x="281451" y="289125"/>
                  </a:lnTo>
                  <a:lnTo>
                    <a:pt x="285265" y="285436"/>
                  </a:lnTo>
                  <a:lnTo>
                    <a:pt x="288960" y="281628"/>
                  </a:lnTo>
                  <a:lnTo>
                    <a:pt x="292533" y="277705"/>
                  </a:lnTo>
                  <a:lnTo>
                    <a:pt x="295979" y="273671"/>
                  </a:lnTo>
                  <a:lnTo>
                    <a:pt x="299296" y="269529"/>
                  </a:lnTo>
                  <a:lnTo>
                    <a:pt x="302479" y="265283"/>
                  </a:lnTo>
                  <a:lnTo>
                    <a:pt x="305526" y="260939"/>
                  </a:lnTo>
                  <a:lnTo>
                    <a:pt x="308434" y="256501"/>
                  </a:lnTo>
                  <a:lnTo>
                    <a:pt x="311199" y="251972"/>
                  </a:lnTo>
                  <a:lnTo>
                    <a:pt x="313819" y="247358"/>
                  </a:lnTo>
                  <a:lnTo>
                    <a:pt x="316292" y="242663"/>
                  </a:lnTo>
                  <a:lnTo>
                    <a:pt x="318614" y="237892"/>
                  </a:lnTo>
                  <a:lnTo>
                    <a:pt x="320784" y="233050"/>
                  </a:lnTo>
                  <a:lnTo>
                    <a:pt x="322798" y="228141"/>
                  </a:lnTo>
                  <a:lnTo>
                    <a:pt x="324656" y="223171"/>
                  </a:lnTo>
                  <a:lnTo>
                    <a:pt x="326356" y="218145"/>
                  </a:lnTo>
                  <a:lnTo>
                    <a:pt x="327895" y="213067"/>
                  </a:lnTo>
                  <a:lnTo>
                    <a:pt x="329272" y="207942"/>
                  </a:lnTo>
                  <a:lnTo>
                    <a:pt x="330486" y="202777"/>
                  </a:lnTo>
                  <a:lnTo>
                    <a:pt x="331535" y="197576"/>
                  </a:lnTo>
                  <a:lnTo>
                    <a:pt x="332418" y="192343"/>
                  </a:lnTo>
                  <a:lnTo>
                    <a:pt x="333135" y="187086"/>
                  </a:lnTo>
                  <a:lnTo>
                    <a:pt x="333685" y="181808"/>
                  </a:lnTo>
                  <a:lnTo>
                    <a:pt x="334067" y="176516"/>
                  </a:lnTo>
                  <a:lnTo>
                    <a:pt x="334281" y="171214"/>
                  </a:lnTo>
                  <a:lnTo>
                    <a:pt x="334327" y="165908"/>
                  </a:lnTo>
                  <a:lnTo>
                    <a:pt x="334204" y="160604"/>
                  </a:lnTo>
                  <a:lnTo>
                    <a:pt x="333912" y="155306"/>
                  </a:lnTo>
                  <a:lnTo>
                    <a:pt x="333453" y="150019"/>
                  </a:lnTo>
                  <a:lnTo>
                    <a:pt x="332827" y="144750"/>
                  </a:lnTo>
                  <a:lnTo>
                    <a:pt x="332033" y="139504"/>
                  </a:lnTo>
                  <a:lnTo>
                    <a:pt x="331073" y="134285"/>
                  </a:lnTo>
                  <a:lnTo>
                    <a:pt x="329948" y="129100"/>
                  </a:lnTo>
                  <a:lnTo>
                    <a:pt x="328659" y="123953"/>
                  </a:lnTo>
                  <a:lnTo>
                    <a:pt x="327208" y="118849"/>
                  </a:lnTo>
                  <a:lnTo>
                    <a:pt x="325595" y="113794"/>
                  </a:lnTo>
                  <a:lnTo>
                    <a:pt x="323822" y="108793"/>
                  </a:lnTo>
                  <a:lnTo>
                    <a:pt x="321892" y="103850"/>
                  </a:lnTo>
                  <a:lnTo>
                    <a:pt x="319806" y="98971"/>
                  </a:lnTo>
                  <a:lnTo>
                    <a:pt x="317566" y="94161"/>
                  </a:lnTo>
                  <a:lnTo>
                    <a:pt x="315174" y="89425"/>
                  </a:lnTo>
                  <a:lnTo>
                    <a:pt x="312634" y="84766"/>
                  </a:lnTo>
                  <a:lnTo>
                    <a:pt x="309947" y="80191"/>
                  </a:lnTo>
                  <a:lnTo>
                    <a:pt x="307116" y="75703"/>
                  </a:lnTo>
                  <a:lnTo>
                    <a:pt x="304143" y="71307"/>
                  </a:lnTo>
                  <a:lnTo>
                    <a:pt x="301033" y="67008"/>
                  </a:lnTo>
                  <a:lnTo>
                    <a:pt x="297788" y="62810"/>
                  </a:lnTo>
                  <a:lnTo>
                    <a:pt x="294412" y="58717"/>
                  </a:lnTo>
                  <a:lnTo>
                    <a:pt x="290907" y="54733"/>
                  </a:lnTo>
                  <a:lnTo>
                    <a:pt x="287278" y="50862"/>
                  </a:lnTo>
                  <a:lnTo>
                    <a:pt x="283527" y="47109"/>
                  </a:lnTo>
                  <a:lnTo>
                    <a:pt x="279660" y="43476"/>
                  </a:lnTo>
                  <a:lnTo>
                    <a:pt x="275679" y="39968"/>
                  </a:lnTo>
                  <a:lnTo>
                    <a:pt x="271588" y="36588"/>
                  </a:lnTo>
                  <a:lnTo>
                    <a:pt x="267393" y="33340"/>
                  </a:lnTo>
                  <a:lnTo>
                    <a:pt x="263096" y="30226"/>
                  </a:lnTo>
                  <a:lnTo>
                    <a:pt x="258703" y="27251"/>
                  </a:lnTo>
                  <a:lnTo>
                    <a:pt x="254217" y="24416"/>
                  </a:lnTo>
                  <a:lnTo>
                    <a:pt x="249644" y="21725"/>
                  </a:lnTo>
                  <a:lnTo>
                    <a:pt x="244988" y="19180"/>
                  </a:lnTo>
                  <a:lnTo>
                    <a:pt x="240253" y="16785"/>
                  </a:lnTo>
                  <a:lnTo>
                    <a:pt x="235445" y="14541"/>
                  </a:lnTo>
                  <a:lnTo>
                    <a:pt x="230568" y="12451"/>
                  </a:lnTo>
                  <a:lnTo>
                    <a:pt x="225627" y="10516"/>
                  </a:lnTo>
                  <a:lnTo>
                    <a:pt x="167164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2911194"/>
              <a:ext cx="58463" cy="167167"/>
            </a:xfrm>
            <a:custGeom>
              <a:avLst/>
              <a:pathLst>
                <a:path w="58463" h="167167">
                  <a:moveTo>
                    <a:pt x="58463" y="10556"/>
                  </a:moveTo>
                  <a:lnTo>
                    <a:pt x="52832" y="8568"/>
                  </a:lnTo>
                  <a:lnTo>
                    <a:pt x="47133" y="6782"/>
                  </a:lnTo>
                  <a:lnTo>
                    <a:pt x="41373" y="5200"/>
                  </a:lnTo>
                  <a:lnTo>
                    <a:pt x="35561" y="3826"/>
                  </a:lnTo>
                  <a:lnTo>
                    <a:pt x="29704" y="2660"/>
                  </a:lnTo>
                  <a:lnTo>
                    <a:pt x="23809" y="1704"/>
                  </a:lnTo>
                  <a:lnTo>
                    <a:pt x="17883" y="959"/>
                  </a:lnTo>
                  <a:lnTo>
                    <a:pt x="11935" y="426"/>
                  </a:lnTo>
                  <a:lnTo>
                    <a:pt x="597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07703" y="3429590"/>
              <a:ext cx="18277" cy="167167"/>
            </a:xfrm>
            <a:custGeom>
              <a:avLst/>
              <a:pathLst>
                <a:path w="18277" h="167167">
                  <a:moveTo>
                    <a:pt x="18277" y="0"/>
                  </a:moveTo>
                  <a:lnTo>
                    <a:pt x="9124" y="250"/>
                  </a:lnTo>
                  <a:lnTo>
                    <a:pt x="0" y="1002"/>
                  </a:lnTo>
                  <a:lnTo>
                    <a:pt x="1827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07703" y="3430592"/>
              <a:ext cx="18277" cy="166165"/>
            </a:xfrm>
            <a:custGeom>
              <a:avLst/>
              <a:pathLst>
                <a:path w="18277" h="166165">
                  <a:moveTo>
                    <a:pt x="0" y="0"/>
                  </a:moveTo>
                  <a:lnTo>
                    <a:pt x="18277" y="166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358813" y="3430592"/>
              <a:ext cx="334334" cy="333316"/>
            </a:xfrm>
            <a:custGeom>
              <a:avLst/>
              <a:pathLst>
                <a:path w="334334" h="333316">
                  <a:moveTo>
                    <a:pt x="148889" y="0"/>
                  </a:moveTo>
                  <a:lnTo>
                    <a:pt x="143627" y="663"/>
                  </a:lnTo>
                  <a:lnTo>
                    <a:pt x="138389" y="1493"/>
                  </a:lnTo>
                  <a:lnTo>
                    <a:pt x="133180" y="2489"/>
                  </a:lnTo>
                  <a:lnTo>
                    <a:pt x="128004" y="3649"/>
                  </a:lnTo>
                  <a:lnTo>
                    <a:pt x="122869" y="4973"/>
                  </a:lnTo>
                  <a:lnTo>
                    <a:pt x="117777" y="6460"/>
                  </a:lnTo>
                  <a:lnTo>
                    <a:pt x="112736" y="8107"/>
                  </a:lnTo>
                  <a:lnTo>
                    <a:pt x="107749" y="9913"/>
                  </a:lnTo>
                  <a:lnTo>
                    <a:pt x="102822" y="11877"/>
                  </a:lnTo>
                  <a:lnTo>
                    <a:pt x="97960" y="13996"/>
                  </a:lnTo>
                  <a:lnTo>
                    <a:pt x="93168" y="16268"/>
                  </a:lnTo>
                  <a:lnTo>
                    <a:pt x="88450" y="18691"/>
                  </a:lnTo>
                  <a:lnTo>
                    <a:pt x="83811" y="21262"/>
                  </a:lnTo>
                  <a:lnTo>
                    <a:pt x="79256" y="23979"/>
                  </a:lnTo>
                  <a:lnTo>
                    <a:pt x="74790" y="26840"/>
                  </a:lnTo>
                  <a:lnTo>
                    <a:pt x="70417" y="29840"/>
                  </a:lnTo>
                  <a:lnTo>
                    <a:pt x="66141" y="32978"/>
                  </a:lnTo>
                  <a:lnTo>
                    <a:pt x="61967" y="36250"/>
                  </a:lnTo>
                  <a:lnTo>
                    <a:pt x="57898" y="39652"/>
                  </a:lnTo>
                  <a:lnTo>
                    <a:pt x="53940" y="43182"/>
                  </a:lnTo>
                  <a:lnTo>
                    <a:pt x="50095" y="46836"/>
                  </a:lnTo>
                  <a:lnTo>
                    <a:pt x="46369" y="50610"/>
                  </a:lnTo>
                  <a:lnTo>
                    <a:pt x="42764" y="54500"/>
                  </a:lnTo>
                  <a:lnTo>
                    <a:pt x="39284" y="58503"/>
                  </a:lnTo>
                  <a:lnTo>
                    <a:pt x="35933" y="62614"/>
                  </a:lnTo>
                  <a:lnTo>
                    <a:pt x="32714" y="66829"/>
                  </a:lnTo>
                  <a:lnTo>
                    <a:pt x="29631" y="71145"/>
                  </a:lnTo>
                  <a:lnTo>
                    <a:pt x="26686" y="75555"/>
                  </a:lnTo>
                  <a:lnTo>
                    <a:pt x="23882" y="80058"/>
                  </a:lnTo>
                  <a:lnTo>
                    <a:pt x="21223" y="84646"/>
                  </a:lnTo>
                  <a:lnTo>
                    <a:pt x="18710" y="89317"/>
                  </a:lnTo>
                  <a:lnTo>
                    <a:pt x="16347" y="94065"/>
                  </a:lnTo>
                  <a:lnTo>
                    <a:pt x="14136" y="98886"/>
                  </a:lnTo>
                  <a:lnTo>
                    <a:pt x="12078" y="103775"/>
                  </a:lnTo>
                  <a:lnTo>
                    <a:pt x="10177" y="108726"/>
                  </a:lnTo>
                  <a:lnTo>
                    <a:pt x="8434" y="113735"/>
                  </a:lnTo>
                  <a:lnTo>
                    <a:pt x="6851" y="118797"/>
                  </a:lnTo>
                  <a:lnTo>
                    <a:pt x="5429" y="123906"/>
                  </a:lnTo>
                  <a:lnTo>
                    <a:pt x="4170" y="129058"/>
                  </a:lnTo>
                  <a:lnTo>
                    <a:pt x="3074" y="134248"/>
                  </a:lnTo>
                  <a:lnTo>
                    <a:pt x="2145" y="139469"/>
                  </a:lnTo>
                  <a:lnTo>
                    <a:pt x="1381" y="144718"/>
                  </a:lnTo>
                  <a:lnTo>
                    <a:pt x="784" y="149988"/>
                  </a:lnTo>
                  <a:lnTo>
                    <a:pt x="354" y="155274"/>
                  </a:lnTo>
                  <a:lnTo>
                    <a:pt x="93" y="160572"/>
                  </a:lnTo>
                  <a:lnTo>
                    <a:pt x="0" y="165874"/>
                  </a:lnTo>
                  <a:lnTo>
                    <a:pt x="74" y="171178"/>
                  </a:lnTo>
                  <a:lnTo>
                    <a:pt x="318" y="176476"/>
                  </a:lnTo>
                  <a:lnTo>
                    <a:pt x="729" y="181764"/>
                  </a:lnTo>
                  <a:lnTo>
                    <a:pt x="1307" y="187036"/>
                  </a:lnTo>
                  <a:lnTo>
                    <a:pt x="2053" y="192287"/>
                  </a:lnTo>
                  <a:lnTo>
                    <a:pt x="2965" y="197512"/>
                  </a:lnTo>
                  <a:lnTo>
                    <a:pt x="4042" y="202705"/>
                  </a:lnTo>
                  <a:lnTo>
                    <a:pt x="5283" y="207861"/>
                  </a:lnTo>
                  <a:lnTo>
                    <a:pt x="6687" y="212976"/>
                  </a:lnTo>
                  <a:lnTo>
                    <a:pt x="8253" y="218043"/>
                  </a:lnTo>
                  <a:lnTo>
                    <a:pt x="9979" y="223058"/>
                  </a:lnTo>
                  <a:lnTo>
                    <a:pt x="11863" y="228016"/>
                  </a:lnTo>
                  <a:lnTo>
                    <a:pt x="13903" y="232912"/>
                  </a:lnTo>
                  <a:lnTo>
                    <a:pt x="16097" y="237740"/>
                  </a:lnTo>
                  <a:lnTo>
                    <a:pt x="18444" y="242496"/>
                  </a:lnTo>
                  <a:lnTo>
                    <a:pt x="20940" y="247176"/>
                  </a:lnTo>
                  <a:lnTo>
                    <a:pt x="23584" y="251774"/>
                  </a:lnTo>
                  <a:lnTo>
                    <a:pt x="26372" y="256286"/>
                  </a:lnTo>
                  <a:lnTo>
                    <a:pt x="29302" y="260707"/>
                  </a:lnTo>
                  <a:lnTo>
                    <a:pt x="32370" y="265033"/>
                  </a:lnTo>
                  <a:lnTo>
                    <a:pt x="35574" y="269259"/>
                  </a:lnTo>
                  <a:lnTo>
                    <a:pt x="38911" y="273382"/>
                  </a:lnTo>
                  <a:lnTo>
                    <a:pt x="42377" y="277396"/>
                  </a:lnTo>
                  <a:lnTo>
                    <a:pt x="45968" y="281299"/>
                  </a:lnTo>
                  <a:lnTo>
                    <a:pt x="49682" y="285086"/>
                  </a:lnTo>
                  <a:lnTo>
                    <a:pt x="53513" y="288753"/>
                  </a:lnTo>
                  <a:lnTo>
                    <a:pt x="57459" y="292297"/>
                  </a:lnTo>
                  <a:lnTo>
                    <a:pt x="61516" y="295714"/>
                  </a:lnTo>
                  <a:lnTo>
                    <a:pt x="65679" y="299000"/>
                  </a:lnTo>
                  <a:lnTo>
                    <a:pt x="69944" y="302153"/>
                  </a:lnTo>
                  <a:lnTo>
                    <a:pt x="74307" y="305168"/>
                  </a:lnTo>
                  <a:lnTo>
                    <a:pt x="78763" y="308044"/>
                  </a:lnTo>
                  <a:lnTo>
                    <a:pt x="83308" y="310777"/>
                  </a:lnTo>
                  <a:lnTo>
                    <a:pt x="87938" y="313365"/>
                  </a:lnTo>
                  <a:lnTo>
                    <a:pt x="92648" y="315804"/>
                  </a:lnTo>
                  <a:lnTo>
                    <a:pt x="97432" y="318093"/>
                  </a:lnTo>
                  <a:lnTo>
                    <a:pt x="102287" y="320228"/>
                  </a:lnTo>
                  <a:lnTo>
                    <a:pt x="107207" y="322209"/>
                  </a:lnTo>
                  <a:lnTo>
                    <a:pt x="112187" y="324033"/>
                  </a:lnTo>
                  <a:lnTo>
                    <a:pt x="117223" y="325697"/>
                  </a:lnTo>
                  <a:lnTo>
                    <a:pt x="122309" y="327201"/>
                  </a:lnTo>
                  <a:lnTo>
                    <a:pt x="127440" y="328543"/>
                  </a:lnTo>
                  <a:lnTo>
                    <a:pt x="132611" y="329722"/>
                  </a:lnTo>
                  <a:lnTo>
                    <a:pt x="137817" y="330736"/>
                  </a:lnTo>
                  <a:lnTo>
                    <a:pt x="143053" y="331584"/>
                  </a:lnTo>
                  <a:lnTo>
                    <a:pt x="148312" y="332266"/>
                  </a:lnTo>
                  <a:lnTo>
                    <a:pt x="153591" y="332780"/>
                  </a:lnTo>
                  <a:lnTo>
                    <a:pt x="158884" y="333127"/>
                  </a:lnTo>
                  <a:lnTo>
                    <a:pt x="164184" y="333306"/>
                  </a:lnTo>
                  <a:lnTo>
                    <a:pt x="169488" y="333316"/>
                  </a:lnTo>
                  <a:lnTo>
                    <a:pt x="174789" y="333158"/>
                  </a:lnTo>
                  <a:lnTo>
                    <a:pt x="180083" y="332832"/>
                  </a:lnTo>
                  <a:lnTo>
                    <a:pt x="185364" y="332339"/>
                  </a:lnTo>
                  <a:lnTo>
                    <a:pt x="190626" y="331678"/>
                  </a:lnTo>
                  <a:lnTo>
                    <a:pt x="195865" y="330850"/>
                  </a:lnTo>
                  <a:lnTo>
                    <a:pt x="201075" y="329857"/>
                  </a:lnTo>
                  <a:lnTo>
                    <a:pt x="206251" y="328699"/>
                  </a:lnTo>
                  <a:lnTo>
                    <a:pt x="211387" y="327377"/>
                  </a:lnTo>
                  <a:lnTo>
                    <a:pt x="216479" y="325893"/>
                  </a:lnTo>
                  <a:lnTo>
                    <a:pt x="221521" y="324249"/>
                  </a:lnTo>
                  <a:lnTo>
                    <a:pt x="226509" y="322445"/>
                  </a:lnTo>
                  <a:lnTo>
                    <a:pt x="231437" y="320484"/>
                  </a:lnTo>
                  <a:lnTo>
                    <a:pt x="236300" y="318367"/>
                  </a:lnTo>
                  <a:lnTo>
                    <a:pt x="241093" y="316097"/>
                  </a:lnTo>
                  <a:lnTo>
                    <a:pt x="245812" y="313677"/>
                  </a:lnTo>
                  <a:lnTo>
                    <a:pt x="250452" y="311108"/>
                  </a:lnTo>
                  <a:lnTo>
                    <a:pt x="255008" y="308393"/>
                  </a:lnTo>
                  <a:lnTo>
                    <a:pt x="259476" y="305535"/>
                  </a:lnTo>
                  <a:lnTo>
                    <a:pt x="263851" y="302536"/>
                  </a:lnTo>
                  <a:lnTo>
                    <a:pt x="268128" y="299400"/>
                  </a:lnTo>
                  <a:lnTo>
                    <a:pt x="272304" y="296130"/>
                  </a:lnTo>
                  <a:lnTo>
                    <a:pt x="276374" y="292730"/>
                  </a:lnTo>
                  <a:lnTo>
                    <a:pt x="280334" y="289202"/>
                  </a:lnTo>
                  <a:lnTo>
                    <a:pt x="284180" y="285550"/>
                  </a:lnTo>
                  <a:lnTo>
                    <a:pt x="287909" y="281778"/>
                  </a:lnTo>
                  <a:lnTo>
                    <a:pt x="291516" y="277889"/>
                  </a:lnTo>
                  <a:lnTo>
                    <a:pt x="294997" y="273888"/>
                  </a:lnTo>
                  <a:lnTo>
                    <a:pt x="298350" y="269779"/>
                  </a:lnTo>
                  <a:lnTo>
                    <a:pt x="301571" y="265565"/>
                  </a:lnTo>
                  <a:lnTo>
                    <a:pt x="304657" y="261251"/>
                  </a:lnTo>
                  <a:lnTo>
                    <a:pt x="307604" y="256842"/>
                  </a:lnTo>
                  <a:lnTo>
                    <a:pt x="310410" y="252341"/>
                  </a:lnTo>
                  <a:lnTo>
                    <a:pt x="313072" y="247754"/>
                  </a:lnTo>
                  <a:lnTo>
                    <a:pt x="315586" y="243084"/>
                  </a:lnTo>
                  <a:lnTo>
                    <a:pt x="317952" y="238337"/>
                  </a:lnTo>
                  <a:lnTo>
                    <a:pt x="320165" y="233517"/>
                  </a:lnTo>
                  <a:lnTo>
                    <a:pt x="322225" y="228630"/>
                  </a:lnTo>
                  <a:lnTo>
                    <a:pt x="324129" y="223679"/>
                  </a:lnTo>
                  <a:lnTo>
                    <a:pt x="325874" y="218671"/>
                  </a:lnTo>
                  <a:lnTo>
                    <a:pt x="327460" y="213610"/>
                  </a:lnTo>
                  <a:lnTo>
                    <a:pt x="328884" y="208501"/>
                  </a:lnTo>
                  <a:lnTo>
                    <a:pt x="330146" y="203350"/>
                  </a:lnTo>
                  <a:lnTo>
                    <a:pt x="331244" y="198161"/>
                  </a:lnTo>
                  <a:lnTo>
                    <a:pt x="332176" y="192940"/>
                  </a:lnTo>
                  <a:lnTo>
                    <a:pt x="332942" y="187692"/>
                  </a:lnTo>
                  <a:lnTo>
                    <a:pt x="333542" y="182422"/>
                  </a:lnTo>
                  <a:lnTo>
                    <a:pt x="333974" y="177136"/>
                  </a:lnTo>
                  <a:lnTo>
                    <a:pt x="334238" y="171839"/>
                  </a:lnTo>
                  <a:lnTo>
                    <a:pt x="334334" y="166536"/>
                  </a:lnTo>
                  <a:lnTo>
                    <a:pt x="334261" y="161232"/>
                  </a:lnTo>
                  <a:lnTo>
                    <a:pt x="334021" y="155934"/>
                  </a:lnTo>
                  <a:lnTo>
                    <a:pt x="333612" y="150646"/>
                  </a:lnTo>
                  <a:lnTo>
                    <a:pt x="333036" y="145374"/>
                  </a:lnTo>
                  <a:lnTo>
                    <a:pt x="332293" y="140122"/>
                  </a:lnTo>
                  <a:lnTo>
                    <a:pt x="331384" y="134897"/>
                  </a:lnTo>
                  <a:lnTo>
                    <a:pt x="330309" y="129703"/>
                  </a:lnTo>
                  <a:lnTo>
                    <a:pt x="329071" y="124546"/>
                  </a:lnTo>
                  <a:lnTo>
                    <a:pt x="327669" y="119431"/>
                  </a:lnTo>
                  <a:lnTo>
                    <a:pt x="326106" y="114363"/>
                  </a:lnTo>
                  <a:lnTo>
                    <a:pt x="324382" y="109347"/>
                  </a:lnTo>
                  <a:lnTo>
                    <a:pt x="322501" y="104388"/>
                  </a:lnTo>
                  <a:lnTo>
                    <a:pt x="320463" y="99492"/>
                  </a:lnTo>
                  <a:lnTo>
                    <a:pt x="318271" y="94662"/>
                  </a:lnTo>
                  <a:lnTo>
                    <a:pt x="315926" y="89905"/>
                  </a:lnTo>
                  <a:lnTo>
                    <a:pt x="313432" y="85224"/>
                  </a:lnTo>
                  <a:lnTo>
                    <a:pt x="310791" y="80625"/>
                  </a:lnTo>
                  <a:lnTo>
                    <a:pt x="308005" y="76112"/>
                  </a:lnTo>
                  <a:lnTo>
                    <a:pt x="305077" y="71689"/>
                  </a:lnTo>
                  <a:lnTo>
                    <a:pt x="302011" y="67362"/>
                  </a:lnTo>
                  <a:lnTo>
                    <a:pt x="298809" y="63134"/>
                  </a:lnTo>
                  <a:lnTo>
                    <a:pt x="295474" y="59010"/>
                  </a:lnTo>
                  <a:lnTo>
                    <a:pt x="292010" y="54993"/>
                  </a:lnTo>
                  <a:lnTo>
                    <a:pt x="288421" y="51089"/>
                  </a:lnTo>
                  <a:lnTo>
                    <a:pt x="284709" y="47300"/>
                  </a:lnTo>
                  <a:lnTo>
                    <a:pt x="280879" y="43631"/>
                  </a:lnTo>
                  <a:lnTo>
                    <a:pt x="276935" y="40086"/>
                  </a:lnTo>
                  <a:lnTo>
                    <a:pt x="272880" y="36667"/>
                  </a:lnTo>
                  <a:lnTo>
                    <a:pt x="268719" y="33379"/>
                  </a:lnTo>
                  <a:lnTo>
                    <a:pt x="264455" y="30224"/>
                  </a:lnTo>
                  <a:lnTo>
                    <a:pt x="260094" y="27206"/>
                  </a:lnTo>
                  <a:lnTo>
                    <a:pt x="255639" y="24328"/>
                  </a:lnTo>
                  <a:lnTo>
                    <a:pt x="251095" y="21593"/>
                  </a:lnTo>
                  <a:lnTo>
                    <a:pt x="246466" y="19003"/>
                  </a:lnTo>
                  <a:lnTo>
                    <a:pt x="241758" y="16562"/>
                  </a:lnTo>
                  <a:lnTo>
                    <a:pt x="236974" y="14271"/>
                  </a:lnTo>
                  <a:lnTo>
                    <a:pt x="232121" y="12133"/>
                  </a:lnTo>
                  <a:lnTo>
                    <a:pt x="227202" y="10150"/>
                  </a:lnTo>
                  <a:lnTo>
                    <a:pt x="222222" y="8324"/>
                  </a:lnTo>
                  <a:lnTo>
                    <a:pt x="217187" y="6656"/>
                  </a:lnTo>
                  <a:lnTo>
                    <a:pt x="167167" y="166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429590"/>
              <a:ext cx="50020" cy="167167"/>
            </a:xfrm>
            <a:custGeom>
              <a:avLst/>
              <a:pathLst>
                <a:path w="50020" h="167167">
                  <a:moveTo>
                    <a:pt x="50020" y="7659"/>
                  </a:moveTo>
                  <a:lnTo>
                    <a:pt x="43927" y="5874"/>
                  </a:lnTo>
                  <a:lnTo>
                    <a:pt x="37770" y="4322"/>
                  </a:lnTo>
                  <a:lnTo>
                    <a:pt x="31558" y="3005"/>
                  </a:lnTo>
                  <a:lnTo>
                    <a:pt x="25301" y="1925"/>
                  </a:lnTo>
                  <a:lnTo>
                    <a:pt x="19008" y="1084"/>
                  </a:lnTo>
                  <a:lnTo>
                    <a:pt x="12687" y="482"/>
                  </a:lnTo>
                  <a:lnTo>
                    <a:pt x="6348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1801" y="3934012"/>
              <a:ext cx="3932" cy="167167"/>
            </a:xfrm>
            <a:custGeom>
              <a:avLst/>
              <a:pathLst>
                <a:path w="3932" h="167167">
                  <a:moveTo>
                    <a:pt x="3932" y="0"/>
                  </a:moveTo>
                  <a:lnTo>
                    <a:pt x="0" y="46"/>
                  </a:lnTo>
                  <a:lnTo>
                    <a:pt x="39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1801" y="3934059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478566" y="3934012"/>
              <a:ext cx="334326" cy="334323"/>
            </a:xfrm>
            <a:custGeom>
              <a:avLst/>
              <a:pathLst>
                <a:path w="334326" h="334323">
                  <a:moveTo>
                    <a:pt x="163234" y="46"/>
                  </a:moveTo>
                  <a:lnTo>
                    <a:pt x="157954" y="254"/>
                  </a:lnTo>
                  <a:lnTo>
                    <a:pt x="152683" y="628"/>
                  </a:lnTo>
                  <a:lnTo>
                    <a:pt x="147426" y="1169"/>
                  </a:lnTo>
                  <a:lnTo>
                    <a:pt x="142189" y="1876"/>
                  </a:lnTo>
                  <a:lnTo>
                    <a:pt x="136977" y="2748"/>
                  </a:lnTo>
                  <a:lnTo>
                    <a:pt x="131795" y="3784"/>
                  </a:lnTo>
                  <a:lnTo>
                    <a:pt x="126649" y="4984"/>
                  </a:lnTo>
                  <a:lnTo>
                    <a:pt x="121543" y="6346"/>
                  </a:lnTo>
                  <a:lnTo>
                    <a:pt x="116483" y="7868"/>
                  </a:lnTo>
                  <a:lnTo>
                    <a:pt x="111473" y="9550"/>
                  </a:lnTo>
                  <a:lnTo>
                    <a:pt x="106519" y="11389"/>
                  </a:lnTo>
                  <a:lnTo>
                    <a:pt x="101625" y="13384"/>
                  </a:lnTo>
                  <a:lnTo>
                    <a:pt x="96797" y="15532"/>
                  </a:lnTo>
                  <a:lnTo>
                    <a:pt x="92040" y="17832"/>
                  </a:lnTo>
                  <a:lnTo>
                    <a:pt x="87357" y="20281"/>
                  </a:lnTo>
                  <a:lnTo>
                    <a:pt x="82754" y="22877"/>
                  </a:lnTo>
                  <a:lnTo>
                    <a:pt x="78236" y="25618"/>
                  </a:lnTo>
                  <a:lnTo>
                    <a:pt x="73806" y="28499"/>
                  </a:lnTo>
                  <a:lnTo>
                    <a:pt x="69470" y="31519"/>
                  </a:lnTo>
                  <a:lnTo>
                    <a:pt x="65231" y="34675"/>
                  </a:lnTo>
                  <a:lnTo>
                    <a:pt x="61094" y="37963"/>
                  </a:lnTo>
                  <a:lnTo>
                    <a:pt x="57063" y="41381"/>
                  </a:lnTo>
                  <a:lnTo>
                    <a:pt x="53142" y="44924"/>
                  </a:lnTo>
                  <a:lnTo>
                    <a:pt x="49336" y="48589"/>
                  </a:lnTo>
                  <a:lnTo>
                    <a:pt x="45647" y="52372"/>
                  </a:lnTo>
                  <a:lnTo>
                    <a:pt x="42079" y="56271"/>
                  </a:lnTo>
                  <a:lnTo>
                    <a:pt x="38636" y="60280"/>
                  </a:lnTo>
                  <a:lnTo>
                    <a:pt x="35322" y="64396"/>
                  </a:lnTo>
                  <a:lnTo>
                    <a:pt x="32139" y="68614"/>
                  </a:lnTo>
                  <a:lnTo>
                    <a:pt x="29092" y="72932"/>
                  </a:lnTo>
                  <a:lnTo>
                    <a:pt x="26182" y="77343"/>
                  </a:lnTo>
                  <a:lnTo>
                    <a:pt x="23414" y="81844"/>
                  </a:lnTo>
                  <a:lnTo>
                    <a:pt x="20789" y="86430"/>
                  </a:lnTo>
                  <a:lnTo>
                    <a:pt x="18310" y="91097"/>
                  </a:lnTo>
                  <a:lnTo>
                    <a:pt x="15980" y="95840"/>
                  </a:lnTo>
                  <a:lnTo>
                    <a:pt x="13801" y="100655"/>
                  </a:lnTo>
                  <a:lnTo>
                    <a:pt x="11775" y="105535"/>
                  </a:lnTo>
                  <a:lnTo>
                    <a:pt x="9905" y="110478"/>
                  </a:lnTo>
                  <a:lnTo>
                    <a:pt x="8192" y="115477"/>
                  </a:lnTo>
                  <a:lnTo>
                    <a:pt x="6637" y="120528"/>
                  </a:lnTo>
                  <a:lnTo>
                    <a:pt x="5243" y="125625"/>
                  </a:lnTo>
                  <a:lnTo>
                    <a:pt x="4011" y="130764"/>
                  </a:lnTo>
                  <a:lnTo>
                    <a:pt x="2942" y="135939"/>
                  </a:lnTo>
                  <a:lnTo>
                    <a:pt x="2037" y="141145"/>
                  </a:lnTo>
                  <a:lnTo>
                    <a:pt x="1297" y="146377"/>
                  </a:lnTo>
                  <a:lnTo>
                    <a:pt x="723" y="151631"/>
                  </a:lnTo>
                  <a:lnTo>
                    <a:pt x="315" y="156899"/>
                  </a:lnTo>
                  <a:lnTo>
                    <a:pt x="74" y="162178"/>
                  </a:lnTo>
                  <a:lnTo>
                    <a:pt x="0" y="167462"/>
                  </a:lnTo>
                  <a:lnTo>
                    <a:pt x="92" y="172746"/>
                  </a:lnTo>
                  <a:lnTo>
                    <a:pt x="352" y="178024"/>
                  </a:lnTo>
                  <a:lnTo>
                    <a:pt x="779" y="183291"/>
                  </a:lnTo>
                  <a:lnTo>
                    <a:pt x="1371" y="188542"/>
                  </a:lnTo>
                  <a:lnTo>
                    <a:pt x="2130" y="193772"/>
                  </a:lnTo>
                  <a:lnTo>
                    <a:pt x="3053" y="198975"/>
                  </a:lnTo>
                  <a:lnTo>
                    <a:pt x="4141" y="204146"/>
                  </a:lnTo>
                  <a:lnTo>
                    <a:pt x="5391" y="209281"/>
                  </a:lnTo>
                  <a:lnTo>
                    <a:pt x="6803" y="214373"/>
                  </a:lnTo>
                  <a:lnTo>
                    <a:pt x="8375" y="219418"/>
                  </a:lnTo>
                  <a:lnTo>
                    <a:pt x="10106" y="224411"/>
                  </a:lnTo>
                  <a:lnTo>
                    <a:pt x="11994" y="229347"/>
                  </a:lnTo>
                  <a:lnTo>
                    <a:pt x="14037" y="234220"/>
                  </a:lnTo>
                  <a:lnTo>
                    <a:pt x="16233" y="239027"/>
                  </a:lnTo>
                  <a:lnTo>
                    <a:pt x="18579" y="243762"/>
                  </a:lnTo>
                  <a:lnTo>
                    <a:pt x="21075" y="248420"/>
                  </a:lnTo>
                  <a:lnTo>
                    <a:pt x="23716" y="252997"/>
                  </a:lnTo>
                  <a:lnTo>
                    <a:pt x="26500" y="257488"/>
                  </a:lnTo>
                  <a:lnTo>
                    <a:pt x="29426" y="261889"/>
                  </a:lnTo>
                  <a:lnTo>
                    <a:pt x="32488" y="266196"/>
                  </a:lnTo>
                  <a:lnTo>
                    <a:pt x="35686" y="270403"/>
                  </a:lnTo>
                  <a:lnTo>
                    <a:pt x="39015" y="274507"/>
                  </a:lnTo>
                  <a:lnTo>
                    <a:pt x="42471" y="278504"/>
                  </a:lnTo>
                  <a:lnTo>
                    <a:pt x="46053" y="282390"/>
                  </a:lnTo>
                  <a:lnTo>
                    <a:pt x="49755" y="286161"/>
                  </a:lnTo>
                  <a:lnTo>
                    <a:pt x="53575" y="289812"/>
                  </a:lnTo>
                  <a:lnTo>
                    <a:pt x="57508" y="293341"/>
                  </a:lnTo>
                  <a:lnTo>
                    <a:pt x="61551" y="296744"/>
                  </a:lnTo>
                  <a:lnTo>
                    <a:pt x="65700" y="300018"/>
                  </a:lnTo>
                  <a:lnTo>
                    <a:pt x="69949" y="303159"/>
                  </a:lnTo>
                  <a:lnTo>
                    <a:pt x="74296" y="306164"/>
                  </a:lnTo>
                  <a:lnTo>
                    <a:pt x="78736" y="309030"/>
                  </a:lnTo>
                  <a:lnTo>
                    <a:pt x="83264" y="311754"/>
                  </a:lnTo>
                  <a:lnTo>
                    <a:pt x="87876" y="314333"/>
                  </a:lnTo>
                  <a:lnTo>
                    <a:pt x="92567" y="316766"/>
                  </a:lnTo>
                  <a:lnTo>
                    <a:pt x="97333" y="319049"/>
                  </a:lnTo>
                  <a:lnTo>
                    <a:pt x="102169" y="321181"/>
                  </a:lnTo>
                  <a:lnTo>
                    <a:pt x="107069" y="323158"/>
                  </a:lnTo>
                  <a:lnTo>
                    <a:pt x="112030" y="324980"/>
                  </a:lnTo>
                  <a:lnTo>
                    <a:pt x="117045" y="326644"/>
                  </a:lnTo>
                  <a:lnTo>
                    <a:pt x="122111" y="328148"/>
                  </a:lnTo>
                  <a:lnTo>
                    <a:pt x="127222" y="329492"/>
                  </a:lnTo>
                  <a:lnTo>
                    <a:pt x="132373" y="330673"/>
                  </a:lnTo>
                  <a:lnTo>
                    <a:pt x="137558" y="331691"/>
                  </a:lnTo>
                  <a:lnTo>
                    <a:pt x="142773" y="332545"/>
                  </a:lnTo>
                  <a:lnTo>
                    <a:pt x="148013" y="333233"/>
                  </a:lnTo>
                  <a:lnTo>
                    <a:pt x="153271" y="333756"/>
                  </a:lnTo>
                  <a:lnTo>
                    <a:pt x="158544" y="334112"/>
                  </a:lnTo>
                  <a:lnTo>
                    <a:pt x="163825" y="334301"/>
                  </a:lnTo>
                  <a:lnTo>
                    <a:pt x="169109" y="334323"/>
                  </a:lnTo>
                  <a:lnTo>
                    <a:pt x="174391" y="334178"/>
                  </a:lnTo>
                  <a:lnTo>
                    <a:pt x="179667" y="333866"/>
                  </a:lnTo>
                  <a:lnTo>
                    <a:pt x="184929" y="333388"/>
                  </a:lnTo>
                  <a:lnTo>
                    <a:pt x="190174" y="332743"/>
                  </a:lnTo>
                  <a:lnTo>
                    <a:pt x="195396" y="331934"/>
                  </a:lnTo>
                  <a:lnTo>
                    <a:pt x="200590" y="330959"/>
                  </a:lnTo>
                  <a:lnTo>
                    <a:pt x="205751" y="329821"/>
                  </a:lnTo>
                  <a:lnTo>
                    <a:pt x="210872" y="328520"/>
                  </a:lnTo>
                  <a:lnTo>
                    <a:pt x="215951" y="327058"/>
                  </a:lnTo>
                  <a:lnTo>
                    <a:pt x="220980" y="325436"/>
                  </a:lnTo>
                  <a:lnTo>
                    <a:pt x="225956" y="323656"/>
                  </a:lnTo>
                  <a:lnTo>
                    <a:pt x="230873" y="321720"/>
                  </a:lnTo>
                  <a:lnTo>
                    <a:pt x="235726" y="319629"/>
                  </a:lnTo>
                  <a:lnTo>
                    <a:pt x="240511" y="317386"/>
                  </a:lnTo>
                  <a:lnTo>
                    <a:pt x="245222" y="314992"/>
                  </a:lnTo>
                  <a:lnTo>
                    <a:pt x="249855" y="312451"/>
                  </a:lnTo>
                  <a:lnTo>
                    <a:pt x="254406" y="309765"/>
                  </a:lnTo>
                  <a:lnTo>
                    <a:pt x="258870" y="306936"/>
                  </a:lnTo>
                  <a:lnTo>
                    <a:pt x="263242" y="303968"/>
                  </a:lnTo>
                  <a:lnTo>
                    <a:pt x="267518" y="300863"/>
                  </a:lnTo>
                  <a:lnTo>
                    <a:pt x="271693" y="297624"/>
                  </a:lnTo>
                  <a:lnTo>
                    <a:pt x="275765" y="294255"/>
                  </a:lnTo>
                  <a:lnTo>
                    <a:pt x="279727" y="290759"/>
                  </a:lnTo>
                  <a:lnTo>
                    <a:pt x="283578" y="287140"/>
                  </a:lnTo>
                  <a:lnTo>
                    <a:pt x="287311" y="283400"/>
                  </a:lnTo>
                  <a:lnTo>
                    <a:pt x="290925" y="279545"/>
                  </a:lnTo>
                  <a:lnTo>
                    <a:pt x="294415" y="275577"/>
                  </a:lnTo>
                  <a:lnTo>
                    <a:pt x="297778" y="271501"/>
                  </a:lnTo>
                  <a:lnTo>
                    <a:pt x="301011" y="267320"/>
                  </a:lnTo>
                  <a:lnTo>
                    <a:pt x="304110" y="263040"/>
                  </a:lnTo>
                  <a:lnTo>
                    <a:pt x="307072" y="258663"/>
                  </a:lnTo>
                  <a:lnTo>
                    <a:pt x="309894" y="254195"/>
                  </a:lnTo>
                  <a:lnTo>
                    <a:pt x="312573" y="249641"/>
                  </a:lnTo>
                  <a:lnTo>
                    <a:pt x="315107" y="245003"/>
                  </a:lnTo>
                  <a:lnTo>
                    <a:pt x="317494" y="240289"/>
                  </a:lnTo>
                  <a:lnTo>
                    <a:pt x="319730" y="235500"/>
                  </a:lnTo>
                  <a:lnTo>
                    <a:pt x="321813" y="230644"/>
                  </a:lnTo>
                  <a:lnTo>
                    <a:pt x="323742" y="225724"/>
                  </a:lnTo>
                  <a:lnTo>
                    <a:pt x="325515" y="220746"/>
                  </a:lnTo>
                  <a:lnTo>
                    <a:pt x="327129" y="215714"/>
                  </a:lnTo>
                  <a:lnTo>
                    <a:pt x="328584" y="210634"/>
                  </a:lnTo>
                  <a:lnTo>
                    <a:pt x="329877" y="205510"/>
                  </a:lnTo>
                  <a:lnTo>
                    <a:pt x="331008" y="200348"/>
                  </a:lnTo>
                  <a:lnTo>
                    <a:pt x="331975" y="195153"/>
                  </a:lnTo>
                  <a:lnTo>
                    <a:pt x="332777" y="189930"/>
                  </a:lnTo>
                  <a:lnTo>
                    <a:pt x="333414" y="184684"/>
                  </a:lnTo>
                  <a:lnTo>
                    <a:pt x="333884" y="179420"/>
                  </a:lnTo>
                  <a:lnTo>
                    <a:pt x="334188" y="174145"/>
                  </a:lnTo>
                  <a:lnTo>
                    <a:pt x="334326" y="168862"/>
                  </a:lnTo>
                  <a:lnTo>
                    <a:pt x="334296" y="163578"/>
                  </a:lnTo>
                  <a:lnTo>
                    <a:pt x="334099" y="158297"/>
                  </a:lnTo>
                  <a:lnTo>
                    <a:pt x="333735" y="153025"/>
                  </a:lnTo>
                  <a:lnTo>
                    <a:pt x="333205" y="147767"/>
                  </a:lnTo>
                  <a:lnTo>
                    <a:pt x="332509" y="142529"/>
                  </a:lnTo>
                  <a:lnTo>
                    <a:pt x="331647" y="137315"/>
                  </a:lnTo>
                  <a:lnTo>
                    <a:pt x="330621" y="132131"/>
                  </a:lnTo>
                  <a:lnTo>
                    <a:pt x="329432" y="126982"/>
                  </a:lnTo>
                  <a:lnTo>
                    <a:pt x="328081" y="121873"/>
                  </a:lnTo>
                  <a:lnTo>
                    <a:pt x="326569" y="116810"/>
                  </a:lnTo>
                  <a:lnTo>
                    <a:pt x="324898" y="111797"/>
                  </a:lnTo>
                  <a:lnTo>
                    <a:pt x="323069" y="106839"/>
                  </a:lnTo>
                  <a:lnTo>
                    <a:pt x="321084" y="101941"/>
                  </a:lnTo>
                  <a:lnTo>
                    <a:pt x="318946" y="97109"/>
                  </a:lnTo>
                  <a:lnTo>
                    <a:pt x="316655" y="92347"/>
                  </a:lnTo>
                  <a:lnTo>
                    <a:pt x="314216" y="87659"/>
                  </a:lnTo>
                  <a:lnTo>
                    <a:pt x="311629" y="83051"/>
                  </a:lnTo>
                  <a:lnTo>
                    <a:pt x="308898" y="78527"/>
                  </a:lnTo>
                  <a:lnTo>
                    <a:pt x="306026" y="74091"/>
                  </a:lnTo>
                  <a:lnTo>
                    <a:pt x="303014" y="69749"/>
                  </a:lnTo>
                  <a:lnTo>
                    <a:pt x="299867" y="65503"/>
                  </a:lnTo>
                  <a:lnTo>
                    <a:pt x="296588" y="61360"/>
                  </a:lnTo>
                  <a:lnTo>
                    <a:pt x="293179" y="57322"/>
                  </a:lnTo>
                  <a:lnTo>
                    <a:pt x="289644" y="53394"/>
                  </a:lnTo>
                  <a:lnTo>
                    <a:pt x="285987" y="49580"/>
                  </a:lnTo>
                  <a:lnTo>
                    <a:pt x="282211" y="45883"/>
                  </a:lnTo>
                  <a:lnTo>
                    <a:pt x="278320" y="42307"/>
                  </a:lnTo>
                  <a:lnTo>
                    <a:pt x="274317" y="38856"/>
                  </a:lnTo>
                  <a:lnTo>
                    <a:pt x="270208" y="35533"/>
                  </a:lnTo>
                  <a:lnTo>
                    <a:pt x="265996" y="32342"/>
                  </a:lnTo>
                  <a:lnTo>
                    <a:pt x="261685" y="29286"/>
                  </a:lnTo>
                  <a:lnTo>
                    <a:pt x="257280" y="26367"/>
                  </a:lnTo>
                  <a:lnTo>
                    <a:pt x="252785" y="23589"/>
                  </a:lnTo>
                  <a:lnTo>
                    <a:pt x="248204" y="20955"/>
                  </a:lnTo>
                  <a:lnTo>
                    <a:pt x="243542" y="18467"/>
                  </a:lnTo>
                  <a:lnTo>
                    <a:pt x="238804" y="16127"/>
                  </a:lnTo>
                  <a:lnTo>
                    <a:pt x="233994" y="13938"/>
                  </a:lnTo>
                  <a:lnTo>
                    <a:pt x="229117" y="11902"/>
                  </a:lnTo>
                  <a:lnTo>
                    <a:pt x="224179" y="10022"/>
                  </a:lnTo>
                  <a:lnTo>
                    <a:pt x="219183" y="8298"/>
                  </a:lnTo>
                  <a:lnTo>
                    <a:pt x="214136" y="6734"/>
                  </a:lnTo>
                  <a:lnTo>
                    <a:pt x="209041" y="5329"/>
                  </a:lnTo>
                  <a:lnTo>
                    <a:pt x="203905" y="4086"/>
                  </a:lnTo>
                  <a:lnTo>
                    <a:pt x="198732" y="3007"/>
                  </a:lnTo>
                  <a:lnTo>
                    <a:pt x="193528" y="2091"/>
                  </a:lnTo>
                  <a:lnTo>
                    <a:pt x="188297" y="1340"/>
                  </a:lnTo>
                  <a:lnTo>
                    <a:pt x="183045" y="755"/>
                  </a:lnTo>
                  <a:lnTo>
                    <a:pt x="177777" y="337"/>
                  </a:lnTo>
                  <a:lnTo>
                    <a:pt x="172498" y="85"/>
                  </a:lnTo>
                  <a:lnTo>
                    <a:pt x="167215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4851" y="4397268"/>
              <a:ext cx="3932" cy="167167"/>
            </a:xfrm>
            <a:custGeom>
              <a:avLst/>
              <a:pathLst>
                <a:path w="3932" h="167167">
                  <a:moveTo>
                    <a:pt x="3932" y="0"/>
                  </a:moveTo>
                  <a:lnTo>
                    <a:pt x="0" y="46"/>
                  </a:lnTo>
                  <a:lnTo>
                    <a:pt x="393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874851" y="4397314"/>
              <a:ext cx="3932" cy="167121"/>
            </a:xfrm>
            <a:custGeom>
              <a:avLst/>
              <a:pathLst>
                <a:path w="3932" h="167121">
                  <a:moveTo>
                    <a:pt x="0" y="0"/>
                  </a:moveTo>
                  <a:lnTo>
                    <a:pt x="3932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11616" y="4397268"/>
              <a:ext cx="334324" cy="334324"/>
            </a:xfrm>
            <a:custGeom>
              <a:avLst/>
              <a:pathLst>
                <a:path w="334324" h="334324">
                  <a:moveTo>
                    <a:pt x="163234" y="46"/>
                  </a:moveTo>
                  <a:lnTo>
                    <a:pt x="157955" y="253"/>
                  </a:lnTo>
                  <a:lnTo>
                    <a:pt x="152685" y="628"/>
                  </a:lnTo>
                  <a:lnTo>
                    <a:pt x="147429" y="1169"/>
                  </a:lnTo>
                  <a:lnTo>
                    <a:pt x="142193" y="1875"/>
                  </a:lnTo>
                  <a:lnTo>
                    <a:pt x="136982" y="2747"/>
                  </a:lnTo>
                  <a:lnTo>
                    <a:pt x="131802" y="3783"/>
                  </a:lnTo>
                  <a:lnTo>
                    <a:pt x="126656" y="4982"/>
                  </a:lnTo>
                  <a:lnTo>
                    <a:pt x="121551" y="6343"/>
                  </a:lnTo>
                  <a:lnTo>
                    <a:pt x="116492" y="7865"/>
                  </a:lnTo>
                  <a:lnTo>
                    <a:pt x="111483" y="9546"/>
                  </a:lnTo>
                  <a:lnTo>
                    <a:pt x="106529" y="11385"/>
                  </a:lnTo>
                  <a:lnTo>
                    <a:pt x="101637" y="13379"/>
                  </a:lnTo>
                  <a:lnTo>
                    <a:pt x="96810" y="15526"/>
                  </a:lnTo>
                  <a:lnTo>
                    <a:pt x="92053" y="17825"/>
                  </a:lnTo>
                  <a:lnTo>
                    <a:pt x="87371" y="20274"/>
                  </a:lnTo>
                  <a:lnTo>
                    <a:pt x="82769" y="22869"/>
                  </a:lnTo>
                  <a:lnTo>
                    <a:pt x="78251" y="25608"/>
                  </a:lnTo>
                  <a:lnTo>
                    <a:pt x="73822" y="28489"/>
                  </a:lnTo>
                  <a:lnTo>
                    <a:pt x="69486" y="31508"/>
                  </a:lnTo>
                  <a:lnTo>
                    <a:pt x="65248" y="34662"/>
                  </a:lnTo>
                  <a:lnTo>
                    <a:pt x="61111" y="37949"/>
                  </a:lnTo>
                  <a:lnTo>
                    <a:pt x="57081" y="41365"/>
                  </a:lnTo>
                  <a:lnTo>
                    <a:pt x="53160" y="44907"/>
                  </a:lnTo>
                  <a:lnTo>
                    <a:pt x="49354" y="48571"/>
                  </a:lnTo>
                  <a:lnTo>
                    <a:pt x="45665" y="52353"/>
                  </a:lnTo>
                  <a:lnTo>
                    <a:pt x="42097" y="56250"/>
                  </a:lnTo>
                  <a:lnTo>
                    <a:pt x="38654" y="60258"/>
                  </a:lnTo>
                  <a:lnTo>
                    <a:pt x="35340" y="64372"/>
                  </a:lnTo>
                  <a:lnTo>
                    <a:pt x="32157" y="68590"/>
                  </a:lnTo>
                  <a:lnTo>
                    <a:pt x="29110" y="72905"/>
                  </a:lnTo>
                  <a:lnTo>
                    <a:pt x="26200" y="77315"/>
                  </a:lnTo>
                  <a:lnTo>
                    <a:pt x="23431" y="81815"/>
                  </a:lnTo>
                  <a:lnTo>
                    <a:pt x="20805" y="86400"/>
                  </a:lnTo>
                  <a:lnTo>
                    <a:pt x="18326" y="91065"/>
                  </a:lnTo>
                  <a:lnTo>
                    <a:pt x="15995" y="95807"/>
                  </a:lnTo>
                  <a:lnTo>
                    <a:pt x="13816" y="100620"/>
                  </a:lnTo>
                  <a:lnTo>
                    <a:pt x="11790" y="105499"/>
                  </a:lnTo>
                  <a:lnTo>
                    <a:pt x="9918" y="110440"/>
                  </a:lnTo>
                  <a:lnTo>
                    <a:pt x="8204" y="115438"/>
                  </a:lnTo>
                  <a:lnTo>
                    <a:pt x="6649" y="120487"/>
                  </a:lnTo>
                  <a:lnTo>
                    <a:pt x="5254" y="125583"/>
                  </a:lnTo>
                  <a:lnTo>
                    <a:pt x="4021" y="130721"/>
                  </a:lnTo>
                  <a:lnTo>
                    <a:pt x="2950" y="135894"/>
                  </a:lnTo>
                  <a:lnTo>
                    <a:pt x="2044" y="141099"/>
                  </a:lnTo>
                  <a:lnTo>
                    <a:pt x="1303" y="146331"/>
                  </a:lnTo>
                  <a:lnTo>
                    <a:pt x="727" y="151583"/>
                  </a:lnTo>
                  <a:lnTo>
                    <a:pt x="318" y="156850"/>
                  </a:lnTo>
                  <a:lnTo>
                    <a:pt x="75" y="162128"/>
                  </a:lnTo>
                  <a:lnTo>
                    <a:pt x="0" y="167411"/>
                  </a:lnTo>
                  <a:lnTo>
                    <a:pt x="91" y="172693"/>
                  </a:lnTo>
                  <a:lnTo>
                    <a:pt x="349" y="177970"/>
                  </a:lnTo>
                  <a:lnTo>
                    <a:pt x="774" y="183237"/>
                  </a:lnTo>
                  <a:lnTo>
                    <a:pt x="1364" y="188487"/>
                  </a:lnTo>
                  <a:lnTo>
                    <a:pt x="2121" y="193716"/>
                  </a:lnTo>
                  <a:lnTo>
                    <a:pt x="3042" y="198918"/>
                  </a:lnTo>
                  <a:lnTo>
                    <a:pt x="4128" y="204089"/>
                  </a:lnTo>
                  <a:lnTo>
                    <a:pt x="5376" y="209223"/>
                  </a:lnTo>
                  <a:lnTo>
                    <a:pt x="6786" y="214315"/>
                  </a:lnTo>
                  <a:lnTo>
                    <a:pt x="8356" y="219359"/>
                  </a:lnTo>
                  <a:lnTo>
                    <a:pt x="10085" y="224352"/>
                  </a:lnTo>
                  <a:lnTo>
                    <a:pt x="11970" y="229288"/>
                  </a:lnTo>
                  <a:lnTo>
                    <a:pt x="14011" y="234161"/>
                  </a:lnTo>
                  <a:lnTo>
                    <a:pt x="16204" y="238967"/>
                  </a:lnTo>
                  <a:lnTo>
                    <a:pt x="18549" y="243702"/>
                  </a:lnTo>
                  <a:lnTo>
                    <a:pt x="21042" y="248361"/>
                  </a:lnTo>
                  <a:lnTo>
                    <a:pt x="23681" y="252938"/>
                  </a:lnTo>
                  <a:lnTo>
                    <a:pt x="26463" y="257429"/>
                  </a:lnTo>
                  <a:lnTo>
                    <a:pt x="29385" y="261831"/>
                  </a:lnTo>
                  <a:lnTo>
                    <a:pt x="32446" y="266137"/>
                  </a:lnTo>
                  <a:lnTo>
                    <a:pt x="35641" y="270345"/>
                  </a:lnTo>
                  <a:lnTo>
                    <a:pt x="38967" y="274450"/>
                  </a:lnTo>
                  <a:lnTo>
                    <a:pt x="42421" y="278448"/>
                  </a:lnTo>
                  <a:lnTo>
                    <a:pt x="46000" y="282335"/>
                  </a:lnTo>
                  <a:lnTo>
                    <a:pt x="49700" y="286106"/>
                  </a:lnTo>
                  <a:lnTo>
                    <a:pt x="53518" y="289759"/>
                  </a:lnTo>
                  <a:lnTo>
                    <a:pt x="57448" y="293289"/>
                  </a:lnTo>
                  <a:lnTo>
                    <a:pt x="61489" y="296693"/>
                  </a:lnTo>
                  <a:lnTo>
                    <a:pt x="65635" y="299968"/>
                  </a:lnTo>
                  <a:lnTo>
                    <a:pt x="69882" y="303110"/>
                  </a:lnTo>
                  <a:lnTo>
                    <a:pt x="74227" y="306117"/>
                  </a:lnTo>
                  <a:lnTo>
                    <a:pt x="78664" y="308985"/>
                  </a:lnTo>
                  <a:lnTo>
                    <a:pt x="83190" y="311710"/>
                  </a:lnTo>
                  <a:lnTo>
                    <a:pt x="87800" y="314292"/>
                  </a:lnTo>
                  <a:lnTo>
                    <a:pt x="92489" y="316727"/>
                  </a:lnTo>
                  <a:lnTo>
                    <a:pt x="97253" y="319012"/>
                  </a:lnTo>
                  <a:lnTo>
                    <a:pt x="102086" y="321145"/>
                  </a:lnTo>
                  <a:lnTo>
                    <a:pt x="106985" y="323125"/>
                  </a:lnTo>
                  <a:lnTo>
                    <a:pt x="111943" y="324949"/>
                  </a:lnTo>
                  <a:lnTo>
                    <a:pt x="116957" y="326616"/>
                  </a:lnTo>
                  <a:lnTo>
                    <a:pt x="122021" y="328123"/>
                  </a:lnTo>
                  <a:lnTo>
                    <a:pt x="127130" y="329469"/>
                  </a:lnTo>
                  <a:lnTo>
                    <a:pt x="132279" y="330653"/>
                  </a:lnTo>
                  <a:lnTo>
                    <a:pt x="137463" y="331674"/>
                  </a:lnTo>
                  <a:lnTo>
                    <a:pt x="142676" y="332530"/>
                  </a:lnTo>
                  <a:lnTo>
                    <a:pt x="147914" y="333222"/>
                  </a:lnTo>
                  <a:lnTo>
                    <a:pt x="153171" y="333747"/>
                  </a:lnTo>
                  <a:lnTo>
                    <a:pt x="158442" y="334106"/>
                  </a:lnTo>
                  <a:lnTo>
                    <a:pt x="163722" y="334299"/>
                  </a:lnTo>
                  <a:lnTo>
                    <a:pt x="169006" y="334324"/>
                  </a:lnTo>
                  <a:lnTo>
                    <a:pt x="174287" y="334182"/>
                  </a:lnTo>
                  <a:lnTo>
                    <a:pt x="179561" y="333874"/>
                  </a:lnTo>
                  <a:lnTo>
                    <a:pt x="184824" y="333399"/>
                  </a:lnTo>
                  <a:lnTo>
                    <a:pt x="190068" y="332758"/>
                  </a:lnTo>
                  <a:lnTo>
                    <a:pt x="195289" y="331952"/>
                  </a:lnTo>
                  <a:lnTo>
                    <a:pt x="200483" y="330981"/>
                  </a:lnTo>
                  <a:lnTo>
                    <a:pt x="205643" y="329846"/>
                  </a:lnTo>
                  <a:lnTo>
                    <a:pt x="210765" y="328549"/>
                  </a:lnTo>
                  <a:lnTo>
                    <a:pt x="215843" y="327090"/>
                  </a:lnTo>
                  <a:lnTo>
                    <a:pt x="220872" y="325472"/>
                  </a:lnTo>
                  <a:lnTo>
                    <a:pt x="225848" y="323696"/>
                  </a:lnTo>
                  <a:lnTo>
                    <a:pt x="230765" y="321764"/>
                  </a:lnTo>
                  <a:lnTo>
                    <a:pt x="235619" y="319677"/>
                  </a:lnTo>
                  <a:lnTo>
                    <a:pt x="240404" y="317437"/>
                  </a:lnTo>
                  <a:lnTo>
                    <a:pt x="245117" y="315048"/>
                  </a:lnTo>
                  <a:lnTo>
                    <a:pt x="249751" y="312511"/>
                  </a:lnTo>
                  <a:lnTo>
                    <a:pt x="254303" y="309828"/>
                  </a:lnTo>
                  <a:lnTo>
                    <a:pt x="258768" y="307003"/>
                  </a:lnTo>
                  <a:lnTo>
                    <a:pt x="263141" y="304039"/>
                  </a:lnTo>
                  <a:lnTo>
                    <a:pt x="267418" y="300937"/>
                  </a:lnTo>
                  <a:lnTo>
                    <a:pt x="271596" y="297703"/>
                  </a:lnTo>
                  <a:lnTo>
                    <a:pt x="275669" y="294337"/>
                  </a:lnTo>
                  <a:lnTo>
                    <a:pt x="279633" y="290845"/>
                  </a:lnTo>
                  <a:lnTo>
                    <a:pt x="283485" y="287229"/>
                  </a:lnTo>
                  <a:lnTo>
                    <a:pt x="287221" y="283493"/>
                  </a:lnTo>
                  <a:lnTo>
                    <a:pt x="290838" y="279641"/>
                  </a:lnTo>
                  <a:lnTo>
                    <a:pt x="294330" y="275677"/>
                  </a:lnTo>
                  <a:lnTo>
                    <a:pt x="297696" y="271604"/>
                  </a:lnTo>
                  <a:lnTo>
                    <a:pt x="300931" y="267427"/>
                  </a:lnTo>
                  <a:lnTo>
                    <a:pt x="304032" y="263150"/>
                  </a:lnTo>
                  <a:lnTo>
                    <a:pt x="306997" y="258777"/>
                  </a:lnTo>
                  <a:lnTo>
                    <a:pt x="309822" y="254312"/>
                  </a:lnTo>
                  <a:lnTo>
                    <a:pt x="312505" y="249760"/>
                  </a:lnTo>
                  <a:lnTo>
                    <a:pt x="315043" y="245126"/>
                  </a:lnTo>
                  <a:lnTo>
                    <a:pt x="317432" y="240414"/>
                  </a:lnTo>
                  <a:lnTo>
                    <a:pt x="319672" y="235629"/>
                  </a:lnTo>
                  <a:lnTo>
                    <a:pt x="321759" y="230775"/>
                  </a:lnTo>
                  <a:lnTo>
                    <a:pt x="323692" y="225858"/>
                  </a:lnTo>
                  <a:lnTo>
                    <a:pt x="325469" y="220883"/>
                  </a:lnTo>
                  <a:lnTo>
                    <a:pt x="327087" y="215853"/>
                  </a:lnTo>
                  <a:lnTo>
                    <a:pt x="328546" y="210775"/>
                  </a:lnTo>
                  <a:lnTo>
                    <a:pt x="329843" y="205654"/>
                  </a:lnTo>
                  <a:lnTo>
                    <a:pt x="330978" y="200494"/>
                  </a:lnTo>
                  <a:lnTo>
                    <a:pt x="331950" y="195300"/>
                  </a:lnTo>
                  <a:lnTo>
                    <a:pt x="332757" y="190079"/>
                  </a:lnTo>
                  <a:lnTo>
                    <a:pt x="333398" y="184834"/>
                  </a:lnTo>
                  <a:lnTo>
                    <a:pt x="333873" y="179572"/>
                  </a:lnTo>
                  <a:lnTo>
                    <a:pt x="334182" y="174298"/>
                  </a:lnTo>
                  <a:lnTo>
                    <a:pt x="334324" y="169017"/>
                  </a:lnTo>
                  <a:lnTo>
                    <a:pt x="334299" y="163733"/>
                  </a:lnTo>
                  <a:lnTo>
                    <a:pt x="334107" y="158453"/>
                  </a:lnTo>
                  <a:lnTo>
                    <a:pt x="333748" y="153182"/>
                  </a:lnTo>
                  <a:lnTo>
                    <a:pt x="333223" y="147925"/>
                  </a:lnTo>
                  <a:lnTo>
                    <a:pt x="332532" y="142687"/>
                  </a:lnTo>
                  <a:lnTo>
                    <a:pt x="331676" y="137473"/>
                  </a:lnTo>
                  <a:lnTo>
                    <a:pt x="330655" y="132289"/>
                  </a:lnTo>
                  <a:lnTo>
                    <a:pt x="329472" y="127140"/>
                  </a:lnTo>
                  <a:lnTo>
                    <a:pt x="328126" y="122031"/>
                  </a:lnTo>
                  <a:lnTo>
                    <a:pt x="326619" y="116967"/>
                  </a:lnTo>
                  <a:lnTo>
                    <a:pt x="324953" y="111953"/>
                  </a:lnTo>
                  <a:lnTo>
                    <a:pt x="323129" y="106995"/>
                  </a:lnTo>
                  <a:lnTo>
                    <a:pt x="321150" y="102096"/>
                  </a:lnTo>
                  <a:lnTo>
                    <a:pt x="319017" y="97263"/>
                  </a:lnTo>
                  <a:lnTo>
                    <a:pt x="316732" y="92499"/>
                  </a:lnTo>
                  <a:lnTo>
                    <a:pt x="314297" y="87810"/>
                  </a:lnTo>
                  <a:lnTo>
                    <a:pt x="311716" y="83200"/>
                  </a:lnTo>
                  <a:lnTo>
                    <a:pt x="308990" y="78674"/>
                  </a:lnTo>
                  <a:lnTo>
                    <a:pt x="306123" y="74236"/>
                  </a:lnTo>
                  <a:lnTo>
                    <a:pt x="303117" y="69891"/>
                  </a:lnTo>
                  <a:lnTo>
                    <a:pt x="299975" y="65644"/>
                  </a:lnTo>
                  <a:lnTo>
                    <a:pt x="296700" y="61497"/>
                  </a:lnTo>
                  <a:lnTo>
                    <a:pt x="293296" y="57457"/>
                  </a:lnTo>
                  <a:lnTo>
                    <a:pt x="289766" y="53526"/>
                  </a:lnTo>
                  <a:lnTo>
                    <a:pt x="286114" y="49708"/>
                  </a:lnTo>
                  <a:lnTo>
                    <a:pt x="282343" y="46008"/>
                  </a:lnTo>
                  <a:lnTo>
                    <a:pt x="278456" y="42429"/>
                  </a:lnTo>
                  <a:lnTo>
                    <a:pt x="274459" y="38974"/>
                  </a:lnTo>
                  <a:lnTo>
                    <a:pt x="270354" y="35647"/>
                  </a:lnTo>
                  <a:lnTo>
                    <a:pt x="266146" y="32452"/>
                  </a:lnTo>
                  <a:lnTo>
                    <a:pt x="261840" y="29392"/>
                  </a:lnTo>
                  <a:lnTo>
                    <a:pt x="257439" y="26469"/>
                  </a:lnTo>
                  <a:lnTo>
                    <a:pt x="252947" y="23686"/>
                  </a:lnTo>
                  <a:lnTo>
                    <a:pt x="248370" y="21047"/>
                  </a:lnTo>
                  <a:lnTo>
                    <a:pt x="243712" y="18554"/>
                  </a:lnTo>
                  <a:lnTo>
                    <a:pt x="238977" y="16209"/>
                  </a:lnTo>
                  <a:lnTo>
                    <a:pt x="234171" y="14015"/>
                  </a:lnTo>
                  <a:lnTo>
                    <a:pt x="229298" y="11974"/>
                  </a:lnTo>
                  <a:lnTo>
                    <a:pt x="224362" y="10088"/>
                  </a:lnTo>
                  <a:lnTo>
                    <a:pt x="219370" y="8359"/>
                  </a:lnTo>
                  <a:lnTo>
                    <a:pt x="214325" y="6789"/>
                  </a:lnTo>
                  <a:lnTo>
                    <a:pt x="209234" y="5379"/>
                  </a:lnTo>
                  <a:lnTo>
                    <a:pt x="204100" y="4130"/>
                  </a:lnTo>
                  <a:lnTo>
                    <a:pt x="198929" y="3045"/>
                  </a:lnTo>
                  <a:lnTo>
                    <a:pt x="193727" y="2123"/>
                  </a:lnTo>
                  <a:lnTo>
                    <a:pt x="188498" y="1366"/>
                  </a:lnTo>
                  <a:lnTo>
                    <a:pt x="183248" y="775"/>
                  </a:lnTo>
                  <a:lnTo>
                    <a:pt x="177981" y="349"/>
                  </a:lnTo>
                  <a:lnTo>
                    <a:pt x="172704" y="91"/>
                  </a:lnTo>
                  <a:lnTo>
                    <a:pt x="167422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878783" y="4397268"/>
              <a:ext cx="254" cy="167167"/>
            </a:xfrm>
            <a:custGeom>
              <a:avLst/>
              <a:pathLst>
                <a:path w="254" h="167167">
                  <a:moveTo>
                    <a:pt x="254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819" y="4794382"/>
              <a:ext cx="746" cy="167167"/>
            </a:xfrm>
            <a:custGeom>
              <a:avLst/>
              <a:pathLst>
                <a:path w="746" h="167167">
                  <a:moveTo>
                    <a:pt x="746" y="0"/>
                  </a:moveTo>
                  <a:lnTo>
                    <a:pt x="0" y="1"/>
                  </a:lnTo>
                  <a:lnTo>
                    <a:pt x="74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211819" y="4794384"/>
              <a:ext cx="746" cy="167165"/>
            </a:xfrm>
            <a:custGeom>
              <a:avLst/>
              <a:pathLst>
                <a:path w="746" h="167165">
                  <a:moveTo>
                    <a:pt x="0" y="0"/>
                  </a:moveTo>
                  <a:lnTo>
                    <a:pt x="746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71639" y="4794384"/>
              <a:ext cx="140926" cy="167165"/>
            </a:xfrm>
            <a:custGeom>
              <a:avLst/>
              <a:pathLst>
                <a:path w="140926" h="167165">
                  <a:moveTo>
                    <a:pt x="140179" y="0"/>
                  </a:moveTo>
                  <a:lnTo>
                    <a:pt x="134617" y="117"/>
                  </a:lnTo>
                  <a:lnTo>
                    <a:pt x="129062" y="419"/>
                  </a:lnTo>
                  <a:lnTo>
                    <a:pt x="123521" y="906"/>
                  </a:lnTo>
                  <a:lnTo>
                    <a:pt x="117998" y="1578"/>
                  </a:lnTo>
                  <a:lnTo>
                    <a:pt x="112501" y="2432"/>
                  </a:lnTo>
                  <a:lnTo>
                    <a:pt x="107035" y="3469"/>
                  </a:lnTo>
                  <a:lnTo>
                    <a:pt x="101607" y="4688"/>
                  </a:lnTo>
                  <a:lnTo>
                    <a:pt x="96223" y="6086"/>
                  </a:lnTo>
                  <a:lnTo>
                    <a:pt x="90887" y="7663"/>
                  </a:lnTo>
                  <a:lnTo>
                    <a:pt x="85608" y="9416"/>
                  </a:lnTo>
                  <a:lnTo>
                    <a:pt x="80389" y="11344"/>
                  </a:lnTo>
                  <a:lnTo>
                    <a:pt x="75238" y="13445"/>
                  </a:lnTo>
                  <a:lnTo>
                    <a:pt x="70159" y="15716"/>
                  </a:lnTo>
                  <a:lnTo>
                    <a:pt x="65159" y="18154"/>
                  </a:lnTo>
                  <a:lnTo>
                    <a:pt x="60243" y="20758"/>
                  </a:lnTo>
                  <a:lnTo>
                    <a:pt x="55416" y="23524"/>
                  </a:lnTo>
                  <a:lnTo>
                    <a:pt x="50684" y="26448"/>
                  </a:lnTo>
                  <a:lnTo>
                    <a:pt x="46051" y="29529"/>
                  </a:lnTo>
                  <a:lnTo>
                    <a:pt x="41524" y="32762"/>
                  </a:lnTo>
                  <a:lnTo>
                    <a:pt x="37107" y="36144"/>
                  </a:lnTo>
                  <a:lnTo>
                    <a:pt x="32805" y="39671"/>
                  </a:lnTo>
                  <a:lnTo>
                    <a:pt x="28622" y="43340"/>
                  </a:lnTo>
                  <a:lnTo>
                    <a:pt x="24564" y="47145"/>
                  </a:lnTo>
                  <a:lnTo>
                    <a:pt x="20635" y="51083"/>
                  </a:lnTo>
                  <a:lnTo>
                    <a:pt x="16839" y="55150"/>
                  </a:lnTo>
                  <a:lnTo>
                    <a:pt x="13181" y="59341"/>
                  </a:lnTo>
                  <a:lnTo>
                    <a:pt x="9664" y="63652"/>
                  </a:lnTo>
                  <a:lnTo>
                    <a:pt x="6292" y="68077"/>
                  </a:lnTo>
                  <a:lnTo>
                    <a:pt x="3069" y="72612"/>
                  </a:lnTo>
                  <a:lnTo>
                    <a:pt x="0" y="77251"/>
                  </a:lnTo>
                  <a:lnTo>
                    <a:pt x="140926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45399" y="4794382"/>
              <a:ext cx="334326" cy="334324"/>
            </a:xfrm>
            <a:custGeom>
              <a:avLst/>
              <a:pathLst>
                <a:path w="334326" h="334324">
                  <a:moveTo>
                    <a:pt x="26240" y="77253"/>
                  </a:moveTo>
                  <a:lnTo>
                    <a:pt x="23468" y="81753"/>
                  </a:lnTo>
                  <a:lnTo>
                    <a:pt x="20840" y="86338"/>
                  </a:lnTo>
                  <a:lnTo>
                    <a:pt x="18357" y="91005"/>
                  </a:lnTo>
                  <a:lnTo>
                    <a:pt x="16024" y="95747"/>
                  </a:lnTo>
                  <a:lnTo>
                    <a:pt x="13842" y="100561"/>
                  </a:lnTo>
                  <a:lnTo>
                    <a:pt x="11813" y="105441"/>
                  </a:lnTo>
                  <a:lnTo>
                    <a:pt x="9939" y="110383"/>
                  </a:lnTo>
                  <a:lnTo>
                    <a:pt x="8223" y="115382"/>
                  </a:lnTo>
                  <a:lnTo>
                    <a:pt x="6665" y="120433"/>
                  </a:lnTo>
                  <a:lnTo>
                    <a:pt x="5268" y="125530"/>
                  </a:lnTo>
                  <a:lnTo>
                    <a:pt x="4032" y="130669"/>
                  </a:lnTo>
                  <a:lnTo>
                    <a:pt x="2960" y="135845"/>
                  </a:lnTo>
                  <a:lnTo>
                    <a:pt x="2052" y="141051"/>
                  </a:lnTo>
                  <a:lnTo>
                    <a:pt x="1309" y="146284"/>
                  </a:lnTo>
                  <a:lnTo>
                    <a:pt x="732" y="151538"/>
                  </a:lnTo>
                  <a:lnTo>
                    <a:pt x="321" y="156807"/>
                  </a:lnTo>
                  <a:lnTo>
                    <a:pt x="77" y="162087"/>
                  </a:lnTo>
                  <a:lnTo>
                    <a:pt x="0" y="167372"/>
                  </a:lnTo>
                  <a:lnTo>
                    <a:pt x="90" y="172656"/>
                  </a:lnTo>
                  <a:lnTo>
                    <a:pt x="347" y="177936"/>
                  </a:lnTo>
                  <a:lnTo>
                    <a:pt x="770" y="183204"/>
                  </a:lnTo>
                  <a:lnTo>
                    <a:pt x="1361" y="188456"/>
                  </a:lnTo>
                  <a:lnTo>
                    <a:pt x="2116" y="193687"/>
                  </a:lnTo>
                  <a:lnTo>
                    <a:pt x="3037" y="198892"/>
                  </a:lnTo>
                  <a:lnTo>
                    <a:pt x="4122" y="204065"/>
                  </a:lnTo>
                  <a:lnTo>
                    <a:pt x="5370" y="209201"/>
                  </a:lnTo>
                  <a:lnTo>
                    <a:pt x="6780" y="214294"/>
                  </a:lnTo>
                  <a:lnTo>
                    <a:pt x="8350" y="219341"/>
                  </a:lnTo>
                  <a:lnTo>
                    <a:pt x="10079" y="224336"/>
                  </a:lnTo>
                  <a:lnTo>
                    <a:pt x="11965" y="229273"/>
                  </a:lnTo>
                  <a:lnTo>
                    <a:pt x="14006" y="234149"/>
                  </a:lnTo>
                  <a:lnTo>
                    <a:pt x="16200" y="238957"/>
                  </a:lnTo>
                  <a:lnTo>
                    <a:pt x="18545" y="243694"/>
                  </a:lnTo>
                  <a:lnTo>
                    <a:pt x="21038" y="248354"/>
                  </a:lnTo>
                  <a:lnTo>
                    <a:pt x="23678" y="252933"/>
                  </a:lnTo>
                  <a:lnTo>
                    <a:pt x="26461" y="257426"/>
                  </a:lnTo>
                  <a:lnTo>
                    <a:pt x="29385" y="261830"/>
                  </a:lnTo>
                  <a:lnTo>
                    <a:pt x="32446" y="266138"/>
                  </a:lnTo>
                  <a:lnTo>
                    <a:pt x="35642" y="270347"/>
                  </a:lnTo>
                  <a:lnTo>
                    <a:pt x="38970" y="274454"/>
                  </a:lnTo>
                  <a:lnTo>
                    <a:pt x="42426" y="278453"/>
                  </a:lnTo>
                  <a:lnTo>
                    <a:pt x="46006" y="282341"/>
                  </a:lnTo>
                  <a:lnTo>
                    <a:pt x="49708" y="286114"/>
                  </a:lnTo>
                  <a:lnTo>
                    <a:pt x="53527" y="289767"/>
                  </a:lnTo>
                  <a:lnTo>
                    <a:pt x="57459" y="293299"/>
                  </a:lnTo>
                  <a:lnTo>
                    <a:pt x="61501" y="296704"/>
                  </a:lnTo>
                  <a:lnTo>
                    <a:pt x="65649" y="299979"/>
                  </a:lnTo>
                  <a:lnTo>
                    <a:pt x="69899" y="303122"/>
                  </a:lnTo>
                  <a:lnTo>
                    <a:pt x="74245" y="306129"/>
                  </a:lnTo>
                  <a:lnTo>
                    <a:pt x="78685" y="308997"/>
                  </a:lnTo>
                  <a:lnTo>
                    <a:pt x="83213" y="311724"/>
                  </a:lnTo>
                  <a:lnTo>
                    <a:pt x="87825" y="314306"/>
                  </a:lnTo>
                  <a:lnTo>
                    <a:pt x="92516" y="316740"/>
                  </a:lnTo>
                  <a:lnTo>
                    <a:pt x="97282" y="319026"/>
                  </a:lnTo>
                  <a:lnTo>
                    <a:pt x="102117" y="321159"/>
                  </a:lnTo>
                  <a:lnTo>
                    <a:pt x="107018" y="323138"/>
                  </a:lnTo>
                  <a:lnTo>
                    <a:pt x="111979" y="324962"/>
                  </a:lnTo>
                  <a:lnTo>
                    <a:pt x="116995" y="326628"/>
                  </a:lnTo>
                  <a:lnTo>
                    <a:pt x="122061" y="328134"/>
                  </a:lnTo>
                  <a:lnTo>
                    <a:pt x="127172" y="329480"/>
                  </a:lnTo>
                  <a:lnTo>
                    <a:pt x="132324" y="330663"/>
                  </a:lnTo>
                  <a:lnTo>
                    <a:pt x="137510" y="331683"/>
                  </a:lnTo>
                  <a:lnTo>
                    <a:pt x="142725" y="332538"/>
                  </a:lnTo>
                  <a:lnTo>
                    <a:pt x="147965" y="333228"/>
                  </a:lnTo>
                  <a:lnTo>
                    <a:pt x="153225" y="333752"/>
                  </a:lnTo>
                  <a:lnTo>
                    <a:pt x="158498" y="334109"/>
                  </a:lnTo>
                  <a:lnTo>
                    <a:pt x="163780" y="334300"/>
                  </a:lnTo>
                  <a:lnTo>
                    <a:pt x="169065" y="334324"/>
                  </a:lnTo>
                  <a:lnTo>
                    <a:pt x="174349" y="334180"/>
                  </a:lnTo>
                  <a:lnTo>
                    <a:pt x="179625" y="333870"/>
                  </a:lnTo>
                  <a:lnTo>
                    <a:pt x="184889" y="333392"/>
                  </a:lnTo>
                  <a:lnTo>
                    <a:pt x="190135" y="332749"/>
                  </a:lnTo>
                  <a:lnTo>
                    <a:pt x="195358" y="331940"/>
                  </a:lnTo>
                  <a:lnTo>
                    <a:pt x="200553" y="330967"/>
                  </a:lnTo>
                  <a:lnTo>
                    <a:pt x="205714" y="329829"/>
                  </a:lnTo>
                  <a:lnTo>
                    <a:pt x="210837" y="328529"/>
                  </a:lnTo>
                  <a:lnTo>
                    <a:pt x="215917" y="327068"/>
                  </a:lnTo>
                  <a:lnTo>
                    <a:pt x="220947" y="325447"/>
                  </a:lnTo>
                  <a:lnTo>
                    <a:pt x="225924" y="323668"/>
                  </a:lnTo>
                  <a:lnTo>
                    <a:pt x="230842" y="321732"/>
                  </a:lnTo>
                  <a:lnTo>
                    <a:pt x="235697" y="319642"/>
                  </a:lnTo>
                  <a:lnTo>
                    <a:pt x="240483" y="317399"/>
                  </a:lnTo>
                  <a:lnTo>
                    <a:pt x="245196" y="315006"/>
                  </a:lnTo>
                  <a:lnTo>
                    <a:pt x="249830" y="312466"/>
                  </a:lnTo>
                  <a:lnTo>
                    <a:pt x="254382" y="309780"/>
                  </a:lnTo>
                  <a:lnTo>
                    <a:pt x="258847" y="306951"/>
                  </a:lnTo>
                  <a:lnTo>
                    <a:pt x="263220" y="303983"/>
                  </a:lnTo>
                  <a:lnTo>
                    <a:pt x="267498" y="300878"/>
                  </a:lnTo>
                  <a:lnTo>
                    <a:pt x="271674" y="297640"/>
                  </a:lnTo>
                  <a:lnTo>
                    <a:pt x="275747" y="294271"/>
                  </a:lnTo>
                  <a:lnTo>
                    <a:pt x="279711" y="290774"/>
                  </a:lnTo>
                  <a:lnTo>
                    <a:pt x="283562" y="287155"/>
                  </a:lnTo>
                  <a:lnTo>
                    <a:pt x="287297" y="283415"/>
                  </a:lnTo>
                  <a:lnTo>
                    <a:pt x="290912" y="279559"/>
                  </a:lnTo>
                  <a:lnTo>
                    <a:pt x="294403" y="275591"/>
                  </a:lnTo>
                  <a:lnTo>
                    <a:pt x="297767" y="271515"/>
                  </a:lnTo>
                  <a:lnTo>
                    <a:pt x="301001" y="267334"/>
                  </a:lnTo>
                  <a:lnTo>
                    <a:pt x="304101" y="263053"/>
                  </a:lnTo>
                  <a:lnTo>
                    <a:pt x="307063" y="258676"/>
                  </a:lnTo>
                  <a:lnTo>
                    <a:pt x="309886" y="254208"/>
                  </a:lnTo>
                  <a:lnTo>
                    <a:pt x="312567" y="249652"/>
                  </a:lnTo>
                  <a:lnTo>
                    <a:pt x="315102" y="245014"/>
                  </a:lnTo>
                  <a:lnTo>
                    <a:pt x="317489" y="240299"/>
                  </a:lnTo>
                  <a:lnTo>
                    <a:pt x="319726" y="235510"/>
                  </a:lnTo>
                  <a:lnTo>
                    <a:pt x="321810" y="230653"/>
                  </a:lnTo>
                  <a:lnTo>
                    <a:pt x="323740" y="225733"/>
                  </a:lnTo>
                  <a:lnTo>
                    <a:pt x="325513" y="220753"/>
                  </a:lnTo>
                  <a:lnTo>
                    <a:pt x="327128" y="215721"/>
                  </a:lnTo>
                  <a:lnTo>
                    <a:pt x="328583" y="210640"/>
                  </a:lnTo>
                  <a:lnTo>
                    <a:pt x="329876" y="205515"/>
                  </a:lnTo>
                  <a:lnTo>
                    <a:pt x="331007" y="200352"/>
                  </a:lnTo>
                  <a:lnTo>
                    <a:pt x="331974" y="195156"/>
                  </a:lnTo>
                  <a:lnTo>
                    <a:pt x="332777" y="189932"/>
                  </a:lnTo>
                  <a:lnTo>
                    <a:pt x="333414" y="184685"/>
                  </a:lnTo>
                  <a:lnTo>
                    <a:pt x="333885" y="179421"/>
                  </a:lnTo>
                  <a:lnTo>
                    <a:pt x="334189" y="174144"/>
                  </a:lnTo>
                  <a:lnTo>
                    <a:pt x="334326" y="168860"/>
                  </a:lnTo>
                  <a:lnTo>
                    <a:pt x="334296" y="163575"/>
                  </a:lnTo>
                  <a:lnTo>
                    <a:pt x="334099" y="158293"/>
                  </a:lnTo>
                  <a:lnTo>
                    <a:pt x="333735" y="153021"/>
                  </a:lnTo>
                  <a:lnTo>
                    <a:pt x="333204" y="147762"/>
                  </a:lnTo>
                  <a:lnTo>
                    <a:pt x="332508" y="142523"/>
                  </a:lnTo>
                  <a:lnTo>
                    <a:pt x="331646" y="137308"/>
                  </a:lnTo>
                  <a:lnTo>
                    <a:pt x="330620" y="132123"/>
                  </a:lnTo>
                  <a:lnTo>
                    <a:pt x="329430" y="126973"/>
                  </a:lnTo>
                  <a:lnTo>
                    <a:pt x="328079" y="121864"/>
                  </a:lnTo>
                  <a:lnTo>
                    <a:pt x="326566" y="116800"/>
                  </a:lnTo>
                  <a:lnTo>
                    <a:pt x="324894" y="111786"/>
                  </a:lnTo>
                  <a:lnTo>
                    <a:pt x="323064" y="106827"/>
                  </a:lnTo>
                  <a:lnTo>
                    <a:pt x="321079" y="101929"/>
                  </a:lnTo>
                  <a:lnTo>
                    <a:pt x="318940" y="97096"/>
                  </a:lnTo>
                  <a:lnTo>
                    <a:pt x="316649" y="92333"/>
                  </a:lnTo>
                  <a:lnTo>
                    <a:pt x="314208" y="87644"/>
                  </a:lnTo>
                  <a:lnTo>
                    <a:pt x="311621" y="83036"/>
                  </a:lnTo>
                  <a:lnTo>
                    <a:pt x="308889" y="78511"/>
                  </a:lnTo>
                  <a:lnTo>
                    <a:pt x="306015" y="74075"/>
                  </a:lnTo>
                  <a:lnTo>
                    <a:pt x="303003" y="69732"/>
                  </a:lnTo>
                  <a:lnTo>
                    <a:pt x="299855" y="65487"/>
                  </a:lnTo>
                  <a:lnTo>
                    <a:pt x="296574" y="61343"/>
                  </a:lnTo>
                  <a:lnTo>
                    <a:pt x="293164" y="57305"/>
                  </a:lnTo>
                  <a:lnTo>
                    <a:pt x="289628" y="53377"/>
                  </a:lnTo>
                  <a:lnTo>
                    <a:pt x="285969" y="49562"/>
                  </a:lnTo>
                  <a:lnTo>
                    <a:pt x="282192" y="45865"/>
                  </a:lnTo>
                  <a:lnTo>
                    <a:pt x="278300" y="42289"/>
                  </a:lnTo>
                  <a:lnTo>
                    <a:pt x="274296" y="38838"/>
                  </a:lnTo>
                  <a:lnTo>
                    <a:pt x="270186" y="35516"/>
                  </a:lnTo>
                  <a:lnTo>
                    <a:pt x="265973" y="32325"/>
                  </a:lnTo>
                  <a:lnTo>
                    <a:pt x="261660" y="29269"/>
                  </a:lnTo>
                  <a:lnTo>
                    <a:pt x="257254" y="26350"/>
                  </a:lnTo>
                  <a:lnTo>
                    <a:pt x="252757" y="23573"/>
                  </a:lnTo>
                  <a:lnTo>
                    <a:pt x="248175" y="20939"/>
                  </a:lnTo>
                  <a:lnTo>
                    <a:pt x="243512" y="18451"/>
                  </a:lnTo>
                  <a:lnTo>
                    <a:pt x="238772" y="16112"/>
                  </a:lnTo>
                  <a:lnTo>
                    <a:pt x="233961" y="13924"/>
                  </a:lnTo>
                  <a:lnTo>
                    <a:pt x="229083" y="11889"/>
                  </a:lnTo>
                  <a:lnTo>
                    <a:pt x="224143" y="10009"/>
                  </a:lnTo>
                  <a:lnTo>
                    <a:pt x="219146" y="8286"/>
                  </a:lnTo>
                  <a:lnTo>
                    <a:pt x="214098" y="6722"/>
                  </a:lnTo>
                  <a:lnTo>
                    <a:pt x="209002" y="5319"/>
                  </a:lnTo>
                  <a:lnTo>
                    <a:pt x="203865" y="4077"/>
                  </a:lnTo>
                  <a:lnTo>
                    <a:pt x="198690" y="2999"/>
                  </a:lnTo>
                  <a:lnTo>
                    <a:pt x="193485" y="2084"/>
                  </a:lnTo>
                  <a:lnTo>
                    <a:pt x="188253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629019" y="5103947"/>
              <a:ext cx="68" cy="167167"/>
            </a:xfrm>
            <a:custGeom>
              <a:avLst/>
              <a:pathLst>
                <a:path w="68" h="167167">
                  <a:moveTo>
                    <a:pt x="0" y="0"/>
                  </a:moveTo>
                  <a:lnTo>
                    <a:pt x="6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61936" y="5103947"/>
              <a:ext cx="334315" cy="334332"/>
            </a:xfrm>
            <a:custGeom>
              <a:avLst/>
              <a:pathLst>
                <a:path w="334315" h="334332">
                  <a:moveTo>
                    <a:pt x="167083" y="0"/>
                  </a:moveTo>
                  <a:lnTo>
                    <a:pt x="161789" y="86"/>
                  </a:lnTo>
                  <a:lnTo>
                    <a:pt x="156500" y="339"/>
                  </a:lnTo>
                  <a:lnTo>
                    <a:pt x="151222" y="760"/>
                  </a:lnTo>
                  <a:lnTo>
                    <a:pt x="145960" y="1348"/>
                  </a:lnTo>
                  <a:lnTo>
                    <a:pt x="140720" y="2102"/>
                  </a:lnTo>
                  <a:lnTo>
                    <a:pt x="135505" y="3022"/>
                  </a:lnTo>
                  <a:lnTo>
                    <a:pt x="130323" y="4107"/>
                  </a:lnTo>
                  <a:lnTo>
                    <a:pt x="125177" y="5355"/>
                  </a:lnTo>
                  <a:lnTo>
                    <a:pt x="120074" y="6766"/>
                  </a:lnTo>
                  <a:lnTo>
                    <a:pt x="115018" y="8337"/>
                  </a:lnTo>
                  <a:lnTo>
                    <a:pt x="110014" y="10068"/>
                  </a:lnTo>
                  <a:lnTo>
                    <a:pt x="105067" y="11956"/>
                  </a:lnTo>
                  <a:lnTo>
                    <a:pt x="100183" y="14000"/>
                  </a:lnTo>
                  <a:lnTo>
                    <a:pt x="95366" y="16198"/>
                  </a:lnTo>
                  <a:lnTo>
                    <a:pt x="90621" y="18547"/>
                  </a:lnTo>
                  <a:lnTo>
                    <a:pt x="85952" y="21045"/>
                  </a:lnTo>
                  <a:lnTo>
                    <a:pt x="81365" y="23690"/>
                  </a:lnTo>
                  <a:lnTo>
                    <a:pt x="76865" y="26479"/>
                  </a:lnTo>
                  <a:lnTo>
                    <a:pt x="72454" y="29409"/>
                  </a:lnTo>
                  <a:lnTo>
                    <a:pt x="68139" y="32477"/>
                  </a:lnTo>
                  <a:lnTo>
                    <a:pt x="63923" y="35680"/>
                  </a:lnTo>
                  <a:lnTo>
                    <a:pt x="59811" y="39015"/>
                  </a:lnTo>
                  <a:lnTo>
                    <a:pt x="55806" y="42479"/>
                  </a:lnTo>
                  <a:lnTo>
                    <a:pt x="51913" y="46068"/>
                  </a:lnTo>
                  <a:lnTo>
                    <a:pt x="48136" y="49778"/>
                  </a:lnTo>
                  <a:lnTo>
                    <a:pt x="44478" y="53606"/>
                  </a:lnTo>
                  <a:lnTo>
                    <a:pt x="40943" y="57548"/>
                  </a:lnTo>
                  <a:lnTo>
                    <a:pt x="37535" y="61600"/>
                  </a:lnTo>
                  <a:lnTo>
                    <a:pt x="34257" y="65758"/>
                  </a:lnTo>
                  <a:lnTo>
                    <a:pt x="31112" y="70017"/>
                  </a:lnTo>
                  <a:lnTo>
                    <a:pt x="28103" y="74374"/>
                  </a:lnTo>
                  <a:lnTo>
                    <a:pt x="25235" y="78825"/>
                  </a:lnTo>
                  <a:lnTo>
                    <a:pt x="22508" y="83363"/>
                  </a:lnTo>
                  <a:lnTo>
                    <a:pt x="19926" y="87986"/>
                  </a:lnTo>
                  <a:lnTo>
                    <a:pt x="17493" y="92688"/>
                  </a:lnTo>
                  <a:lnTo>
                    <a:pt x="15209" y="97465"/>
                  </a:lnTo>
                  <a:lnTo>
                    <a:pt x="13078" y="102312"/>
                  </a:lnTo>
                  <a:lnTo>
                    <a:pt x="11101" y="107224"/>
                  </a:lnTo>
                  <a:lnTo>
                    <a:pt x="9281" y="112196"/>
                  </a:lnTo>
                  <a:lnTo>
                    <a:pt x="7620" y="117224"/>
                  </a:lnTo>
                  <a:lnTo>
                    <a:pt x="6118" y="122301"/>
                  </a:lnTo>
                  <a:lnTo>
                    <a:pt x="4778" y="127423"/>
                  </a:lnTo>
                  <a:lnTo>
                    <a:pt x="3601" y="132586"/>
                  </a:lnTo>
                  <a:lnTo>
                    <a:pt x="2587" y="137783"/>
                  </a:lnTo>
                  <a:lnTo>
                    <a:pt x="1739" y="143009"/>
                  </a:lnTo>
                  <a:lnTo>
                    <a:pt x="1057" y="148260"/>
                  </a:lnTo>
                  <a:lnTo>
                    <a:pt x="542" y="153529"/>
                  </a:lnTo>
                  <a:lnTo>
                    <a:pt x="193" y="158812"/>
                  </a:lnTo>
                  <a:lnTo>
                    <a:pt x="13" y="164104"/>
                  </a:lnTo>
                  <a:lnTo>
                    <a:pt x="0" y="169399"/>
                  </a:lnTo>
                  <a:lnTo>
                    <a:pt x="154" y="174691"/>
                  </a:lnTo>
                  <a:lnTo>
                    <a:pt x="476" y="179976"/>
                  </a:lnTo>
                  <a:lnTo>
                    <a:pt x="965" y="185248"/>
                  </a:lnTo>
                  <a:lnTo>
                    <a:pt x="1621" y="190502"/>
                  </a:lnTo>
                  <a:lnTo>
                    <a:pt x="2443" y="195733"/>
                  </a:lnTo>
                  <a:lnTo>
                    <a:pt x="3431" y="200935"/>
                  </a:lnTo>
                  <a:lnTo>
                    <a:pt x="4582" y="206103"/>
                  </a:lnTo>
                  <a:lnTo>
                    <a:pt x="5897" y="211232"/>
                  </a:lnTo>
                  <a:lnTo>
                    <a:pt x="7373" y="216317"/>
                  </a:lnTo>
                  <a:lnTo>
                    <a:pt x="9010" y="221352"/>
                  </a:lnTo>
                  <a:lnTo>
                    <a:pt x="10805" y="226333"/>
                  </a:lnTo>
                  <a:lnTo>
                    <a:pt x="12757" y="231255"/>
                  </a:lnTo>
                  <a:lnTo>
                    <a:pt x="14865" y="236112"/>
                  </a:lnTo>
                  <a:lnTo>
                    <a:pt x="17124" y="240901"/>
                  </a:lnTo>
                  <a:lnTo>
                    <a:pt x="19535" y="245615"/>
                  </a:lnTo>
                  <a:lnTo>
                    <a:pt x="22093" y="250250"/>
                  </a:lnTo>
                  <a:lnTo>
                    <a:pt x="24797" y="254803"/>
                  </a:lnTo>
                  <a:lnTo>
                    <a:pt x="27644" y="259267"/>
                  </a:lnTo>
                  <a:lnTo>
                    <a:pt x="30631" y="263639"/>
                  </a:lnTo>
                  <a:lnTo>
                    <a:pt x="33754" y="267914"/>
                  </a:lnTo>
                  <a:lnTo>
                    <a:pt x="37012" y="272088"/>
                  </a:lnTo>
                  <a:lnTo>
                    <a:pt x="40400" y="276157"/>
                  </a:lnTo>
                  <a:lnTo>
                    <a:pt x="43915" y="280117"/>
                  </a:lnTo>
                  <a:lnTo>
                    <a:pt x="47554" y="283963"/>
                  </a:lnTo>
                  <a:lnTo>
                    <a:pt x="51313" y="287692"/>
                  </a:lnTo>
                  <a:lnTo>
                    <a:pt x="55188" y="291300"/>
                  </a:lnTo>
                  <a:lnTo>
                    <a:pt x="59175" y="294783"/>
                  </a:lnTo>
                  <a:lnTo>
                    <a:pt x="63271" y="298139"/>
                  </a:lnTo>
                  <a:lnTo>
                    <a:pt x="67471" y="301363"/>
                  </a:lnTo>
                  <a:lnTo>
                    <a:pt x="71771" y="304453"/>
                  </a:lnTo>
                  <a:lnTo>
                    <a:pt x="76166" y="307405"/>
                  </a:lnTo>
                  <a:lnTo>
                    <a:pt x="80653" y="310216"/>
                  </a:lnTo>
                  <a:lnTo>
                    <a:pt x="85227" y="312883"/>
                  </a:lnTo>
                  <a:lnTo>
                    <a:pt x="89883" y="315405"/>
                  </a:lnTo>
                  <a:lnTo>
                    <a:pt x="94616" y="317777"/>
                  </a:lnTo>
                  <a:lnTo>
                    <a:pt x="99422" y="319999"/>
                  </a:lnTo>
                  <a:lnTo>
                    <a:pt x="104296" y="322067"/>
                  </a:lnTo>
                  <a:lnTo>
                    <a:pt x="109234" y="323980"/>
                  </a:lnTo>
                  <a:lnTo>
                    <a:pt x="114229" y="325736"/>
                  </a:lnTo>
                  <a:lnTo>
                    <a:pt x="119277" y="327332"/>
                  </a:lnTo>
                  <a:lnTo>
                    <a:pt x="124373" y="328768"/>
                  </a:lnTo>
                  <a:lnTo>
                    <a:pt x="129513" y="330042"/>
                  </a:lnTo>
                  <a:lnTo>
                    <a:pt x="134690" y="331152"/>
                  </a:lnTo>
                  <a:lnTo>
                    <a:pt x="139899" y="332098"/>
                  </a:lnTo>
                  <a:lnTo>
                    <a:pt x="145136" y="332878"/>
                  </a:lnTo>
                  <a:lnTo>
                    <a:pt x="150395" y="333492"/>
                  </a:lnTo>
                  <a:lnTo>
                    <a:pt x="155671" y="333940"/>
                  </a:lnTo>
                  <a:lnTo>
                    <a:pt x="160959" y="334220"/>
                  </a:lnTo>
                  <a:lnTo>
                    <a:pt x="166252" y="334332"/>
                  </a:lnTo>
                  <a:lnTo>
                    <a:pt x="171547" y="334277"/>
                  </a:lnTo>
                  <a:lnTo>
                    <a:pt x="176837" y="334054"/>
                  </a:lnTo>
                  <a:lnTo>
                    <a:pt x="182117" y="333663"/>
                  </a:lnTo>
                  <a:lnTo>
                    <a:pt x="187382" y="333106"/>
                  </a:lnTo>
                  <a:lnTo>
                    <a:pt x="192627" y="332382"/>
                  </a:lnTo>
                  <a:lnTo>
                    <a:pt x="197847" y="331492"/>
                  </a:lnTo>
                  <a:lnTo>
                    <a:pt x="203036" y="330438"/>
                  </a:lnTo>
                  <a:lnTo>
                    <a:pt x="208188" y="329219"/>
                  </a:lnTo>
                  <a:lnTo>
                    <a:pt x="213300" y="327838"/>
                  </a:lnTo>
                  <a:lnTo>
                    <a:pt x="218365" y="326296"/>
                  </a:lnTo>
                  <a:lnTo>
                    <a:pt x="223379" y="324595"/>
                  </a:lnTo>
                  <a:lnTo>
                    <a:pt x="228336" y="322735"/>
                  </a:lnTo>
                  <a:lnTo>
                    <a:pt x="233232" y="320719"/>
                  </a:lnTo>
                  <a:lnTo>
                    <a:pt x="238062" y="318550"/>
                  </a:lnTo>
                  <a:lnTo>
                    <a:pt x="242821" y="316228"/>
                  </a:lnTo>
                  <a:lnTo>
                    <a:pt x="247503" y="313757"/>
                  </a:lnTo>
                  <a:lnTo>
                    <a:pt x="252106" y="311139"/>
                  </a:lnTo>
                  <a:lnTo>
                    <a:pt x="256622" y="308376"/>
                  </a:lnTo>
                  <a:lnTo>
                    <a:pt x="261050" y="305472"/>
                  </a:lnTo>
                  <a:lnTo>
                    <a:pt x="265382" y="302429"/>
                  </a:lnTo>
                  <a:lnTo>
                    <a:pt x="269617" y="299250"/>
                  </a:lnTo>
                  <a:lnTo>
                    <a:pt x="273748" y="295939"/>
                  </a:lnTo>
                  <a:lnTo>
                    <a:pt x="277773" y="292498"/>
                  </a:lnTo>
                  <a:lnTo>
                    <a:pt x="281687" y="288932"/>
                  </a:lnTo>
                  <a:lnTo>
                    <a:pt x="285486" y="285244"/>
                  </a:lnTo>
                  <a:lnTo>
                    <a:pt x="289166" y="281437"/>
                  </a:lnTo>
                  <a:lnTo>
                    <a:pt x="292723" y="277516"/>
                  </a:lnTo>
                  <a:lnTo>
                    <a:pt x="296155" y="273483"/>
                  </a:lnTo>
                  <a:lnTo>
                    <a:pt x="299457" y="269345"/>
                  </a:lnTo>
                  <a:lnTo>
                    <a:pt x="302627" y="265103"/>
                  </a:lnTo>
                  <a:lnTo>
                    <a:pt x="305660" y="260764"/>
                  </a:lnTo>
                  <a:lnTo>
                    <a:pt x="308555" y="256330"/>
                  </a:lnTo>
                  <a:lnTo>
                    <a:pt x="311308" y="251807"/>
                  </a:lnTo>
                  <a:lnTo>
                    <a:pt x="313916" y="247200"/>
                  </a:lnTo>
                  <a:lnTo>
                    <a:pt x="316377" y="242512"/>
                  </a:lnTo>
                  <a:lnTo>
                    <a:pt x="318688" y="237748"/>
                  </a:lnTo>
                  <a:lnTo>
                    <a:pt x="320848" y="232913"/>
                  </a:lnTo>
                  <a:lnTo>
                    <a:pt x="322853" y="228013"/>
                  </a:lnTo>
                  <a:lnTo>
                    <a:pt x="324702" y="223052"/>
                  </a:lnTo>
                  <a:lnTo>
                    <a:pt x="326392" y="218034"/>
                  </a:lnTo>
                  <a:lnTo>
                    <a:pt x="327923" y="212965"/>
                  </a:lnTo>
                  <a:lnTo>
                    <a:pt x="329293" y="207851"/>
                  </a:lnTo>
                  <a:lnTo>
                    <a:pt x="330500" y="202696"/>
                  </a:lnTo>
                  <a:lnTo>
                    <a:pt x="331544" y="197505"/>
                  </a:lnTo>
                  <a:lnTo>
                    <a:pt x="332422" y="192283"/>
                  </a:lnTo>
                  <a:lnTo>
                    <a:pt x="333134" y="187037"/>
                  </a:lnTo>
                  <a:lnTo>
                    <a:pt x="333680" y="181770"/>
                  </a:lnTo>
                  <a:lnTo>
                    <a:pt x="334059" y="176489"/>
                  </a:lnTo>
                  <a:lnTo>
                    <a:pt x="334271" y="171198"/>
                  </a:lnTo>
                  <a:lnTo>
                    <a:pt x="334315" y="165904"/>
                  </a:lnTo>
                  <a:lnTo>
                    <a:pt x="334191" y="160611"/>
                  </a:lnTo>
                  <a:lnTo>
                    <a:pt x="333899" y="155324"/>
                  </a:lnTo>
                  <a:lnTo>
                    <a:pt x="333441" y="150049"/>
                  </a:lnTo>
                  <a:lnTo>
                    <a:pt x="332815" y="144791"/>
                  </a:lnTo>
                  <a:lnTo>
                    <a:pt x="332023" y="139556"/>
                  </a:lnTo>
                  <a:lnTo>
                    <a:pt x="331066" y="134349"/>
                  </a:lnTo>
                  <a:lnTo>
                    <a:pt x="329945" y="129174"/>
                  </a:lnTo>
                  <a:lnTo>
                    <a:pt x="328660" y="124037"/>
                  </a:lnTo>
                  <a:lnTo>
                    <a:pt x="327213" y="118944"/>
                  </a:lnTo>
                  <a:lnTo>
                    <a:pt x="325606" y="113899"/>
                  </a:lnTo>
                  <a:lnTo>
                    <a:pt x="323839" y="108908"/>
                  </a:lnTo>
                  <a:lnTo>
                    <a:pt x="321916" y="103975"/>
                  </a:lnTo>
                  <a:lnTo>
                    <a:pt x="319837" y="99105"/>
                  </a:lnTo>
                  <a:lnTo>
                    <a:pt x="317605" y="94304"/>
                  </a:lnTo>
                  <a:lnTo>
                    <a:pt x="315222" y="89576"/>
                  </a:lnTo>
                  <a:lnTo>
                    <a:pt x="312690" y="84926"/>
                  </a:lnTo>
                  <a:lnTo>
                    <a:pt x="310013" y="80358"/>
                  </a:lnTo>
                  <a:lnTo>
                    <a:pt x="307192" y="75877"/>
                  </a:lnTo>
                  <a:lnTo>
                    <a:pt x="304230" y="71488"/>
                  </a:lnTo>
                  <a:lnTo>
                    <a:pt x="301131" y="67195"/>
                  </a:lnTo>
                  <a:lnTo>
                    <a:pt x="297898" y="63002"/>
                  </a:lnTo>
                  <a:lnTo>
                    <a:pt x="294534" y="58913"/>
                  </a:lnTo>
                  <a:lnTo>
                    <a:pt x="291042" y="54933"/>
                  </a:lnTo>
                  <a:lnTo>
                    <a:pt x="287425" y="51066"/>
                  </a:lnTo>
                  <a:lnTo>
                    <a:pt x="283688" y="47316"/>
                  </a:lnTo>
                  <a:lnTo>
                    <a:pt x="279834" y="43685"/>
                  </a:lnTo>
                  <a:lnTo>
                    <a:pt x="275867" y="40178"/>
                  </a:lnTo>
                  <a:lnTo>
                    <a:pt x="271790" y="36799"/>
                  </a:lnTo>
                  <a:lnTo>
                    <a:pt x="267609" y="33551"/>
                  </a:lnTo>
                  <a:lnTo>
                    <a:pt x="263327" y="30436"/>
                  </a:lnTo>
                  <a:lnTo>
                    <a:pt x="258949" y="27459"/>
                  </a:lnTo>
                  <a:lnTo>
                    <a:pt x="254478" y="24622"/>
                  </a:lnTo>
                  <a:lnTo>
                    <a:pt x="249920" y="21928"/>
                  </a:lnTo>
                  <a:lnTo>
                    <a:pt x="245279" y="19380"/>
                  </a:lnTo>
                  <a:lnTo>
                    <a:pt x="240560" y="16979"/>
                  </a:lnTo>
                  <a:lnTo>
                    <a:pt x="235766" y="14730"/>
                  </a:lnTo>
                  <a:lnTo>
                    <a:pt x="230904" y="12633"/>
                  </a:lnTo>
                  <a:lnTo>
                    <a:pt x="225978" y="10692"/>
                  </a:lnTo>
                  <a:lnTo>
                    <a:pt x="220993" y="8907"/>
                  </a:lnTo>
                  <a:lnTo>
                    <a:pt x="215955" y="7282"/>
                  </a:lnTo>
                  <a:lnTo>
                    <a:pt x="210867" y="5816"/>
                  </a:lnTo>
                  <a:lnTo>
                    <a:pt x="205735" y="4513"/>
                  </a:lnTo>
                  <a:lnTo>
                    <a:pt x="200564" y="3373"/>
                  </a:lnTo>
                  <a:lnTo>
                    <a:pt x="195360" y="2397"/>
                  </a:lnTo>
                  <a:lnTo>
                    <a:pt x="190128" y="1586"/>
                  </a:lnTo>
                  <a:lnTo>
                    <a:pt x="184873" y="941"/>
                  </a:lnTo>
                  <a:lnTo>
                    <a:pt x="179599" y="464"/>
                  </a:lnTo>
                  <a:lnTo>
                    <a:pt x="174314" y="153"/>
                  </a:lnTo>
                  <a:lnTo>
                    <a:pt x="169021" y="1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629088" y="5103947"/>
              <a:ext cx="1868" cy="167167"/>
            </a:xfrm>
            <a:custGeom>
              <a:avLst/>
              <a:pathLst>
                <a:path w="1868" h="167167">
                  <a:moveTo>
                    <a:pt x="1868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105888" y="5309273"/>
              <a:ext cx="5" cy="167167"/>
            </a:xfrm>
            <a:custGeom>
              <a:avLst/>
              <a:pathLst>
                <a:path w="5" h="167167">
                  <a:moveTo>
                    <a:pt x="0" y="0"/>
                  </a:moveTo>
                  <a:lnTo>
                    <a:pt x="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59993" y="5309273"/>
              <a:ext cx="145901" cy="167167"/>
            </a:xfrm>
            <a:custGeom>
              <a:avLst/>
              <a:pathLst>
                <a:path w="145901" h="167167">
                  <a:moveTo>
                    <a:pt x="145895" y="0"/>
                  </a:moveTo>
                  <a:lnTo>
                    <a:pt x="140354" y="92"/>
                  </a:lnTo>
                  <a:lnTo>
                    <a:pt x="134820" y="367"/>
                  </a:lnTo>
                  <a:lnTo>
                    <a:pt x="129297" y="826"/>
                  </a:lnTo>
                  <a:lnTo>
                    <a:pt x="123793" y="1468"/>
                  </a:lnTo>
                  <a:lnTo>
                    <a:pt x="118313" y="2292"/>
                  </a:lnTo>
                  <a:lnTo>
                    <a:pt x="112863" y="3297"/>
                  </a:lnTo>
                  <a:lnTo>
                    <a:pt x="107450" y="4482"/>
                  </a:lnTo>
                  <a:lnTo>
                    <a:pt x="102079" y="5846"/>
                  </a:lnTo>
                  <a:lnTo>
                    <a:pt x="96756" y="7387"/>
                  </a:lnTo>
                  <a:lnTo>
                    <a:pt x="91487" y="9104"/>
                  </a:lnTo>
                  <a:lnTo>
                    <a:pt x="86277" y="10994"/>
                  </a:lnTo>
                  <a:lnTo>
                    <a:pt x="81134" y="13056"/>
                  </a:lnTo>
                  <a:lnTo>
                    <a:pt x="76061" y="15288"/>
                  </a:lnTo>
                  <a:lnTo>
                    <a:pt x="71065" y="17686"/>
                  </a:lnTo>
                  <a:lnTo>
                    <a:pt x="66152" y="20249"/>
                  </a:lnTo>
                  <a:lnTo>
                    <a:pt x="61326" y="22973"/>
                  </a:lnTo>
                  <a:lnTo>
                    <a:pt x="56593" y="25855"/>
                  </a:lnTo>
                  <a:lnTo>
                    <a:pt x="51958" y="28893"/>
                  </a:lnTo>
                  <a:lnTo>
                    <a:pt x="47427" y="32083"/>
                  </a:lnTo>
                  <a:lnTo>
                    <a:pt x="43004" y="35421"/>
                  </a:lnTo>
                  <a:lnTo>
                    <a:pt x="38693" y="38904"/>
                  </a:lnTo>
                  <a:lnTo>
                    <a:pt x="34501" y="42528"/>
                  </a:lnTo>
                  <a:lnTo>
                    <a:pt x="30431" y="46289"/>
                  </a:lnTo>
                  <a:lnTo>
                    <a:pt x="26488" y="50183"/>
                  </a:lnTo>
                  <a:lnTo>
                    <a:pt x="22676" y="54205"/>
                  </a:lnTo>
                  <a:lnTo>
                    <a:pt x="18999" y="58351"/>
                  </a:lnTo>
                  <a:lnTo>
                    <a:pt x="15462" y="62617"/>
                  </a:lnTo>
                  <a:lnTo>
                    <a:pt x="12069" y="66998"/>
                  </a:lnTo>
                  <a:lnTo>
                    <a:pt x="8822" y="71489"/>
                  </a:lnTo>
                  <a:lnTo>
                    <a:pt x="5726" y="76085"/>
                  </a:lnTo>
                  <a:lnTo>
                    <a:pt x="2784" y="80782"/>
                  </a:lnTo>
                  <a:lnTo>
                    <a:pt x="0" y="85573"/>
                  </a:lnTo>
                  <a:lnTo>
                    <a:pt x="14590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38728" y="5309273"/>
              <a:ext cx="334322" cy="334329"/>
            </a:xfrm>
            <a:custGeom>
              <a:avLst/>
              <a:pathLst>
                <a:path w="334322" h="334329">
                  <a:moveTo>
                    <a:pt x="21264" y="85573"/>
                  </a:moveTo>
                  <a:lnTo>
                    <a:pt x="18755" y="90231"/>
                  </a:lnTo>
                  <a:lnTo>
                    <a:pt x="16395" y="94966"/>
                  </a:lnTo>
                  <a:lnTo>
                    <a:pt x="14185" y="99773"/>
                  </a:lnTo>
                  <a:lnTo>
                    <a:pt x="12129" y="104648"/>
                  </a:lnTo>
                  <a:lnTo>
                    <a:pt x="10229" y="109585"/>
                  </a:lnTo>
                  <a:lnTo>
                    <a:pt x="8485" y="114580"/>
                  </a:lnTo>
                  <a:lnTo>
                    <a:pt x="6900" y="119628"/>
                  </a:lnTo>
                  <a:lnTo>
                    <a:pt x="5476" y="124724"/>
                  </a:lnTo>
                  <a:lnTo>
                    <a:pt x="4214" y="129862"/>
                  </a:lnTo>
                  <a:lnTo>
                    <a:pt x="3115" y="135037"/>
                  </a:lnTo>
                  <a:lnTo>
                    <a:pt x="2181" y="140244"/>
                  </a:lnTo>
                  <a:lnTo>
                    <a:pt x="1411" y="145479"/>
                  </a:lnTo>
                  <a:lnTo>
                    <a:pt x="808" y="150735"/>
                  </a:lnTo>
                  <a:lnTo>
                    <a:pt x="371" y="156008"/>
                  </a:lnTo>
                  <a:lnTo>
                    <a:pt x="102" y="161291"/>
                  </a:lnTo>
                  <a:lnTo>
                    <a:pt x="0" y="166581"/>
                  </a:lnTo>
                  <a:lnTo>
                    <a:pt x="65" y="171871"/>
                  </a:lnTo>
                  <a:lnTo>
                    <a:pt x="297" y="177157"/>
                  </a:lnTo>
                  <a:lnTo>
                    <a:pt x="697" y="182432"/>
                  </a:lnTo>
                  <a:lnTo>
                    <a:pt x="1263" y="187693"/>
                  </a:lnTo>
                  <a:lnTo>
                    <a:pt x="1996" y="192932"/>
                  </a:lnTo>
                  <a:lnTo>
                    <a:pt x="2894" y="198146"/>
                  </a:lnTo>
                  <a:lnTo>
                    <a:pt x="3957" y="203329"/>
                  </a:lnTo>
                  <a:lnTo>
                    <a:pt x="5183" y="208476"/>
                  </a:lnTo>
                  <a:lnTo>
                    <a:pt x="6571" y="213581"/>
                  </a:lnTo>
                  <a:lnTo>
                    <a:pt x="8120" y="218640"/>
                  </a:lnTo>
                  <a:lnTo>
                    <a:pt x="9829" y="223647"/>
                  </a:lnTo>
                  <a:lnTo>
                    <a:pt x="11695" y="228598"/>
                  </a:lnTo>
                  <a:lnTo>
                    <a:pt x="13717" y="233487"/>
                  </a:lnTo>
                  <a:lnTo>
                    <a:pt x="15892" y="238310"/>
                  </a:lnTo>
                  <a:lnTo>
                    <a:pt x="18219" y="243061"/>
                  </a:lnTo>
                  <a:lnTo>
                    <a:pt x="20696" y="247736"/>
                  </a:lnTo>
                  <a:lnTo>
                    <a:pt x="23319" y="252331"/>
                  </a:lnTo>
                  <a:lnTo>
                    <a:pt x="26086" y="256840"/>
                  </a:lnTo>
                  <a:lnTo>
                    <a:pt x="28994" y="261260"/>
                  </a:lnTo>
                  <a:lnTo>
                    <a:pt x="32041" y="265585"/>
                  </a:lnTo>
                  <a:lnTo>
                    <a:pt x="35223" y="269812"/>
                  </a:lnTo>
                  <a:lnTo>
                    <a:pt x="38537" y="273936"/>
                  </a:lnTo>
                  <a:lnTo>
                    <a:pt x="41980" y="277953"/>
                  </a:lnTo>
                  <a:lnTo>
                    <a:pt x="45549" y="281859"/>
                  </a:lnTo>
                  <a:lnTo>
                    <a:pt x="49239" y="285650"/>
                  </a:lnTo>
                  <a:lnTo>
                    <a:pt x="53048" y="289323"/>
                  </a:lnTo>
                  <a:lnTo>
                    <a:pt x="56971" y="292873"/>
                  </a:lnTo>
                  <a:lnTo>
                    <a:pt x="61004" y="296297"/>
                  </a:lnTo>
                  <a:lnTo>
                    <a:pt x="65143" y="299592"/>
                  </a:lnTo>
                  <a:lnTo>
                    <a:pt x="69385" y="302754"/>
                  </a:lnTo>
                  <a:lnTo>
                    <a:pt x="73724" y="305780"/>
                  </a:lnTo>
                  <a:lnTo>
                    <a:pt x="78158" y="308668"/>
                  </a:lnTo>
                  <a:lnTo>
                    <a:pt x="82680" y="311414"/>
                  </a:lnTo>
                  <a:lnTo>
                    <a:pt x="87287" y="314015"/>
                  </a:lnTo>
                  <a:lnTo>
                    <a:pt x="91974" y="316469"/>
                  </a:lnTo>
                  <a:lnTo>
                    <a:pt x="96736" y="318774"/>
                  </a:lnTo>
                  <a:lnTo>
                    <a:pt x="101569" y="320927"/>
                  </a:lnTo>
                  <a:lnTo>
                    <a:pt x="106468" y="322925"/>
                  </a:lnTo>
                  <a:lnTo>
                    <a:pt x="111427" y="324768"/>
                  </a:lnTo>
                  <a:lnTo>
                    <a:pt x="116442" y="326453"/>
                  </a:lnTo>
                  <a:lnTo>
                    <a:pt x="121508" y="327978"/>
                  </a:lnTo>
                  <a:lnTo>
                    <a:pt x="126620" y="329343"/>
                  </a:lnTo>
                  <a:lnTo>
                    <a:pt x="131773" y="330545"/>
                  </a:lnTo>
                  <a:lnTo>
                    <a:pt x="136960" y="331583"/>
                  </a:lnTo>
                  <a:lnTo>
                    <a:pt x="142178" y="332456"/>
                  </a:lnTo>
                  <a:lnTo>
                    <a:pt x="147422" y="333164"/>
                  </a:lnTo>
                  <a:lnTo>
                    <a:pt x="152684" y="333706"/>
                  </a:lnTo>
                  <a:lnTo>
                    <a:pt x="157962" y="334081"/>
                  </a:lnTo>
                  <a:lnTo>
                    <a:pt x="163248" y="334288"/>
                  </a:lnTo>
                  <a:lnTo>
                    <a:pt x="168539" y="334329"/>
                  </a:lnTo>
                  <a:lnTo>
                    <a:pt x="173828" y="334202"/>
                  </a:lnTo>
                  <a:lnTo>
                    <a:pt x="179111" y="333907"/>
                  </a:lnTo>
                  <a:lnTo>
                    <a:pt x="184381" y="333446"/>
                  </a:lnTo>
                  <a:lnTo>
                    <a:pt x="189634" y="332818"/>
                  </a:lnTo>
                  <a:lnTo>
                    <a:pt x="194865" y="332024"/>
                  </a:lnTo>
                  <a:lnTo>
                    <a:pt x="200068" y="331064"/>
                  </a:lnTo>
                  <a:lnTo>
                    <a:pt x="205238" y="329941"/>
                  </a:lnTo>
                  <a:lnTo>
                    <a:pt x="210370" y="328655"/>
                  </a:lnTo>
                  <a:lnTo>
                    <a:pt x="215459" y="327207"/>
                  </a:lnTo>
                  <a:lnTo>
                    <a:pt x="220499" y="325598"/>
                  </a:lnTo>
                  <a:lnTo>
                    <a:pt x="225486" y="323831"/>
                  </a:lnTo>
                  <a:lnTo>
                    <a:pt x="230414" y="321907"/>
                  </a:lnTo>
                  <a:lnTo>
                    <a:pt x="235279" y="319828"/>
                  </a:lnTo>
                  <a:lnTo>
                    <a:pt x="240076" y="317596"/>
                  </a:lnTo>
                  <a:lnTo>
                    <a:pt x="244800" y="315214"/>
                  </a:lnTo>
                  <a:lnTo>
                    <a:pt x="249446" y="312683"/>
                  </a:lnTo>
                  <a:lnTo>
                    <a:pt x="254010" y="310006"/>
                  </a:lnTo>
                  <a:lnTo>
                    <a:pt x="258486" y="307187"/>
                  </a:lnTo>
                  <a:lnTo>
                    <a:pt x="262872" y="304227"/>
                  </a:lnTo>
                  <a:lnTo>
                    <a:pt x="267161" y="301129"/>
                  </a:lnTo>
                  <a:lnTo>
                    <a:pt x="271350" y="297898"/>
                  </a:lnTo>
                  <a:lnTo>
                    <a:pt x="275435" y="294536"/>
                  </a:lnTo>
                  <a:lnTo>
                    <a:pt x="279411" y="291046"/>
                  </a:lnTo>
                  <a:lnTo>
                    <a:pt x="283275" y="287432"/>
                  </a:lnTo>
                  <a:lnTo>
                    <a:pt x="287023" y="283697"/>
                  </a:lnTo>
                  <a:lnTo>
                    <a:pt x="290650" y="279846"/>
                  </a:lnTo>
                  <a:lnTo>
                    <a:pt x="294154" y="275882"/>
                  </a:lnTo>
                  <a:lnTo>
                    <a:pt x="297531" y="271809"/>
                  </a:lnTo>
                  <a:lnTo>
                    <a:pt x="300777" y="267631"/>
                  </a:lnTo>
                  <a:lnTo>
                    <a:pt x="303889" y="263352"/>
                  </a:lnTo>
                  <a:lnTo>
                    <a:pt x="306865" y="258978"/>
                  </a:lnTo>
                  <a:lnTo>
                    <a:pt x="309700" y="254511"/>
                  </a:lnTo>
                  <a:lnTo>
                    <a:pt x="312393" y="249957"/>
                  </a:lnTo>
                  <a:lnTo>
                    <a:pt x="314940" y="245320"/>
                  </a:lnTo>
                  <a:lnTo>
                    <a:pt x="317339" y="240604"/>
                  </a:lnTo>
                  <a:lnTo>
                    <a:pt x="319588" y="235815"/>
                  </a:lnTo>
                  <a:lnTo>
                    <a:pt x="321684" y="230957"/>
                  </a:lnTo>
                  <a:lnTo>
                    <a:pt x="323625" y="226036"/>
                  </a:lnTo>
                  <a:lnTo>
                    <a:pt x="325409" y="221055"/>
                  </a:lnTo>
                  <a:lnTo>
                    <a:pt x="327036" y="216020"/>
                  </a:lnTo>
                  <a:lnTo>
                    <a:pt x="328501" y="210937"/>
                  </a:lnTo>
                  <a:lnTo>
                    <a:pt x="329806" y="205809"/>
                  </a:lnTo>
                  <a:lnTo>
                    <a:pt x="330947" y="200643"/>
                  </a:lnTo>
                  <a:lnTo>
                    <a:pt x="331924" y="195444"/>
                  </a:lnTo>
                  <a:lnTo>
                    <a:pt x="332737" y="190216"/>
                  </a:lnTo>
                  <a:lnTo>
                    <a:pt x="333383" y="184965"/>
                  </a:lnTo>
                  <a:lnTo>
                    <a:pt x="333863" y="179696"/>
                  </a:lnTo>
                  <a:lnTo>
                    <a:pt x="334176" y="174415"/>
                  </a:lnTo>
                  <a:lnTo>
                    <a:pt x="334322" y="169126"/>
                  </a:lnTo>
                  <a:lnTo>
                    <a:pt x="334300" y="163835"/>
                  </a:lnTo>
                  <a:lnTo>
                    <a:pt x="334111" y="158548"/>
                  </a:lnTo>
                  <a:lnTo>
                    <a:pt x="333755" y="153269"/>
                  </a:lnTo>
                  <a:lnTo>
                    <a:pt x="333231" y="148005"/>
                  </a:lnTo>
                  <a:lnTo>
                    <a:pt x="332542" y="142759"/>
                  </a:lnTo>
                  <a:lnTo>
                    <a:pt x="331687" y="137538"/>
                  </a:lnTo>
                  <a:lnTo>
                    <a:pt x="330667" y="132346"/>
                  </a:lnTo>
                  <a:lnTo>
                    <a:pt x="329483" y="127190"/>
                  </a:lnTo>
                  <a:lnTo>
                    <a:pt x="328136" y="122073"/>
                  </a:lnTo>
                  <a:lnTo>
                    <a:pt x="326629" y="117002"/>
                  </a:lnTo>
                  <a:lnTo>
                    <a:pt x="324962" y="111981"/>
                  </a:lnTo>
                  <a:lnTo>
                    <a:pt x="323136" y="107015"/>
                  </a:lnTo>
                  <a:lnTo>
                    <a:pt x="321155" y="102110"/>
                  </a:lnTo>
                  <a:lnTo>
                    <a:pt x="319019" y="97269"/>
                  </a:lnTo>
                  <a:lnTo>
                    <a:pt x="316731" y="92499"/>
                  </a:lnTo>
                  <a:lnTo>
                    <a:pt x="314293" y="87803"/>
                  </a:lnTo>
                  <a:lnTo>
                    <a:pt x="311708" y="83187"/>
                  </a:lnTo>
                  <a:lnTo>
                    <a:pt x="308978" y="78655"/>
                  </a:lnTo>
                  <a:lnTo>
                    <a:pt x="306106" y="74212"/>
                  </a:lnTo>
                  <a:lnTo>
                    <a:pt x="303095" y="69862"/>
                  </a:lnTo>
                  <a:lnTo>
                    <a:pt x="299947" y="65609"/>
                  </a:lnTo>
                  <a:lnTo>
                    <a:pt x="296667" y="61458"/>
                  </a:lnTo>
                  <a:lnTo>
                    <a:pt x="293257" y="57413"/>
                  </a:lnTo>
                  <a:lnTo>
                    <a:pt x="289721" y="53478"/>
                  </a:lnTo>
                  <a:lnTo>
                    <a:pt x="286062" y="49656"/>
                  </a:lnTo>
                  <a:lnTo>
                    <a:pt x="282284" y="45953"/>
                  </a:lnTo>
                  <a:lnTo>
                    <a:pt x="278390" y="42371"/>
                  </a:lnTo>
                  <a:lnTo>
                    <a:pt x="274385" y="38913"/>
                  </a:lnTo>
                  <a:lnTo>
                    <a:pt x="270273" y="35585"/>
                  </a:lnTo>
                  <a:lnTo>
                    <a:pt x="266057" y="32388"/>
                  </a:lnTo>
                  <a:lnTo>
                    <a:pt x="261743" y="29326"/>
                  </a:lnTo>
                  <a:lnTo>
                    <a:pt x="257333" y="26402"/>
                  </a:lnTo>
                  <a:lnTo>
                    <a:pt x="252834" y="23619"/>
                  </a:lnTo>
                  <a:lnTo>
                    <a:pt x="248248" y="20980"/>
                  </a:lnTo>
                  <a:lnTo>
                    <a:pt x="243582" y="18487"/>
                  </a:lnTo>
                  <a:lnTo>
                    <a:pt x="238838" y="16144"/>
                  </a:lnTo>
                  <a:lnTo>
                    <a:pt x="234023" y="13951"/>
                  </a:lnTo>
                  <a:lnTo>
                    <a:pt x="229141" y="11912"/>
                  </a:lnTo>
                  <a:lnTo>
                    <a:pt x="224197" y="10029"/>
                  </a:lnTo>
                  <a:lnTo>
                    <a:pt x="219196" y="8303"/>
                  </a:lnTo>
                  <a:lnTo>
                    <a:pt x="214143" y="6736"/>
                  </a:lnTo>
                  <a:lnTo>
                    <a:pt x="209042" y="5330"/>
                  </a:lnTo>
                  <a:lnTo>
                    <a:pt x="203900" y="4085"/>
                  </a:lnTo>
                  <a:lnTo>
                    <a:pt x="198721" y="3005"/>
                  </a:lnTo>
                  <a:lnTo>
                    <a:pt x="193510" y="2088"/>
                  </a:lnTo>
                  <a:lnTo>
                    <a:pt x="188273" y="1337"/>
                  </a:lnTo>
                  <a:lnTo>
                    <a:pt x="183015" y="752"/>
                  </a:lnTo>
                  <a:lnTo>
                    <a:pt x="177741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2217" y="5399291"/>
              <a:ext cx="5062" cy="167167"/>
            </a:xfrm>
            <a:custGeom>
              <a:avLst/>
              <a:pathLst>
                <a:path w="5062" h="167167">
                  <a:moveTo>
                    <a:pt x="5062" y="0"/>
                  </a:moveTo>
                  <a:lnTo>
                    <a:pt x="0" y="76"/>
                  </a:lnTo>
                  <a:lnTo>
                    <a:pt x="506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612217" y="5399368"/>
              <a:ext cx="5062" cy="167090"/>
            </a:xfrm>
            <a:custGeom>
              <a:avLst/>
              <a:pathLst>
                <a:path w="5062" h="167090">
                  <a:moveTo>
                    <a:pt x="0" y="0"/>
                  </a:moveTo>
                  <a:lnTo>
                    <a:pt x="5062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612217" y="5399368"/>
              <a:ext cx="5062" cy="167090"/>
            </a:xfrm>
            <a:custGeom>
              <a:avLst/>
              <a:pathLst>
                <a:path w="5062" h="167090">
                  <a:moveTo>
                    <a:pt x="0" y="0"/>
                  </a:moveTo>
                  <a:lnTo>
                    <a:pt x="5062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612217" y="5399368"/>
              <a:ext cx="5062" cy="167090"/>
            </a:xfrm>
            <a:custGeom>
              <a:avLst/>
              <a:pathLst>
                <a:path w="5062" h="167090">
                  <a:moveTo>
                    <a:pt x="0" y="0"/>
                  </a:moveTo>
                  <a:lnTo>
                    <a:pt x="5062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612217" y="5399368"/>
              <a:ext cx="5062" cy="167090"/>
            </a:xfrm>
            <a:custGeom>
              <a:avLst/>
              <a:pathLst>
                <a:path w="5062" h="167090">
                  <a:moveTo>
                    <a:pt x="0" y="0"/>
                  </a:moveTo>
                  <a:lnTo>
                    <a:pt x="5062" y="167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612217" y="5399368"/>
              <a:ext cx="5062" cy="167090"/>
            </a:xfrm>
            <a:custGeom>
              <a:avLst/>
              <a:pathLst>
                <a:path w="5062" h="167090">
                  <a:moveTo>
                    <a:pt x="0" y="0"/>
                  </a:moveTo>
                  <a:lnTo>
                    <a:pt x="5062" y="167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612217" y="5399368"/>
              <a:ext cx="5062" cy="167090"/>
            </a:xfrm>
            <a:custGeom>
              <a:avLst/>
              <a:pathLst>
                <a:path w="5062" h="167090">
                  <a:moveTo>
                    <a:pt x="0" y="0"/>
                  </a:moveTo>
                  <a:lnTo>
                    <a:pt x="5062" y="167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0125" y="5399368"/>
              <a:ext cx="334317" cy="334255"/>
            </a:xfrm>
            <a:custGeom>
              <a:avLst/>
              <a:pathLst>
                <a:path w="334317" h="334255">
                  <a:moveTo>
                    <a:pt x="162091" y="0"/>
                  </a:moveTo>
                  <a:lnTo>
                    <a:pt x="156800" y="244"/>
                  </a:lnTo>
                  <a:lnTo>
                    <a:pt x="151519" y="656"/>
                  </a:lnTo>
                  <a:lnTo>
                    <a:pt x="146253" y="1235"/>
                  </a:lnTo>
                  <a:lnTo>
                    <a:pt x="141009" y="1980"/>
                  </a:lnTo>
                  <a:lnTo>
                    <a:pt x="135790" y="2891"/>
                  </a:lnTo>
                  <a:lnTo>
                    <a:pt x="130604" y="3968"/>
                  </a:lnTo>
                  <a:lnTo>
                    <a:pt x="125454" y="5208"/>
                  </a:lnTo>
                  <a:lnTo>
                    <a:pt x="120345" y="6610"/>
                  </a:lnTo>
                  <a:lnTo>
                    <a:pt x="115284" y="8174"/>
                  </a:lnTo>
                  <a:lnTo>
                    <a:pt x="110275" y="9897"/>
                  </a:lnTo>
                  <a:lnTo>
                    <a:pt x="105323" y="11778"/>
                  </a:lnTo>
                  <a:lnTo>
                    <a:pt x="100433" y="13815"/>
                  </a:lnTo>
                  <a:lnTo>
                    <a:pt x="95610" y="16006"/>
                  </a:lnTo>
                  <a:lnTo>
                    <a:pt x="90859" y="18349"/>
                  </a:lnTo>
                  <a:lnTo>
                    <a:pt x="86185" y="20841"/>
                  </a:lnTo>
                  <a:lnTo>
                    <a:pt x="81592" y="23480"/>
                  </a:lnTo>
                  <a:lnTo>
                    <a:pt x="77085" y="26263"/>
                  </a:lnTo>
                  <a:lnTo>
                    <a:pt x="72668" y="29187"/>
                  </a:lnTo>
                  <a:lnTo>
                    <a:pt x="68346" y="32250"/>
                  </a:lnTo>
                  <a:lnTo>
                    <a:pt x="64123" y="35449"/>
                  </a:lnTo>
                  <a:lnTo>
                    <a:pt x="60004" y="38779"/>
                  </a:lnTo>
                  <a:lnTo>
                    <a:pt x="55992" y="42238"/>
                  </a:lnTo>
                  <a:lnTo>
                    <a:pt x="52092" y="45823"/>
                  </a:lnTo>
                  <a:lnTo>
                    <a:pt x="48308" y="49530"/>
                  </a:lnTo>
                  <a:lnTo>
                    <a:pt x="44643" y="53354"/>
                  </a:lnTo>
                  <a:lnTo>
                    <a:pt x="41101" y="57293"/>
                  </a:lnTo>
                  <a:lnTo>
                    <a:pt x="37685" y="61342"/>
                  </a:lnTo>
                  <a:lnTo>
                    <a:pt x="34400" y="65497"/>
                  </a:lnTo>
                  <a:lnTo>
                    <a:pt x="31247" y="69755"/>
                  </a:lnTo>
                  <a:lnTo>
                    <a:pt x="28232" y="74110"/>
                  </a:lnTo>
                  <a:lnTo>
                    <a:pt x="25355" y="78558"/>
                  </a:lnTo>
                  <a:lnTo>
                    <a:pt x="22621" y="83095"/>
                  </a:lnTo>
                  <a:lnTo>
                    <a:pt x="20033" y="87717"/>
                  </a:lnTo>
                  <a:lnTo>
                    <a:pt x="17592" y="92418"/>
                  </a:lnTo>
                  <a:lnTo>
                    <a:pt x="15301" y="97194"/>
                  </a:lnTo>
                  <a:lnTo>
                    <a:pt x="13162" y="102041"/>
                  </a:lnTo>
                  <a:lnTo>
                    <a:pt x="11179" y="106952"/>
                  </a:lnTo>
                  <a:lnTo>
                    <a:pt x="9352" y="111925"/>
                  </a:lnTo>
                  <a:lnTo>
                    <a:pt x="7683" y="116952"/>
                  </a:lnTo>
                  <a:lnTo>
                    <a:pt x="6174" y="122030"/>
                  </a:lnTo>
                  <a:lnTo>
                    <a:pt x="4828" y="127153"/>
                  </a:lnTo>
                  <a:lnTo>
                    <a:pt x="3644" y="132316"/>
                  </a:lnTo>
                  <a:lnTo>
                    <a:pt x="2624" y="137514"/>
                  </a:lnTo>
                  <a:lnTo>
                    <a:pt x="1770" y="142742"/>
                  </a:lnTo>
                  <a:lnTo>
                    <a:pt x="1081" y="147995"/>
                  </a:lnTo>
                  <a:lnTo>
                    <a:pt x="559" y="153266"/>
                  </a:lnTo>
                  <a:lnTo>
                    <a:pt x="205" y="158551"/>
                  </a:lnTo>
                  <a:lnTo>
                    <a:pt x="18" y="163845"/>
                  </a:lnTo>
                  <a:lnTo>
                    <a:pt x="0" y="169143"/>
                  </a:lnTo>
                  <a:lnTo>
                    <a:pt x="148" y="174438"/>
                  </a:lnTo>
                  <a:lnTo>
                    <a:pt x="465" y="179725"/>
                  </a:lnTo>
                  <a:lnTo>
                    <a:pt x="949" y="185000"/>
                  </a:lnTo>
                  <a:lnTo>
                    <a:pt x="1600" y="190258"/>
                  </a:lnTo>
                  <a:lnTo>
                    <a:pt x="2417" y="195491"/>
                  </a:lnTo>
                  <a:lnTo>
                    <a:pt x="3400" y="200697"/>
                  </a:lnTo>
                  <a:lnTo>
                    <a:pt x="4547" y="205868"/>
                  </a:lnTo>
                  <a:lnTo>
                    <a:pt x="5857" y="211001"/>
                  </a:lnTo>
                  <a:lnTo>
                    <a:pt x="7329" y="216089"/>
                  </a:lnTo>
                  <a:lnTo>
                    <a:pt x="8962" y="221129"/>
                  </a:lnTo>
                  <a:lnTo>
                    <a:pt x="10754" y="226114"/>
                  </a:lnTo>
                  <a:lnTo>
                    <a:pt x="12702" y="231040"/>
                  </a:lnTo>
                  <a:lnTo>
                    <a:pt x="14806" y="235901"/>
                  </a:lnTo>
                  <a:lnTo>
                    <a:pt x="17063" y="240694"/>
                  </a:lnTo>
                  <a:lnTo>
                    <a:pt x="19470" y="245412"/>
                  </a:lnTo>
                  <a:lnTo>
                    <a:pt x="22026" y="250052"/>
                  </a:lnTo>
                  <a:lnTo>
                    <a:pt x="24727" y="254609"/>
                  </a:lnTo>
                  <a:lnTo>
                    <a:pt x="27572" y="259077"/>
                  </a:lnTo>
                  <a:lnTo>
                    <a:pt x="30556" y="263454"/>
                  </a:lnTo>
                  <a:lnTo>
                    <a:pt x="33678" y="267733"/>
                  </a:lnTo>
                  <a:lnTo>
                    <a:pt x="36934" y="271912"/>
                  </a:lnTo>
                  <a:lnTo>
                    <a:pt x="40320" y="275985"/>
                  </a:lnTo>
                  <a:lnTo>
                    <a:pt x="43834" y="279949"/>
                  </a:lnTo>
                  <a:lnTo>
                    <a:pt x="47472" y="283800"/>
                  </a:lnTo>
                  <a:lnTo>
                    <a:pt x="51230" y="287533"/>
                  </a:lnTo>
                  <a:lnTo>
                    <a:pt x="55104" y="291146"/>
                  </a:lnTo>
                  <a:lnTo>
                    <a:pt x="59091" y="294634"/>
                  </a:lnTo>
                  <a:lnTo>
                    <a:pt x="63187" y="297994"/>
                  </a:lnTo>
                  <a:lnTo>
                    <a:pt x="67386" y="301222"/>
                  </a:lnTo>
                  <a:lnTo>
                    <a:pt x="71686" y="304316"/>
                  </a:lnTo>
                  <a:lnTo>
                    <a:pt x="76082" y="307272"/>
                  </a:lnTo>
                  <a:lnTo>
                    <a:pt x="80569" y="310087"/>
                  </a:lnTo>
                  <a:lnTo>
                    <a:pt x="85144" y="312758"/>
                  </a:lnTo>
                  <a:lnTo>
                    <a:pt x="89800" y="315284"/>
                  </a:lnTo>
                  <a:lnTo>
                    <a:pt x="94534" y="317660"/>
                  </a:lnTo>
                  <a:lnTo>
                    <a:pt x="99341" y="319885"/>
                  </a:lnTo>
                  <a:lnTo>
                    <a:pt x="104217" y="321957"/>
                  </a:lnTo>
                  <a:lnTo>
                    <a:pt x="109155" y="323874"/>
                  </a:lnTo>
                  <a:lnTo>
                    <a:pt x="114152" y="325633"/>
                  </a:lnTo>
                  <a:lnTo>
                    <a:pt x="119202" y="327232"/>
                  </a:lnTo>
                  <a:lnTo>
                    <a:pt x="124300" y="328671"/>
                  </a:lnTo>
                  <a:lnTo>
                    <a:pt x="129441" y="329948"/>
                  </a:lnTo>
                  <a:lnTo>
                    <a:pt x="134620" y="331061"/>
                  </a:lnTo>
                  <a:lnTo>
                    <a:pt x="139831" y="332010"/>
                  </a:lnTo>
                  <a:lnTo>
                    <a:pt x="145070" y="332793"/>
                  </a:lnTo>
                  <a:lnTo>
                    <a:pt x="150332" y="333409"/>
                  </a:lnTo>
                  <a:lnTo>
                    <a:pt x="155610" y="333859"/>
                  </a:lnTo>
                  <a:lnTo>
                    <a:pt x="160899" y="334141"/>
                  </a:lnTo>
                  <a:lnTo>
                    <a:pt x="166195" y="334255"/>
                  </a:lnTo>
                  <a:lnTo>
                    <a:pt x="171492" y="334201"/>
                  </a:lnTo>
                  <a:lnTo>
                    <a:pt x="176785" y="333980"/>
                  </a:lnTo>
                  <a:lnTo>
                    <a:pt x="182068" y="333591"/>
                  </a:lnTo>
                  <a:lnTo>
                    <a:pt x="187336" y="333035"/>
                  </a:lnTo>
                  <a:lnTo>
                    <a:pt x="192583" y="332312"/>
                  </a:lnTo>
                  <a:lnTo>
                    <a:pt x="197806" y="331424"/>
                  </a:lnTo>
                  <a:lnTo>
                    <a:pt x="202997" y="330370"/>
                  </a:lnTo>
                  <a:lnTo>
                    <a:pt x="208152" y="329152"/>
                  </a:lnTo>
                  <a:lnTo>
                    <a:pt x="213267" y="327772"/>
                  </a:lnTo>
                  <a:lnTo>
                    <a:pt x="218334" y="326230"/>
                  </a:lnTo>
                  <a:lnTo>
                    <a:pt x="223351" y="324529"/>
                  </a:lnTo>
                  <a:lnTo>
                    <a:pt x="228311" y="322669"/>
                  </a:lnTo>
                  <a:lnTo>
                    <a:pt x="233210" y="320653"/>
                  </a:lnTo>
                  <a:lnTo>
                    <a:pt x="238042" y="318483"/>
                  </a:lnTo>
                  <a:lnTo>
                    <a:pt x="242803" y="316161"/>
                  </a:lnTo>
                  <a:lnTo>
                    <a:pt x="247488" y="313690"/>
                  </a:lnTo>
                  <a:lnTo>
                    <a:pt x="252093" y="311071"/>
                  </a:lnTo>
                  <a:lnTo>
                    <a:pt x="256612" y="308307"/>
                  </a:lnTo>
                  <a:lnTo>
                    <a:pt x="261042" y="305402"/>
                  </a:lnTo>
                  <a:lnTo>
                    <a:pt x="265377" y="302358"/>
                  </a:lnTo>
                  <a:lnTo>
                    <a:pt x="269613" y="299178"/>
                  </a:lnTo>
                  <a:lnTo>
                    <a:pt x="273747" y="295865"/>
                  </a:lnTo>
                  <a:lnTo>
                    <a:pt x="277774" y="292423"/>
                  </a:lnTo>
                  <a:lnTo>
                    <a:pt x="281689" y="288855"/>
                  </a:lnTo>
                  <a:lnTo>
                    <a:pt x="285490" y="285165"/>
                  </a:lnTo>
                  <a:lnTo>
                    <a:pt x="289171" y="281357"/>
                  </a:lnTo>
                  <a:lnTo>
                    <a:pt x="292731" y="277433"/>
                  </a:lnTo>
                  <a:lnTo>
                    <a:pt x="296164" y="273399"/>
                  </a:lnTo>
                  <a:lnTo>
                    <a:pt x="299467" y="269258"/>
                  </a:lnTo>
                  <a:lnTo>
                    <a:pt x="302638" y="265015"/>
                  </a:lnTo>
                  <a:lnTo>
                    <a:pt x="305672" y="260673"/>
                  </a:lnTo>
                  <a:lnTo>
                    <a:pt x="308568" y="256237"/>
                  </a:lnTo>
                  <a:lnTo>
                    <a:pt x="311322" y="251712"/>
                  </a:lnTo>
                  <a:lnTo>
                    <a:pt x="313930" y="247101"/>
                  </a:lnTo>
                  <a:lnTo>
                    <a:pt x="316392" y="242411"/>
                  </a:lnTo>
                  <a:lnTo>
                    <a:pt x="318703" y="237644"/>
                  </a:lnTo>
                  <a:lnTo>
                    <a:pt x="320863" y="232807"/>
                  </a:lnTo>
                  <a:lnTo>
                    <a:pt x="322868" y="227904"/>
                  </a:lnTo>
                  <a:lnTo>
                    <a:pt x="324716" y="222940"/>
                  </a:lnTo>
                  <a:lnTo>
                    <a:pt x="326407" y="217920"/>
                  </a:lnTo>
                  <a:lnTo>
                    <a:pt x="327937" y="212849"/>
                  </a:lnTo>
                  <a:lnTo>
                    <a:pt x="329306" y="207731"/>
                  </a:lnTo>
                  <a:lnTo>
                    <a:pt x="330513" y="202573"/>
                  </a:lnTo>
                  <a:lnTo>
                    <a:pt x="331555" y="197380"/>
                  </a:lnTo>
                  <a:lnTo>
                    <a:pt x="332432" y="192155"/>
                  </a:lnTo>
                  <a:lnTo>
                    <a:pt x="333143" y="186906"/>
                  </a:lnTo>
                  <a:lnTo>
                    <a:pt x="333688" y="181637"/>
                  </a:lnTo>
                  <a:lnTo>
                    <a:pt x="334065" y="176353"/>
                  </a:lnTo>
                  <a:lnTo>
                    <a:pt x="334275" y="171060"/>
                  </a:lnTo>
                  <a:lnTo>
                    <a:pt x="334317" y="165763"/>
                  </a:lnTo>
                  <a:lnTo>
                    <a:pt x="334191" y="160467"/>
                  </a:lnTo>
                  <a:lnTo>
                    <a:pt x="333897" y="155178"/>
                  </a:lnTo>
                  <a:lnTo>
                    <a:pt x="333436" y="149901"/>
                  </a:lnTo>
                  <a:lnTo>
                    <a:pt x="332808" y="144641"/>
                  </a:lnTo>
                  <a:lnTo>
                    <a:pt x="332013" y="139404"/>
                  </a:lnTo>
                  <a:lnTo>
                    <a:pt x="331053" y="134195"/>
                  </a:lnTo>
                  <a:lnTo>
                    <a:pt x="329929" y="129018"/>
                  </a:lnTo>
                  <a:lnTo>
                    <a:pt x="328641" y="123880"/>
                  </a:lnTo>
                  <a:lnTo>
                    <a:pt x="327190" y="118785"/>
                  </a:lnTo>
                  <a:lnTo>
                    <a:pt x="325580" y="113739"/>
                  </a:lnTo>
                  <a:lnTo>
                    <a:pt x="323810" y="108746"/>
                  </a:lnTo>
                  <a:lnTo>
                    <a:pt x="321882" y="103812"/>
                  </a:lnTo>
                  <a:lnTo>
                    <a:pt x="319800" y="98941"/>
                  </a:lnTo>
                  <a:lnTo>
                    <a:pt x="317564" y="94139"/>
                  </a:lnTo>
                  <a:lnTo>
                    <a:pt x="315177" y="89410"/>
                  </a:lnTo>
                  <a:lnTo>
                    <a:pt x="312641" y="84759"/>
                  </a:lnTo>
                  <a:lnTo>
                    <a:pt x="309960" y="80191"/>
                  </a:lnTo>
                  <a:lnTo>
                    <a:pt x="307135" y="75710"/>
                  </a:lnTo>
                  <a:lnTo>
                    <a:pt x="304169" y="71320"/>
                  </a:lnTo>
                  <a:lnTo>
                    <a:pt x="301066" y="67027"/>
                  </a:lnTo>
                  <a:lnTo>
                    <a:pt x="297828" y="62834"/>
                  </a:lnTo>
                  <a:lnTo>
                    <a:pt x="294459" y="58747"/>
                  </a:lnTo>
                  <a:lnTo>
                    <a:pt x="290963" y="54767"/>
                  </a:lnTo>
                  <a:lnTo>
                    <a:pt x="287342" y="50901"/>
                  </a:lnTo>
                  <a:lnTo>
                    <a:pt x="283600" y="47151"/>
                  </a:lnTo>
                  <a:lnTo>
                    <a:pt x="279741" y="43522"/>
                  </a:lnTo>
                  <a:lnTo>
                    <a:pt x="275770" y="40017"/>
                  </a:lnTo>
                  <a:lnTo>
                    <a:pt x="271689" y="36639"/>
                  </a:lnTo>
                  <a:lnTo>
                    <a:pt x="267503" y="33393"/>
                  </a:lnTo>
                  <a:lnTo>
                    <a:pt x="263217" y="30280"/>
                  </a:lnTo>
                  <a:lnTo>
                    <a:pt x="258834" y="27305"/>
                  </a:lnTo>
                  <a:lnTo>
                    <a:pt x="254359" y="24471"/>
                  </a:lnTo>
                  <a:lnTo>
                    <a:pt x="249796" y="21779"/>
                  </a:lnTo>
                  <a:lnTo>
                    <a:pt x="245151" y="19234"/>
                  </a:lnTo>
                  <a:lnTo>
                    <a:pt x="240427" y="16837"/>
                  </a:lnTo>
                  <a:lnTo>
                    <a:pt x="235630" y="14591"/>
                  </a:lnTo>
                  <a:lnTo>
                    <a:pt x="230763" y="12498"/>
                  </a:lnTo>
                  <a:lnTo>
                    <a:pt x="225833" y="10560"/>
                  </a:lnTo>
                  <a:lnTo>
                    <a:pt x="220844" y="8779"/>
                  </a:lnTo>
                  <a:lnTo>
                    <a:pt x="215801" y="7158"/>
                  </a:lnTo>
                  <a:lnTo>
                    <a:pt x="210710" y="5697"/>
                  </a:lnTo>
                  <a:lnTo>
                    <a:pt x="205574" y="4398"/>
                  </a:lnTo>
                  <a:lnTo>
                    <a:pt x="200400" y="3262"/>
                  </a:lnTo>
                  <a:lnTo>
                    <a:pt x="167154" y="167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617280" y="5399291"/>
              <a:ext cx="33245" cy="167167"/>
            </a:xfrm>
            <a:custGeom>
              <a:avLst/>
              <a:pathLst>
                <a:path w="33245" h="167167">
                  <a:moveTo>
                    <a:pt x="33245" y="3339"/>
                  </a:moveTo>
                  <a:lnTo>
                    <a:pt x="26660" y="2139"/>
                  </a:lnTo>
                  <a:lnTo>
                    <a:pt x="20033" y="1204"/>
                  </a:lnTo>
                  <a:lnTo>
                    <a:pt x="13373" y="535"/>
                  </a:lnTo>
                  <a:lnTo>
                    <a:pt x="6691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91909" y="5369149"/>
              <a:ext cx="43767" cy="167167"/>
            </a:xfrm>
            <a:custGeom>
              <a:avLst/>
              <a:pathLst>
                <a:path w="43767" h="167167">
                  <a:moveTo>
                    <a:pt x="43767" y="0"/>
                  </a:moveTo>
                  <a:lnTo>
                    <a:pt x="37442" y="119"/>
                  </a:lnTo>
                  <a:lnTo>
                    <a:pt x="31126" y="478"/>
                  </a:lnTo>
                  <a:lnTo>
                    <a:pt x="24829" y="1076"/>
                  </a:lnTo>
                  <a:lnTo>
                    <a:pt x="18558" y="1911"/>
                  </a:lnTo>
                  <a:lnTo>
                    <a:pt x="12324" y="2983"/>
                  </a:lnTo>
                  <a:lnTo>
                    <a:pt x="6135" y="4290"/>
                  </a:lnTo>
                  <a:lnTo>
                    <a:pt x="0" y="5831"/>
                  </a:lnTo>
                  <a:lnTo>
                    <a:pt x="437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91909" y="5374980"/>
              <a:ext cx="43767" cy="161336"/>
            </a:xfrm>
            <a:custGeom>
              <a:avLst/>
              <a:pathLst>
                <a:path w="43767" h="161336">
                  <a:moveTo>
                    <a:pt x="0" y="0"/>
                  </a:moveTo>
                  <a:lnTo>
                    <a:pt x="43767" y="161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91909" y="5374980"/>
              <a:ext cx="43767" cy="161336"/>
            </a:xfrm>
            <a:custGeom>
              <a:avLst/>
              <a:pathLst>
                <a:path w="43767" h="161336">
                  <a:moveTo>
                    <a:pt x="0" y="0"/>
                  </a:moveTo>
                  <a:lnTo>
                    <a:pt x="43767" y="161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91909" y="5374980"/>
              <a:ext cx="43767" cy="161336"/>
            </a:xfrm>
            <a:custGeom>
              <a:avLst/>
              <a:pathLst>
                <a:path w="43767" h="161336">
                  <a:moveTo>
                    <a:pt x="0" y="0"/>
                  </a:moveTo>
                  <a:lnTo>
                    <a:pt x="43767" y="1613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91909" y="5374980"/>
              <a:ext cx="43767" cy="161336"/>
            </a:xfrm>
            <a:custGeom>
              <a:avLst/>
              <a:pathLst>
                <a:path w="43767" h="161336">
                  <a:moveTo>
                    <a:pt x="0" y="0"/>
                  </a:moveTo>
                  <a:lnTo>
                    <a:pt x="43767" y="1613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91909" y="5374980"/>
              <a:ext cx="43767" cy="161336"/>
            </a:xfrm>
            <a:custGeom>
              <a:avLst/>
              <a:pathLst>
                <a:path w="43767" h="161336">
                  <a:moveTo>
                    <a:pt x="0" y="0"/>
                  </a:moveTo>
                  <a:lnTo>
                    <a:pt x="43767" y="1613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68525" y="5374980"/>
              <a:ext cx="167150" cy="317460"/>
            </a:xfrm>
            <a:custGeom>
              <a:avLst/>
              <a:pathLst>
                <a:path w="167150" h="317460">
                  <a:moveTo>
                    <a:pt x="123383" y="0"/>
                  </a:moveTo>
                  <a:lnTo>
                    <a:pt x="118213" y="1492"/>
                  </a:lnTo>
                  <a:lnTo>
                    <a:pt x="113093" y="3150"/>
                  </a:lnTo>
                  <a:lnTo>
                    <a:pt x="108029" y="4972"/>
                  </a:lnTo>
                  <a:lnTo>
                    <a:pt x="103026" y="6956"/>
                  </a:lnTo>
                  <a:lnTo>
                    <a:pt x="98090" y="9100"/>
                  </a:lnTo>
                  <a:lnTo>
                    <a:pt x="93226" y="11402"/>
                  </a:lnTo>
                  <a:lnTo>
                    <a:pt x="88438" y="13859"/>
                  </a:lnTo>
                  <a:lnTo>
                    <a:pt x="83732" y="16469"/>
                  </a:lnTo>
                  <a:lnTo>
                    <a:pt x="79112" y="19230"/>
                  </a:lnTo>
                  <a:lnTo>
                    <a:pt x="74583" y="22137"/>
                  </a:lnTo>
                  <a:lnTo>
                    <a:pt x="70150" y="25189"/>
                  </a:lnTo>
                  <a:lnTo>
                    <a:pt x="65818" y="28382"/>
                  </a:lnTo>
                  <a:lnTo>
                    <a:pt x="61591" y="31713"/>
                  </a:lnTo>
                  <a:lnTo>
                    <a:pt x="57473" y="35178"/>
                  </a:lnTo>
                  <a:lnTo>
                    <a:pt x="53469" y="38773"/>
                  </a:lnTo>
                  <a:lnTo>
                    <a:pt x="49583" y="42496"/>
                  </a:lnTo>
                  <a:lnTo>
                    <a:pt x="45819" y="46342"/>
                  </a:lnTo>
                  <a:lnTo>
                    <a:pt x="42180" y="50307"/>
                  </a:lnTo>
                  <a:lnTo>
                    <a:pt x="38671" y="54387"/>
                  </a:lnTo>
                  <a:lnTo>
                    <a:pt x="35295" y="58579"/>
                  </a:lnTo>
                  <a:lnTo>
                    <a:pt x="32055" y="62876"/>
                  </a:lnTo>
                  <a:lnTo>
                    <a:pt x="28956" y="67276"/>
                  </a:lnTo>
                  <a:lnTo>
                    <a:pt x="26000" y="71773"/>
                  </a:lnTo>
                  <a:lnTo>
                    <a:pt x="23190" y="76363"/>
                  </a:lnTo>
                  <a:lnTo>
                    <a:pt x="20530" y="81041"/>
                  </a:lnTo>
                  <a:lnTo>
                    <a:pt x="18021" y="85802"/>
                  </a:lnTo>
                  <a:lnTo>
                    <a:pt x="15667" y="90641"/>
                  </a:lnTo>
                  <a:lnTo>
                    <a:pt x="13470" y="95554"/>
                  </a:lnTo>
                  <a:lnTo>
                    <a:pt x="11432" y="100535"/>
                  </a:lnTo>
                  <a:lnTo>
                    <a:pt x="9556" y="105579"/>
                  </a:lnTo>
                  <a:lnTo>
                    <a:pt x="7842" y="110681"/>
                  </a:lnTo>
                  <a:lnTo>
                    <a:pt x="6294" y="115835"/>
                  </a:lnTo>
                  <a:lnTo>
                    <a:pt x="4913" y="121036"/>
                  </a:lnTo>
                  <a:lnTo>
                    <a:pt x="3700" y="126279"/>
                  </a:lnTo>
                  <a:lnTo>
                    <a:pt x="2656" y="131559"/>
                  </a:lnTo>
                  <a:lnTo>
                    <a:pt x="1783" y="136869"/>
                  </a:lnTo>
                  <a:lnTo>
                    <a:pt x="1081" y="142205"/>
                  </a:lnTo>
                  <a:lnTo>
                    <a:pt x="551" y="147560"/>
                  </a:lnTo>
                  <a:lnTo>
                    <a:pt x="194" y="152930"/>
                  </a:lnTo>
                  <a:lnTo>
                    <a:pt x="10" y="158309"/>
                  </a:lnTo>
                  <a:lnTo>
                    <a:pt x="0" y="163690"/>
                  </a:lnTo>
                  <a:lnTo>
                    <a:pt x="162" y="169069"/>
                  </a:lnTo>
                  <a:lnTo>
                    <a:pt x="497" y="174441"/>
                  </a:lnTo>
                  <a:lnTo>
                    <a:pt x="1006" y="179798"/>
                  </a:lnTo>
                  <a:lnTo>
                    <a:pt x="1686" y="185137"/>
                  </a:lnTo>
                  <a:lnTo>
                    <a:pt x="2538" y="190451"/>
                  </a:lnTo>
                  <a:lnTo>
                    <a:pt x="3560" y="195734"/>
                  </a:lnTo>
                  <a:lnTo>
                    <a:pt x="4752" y="200982"/>
                  </a:lnTo>
                  <a:lnTo>
                    <a:pt x="6113" y="206189"/>
                  </a:lnTo>
                  <a:lnTo>
                    <a:pt x="7640" y="211349"/>
                  </a:lnTo>
                  <a:lnTo>
                    <a:pt x="9332" y="216458"/>
                  </a:lnTo>
                  <a:lnTo>
                    <a:pt x="11189" y="221509"/>
                  </a:lnTo>
                  <a:lnTo>
                    <a:pt x="13206" y="226499"/>
                  </a:lnTo>
                  <a:lnTo>
                    <a:pt x="15384" y="231420"/>
                  </a:lnTo>
                  <a:lnTo>
                    <a:pt x="17718" y="236269"/>
                  </a:lnTo>
                  <a:lnTo>
                    <a:pt x="20208" y="241040"/>
                  </a:lnTo>
                  <a:lnTo>
                    <a:pt x="22849" y="245729"/>
                  </a:lnTo>
                  <a:lnTo>
                    <a:pt x="25641" y="250330"/>
                  </a:lnTo>
                  <a:lnTo>
                    <a:pt x="28579" y="254839"/>
                  </a:lnTo>
                  <a:lnTo>
                    <a:pt x="31660" y="259251"/>
                  </a:lnTo>
                  <a:lnTo>
                    <a:pt x="34882" y="263562"/>
                  </a:lnTo>
                  <a:lnTo>
                    <a:pt x="38241" y="267766"/>
                  </a:lnTo>
                  <a:lnTo>
                    <a:pt x="41734" y="271860"/>
                  </a:lnTo>
                  <a:lnTo>
                    <a:pt x="45357" y="275840"/>
                  </a:lnTo>
                  <a:lnTo>
                    <a:pt x="49106" y="279701"/>
                  </a:lnTo>
                  <a:lnTo>
                    <a:pt x="52977" y="283440"/>
                  </a:lnTo>
                  <a:lnTo>
                    <a:pt x="56966" y="287052"/>
                  </a:lnTo>
                  <a:lnTo>
                    <a:pt x="61070" y="290533"/>
                  </a:lnTo>
                  <a:lnTo>
                    <a:pt x="65284" y="293881"/>
                  </a:lnTo>
                  <a:lnTo>
                    <a:pt x="69603" y="297091"/>
                  </a:lnTo>
                  <a:lnTo>
                    <a:pt x="74024" y="300161"/>
                  </a:lnTo>
                  <a:lnTo>
                    <a:pt x="78541" y="303086"/>
                  </a:lnTo>
                  <a:lnTo>
                    <a:pt x="83149" y="305865"/>
                  </a:lnTo>
                  <a:lnTo>
                    <a:pt x="87845" y="308494"/>
                  </a:lnTo>
                  <a:lnTo>
                    <a:pt x="92623" y="310971"/>
                  </a:lnTo>
                  <a:lnTo>
                    <a:pt x="97478" y="313292"/>
                  </a:lnTo>
                  <a:lnTo>
                    <a:pt x="102406" y="315456"/>
                  </a:lnTo>
                  <a:lnTo>
                    <a:pt x="107400" y="317460"/>
                  </a:lnTo>
                  <a:lnTo>
                    <a:pt x="167150" y="1613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75926" y="5369149"/>
              <a:ext cx="226911" cy="334316"/>
            </a:xfrm>
            <a:custGeom>
              <a:avLst/>
              <a:pathLst>
                <a:path w="226911" h="334316">
                  <a:moveTo>
                    <a:pt x="0" y="323291"/>
                  </a:moveTo>
                  <a:lnTo>
                    <a:pt x="5007" y="325117"/>
                  </a:lnTo>
                  <a:lnTo>
                    <a:pt x="10070" y="326782"/>
                  </a:lnTo>
                  <a:lnTo>
                    <a:pt x="15183" y="328284"/>
                  </a:lnTo>
                  <a:lnTo>
                    <a:pt x="20342" y="329623"/>
                  </a:lnTo>
                  <a:lnTo>
                    <a:pt x="25540" y="330797"/>
                  </a:lnTo>
                  <a:lnTo>
                    <a:pt x="30774" y="331804"/>
                  </a:lnTo>
                  <a:lnTo>
                    <a:pt x="36037" y="332644"/>
                  </a:lnTo>
                  <a:lnTo>
                    <a:pt x="41324" y="333316"/>
                  </a:lnTo>
                  <a:lnTo>
                    <a:pt x="46629" y="333819"/>
                  </a:lnTo>
                  <a:lnTo>
                    <a:pt x="51948" y="334152"/>
                  </a:lnTo>
                  <a:lnTo>
                    <a:pt x="57275" y="334316"/>
                  </a:lnTo>
                  <a:lnTo>
                    <a:pt x="62605" y="334310"/>
                  </a:lnTo>
                  <a:lnTo>
                    <a:pt x="67932" y="334134"/>
                  </a:lnTo>
                  <a:lnTo>
                    <a:pt x="73250" y="333788"/>
                  </a:lnTo>
                  <a:lnTo>
                    <a:pt x="78555" y="333273"/>
                  </a:lnTo>
                  <a:lnTo>
                    <a:pt x="83840" y="332589"/>
                  </a:lnTo>
                  <a:lnTo>
                    <a:pt x="89101" y="331737"/>
                  </a:lnTo>
                  <a:lnTo>
                    <a:pt x="94332" y="330718"/>
                  </a:lnTo>
                  <a:lnTo>
                    <a:pt x="99528" y="329533"/>
                  </a:lnTo>
                  <a:lnTo>
                    <a:pt x="104684" y="328182"/>
                  </a:lnTo>
                  <a:lnTo>
                    <a:pt x="109794" y="326668"/>
                  </a:lnTo>
                  <a:lnTo>
                    <a:pt x="114853" y="324992"/>
                  </a:lnTo>
                  <a:lnTo>
                    <a:pt x="119856" y="323155"/>
                  </a:lnTo>
                  <a:lnTo>
                    <a:pt x="124798" y="321160"/>
                  </a:lnTo>
                  <a:lnTo>
                    <a:pt x="129673" y="319008"/>
                  </a:lnTo>
                  <a:lnTo>
                    <a:pt x="134478" y="316702"/>
                  </a:lnTo>
                  <a:lnTo>
                    <a:pt x="139207" y="314243"/>
                  </a:lnTo>
                  <a:lnTo>
                    <a:pt x="143855" y="311636"/>
                  </a:lnTo>
                  <a:lnTo>
                    <a:pt x="148418" y="308881"/>
                  </a:lnTo>
                  <a:lnTo>
                    <a:pt x="152890" y="305983"/>
                  </a:lnTo>
                  <a:lnTo>
                    <a:pt x="157268" y="302943"/>
                  </a:lnTo>
                  <a:lnTo>
                    <a:pt x="161546" y="299766"/>
                  </a:lnTo>
                  <a:lnTo>
                    <a:pt x="165722" y="296453"/>
                  </a:lnTo>
                  <a:lnTo>
                    <a:pt x="169789" y="293009"/>
                  </a:lnTo>
                  <a:lnTo>
                    <a:pt x="173745" y="289438"/>
                  </a:lnTo>
                  <a:lnTo>
                    <a:pt x="177584" y="285742"/>
                  </a:lnTo>
                  <a:lnTo>
                    <a:pt x="181304" y="281925"/>
                  </a:lnTo>
                  <a:lnTo>
                    <a:pt x="184901" y="277992"/>
                  </a:lnTo>
                  <a:lnTo>
                    <a:pt x="188370" y="273946"/>
                  </a:lnTo>
                  <a:lnTo>
                    <a:pt x="191708" y="269792"/>
                  </a:lnTo>
                  <a:lnTo>
                    <a:pt x="194913" y="265533"/>
                  </a:lnTo>
                  <a:lnTo>
                    <a:pt x="197980" y="261174"/>
                  </a:lnTo>
                  <a:lnTo>
                    <a:pt x="200906" y="256720"/>
                  </a:lnTo>
                  <a:lnTo>
                    <a:pt x="203689" y="252175"/>
                  </a:lnTo>
                  <a:lnTo>
                    <a:pt x="206326" y="247543"/>
                  </a:lnTo>
                  <a:lnTo>
                    <a:pt x="208814" y="242830"/>
                  </a:lnTo>
                  <a:lnTo>
                    <a:pt x="211150" y="238040"/>
                  </a:lnTo>
                  <a:lnTo>
                    <a:pt x="213332" y="233178"/>
                  </a:lnTo>
                  <a:lnTo>
                    <a:pt x="215358" y="228248"/>
                  </a:lnTo>
                  <a:lnTo>
                    <a:pt x="217226" y="223257"/>
                  </a:lnTo>
                  <a:lnTo>
                    <a:pt x="218934" y="218208"/>
                  </a:lnTo>
                  <a:lnTo>
                    <a:pt x="220480" y="213108"/>
                  </a:lnTo>
                  <a:lnTo>
                    <a:pt x="221863" y="207961"/>
                  </a:lnTo>
                  <a:lnTo>
                    <a:pt x="223081" y="202773"/>
                  </a:lnTo>
                  <a:lnTo>
                    <a:pt x="224133" y="197548"/>
                  </a:lnTo>
                  <a:lnTo>
                    <a:pt x="225018" y="192292"/>
                  </a:lnTo>
                  <a:lnTo>
                    <a:pt x="225735" y="187011"/>
                  </a:lnTo>
                  <a:lnTo>
                    <a:pt x="226283" y="181710"/>
                  </a:lnTo>
                  <a:lnTo>
                    <a:pt x="226662" y="176394"/>
                  </a:lnTo>
                  <a:lnTo>
                    <a:pt x="226872" y="171069"/>
                  </a:lnTo>
                  <a:lnTo>
                    <a:pt x="226911" y="165739"/>
                  </a:lnTo>
                  <a:lnTo>
                    <a:pt x="226781" y="160411"/>
                  </a:lnTo>
                  <a:lnTo>
                    <a:pt x="226480" y="155090"/>
                  </a:lnTo>
                  <a:lnTo>
                    <a:pt x="226011" y="149781"/>
                  </a:lnTo>
                  <a:lnTo>
                    <a:pt x="225372" y="144490"/>
                  </a:lnTo>
                  <a:lnTo>
                    <a:pt x="224565" y="139222"/>
                  </a:lnTo>
                  <a:lnTo>
                    <a:pt x="223590" y="133983"/>
                  </a:lnTo>
                  <a:lnTo>
                    <a:pt x="222449" y="128777"/>
                  </a:lnTo>
                  <a:lnTo>
                    <a:pt x="221143" y="123610"/>
                  </a:lnTo>
                  <a:lnTo>
                    <a:pt x="219672" y="118487"/>
                  </a:lnTo>
                  <a:lnTo>
                    <a:pt x="218039" y="113414"/>
                  </a:lnTo>
                  <a:lnTo>
                    <a:pt x="216245" y="108395"/>
                  </a:lnTo>
                  <a:lnTo>
                    <a:pt x="214292" y="103437"/>
                  </a:lnTo>
                  <a:lnTo>
                    <a:pt x="212182" y="98542"/>
                  </a:lnTo>
                  <a:lnTo>
                    <a:pt x="209917" y="93718"/>
                  </a:lnTo>
                  <a:lnTo>
                    <a:pt x="207499" y="88969"/>
                  </a:lnTo>
                  <a:lnTo>
                    <a:pt x="204932" y="84298"/>
                  </a:lnTo>
                  <a:lnTo>
                    <a:pt x="202216" y="79713"/>
                  </a:lnTo>
                  <a:lnTo>
                    <a:pt x="199356" y="75216"/>
                  </a:lnTo>
                  <a:lnTo>
                    <a:pt x="196354" y="70812"/>
                  </a:lnTo>
                  <a:lnTo>
                    <a:pt x="193213" y="66506"/>
                  </a:lnTo>
                  <a:lnTo>
                    <a:pt x="189936" y="62303"/>
                  </a:lnTo>
                  <a:lnTo>
                    <a:pt x="186527" y="58206"/>
                  </a:lnTo>
                  <a:lnTo>
                    <a:pt x="182989" y="54220"/>
                  </a:lnTo>
                  <a:lnTo>
                    <a:pt x="179326" y="50349"/>
                  </a:lnTo>
                  <a:lnTo>
                    <a:pt x="175542" y="46597"/>
                  </a:lnTo>
                  <a:lnTo>
                    <a:pt x="171639" y="42967"/>
                  </a:lnTo>
                  <a:lnTo>
                    <a:pt x="167623" y="39463"/>
                  </a:lnTo>
                  <a:lnTo>
                    <a:pt x="163498" y="36090"/>
                  </a:lnTo>
                  <a:lnTo>
                    <a:pt x="159267" y="32849"/>
                  </a:lnTo>
                  <a:lnTo>
                    <a:pt x="154934" y="29745"/>
                  </a:lnTo>
                  <a:lnTo>
                    <a:pt x="150505" y="26780"/>
                  </a:lnTo>
                  <a:lnTo>
                    <a:pt x="145984" y="23959"/>
                  </a:lnTo>
                  <a:lnTo>
                    <a:pt x="141375" y="21283"/>
                  </a:lnTo>
                  <a:lnTo>
                    <a:pt x="136683" y="18755"/>
                  </a:lnTo>
                  <a:lnTo>
                    <a:pt x="131913" y="16378"/>
                  </a:lnTo>
                  <a:lnTo>
                    <a:pt x="127070" y="14154"/>
                  </a:lnTo>
                  <a:lnTo>
                    <a:pt x="122158" y="12086"/>
                  </a:lnTo>
                  <a:lnTo>
                    <a:pt x="117183" y="10175"/>
                  </a:lnTo>
                  <a:lnTo>
                    <a:pt x="112149" y="8424"/>
                  </a:lnTo>
                  <a:lnTo>
                    <a:pt x="107062" y="6834"/>
                  </a:lnTo>
                  <a:lnTo>
                    <a:pt x="101927" y="5408"/>
                  </a:lnTo>
                  <a:lnTo>
                    <a:pt x="96749" y="4145"/>
                  </a:lnTo>
                  <a:lnTo>
                    <a:pt x="91534" y="3049"/>
                  </a:lnTo>
                  <a:lnTo>
                    <a:pt x="86286" y="2119"/>
                  </a:lnTo>
                  <a:lnTo>
                    <a:pt x="81011" y="1357"/>
                  </a:lnTo>
                  <a:lnTo>
                    <a:pt x="75715" y="764"/>
                  </a:lnTo>
                  <a:lnTo>
                    <a:pt x="70402" y="339"/>
                  </a:lnTo>
                  <a:lnTo>
                    <a:pt x="65079" y="84"/>
                  </a:lnTo>
                  <a:lnTo>
                    <a:pt x="59750" y="0"/>
                  </a:lnTo>
                  <a:lnTo>
                    <a:pt x="597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620542" y="5220472"/>
              <a:ext cx="12593" cy="167167"/>
            </a:xfrm>
            <a:custGeom>
              <a:avLst/>
              <a:pathLst>
                <a:path w="12593" h="167167">
                  <a:moveTo>
                    <a:pt x="12593" y="0"/>
                  </a:moveTo>
                  <a:lnTo>
                    <a:pt x="0" y="475"/>
                  </a:lnTo>
                  <a:lnTo>
                    <a:pt x="1259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620542" y="5220947"/>
              <a:ext cx="12593" cy="166692"/>
            </a:xfrm>
            <a:custGeom>
              <a:avLst/>
              <a:pathLst>
                <a:path w="12593" h="166692">
                  <a:moveTo>
                    <a:pt x="0" y="0"/>
                  </a:moveTo>
                  <a:lnTo>
                    <a:pt x="12593" y="166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620542" y="5220947"/>
              <a:ext cx="12593" cy="166692"/>
            </a:xfrm>
            <a:custGeom>
              <a:avLst/>
              <a:pathLst>
                <a:path w="12593" h="166692">
                  <a:moveTo>
                    <a:pt x="0" y="0"/>
                  </a:moveTo>
                  <a:lnTo>
                    <a:pt x="12593" y="1666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620542" y="5220947"/>
              <a:ext cx="12593" cy="166692"/>
            </a:xfrm>
            <a:custGeom>
              <a:avLst/>
              <a:pathLst>
                <a:path w="12593" h="166692">
                  <a:moveTo>
                    <a:pt x="0" y="0"/>
                  </a:moveTo>
                  <a:lnTo>
                    <a:pt x="12593" y="1666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620542" y="5220947"/>
              <a:ext cx="12593" cy="166692"/>
            </a:xfrm>
            <a:custGeom>
              <a:avLst/>
              <a:pathLst>
                <a:path w="12593" h="166692">
                  <a:moveTo>
                    <a:pt x="0" y="0"/>
                  </a:moveTo>
                  <a:lnTo>
                    <a:pt x="12593" y="1666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85221" y="5220947"/>
              <a:ext cx="147913" cy="166692"/>
            </a:xfrm>
            <a:custGeom>
              <a:avLst/>
              <a:pathLst>
                <a:path w="147913" h="166692">
                  <a:moveTo>
                    <a:pt x="135320" y="0"/>
                  </a:moveTo>
                  <a:lnTo>
                    <a:pt x="129893" y="499"/>
                  </a:lnTo>
                  <a:lnTo>
                    <a:pt x="124485" y="1174"/>
                  </a:lnTo>
                  <a:lnTo>
                    <a:pt x="119102" y="2026"/>
                  </a:lnTo>
                  <a:lnTo>
                    <a:pt x="113749" y="3053"/>
                  </a:lnTo>
                  <a:lnTo>
                    <a:pt x="108433" y="4253"/>
                  </a:lnTo>
                  <a:lnTo>
                    <a:pt x="103159" y="5627"/>
                  </a:lnTo>
                  <a:lnTo>
                    <a:pt x="97933" y="7171"/>
                  </a:lnTo>
                  <a:lnTo>
                    <a:pt x="92759" y="8885"/>
                  </a:lnTo>
                  <a:lnTo>
                    <a:pt x="87644" y="10767"/>
                  </a:lnTo>
                  <a:lnTo>
                    <a:pt x="82593" y="12814"/>
                  </a:lnTo>
                  <a:lnTo>
                    <a:pt x="77612" y="15026"/>
                  </a:lnTo>
                  <a:lnTo>
                    <a:pt x="72705" y="17398"/>
                  </a:lnTo>
                  <a:lnTo>
                    <a:pt x="67879" y="19929"/>
                  </a:lnTo>
                  <a:lnTo>
                    <a:pt x="63137" y="22616"/>
                  </a:lnTo>
                  <a:lnTo>
                    <a:pt x="58486" y="25456"/>
                  </a:lnTo>
                  <a:lnTo>
                    <a:pt x="53929" y="28446"/>
                  </a:lnTo>
                  <a:lnTo>
                    <a:pt x="49473" y="31583"/>
                  </a:lnTo>
                  <a:lnTo>
                    <a:pt x="45121" y="34864"/>
                  </a:lnTo>
                  <a:lnTo>
                    <a:pt x="40878" y="38285"/>
                  </a:lnTo>
                  <a:lnTo>
                    <a:pt x="36749" y="41842"/>
                  </a:lnTo>
                  <a:lnTo>
                    <a:pt x="32738" y="45532"/>
                  </a:lnTo>
                  <a:lnTo>
                    <a:pt x="28850" y="49351"/>
                  </a:lnTo>
                  <a:lnTo>
                    <a:pt x="25088" y="53295"/>
                  </a:lnTo>
                  <a:lnTo>
                    <a:pt x="21457" y="57359"/>
                  </a:lnTo>
                  <a:lnTo>
                    <a:pt x="17960" y="61539"/>
                  </a:lnTo>
                  <a:lnTo>
                    <a:pt x="14601" y="65831"/>
                  </a:lnTo>
                  <a:lnTo>
                    <a:pt x="11384" y="70230"/>
                  </a:lnTo>
                  <a:lnTo>
                    <a:pt x="8313" y="74732"/>
                  </a:lnTo>
                  <a:lnTo>
                    <a:pt x="5389" y="79332"/>
                  </a:lnTo>
                  <a:lnTo>
                    <a:pt x="2617" y="84024"/>
                  </a:lnTo>
                  <a:lnTo>
                    <a:pt x="0" y="88805"/>
                  </a:lnTo>
                  <a:lnTo>
                    <a:pt x="147913" y="1666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65975" y="5220472"/>
              <a:ext cx="334311" cy="334333"/>
            </a:xfrm>
            <a:custGeom>
              <a:avLst/>
              <a:pathLst>
                <a:path w="334311" h="334333">
                  <a:moveTo>
                    <a:pt x="19246" y="89280"/>
                  </a:moveTo>
                  <a:lnTo>
                    <a:pt x="16852" y="94005"/>
                  </a:lnTo>
                  <a:lnTo>
                    <a:pt x="14610" y="98804"/>
                  </a:lnTo>
                  <a:lnTo>
                    <a:pt x="12520" y="103672"/>
                  </a:lnTo>
                  <a:lnTo>
                    <a:pt x="10586" y="108603"/>
                  </a:lnTo>
                  <a:lnTo>
                    <a:pt x="8809" y="113594"/>
                  </a:lnTo>
                  <a:lnTo>
                    <a:pt x="7191" y="118638"/>
                  </a:lnTo>
                  <a:lnTo>
                    <a:pt x="5734" y="123731"/>
                  </a:lnTo>
                  <a:lnTo>
                    <a:pt x="4439" y="128867"/>
                  </a:lnTo>
                  <a:lnTo>
                    <a:pt x="3307" y="134042"/>
                  </a:lnTo>
                  <a:lnTo>
                    <a:pt x="2340" y="139250"/>
                  </a:lnTo>
                  <a:lnTo>
                    <a:pt x="1538" y="144486"/>
                  </a:lnTo>
                  <a:lnTo>
                    <a:pt x="902" y="149745"/>
                  </a:lnTo>
                  <a:lnTo>
                    <a:pt x="434" y="155022"/>
                  </a:lnTo>
                  <a:lnTo>
                    <a:pt x="133" y="160310"/>
                  </a:lnTo>
                  <a:lnTo>
                    <a:pt x="0" y="165606"/>
                  </a:lnTo>
                  <a:lnTo>
                    <a:pt x="34" y="170903"/>
                  </a:lnTo>
                  <a:lnTo>
                    <a:pt x="236" y="176196"/>
                  </a:lnTo>
                  <a:lnTo>
                    <a:pt x="606" y="181481"/>
                  </a:lnTo>
                  <a:lnTo>
                    <a:pt x="1143" y="186751"/>
                  </a:lnTo>
                  <a:lnTo>
                    <a:pt x="1847" y="192001"/>
                  </a:lnTo>
                  <a:lnTo>
                    <a:pt x="2717" y="197226"/>
                  </a:lnTo>
                  <a:lnTo>
                    <a:pt x="3752" y="202421"/>
                  </a:lnTo>
                  <a:lnTo>
                    <a:pt x="4951" y="207581"/>
                  </a:lnTo>
                  <a:lnTo>
                    <a:pt x="6313" y="212700"/>
                  </a:lnTo>
                  <a:lnTo>
                    <a:pt x="7836" y="217774"/>
                  </a:lnTo>
                  <a:lnTo>
                    <a:pt x="9520" y="222796"/>
                  </a:lnTo>
                  <a:lnTo>
                    <a:pt x="11362" y="227763"/>
                  </a:lnTo>
                  <a:lnTo>
                    <a:pt x="13360" y="232669"/>
                  </a:lnTo>
                  <a:lnTo>
                    <a:pt x="15512" y="237509"/>
                  </a:lnTo>
                  <a:lnTo>
                    <a:pt x="17817" y="242279"/>
                  </a:lnTo>
                  <a:lnTo>
                    <a:pt x="20272" y="246973"/>
                  </a:lnTo>
                  <a:lnTo>
                    <a:pt x="22874" y="251587"/>
                  </a:lnTo>
                  <a:lnTo>
                    <a:pt x="25621" y="256116"/>
                  </a:lnTo>
                  <a:lnTo>
                    <a:pt x="28511" y="260556"/>
                  </a:lnTo>
                  <a:lnTo>
                    <a:pt x="31539" y="264902"/>
                  </a:lnTo>
                  <a:lnTo>
                    <a:pt x="34704" y="269150"/>
                  </a:lnTo>
                  <a:lnTo>
                    <a:pt x="38002" y="273295"/>
                  </a:lnTo>
                  <a:lnTo>
                    <a:pt x="41429" y="277334"/>
                  </a:lnTo>
                  <a:lnTo>
                    <a:pt x="44983" y="281263"/>
                  </a:lnTo>
                  <a:lnTo>
                    <a:pt x="48659" y="285076"/>
                  </a:lnTo>
                  <a:lnTo>
                    <a:pt x="52455" y="288772"/>
                  </a:lnTo>
                  <a:lnTo>
                    <a:pt x="56365" y="292345"/>
                  </a:lnTo>
                  <a:lnTo>
                    <a:pt x="60387" y="295793"/>
                  </a:lnTo>
                  <a:lnTo>
                    <a:pt x="64516" y="299111"/>
                  </a:lnTo>
                  <a:lnTo>
                    <a:pt x="68748" y="302297"/>
                  </a:lnTo>
                  <a:lnTo>
                    <a:pt x="73079" y="305347"/>
                  </a:lnTo>
                  <a:lnTo>
                    <a:pt x="77504" y="308259"/>
                  </a:lnTo>
                  <a:lnTo>
                    <a:pt x="82020" y="311028"/>
                  </a:lnTo>
                  <a:lnTo>
                    <a:pt x="86621" y="313654"/>
                  </a:lnTo>
                  <a:lnTo>
                    <a:pt x="91302" y="316132"/>
                  </a:lnTo>
                  <a:lnTo>
                    <a:pt x="96060" y="318461"/>
                  </a:lnTo>
                  <a:lnTo>
                    <a:pt x="100890" y="320638"/>
                  </a:lnTo>
                  <a:lnTo>
                    <a:pt x="105785" y="322660"/>
                  </a:lnTo>
                  <a:lnTo>
                    <a:pt x="110743" y="324527"/>
                  </a:lnTo>
                  <a:lnTo>
                    <a:pt x="115757" y="326235"/>
                  </a:lnTo>
                  <a:lnTo>
                    <a:pt x="120823" y="327784"/>
                  </a:lnTo>
                  <a:lnTo>
                    <a:pt x="125935" y="329172"/>
                  </a:lnTo>
                  <a:lnTo>
                    <a:pt x="131089" y="330396"/>
                  </a:lnTo>
                  <a:lnTo>
                    <a:pt x="136279" y="331457"/>
                  </a:lnTo>
                  <a:lnTo>
                    <a:pt x="141499" y="332353"/>
                  </a:lnTo>
                  <a:lnTo>
                    <a:pt x="146746" y="333083"/>
                  </a:lnTo>
                  <a:lnTo>
                    <a:pt x="152013" y="333647"/>
                  </a:lnTo>
                  <a:lnTo>
                    <a:pt x="157296" y="334043"/>
                  </a:lnTo>
                  <a:lnTo>
                    <a:pt x="162588" y="334272"/>
                  </a:lnTo>
                  <a:lnTo>
                    <a:pt x="167885" y="334333"/>
                  </a:lnTo>
                  <a:lnTo>
                    <a:pt x="173181" y="334226"/>
                  </a:lnTo>
                  <a:lnTo>
                    <a:pt x="178471" y="333951"/>
                  </a:lnTo>
                  <a:lnTo>
                    <a:pt x="183750" y="333509"/>
                  </a:lnTo>
                  <a:lnTo>
                    <a:pt x="189012" y="332900"/>
                  </a:lnTo>
                  <a:lnTo>
                    <a:pt x="194252" y="332124"/>
                  </a:lnTo>
                  <a:lnTo>
                    <a:pt x="199465" y="331183"/>
                  </a:lnTo>
                  <a:lnTo>
                    <a:pt x="204645" y="330077"/>
                  </a:lnTo>
                  <a:lnTo>
                    <a:pt x="209788" y="328808"/>
                  </a:lnTo>
                  <a:lnTo>
                    <a:pt x="214888" y="327376"/>
                  </a:lnTo>
                  <a:lnTo>
                    <a:pt x="219940" y="325783"/>
                  </a:lnTo>
                  <a:lnTo>
                    <a:pt x="224940" y="324031"/>
                  </a:lnTo>
                  <a:lnTo>
                    <a:pt x="229881" y="322122"/>
                  </a:lnTo>
                  <a:lnTo>
                    <a:pt x="234759" y="320057"/>
                  </a:lnTo>
                  <a:lnTo>
                    <a:pt x="239569" y="317838"/>
                  </a:lnTo>
                  <a:lnTo>
                    <a:pt x="244307" y="315468"/>
                  </a:lnTo>
                  <a:lnTo>
                    <a:pt x="248967" y="312950"/>
                  </a:lnTo>
                  <a:lnTo>
                    <a:pt x="253545" y="310284"/>
                  </a:lnTo>
                  <a:lnTo>
                    <a:pt x="258036" y="307475"/>
                  </a:lnTo>
                  <a:lnTo>
                    <a:pt x="262436" y="304526"/>
                  </a:lnTo>
                  <a:lnTo>
                    <a:pt x="266740" y="301438"/>
                  </a:lnTo>
                  <a:lnTo>
                    <a:pt x="270944" y="298215"/>
                  </a:lnTo>
                  <a:lnTo>
                    <a:pt x="275044" y="294861"/>
                  </a:lnTo>
                  <a:lnTo>
                    <a:pt x="279036" y="291379"/>
                  </a:lnTo>
                  <a:lnTo>
                    <a:pt x="282915" y="287772"/>
                  </a:lnTo>
                  <a:lnTo>
                    <a:pt x="286679" y="284044"/>
                  </a:lnTo>
                  <a:lnTo>
                    <a:pt x="290322" y="280198"/>
                  </a:lnTo>
                  <a:lnTo>
                    <a:pt x="293841" y="276239"/>
                  </a:lnTo>
                  <a:lnTo>
                    <a:pt x="297233" y="272171"/>
                  </a:lnTo>
                  <a:lnTo>
                    <a:pt x="300495" y="267997"/>
                  </a:lnTo>
                  <a:lnTo>
                    <a:pt x="303623" y="263721"/>
                  </a:lnTo>
                  <a:lnTo>
                    <a:pt x="306614" y="259349"/>
                  </a:lnTo>
                  <a:lnTo>
                    <a:pt x="309464" y="254884"/>
                  </a:lnTo>
                  <a:lnTo>
                    <a:pt x="312172" y="250332"/>
                  </a:lnTo>
                  <a:lnTo>
                    <a:pt x="314734" y="245695"/>
                  </a:lnTo>
                  <a:lnTo>
                    <a:pt x="317148" y="240980"/>
                  </a:lnTo>
                  <a:lnTo>
                    <a:pt x="319412" y="236191"/>
                  </a:lnTo>
                  <a:lnTo>
                    <a:pt x="321522" y="231332"/>
                  </a:lnTo>
                  <a:lnTo>
                    <a:pt x="323478" y="226409"/>
                  </a:lnTo>
                  <a:lnTo>
                    <a:pt x="325276" y="221427"/>
                  </a:lnTo>
                  <a:lnTo>
                    <a:pt x="326916" y="216390"/>
                  </a:lnTo>
                  <a:lnTo>
                    <a:pt x="328395" y="211303"/>
                  </a:lnTo>
                  <a:lnTo>
                    <a:pt x="329713" y="206172"/>
                  </a:lnTo>
                  <a:lnTo>
                    <a:pt x="330867" y="201002"/>
                  </a:lnTo>
                  <a:lnTo>
                    <a:pt x="331857" y="195798"/>
                  </a:lnTo>
                  <a:lnTo>
                    <a:pt x="332681" y="190566"/>
                  </a:lnTo>
                  <a:lnTo>
                    <a:pt x="333340" y="185310"/>
                  </a:lnTo>
                  <a:lnTo>
                    <a:pt x="333831" y="180035"/>
                  </a:lnTo>
                  <a:lnTo>
                    <a:pt x="334155" y="174748"/>
                  </a:lnTo>
                  <a:lnTo>
                    <a:pt x="334311" y="169453"/>
                  </a:lnTo>
                  <a:lnTo>
                    <a:pt x="334300" y="164156"/>
                  </a:lnTo>
                  <a:lnTo>
                    <a:pt x="334121" y="158862"/>
                  </a:lnTo>
                  <a:lnTo>
                    <a:pt x="333774" y="153576"/>
                  </a:lnTo>
                  <a:lnTo>
                    <a:pt x="333259" y="148304"/>
                  </a:lnTo>
                  <a:lnTo>
                    <a:pt x="332578" y="143050"/>
                  </a:lnTo>
                  <a:lnTo>
                    <a:pt x="331731" y="137821"/>
                  </a:lnTo>
                  <a:lnTo>
                    <a:pt x="330719" y="132622"/>
                  </a:lnTo>
                  <a:lnTo>
                    <a:pt x="329542" y="127457"/>
                  </a:lnTo>
                  <a:lnTo>
                    <a:pt x="328202" y="122332"/>
                  </a:lnTo>
                  <a:lnTo>
                    <a:pt x="326701" y="117252"/>
                  </a:lnTo>
                  <a:lnTo>
                    <a:pt x="325039" y="112222"/>
                  </a:lnTo>
                  <a:lnTo>
                    <a:pt x="323219" y="107247"/>
                  </a:lnTo>
                  <a:lnTo>
                    <a:pt x="321242" y="102333"/>
                  </a:lnTo>
                  <a:lnTo>
                    <a:pt x="319111" y="97483"/>
                  </a:lnTo>
                  <a:lnTo>
                    <a:pt x="316827" y="92704"/>
                  </a:lnTo>
                  <a:lnTo>
                    <a:pt x="314392" y="87999"/>
                  </a:lnTo>
                  <a:lnTo>
                    <a:pt x="311810" y="83374"/>
                  </a:lnTo>
                  <a:lnTo>
                    <a:pt x="309082" y="78833"/>
                  </a:lnTo>
                  <a:lnTo>
                    <a:pt x="306212" y="74381"/>
                  </a:lnTo>
                  <a:lnTo>
                    <a:pt x="303203" y="70021"/>
                  </a:lnTo>
                  <a:lnTo>
                    <a:pt x="300056" y="65760"/>
                  </a:lnTo>
                  <a:lnTo>
                    <a:pt x="296777" y="61600"/>
                  </a:lnTo>
                  <a:lnTo>
                    <a:pt x="293367" y="57546"/>
                  </a:lnTo>
                  <a:lnTo>
                    <a:pt x="289830" y="53602"/>
                  </a:lnTo>
                  <a:lnTo>
                    <a:pt x="286170" y="49773"/>
                  </a:lnTo>
                  <a:lnTo>
                    <a:pt x="282391" y="46061"/>
                  </a:lnTo>
                  <a:lnTo>
                    <a:pt x="278496" y="42471"/>
                  </a:lnTo>
                  <a:lnTo>
                    <a:pt x="274489" y="39006"/>
                  </a:lnTo>
                  <a:lnTo>
                    <a:pt x="270375" y="35669"/>
                  </a:lnTo>
                  <a:lnTo>
                    <a:pt x="266157" y="32465"/>
                  </a:lnTo>
                  <a:lnTo>
                    <a:pt x="261839" y="29396"/>
                  </a:lnTo>
                  <a:lnTo>
                    <a:pt x="257426" y="26466"/>
                  </a:lnTo>
                  <a:lnTo>
                    <a:pt x="252923" y="23676"/>
                  </a:lnTo>
                  <a:lnTo>
                    <a:pt x="248333" y="21031"/>
                  </a:lnTo>
                  <a:lnTo>
                    <a:pt x="243663" y="18532"/>
                  </a:lnTo>
                  <a:lnTo>
                    <a:pt x="238915" y="16183"/>
                  </a:lnTo>
                  <a:lnTo>
                    <a:pt x="234095" y="13985"/>
                  </a:lnTo>
                  <a:lnTo>
                    <a:pt x="229208" y="11941"/>
                  </a:lnTo>
                  <a:lnTo>
                    <a:pt x="224259" y="10053"/>
                  </a:lnTo>
                  <a:lnTo>
                    <a:pt x="219252" y="8323"/>
                  </a:lnTo>
                  <a:lnTo>
                    <a:pt x="214193" y="6752"/>
                  </a:lnTo>
                  <a:lnTo>
                    <a:pt x="209087" y="5343"/>
                  </a:lnTo>
                  <a:lnTo>
                    <a:pt x="203938" y="4096"/>
                  </a:lnTo>
                  <a:lnTo>
                    <a:pt x="198753" y="3012"/>
                  </a:lnTo>
                  <a:lnTo>
                    <a:pt x="193536" y="2094"/>
                  </a:lnTo>
                  <a:lnTo>
                    <a:pt x="188293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54651" y="4961274"/>
              <a:ext cx="28188" cy="167167"/>
            </a:xfrm>
            <a:custGeom>
              <a:avLst/>
              <a:pathLst>
                <a:path w="28188" h="167167">
                  <a:moveTo>
                    <a:pt x="28188" y="0"/>
                  </a:moveTo>
                  <a:lnTo>
                    <a:pt x="21109" y="149"/>
                  </a:lnTo>
                  <a:lnTo>
                    <a:pt x="14043" y="599"/>
                  </a:lnTo>
                  <a:lnTo>
                    <a:pt x="7002" y="1347"/>
                  </a:lnTo>
                  <a:lnTo>
                    <a:pt x="0" y="2393"/>
                  </a:lnTo>
                  <a:lnTo>
                    <a:pt x="2818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54651" y="4963668"/>
              <a:ext cx="28188" cy="164773"/>
            </a:xfrm>
            <a:custGeom>
              <a:avLst/>
              <a:pathLst>
                <a:path w="28188" h="164773">
                  <a:moveTo>
                    <a:pt x="0" y="0"/>
                  </a:moveTo>
                  <a:lnTo>
                    <a:pt x="28188" y="1647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54651" y="4963668"/>
              <a:ext cx="28188" cy="164773"/>
            </a:xfrm>
            <a:custGeom>
              <a:avLst/>
              <a:pathLst>
                <a:path w="28188" h="164773">
                  <a:moveTo>
                    <a:pt x="0" y="0"/>
                  </a:moveTo>
                  <a:lnTo>
                    <a:pt x="28188" y="164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54651" y="4963668"/>
              <a:ext cx="28188" cy="164773"/>
            </a:xfrm>
            <a:custGeom>
              <a:avLst/>
              <a:pathLst>
                <a:path w="28188" h="164773">
                  <a:moveTo>
                    <a:pt x="0" y="0"/>
                  </a:moveTo>
                  <a:lnTo>
                    <a:pt x="28188" y="164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915679" y="4963668"/>
              <a:ext cx="167161" cy="179566"/>
            </a:xfrm>
            <a:custGeom>
              <a:avLst/>
              <a:pathLst>
                <a:path w="167161" h="179566">
                  <a:moveTo>
                    <a:pt x="138972" y="0"/>
                  </a:moveTo>
                  <a:lnTo>
                    <a:pt x="133651" y="999"/>
                  </a:lnTo>
                  <a:lnTo>
                    <a:pt x="128364" y="2170"/>
                  </a:lnTo>
                  <a:lnTo>
                    <a:pt x="123119" y="3512"/>
                  </a:lnTo>
                  <a:lnTo>
                    <a:pt x="117919" y="5023"/>
                  </a:lnTo>
                  <a:lnTo>
                    <a:pt x="112772" y="6701"/>
                  </a:lnTo>
                  <a:lnTo>
                    <a:pt x="107681" y="8545"/>
                  </a:lnTo>
                  <a:lnTo>
                    <a:pt x="102653" y="10554"/>
                  </a:lnTo>
                  <a:lnTo>
                    <a:pt x="97692" y="12723"/>
                  </a:lnTo>
                  <a:lnTo>
                    <a:pt x="92805" y="15053"/>
                  </a:lnTo>
                  <a:lnTo>
                    <a:pt x="87995" y="17540"/>
                  </a:lnTo>
                  <a:lnTo>
                    <a:pt x="83268" y="20181"/>
                  </a:lnTo>
                  <a:lnTo>
                    <a:pt x="78630" y="22973"/>
                  </a:lnTo>
                  <a:lnTo>
                    <a:pt x="74084" y="25915"/>
                  </a:lnTo>
                  <a:lnTo>
                    <a:pt x="69636" y="29002"/>
                  </a:lnTo>
                  <a:lnTo>
                    <a:pt x="65290" y="32231"/>
                  </a:lnTo>
                  <a:lnTo>
                    <a:pt x="61051" y="35600"/>
                  </a:lnTo>
                  <a:lnTo>
                    <a:pt x="56924" y="39104"/>
                  </a:lnTo>
                  <a:lnTo>
                    <a:pt x="52912" y="42740"/>
                  </a:lnTo>
                  <a:lnTo>
                    <a:pt x="49019" y="46504"/>
                  </a:lnTo>
                  <a:lnTo>
                    <a:pt x="45251" y="50392"/>
                  </a:lnTo>
                  <a:lnTo>
                    <a:pt x="41611" y="54400"/>
                  </a:lnTo>
                  <a:lnTo>
                    <a:pt x="38102" y="58524"/>
                  </a:lnTo>
                  <a:lnTo>
                    <a:pt x="34729" y="62759"/>
                  </a:lnTo>
                  <a:lnTo>
                    <a:pt x="31495" y="67101"/>
                  </a:lnTo>
                  <a:lnTo>
                    <a:pt x="28403" y="71546"/>
                  </a:lnTo>
                  <a:lnTo>
                    <a:pt x="25457" y="76089"/>
                  </a:lnTo>
                  <a:lnTo>
                    <a:pt x="22659" y="80724"/>
                  </a:lnTo>
                  <a:lnTo>
                    <a:pt x="20013" y="85448"/>
                  </a:lnTo>
                  <a:lnTo>
                    <a:pt x="17521" y="90255"/>
                  </a:lnTo>
                  <a:lnTo>
                    <a:pt x="15186" y="95140"/>
                  </a:lnTo>
                  <a:lnTo>
                    <a:pt x="13011" y="100098"/>
                  </a:lnTo>
                  <a:lnTo>
                    <a:pt x="10997" y="105125"/>
                  </a:lnTo>
                  <a:lnTo>
                    <a:pt x="9148" y="110213"/>
                  </a:lnTo>
                  <a:lnTo>
                    <a:pt x="7464" y="115359"/>
                  </a:lnTo>
                  <a:lnTo>
                    <a:pt x="5947" y="120557"/>
                  </a:lnTo>
                  <a:lnTo>
                    <a:pt x="4600" y="125801"/>
                  </a:lnTo>
                  <a:lnTo>
                    <a:pt x="3423" y="131086"/>
                  </a:lnTo>
                  <a:lnTo>
                    <a:pt x="2418" y="136406"/>
                  </a:lnTo>
                  <a:lnTo>
                    <a:pt x="1586" y="141756"/>
                  </a:lnTo>
                  <a:lnTo>
                    <a:pt x="927" y="147130"/>
                  </a:lnTo>
                  <a:lnTo>
                    <a:pt x="443" y="152523"/>
                  </a:lnTo>
                  <a:lnTo>
                    <a:pt x="134" y="157929"/>
                  </a:lnTo>
                  <a:lnTo>
                    <a:pt x="0" y="163341"/>
                  </a:lnTo>
                  <a:lnTo>
                    <a:pt x="41" y="168756"/>
                  </a:lnTo>
                  <a:lnTo>
                    <a:pt x="257" y="174166"/>
                  </a:lnTo>
                  <a:lnTo>
                    <a:pt x="649" y="179566"/>
                  </a:lnTo>
                  <a:lnTo>
                    <a:pt x="167161" y="164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916328" y="4961274"/>
              <a:ext cx="333665" cy="334331"/>
            </a:xfrm>
            <a:custGeom>
              <a:avLst/>
              <a:pathLst>
                <a:path w="333665" h="334331">
                  <a:moveTo>
                    <a:pt x="0" y="181960"/>
                  </a:moveTo>
                  <a:lnTo>
                    <a:pt x="551" y="187225"/>
                  </a:lnTo>
                  <a:lnTo>
                    <a:pt x="1270" y="192470"/>
                  </a:lnTo>
                  <a:lnTo>
                    <a:pt x="2154" y="197690"/>
                  </a:lnTo>
                  <a:lnTo>
                    <a:pt x="3203" y="202878"/>
                  </a:lnTo>
                  <a:lnTo>
                    <a:pt x="4415" y="208032"/>
                  </a:lnTo>
                  <a:lnTo>
                    <a:pt x="5791" y="213144"/>
                  </a:lnTo>
                  <a:lnTo>
                    <a:pt x="7327" y="218210"/>
                  </a:lnTo>
                  <a:lnTo>
                    <a:pt x="9023" y="223225"/>
                  </a:lnTo>
                  <a:lnTo>
                    <a:pt x="10877" y="228183"/>
                  </a:lnTo>
                  <a:lnTo>
                    <a:pt x="12887" y="233081"/>
                  </a:lnTo>
                  <a:lnTo>
                    <a:pt x="15051" y="237912"/>
                  </a:lnTo>
                  <a:lnTo>
                    <a:pt x="17367" y="242673"/>
                  </a:lnTo>
                  <a:lnTo>
                    <a:pt x="19833" y="247357"/>
                  </a:lnTo>
                  <a:lnTo>
                    <a:pt x="22446" y="251962"/>
                  </a:lnTo>
                  <a:lnTo>
                    <a:pt x="25203" y="256481"/>
                  </a:lnTo>
                  <a:lnTo>
                    <a:pt x="28102" y="260911"/>
                  </a:lnTo>
                  <a:lnTo>
                    <a:pt x="31140" y="265246"/>
                  </a:lnTo>
                  <a:lnTo>
                    <a:pt x="34313" y="269483"/>
                  </a:lnTo>
                  <a:lnTo>
                    <a:pt x="37619" y="273618"/>
                  </a:lnTo>
                  <a:lnTo>
                    <a:pt x="41055" y="277646"/>
                  </a:lnTo>
                  <a:lnTo>
                    <a:pt x="44616" y="281563"/>
                  </a:lnTo>
                  <a:lnTo>
                    <a:pt x="48299" y="285366"/>
                  </a:lnTo>
                  <a:lnTo>
                    <a:pt x="52101" y="289049"/>
                  </a:lnTo>
                  <a:lnTo>
                    <a:pt x="56018" y="292611"/>
                  </a:lnTo>
                  <a:lnTo>
                    <a:pt x="60045" y="296047"/>
                  </a:lnTo>
                  <a:lnTo>
                    <a:pt x="64180" y="299353"/>
                  </a:lnTo>
                  <a:lnTo>
                    <a:pt x="68417" y="302527"/>
                  </a:lnTo>
                  <a:lnTo>
                    <a:pt x="72752" y="305566"/>
                  </a:lnTo>
                  <a:lnTo>
                    <a:pt x="77181" y="308465"/>
                  </a:lnTo>
                  <a:lnTo>
                    <a:pt x="81700" y="311223"/>
                  </a:lnTo>
                  <a:lnTo>
                    <a:pt x="86304" y="313836"/>
                  </a:lnTo>
                  <a:lnTo>
                    <a:pt x="90989" y="316302"/>
                  </a:lnTo>
                  <a:lnTo>
                    <a:pt x="95749" y="318619"/>
                  </a:lnTo>
                  <a:lnTo>
                    <a:pt x="100580" y="320783"/>
                  </a:lnTo>
                  <a:lnTo>
                    <a:pt x="105477" y="322794"/>
                  </a:lnTo>
                  <a:lnTo>
                    <a:pt x="110436" y="324649"/>
                  </a:lnTo>
                  <a:lnTo>
                    <a:pt x="115450" y="326345"/>
                  </a:lnTo>
                  <a:lnTo>
                    <a:pt x="120516" y="327882"/>
                  </a:lnTo>
                  <a:lnTo>
                    <a:pt x="125628" y="329258"/>
                  </a:lnTo>
                  <a:lnTo>
                    <a:pt x="130781" y="330471"/>
                  </a:lnTo>
                  <a:lnTo>
                    <a:pt x="135970" y="331521"/>
                  </a:lnTo>
                  <a:lnTo>
                    <a:pt x="141190" y="332405"/>
                  </a:lnTo>
                  <a:lnTo>
                    <a:pt x="146434" y="333124"/>
                  </a:lnTo>
                  <a:lnTo>
                    <a:pt x="151699" y="333677"/>
                  </a:lnTo>
                  <a:lnTo>
                    <a:pt x="156979" y="334062"/>
                  </a:lnTo>
                  <a:lnTo>
                    <a:pt x="162269" y="334281"/>
                  </a:lnTo>
                  <a:lnTo>
                    <a:pt x="167562" y="334331"/>
                  </a:lnTo>
                  <a:lnTo>
                    <a:pt x="172855" y="334214"/>
                  </a:lnTo>
                  <a:lnTo>
                    <a:pt x="178141" y="333929"/>
                  </a:lnTo>
                  <a:lnTo>
                    <a:pt x="183416" y="333477"/>
                  </a:lnTo>
                  <a:lnTo>
                    <a:pt x="188674" y="332859"/>
                  </a:lnTo>
                  <a:lnTo>
                    <a:pt x="193909" y="332074"/>
                  </a:lnTo>
                  <a:lnTo>
                    <a:pt x="199117" y="331124"/>
                  </a:lnTo>
                  <a:lnTo>
                    <a:pt x="204292" y="330009"/>
                  </a:lnTo>
                  <a:lnTo>
                    <a:pt x="209430" y="328731"/>
                  </a:lnTo>
                  <a:lnTo>
                    <a:pt x="214524" y="327291"/>
                  </a:lnTo>
                  <a:lnTo>
                    <a:pt x="219570" y="325690"/>
                  </a:lnTo>
                  <a:lnTo>
                    <a:pt x="224563" y="323931"/>
                  </a:lnTo>
                  <a:lnTo>
                    <a:pt x="229498" y="322014"/>
                  </a:lnTo>
                  <a:lnTo>
                    <a:pt x="234369" y="319942"/>
                  </a:lnTo>
                  <a:lnTo>
                    <a:pt x="239173" y="317717"/>
                  </a:lnTo>
                  <a:lnTo>
                    <a:pt x="243903" y="315340"/>
                  </a:lnTo>
                  <a:lnTo>
                    <a:pt x="248556" y="312816"/>
                  </a:lnTo>
                  <a:lnTo>
                    <a:pt x="253127" y="310145"/>
                  </a:lnTo>
                  <a:lnTo>
                    <a:pt x="257611" y="307330"/>
                  </a:lnTo>
                  <a:lnTo>
                    <a:pt x="262004" y="304375"/>
                  </a:lnTo>
                  <a:lnTo>
                    <a:pt x="266300" y="301283"/>
                  </a:lnTo>
                  <a:lnTo>
                    <a:pt x="270497" y="298056"/>
                  </a:lnTo>
                  <a:lnTo>
                    <a:pt x="274589" y="294698"/>
                  </a:lnTo>
                  <a:lnTo>
                    <a:pt x="278573" y="291211"/>
                  </a:lnTo>
                  <a:lnTo>
                    <a:pt x="282445" y="287601"/>
                  </a:lnTo>
                  <a:lnTo>
                    <a:pt x="286200" y="283869"/>
                  </a:lnTo>
                  <a:lnTo>
                    <a:pt x="289836" y="280021"/>
                  </a:lnTo>
                  <a:lnTo>
                    <a:pt x="293347" y="276059"/>
                  </a:lnTo>
                  <a:lnTo>
                    <a:pt x="296732" y="271989"/>
                  </a:lnTo>
                  <a:lnTo>
                    <a:pt x="299985" y="267813"/>
                  </a:lnTo>
                  <a:lnTo>
                    <a:pt x="303105" y="263536"/>
                  </a:lnTo>
                  <a:lnTo>
                    <a:pt x="306088" y="259162"/>
                  </a:lnTo>
                  <a:lnTo>
                    <a:pt x="308931" y="254697"/>
                  </a:lnTo>
                  <a:lnTo>
                    <a:pt x="311632" y="250143"/>
                  </a:lnTo>
                  <a:lnTo>
                    <a:pt x="314186" y="245506"/>
                  </a:lnTo>
                  <a:lnTo>
                    <a:pt x="316593" y="240791"/>
                  </a:lnTo>
                  <a:lnTo>
                    <a:pt x="318849" y="236002"/>
                  </a:lnTo>
                  <a:lnTo>
                    <a:pt x="320952" y="231144"/>
                  </a:lnTo>
                  <a:lnTo>
                    <a:pt x="322900" y="226221"/>
                  </a:lnTo>
                  <a:lnTo>
                    <a:pt x="324692" y="221240"/>
                  </a:lnTo>
                  <a:lnTo>
                    <a:pt x="326325" y="216204"/>
                  </a:lnTo>
                  <a:lnTo>
                    <a:pt x="327797" y="211119"/>
                  </a:lnTo>
                  <a:lnTo>
                    <a:pt x="329108" y="205990"/>
                  </a:lnTo>
                  <a:lnTo>
                    <a:pt x="330256" y="200822"/>
                  </a:lnTo>
                  <a:lnTo>
                    <a:pt x="331239" y="195620"/>
                  </a:lnTo>
                  <a:lnTo>
                    <a:pt x="332058" y="190390"/>
                  </a:lnTo>
                  <a:lnTo>
                    <a:pt x="332710" y="185136"/>
                  </a:lnTo>
                  <a:lnTo>
                    <a:pt x="333196" y="179864"/>
                  </a:lnTo>
                  <a:lnTo>
                    <a:pt x="333514" y="174580"/>
                  </a:lnTo>
                  <a:lnTo>
                    <a:pt x="333665" y="169288"/>
                  </a:lnTo>
                  <a:lnTo>
                    <a:pt x="333648" y="163994"/>
                  </a:lnTo>
                  <a:lnTo>
                    <a:pt x="333464" y="158704"/>
                  </a:lnTo>
                  <a:lnTo>
                    <a:pt x="333112" y="153421"/>
                  </a:lnTo>
                  <a:lnTo>
                    <a:pt x="332594" y="148153"/>
                  </a:lnTo>
                  <a:lnTo>
                    <a:pt x="331908" y="142904"/>
                  </a:lnTo>
                  <a:lnTo>
                    <a:pt x="331057" y="137679"/>
                  </a:lnTo>
                  <a:lnTo>
                    <a:pt x="330041" y="132483"/>
                  </a:lnTo>
                  <a:lnTo>
                    <a:pt x="328861" y="127322"/>
                  </a:lnTo>
                  <a:lnTo>
                    <a:pt x="327518" y="122202"/>
                  </a:lnTo>
                  <a:lnTo>
                    <a:pt x="326013" y="117126"/>
                  </a:lnTo>
                  <a:lnTo>
                    <a:pt x="324349" y="112101"/>
                  </a:lnTo>
                  <a:lnTo>
                    <a:pt x="322526" y="107130"/>
                  </a:lnTo>
                  <a:lnTo>
                    <a:pt x="320547" y="102220"/>
                  </a:lnTo>
                  <a:lnTo>
                    <a:pt x="318413" y="97376"/>
                  </a:lnTo>
                  <a:lnTo>
                    <a:pt x="316127" y="92601"/>
                  </a:lnTo>
                  <a:lnTo>
                    <a:pt x="313691" y="87901"/>
                  </a:lnTo>
                  <a:lnTo>
                    <a:pt x="311107" y="83280"/>
                  </a:lnTo>
                  <a:lnTo>
                    <a:pt x="308378" y="78743"/>
                  </a:lnTo>
                  <a:lnTo>
                    <a:pt x="305507" y="74296"/>
                  </a:lnTo>
                  <a:lnTo>
                    <a:pt x="302497" y="69941"/>
                  </a:lnTo>
                  <a:lnTo>
                    <a:pt x="299350" y="65684"/>
                  </a:lnTo>
                  <a:lnTo>
                    <a:pt x="296070" y="61528"/>
                  </a:lnTo>
                  <a:lnTo>
                    <a:pt x="292660" y="57479"/>
                  </a:lnTo>
                  <a:lnTo>
                    <a:pt x="289123" y="53540"/>
                  </a:lnTo>
                  <a:lnTo>
                    <a:pt x="285464" y="49714"/>
                  </a:lnTo>
                  <a:lnTo>
                    <a:pt x="281685" y="46006"/>
                  </a:lnTo>
                  <a:lnTo>
                    <a:pt x="277791" y="42420"/>
                  </a:lnTo>
                  <a:lnTo>
                    <a:pt x="273785" y="38959"/>
                  </a:lnTo>
                  <a:lnTo>
                    <a:pt x="269672" y="35627"/>
                  </a:lnTo>
                  <a:lnTo>
                    <a:pt x="265455" y="32426"/>
                  </a:lnTo>
                  <a:lnTo>
                    <a:pt x="261139" y="29361"/>
                  </a:lnTo>
                  <a:lnTo>
                    <a:pt x="256728" y="26433"/>
                  </a:lnTo>
                  <a:lnTo>
                    <a:pt x="252226" y="23647"/>
                  </a:lnTo>
                  <a:lnTo>
                    <a:pt x="247639" y="21005"/>
                  </a:lnTo>
                  <a:lnTo>
                    <a:pt x="242970" y="18510"/>
                  </a:lnTo>
                  <a:lnTo>
                    <a:pt x="238225" y="16163"/>
                  </a:lnTo>
                  <a:lnTo>
                    <a:pt x="233407" y="13968"/>
                  </a:lnTo>
                  <a:lnTo>
                    <a:pt x="228523" y="11927"/>
                  </a:lnTo>
                  <a:lnTo>
                    <a:pt x="223576" y="10041"/>
                  </a:lnTo>
                  <a:lnTo>
                    <a:pt x="218572" y="8313"/>
                  </a:lnTo>
                  <a:lnTo>
                    <a:pt x="213516" y="6744"/>
                  </a:lnTo>
                  <a:lnTo>
                    <a:pt x="208413" y="5336"/>
                  </a:lnTo>
                  <a:lnTo>
                    <a:pt x="203267" y="4090"/>
                  </a:lnTo>
                  <a:lnTo>
                    <a:pt x="198085" y="3008"/>
                  </a:lnTo>
                  <a:lnTo>
                    <a:pt x="192871" y="2091"/>
                  </a:lnTo>
                  <a:lnTo>
                    <a:pt x="187631" y="1339"/>
                  </a:lnTo>
                  <a:lnTo>
                    <a:pt x="182370" y="753"/>
                  </a:lnTo>
                  <a:lnTo>
                    <a:pt x="177092" y="335"/>
                  </a:lnTo>
                  <a:lnTo>
                    <a:pt x="171804" y="83"/>
                  </a:lnTo>
                  <a:lnTo>
                    <a:pt x="166511" y="0"/>
                  </a:lnTo>
                  <a:lnTo>
                    <a:pt x="16651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358849" y="4605529"/>
              <a:ext cx="101697" cy="167167"/>
            </a:xfrm>
            <a:custGeom>
              <a:avLst/>
              <a:pathLst>
                <a:path w="101697" h="167167">
                  <a:moveTo>
                    <a:pt x="101697" y="0"/>
                  </a:moveTo>
                  <a:lnTo>
                    <a:pt x="95944" y="99"/>
                  </a:lnTo>
                  <a:lnTo>
                    <a:pt x="90198" y="395"/>
                  </a:lnTo>
                  <a:lnTo>
                    <a:pt x="84465" y="890"/>
                  </a:lnTo>
                  <a:lnTo>
                    <a:pt x="78753" y="1581"/>
                  </a:lnTo>
                  <a:lnTo>
                    <a:pt x="73069" y="2469"/>
                  </a:lnTo>
                  <a:lnTo>
                    <a:pt x="67418" y="3552"/>
                  </a:lnTo>
                  <a:lnTo>
                    <a:pt x="61807" y="4828"/>
                  </a:lnTo>
                  <a:lnTo>
                    <a:pt x="56244" y="6297"/>
                  </a:lnTo>
                  <a:lnTo>
                    <a:pt x="50735" y="7957"/>
                  </a:lnTo>
                  <a:lnTo>
                    <a:pt x="45286" y="9805"/>
                  </a:lnTo>
                  <a:lnTo>
                    <a:pt x="39905" y="11839"/>
                  </a:lnTo>
                  <a:lnTo>
                    <a:pt x="34596" y="14058"/>
                  </a:lnTo>
                  <a:lnTo>
                    <a:pt x="29366" y="16458"/>
                  </a:lnTo>
                  <a:lnTo>
                    <a:pt x="24223" y="19036"/>
                  </a:lnTo>
                  <a:lnTo>
                    <a:pt x="19171" y="21790"/>
                  </a:lnTo>
                  <a:lnTo>
                    <a:pt x="14217" y="24716"/>
                  </a:lnTo>
                  <a:lnTo>
                    <a:pt x="9367" y="27811"/>
                  </a:lnTo>
                  <a:lnTo>
                    <a:pt x="4626" y="31071"/>
                  </a:lnTo>
                  <a:lnTo>
                    <a:pt x="0" y="34492"/>
                  </a:lnTo>
                  <a:lnTo>
                    <a:pt x="1016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358849" y="4640021"/>
              <a:ext cx="101697" cy="132675"/>
            </a:xfrm>
            <a:custGeom>
              <a:avLst/>
              <a:pathLst>
                <a:path w="101697" h="132675">
                  <a:moveTo>
                    <a:pt x="0" y="0"/>
                  </a:moveTo>
                  <a:lnTo>
                    <a:pt x="101697" y="1326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358849" y="4640021"/>
              <a:ext cx="101697" cy="132675"/>
            </a:xfrm>
            <a:custGeom>
              <a:avLst/>
              <a:pathLst>
                <a:path w="101697" h="132675">
                  <a:moveTo>
                    <a:pt x="0" y="0"/>
                  </a:moveTo>
                  <a:lnTo>
                    <a:pt x="101697" y="1326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293381" y="4640021"/>
              <a:ext cx="334323" cy="299836"/>
            </a:xfrm>
            <a:custGeom>
              <a:avLst/>
              <a:pathLst>
                <a:path w="334323" h="299836">
                  <a:moveTo>
                    <a:pt x="65468" y="0"/>
                  </a:moveTo>
                  <a:lnTo>
                    <a:pt x="61302" y="3299"/>
                  </a:lnTo>
                  <a:lnTo>
                    <a:pt x="57244" y="6729"/>
                  </a:lnTo>
                  <a:lnTo>
                    <a:pt x="53297" y="10286"/>
                  </a:lnTo>
                  <a:lnTo>
                    <a:pt x="49465" y="13967"/>
                  </a:lnTo>
                  <a:lnTo>
                    <a:pt x="45751" y="17767"/>
                  </a:lnTo>
                  <a:lnTo>
                    <a:pt x="42160" y="21684"/>
                  </a:lnTo>
                  <a:lnTo>
                    <a:pt x="38696" y="25713"/>
                  </a:lnTo>
                  <a:lnTo>
                    <a:pt x="35362" y="29850"/>
                  </a:lnTo>
                  <a:lnTo>
                    <a:pt x="32160" y="34091"/>
                  </a:lnTo>
                  <a:lnTo>
                    <a:pt x="29095" y="38432"/>
                  </a:lnTo>
                  <a:lnTo>
                    <a:pt x="26170" y="42868"/>
                  </a:lnTo>
                  <a:lnTo>
                    <a:pt x="23387" y="47394"/>
                  </a:lnTo>
                  <a:lnTo>
                    <a:pt x="20749" y="52007"/>
                  </a:lnTo>
                  <a:lnTo>
                    <a:pt x="18259" y="56701"/>
                  </a:lnTo>
                  <a:lnTo>
                    <a:pt x="15920" y="61472"/>
                  </a:lnTo>
                  <a:lnTo>
                    <a:pt x="13733" y="66315"/>
                  </a:lnTo>
                  <a:lnTo>
                    <a:pt x="11701" y="71225"/>
                  </a:lnTo>
                  <a:lnTo>
                    <a:pt x="9827" y="76197"/>
                  </a:lnTo>
                  <a:lnTo>
                    <a:pt x="8111" y="81226"/>
                  </a:lnTo>
                  <a:lnTo>
                    <a:pt x="6557" y="86307"/>
                  </a:lnTo>
                  <a:lnTo>
                    <a:pt x="5164" y="91435"/>
                  </a:lnTo>
                  <a:lnTo>
                    <a:pt x="3935" y="96604"/>
                  </a:lnTo>
                  <a:lnTo>
                    <a:pt x="2871" y="101810"/>
                  </a:lnTo>
                  <a:lnTo>
                    <a:pt x="1973" y="107048"/>
                  </a:lnTo>
                  <a:lnTo>
                    <a:pt x="1242" y="112311"/>
                  </a:lnTo>
                  <a:lnTo>
                    <a:pt x="679" y="117594"/>
                  </a:lnTo>
                  <a:lnTo>
                    <a:pt x="284" y="122893"/>
                  </a:lnTo>
                  <a:lnTo>
                    <a:pt x="57" y="128202"/>
                  </a:lnTo>
                  <a:lnTo>
                    <a:pt x="0" y="133515"/>
                  </a:lnTo>
                  <a:lnTo>
                    <a:pt x="111" y="138828"/>
                  </a:lnTo>
                  <a:lnTo>
                    <a:pt x="391" y="144134"/>
                  </a:lnTo>
                  <a:lnTo>
                    <a:pt x="839" y="149429"/>
                  </a:lnTo>
                  <a:lnTo>
                    <a:pt x="1456" y="154707"/>
                  </a:lnTo>
                  <a:lnTo>
                    <a:pt x="2240" y="159962"/>
                  </a:lnTo>
                  <a:lnTo>
                    <a:pt x="3190" y="165190"/>
                  </a:lnTo>
                  <a:lnTo>
                    <a:pt x="4306" y="170385"/>
                  </a:lnTo>
                  <a:lnTo>
                    <a:pt x="5587" y="175542"/>
                  </a:lnTo>
                  <a:lnTo>
                    <a:pt x="7031" y="180656"/>
                  </a:lnTo>
                  <a:lnTo>
                    <a:pt x="8637" y="185721"/>
                  </a:lnTo>
                  <a:lnTo>
                    <a:pt x="10403" y="190732"/>
                  </a:lnTo>
                  <a:lnTo>
                    <a:pt x="12327" y="195685"/>
                  </a:lnTo>
                  <a:lnTo>
                    <a:pt x="14408" y="200575"/>
                  </a:lnTo>
                  <a:lnTo>
                    <a:pt x="16644" y="205395"/>
                  </a:lnTo>
                  <a:lnTo>
                    <a:pt x="19031" y="210142"/>
                  </a:lnTo>
                  <a:lnTo>
                    <a:pt x="21568" y="214811"/>
                  </a:lnTo>
                  <a:lnTo>
                    <a:pt x="24252" y="219397"/>
                  </a:lnTo>
                  <a:lnTo>
                    <a:pt x="27080" y="223895"/>
                  </a:lnTo>
                  <a:lnTo>
                    <a:pt x="30050" y="228302"/>
                  </a:lnTo>
                  <a:lnTo>
                    <a:pt x="33159" y="232611"/>
                  </a:lnTo>
                  <a:lnTo>
                    <a:pt x="36403" y="236820"/>
                  </a:lnTo>
                  <a:lnTo>
                    <a:pt x="39779" y="240923"/>
                  </a:lnTo>
                  <a:lnTo>
                    <a:pt x="43283" y="244917"/>
                  </a:lnTo>
                  <a:lnTo>
                    <a:pt x="46913" y="248797"/>
                  </a:lnTo>
                  <a:lnTo>
                    <a:pt x="50665" y="252561"/>
                  </a:lnTo>
                  <a:lnTo>
                    <a:pt x="54534" y="256203"/>
                  </a:lnTo>
                  <a:lnTo>
                    <a:pt x="58517" y="259720"/>
                  </a:lnTo>
                  <a:lnTo>
                    <a:pt x="62609" y="263109"/>
                  </a:lnTo>
                  <a:lnTo>
                    <a:pt x="66808" y="266366"/>
                  </a:lnTo>
                  <a:lnTo>
                    <a:pt x="71107" y="269488"/>
                  </a:lnTo>
                  <a:lnTo>
                    <a:pt x="75504" y="272472"/>
                  </a:lnTo>
                  <a:lnTo>
                    <a:pt x="79994" y="275314"/>
                  </a:lnTo>
                  <a:lnTo>
                    <a:pt x="84571" y="278013"/>
                  </a:lnTo>
                  <a:lnTo>
                    <a:pt x="89232" y="280564"/>
                  </a:lnTo>
                  <a:lnTo>
                    <a:pt x="93972" y="282967"/>
                  </a:lnTo>
                  <a:lnTo>
                    <a:pt x="98785" y="285217"/>
                  </a:lnTo>
                  <a:lnTo>
                    <a:pt x="103668" y="287313"/>
                  </a:lnTo>
                  <a:lnTo>
                    <a:pt x="108615" y="289253"/>
                  </a:lnTo>
                  <a:lnTo>
                    <a:pt x="113621" y="291035"/>
                  </a:lnTo>
                  <a:lnTo>
                    <a:pt x="118681" y="292657"/>
                  </a:lnTo>
                  <a:lnTo>
                    <a:pt x="123790" y="294117"/>
                  </a:lnTo>
                  <a:lnTo>
                    <a:pt x="128943" y="295414"/>
                  </a:lnTo>
                  <a:lnTo>
                    <a:pt x="134134" y="296546"/>
                  </a:lnTo>
                  <a:lnTo>
                    <a:pt x="139359" y="297513"/>
                  </a:lnTo>
                  <a:lnTo>
                    <a:pt x="144612" y="298314"/>
                  </a:lnTo>
                  <a:lnTo>
                    <a:pt x="149888" y="298947"/>
                  </a:lnTo>
                  <a:lnTo>
                    <a:pt x="155181" y="299412"/>
                  </a:lnTo>
                  <a:lnTo>
                    <a:pt x="160487" y="299709"/>
                  </a:lnTo>
                  <a:lnTo>
                    <a:pt x="165799" y="299836"/>
                  </a:lnTo>
                  <a:lnTo>
                    <a:pt x="171112" y="299795"/>
                  </a:lnTo>
                  <a:lnTo>
                    <a:pt x="176422" y="299586"/>
                  </a:lnTo>
                  <a:lnTo>
                    <a:pt x="181722" y="299207"/>
                  </a:lnTo>
                  <a:lnTo>
                    <a:pt x="187007" y="298660"/>
                  </a:lnTo>
                  <a:lnTo>
                    <a:pt x="192273" y="297946"/>
                  </a:lnTo>
                  <a:lnTo>
                    <a:pt x="197513" y="297064"/>
                  </a:lnTo>
                  <a:lnTo>
                    <a:pt x="202722" y="296017"/>
                  </a:lnTo>
                  <a:lnTo>
                    <a:pt x="207895" y="294804"/>
                  </a:lnTo>
                  <a:lnTo>
                    <a:pt x="213028" y="293428"/>
                  </a:lnTo>
                  <a:lnTo>
                    <a:pt x="218114" y="291889"/>
                  </a:lnTo>
                  <a:lnTo>
                    <a:pt x="223148" y="290189"/>
                  </a:lnTo>
                  <a:lnTo>
                    <a:pt x="228126" y="288330"/>
                  </a:lnTo>
                  <a:lnTo>
                    <a:pt x="233042" y="286314"/>
                  </a:lnTo>
                  <a:lnTo>
                    <a:pt x="237892" y="284143"/>
                  </a:lnTo>
                  <a:lnTo>
                    <a:pt x="242670" y="281818"/>
                  </a:lnTo>
                  <a:lnTo>
                    <a:pt x="247372" y="279343"/>
                  </a:lnTo>
                  <a:lnTo>
                    <a:pt x="251993" y="276720"/>
                  </a:lnTo>
                  <a:lnTo>
                    <a:pt x="256528" y="273951"/>
                  </a:lnTo>
                  <a:lnTo>
                    <a:pt x="260973" y="271040"/>
                  </a:lnTo>
                  <a:lnTo>
                    <a:pt x="265324" y="267988"/>
                  </a:lnTo>
                  <a:lnTo>
                    <a:pt x="269575" y="264800"/>
                  </a:lnTo>
                  <a:lnTo>
                    <a:pt x="273722" y="261479"/>
                  </a:lnTo>
                  <a:lnTo>
                    <a:pt x="277762" y="258027"/>
                  </a:lnTo>
                  <a:lnTo>
                    <a:pt x="281690" y="254449"/>
                  </a:lnTo>
                  <a:lnTo>
                    <a:pt x="285502" y="250747"/>
                  </a:lnTo>
                  <a:lnTo>
                    <a:pt x="289195" y="246927"/>
                  </a:lnTo>
                  <a:lnTo>
                    <a:pt x="292765" y="242990"/>
                  </a:lnTo>
                  <a:lnTo>
                    <a:pt x="296207" y="238943"/>
                  </a:lnTo>
                  <a:lnTo>
                    <a:pt x="299520" y="234788"/>
                  </a:lnTo>
                  <a:lnTo>
                    <a:pt x="302698" y="230530"/>
                  </a:lnTo>
                  <a:lnTo>
                    <a:pt x="305740" y="226173"/>
                  </a:lnTo>
                  <a:lnTo>
                    <a:pt x="308641" y="221721"/>
                  </a:lnTo>
                  <a:lnTo>
                    <a:pt x="311400" y="217180"/>
                  </a:lnTo>
                  <a:lnTo>
                    <a:pt x="314013" y="212553"/>
                  </a:lnTo>
                  <a:lnTo>
                    <a:pt x="316477" y="207846"/>
                  </a:lnTo>
                  <a:lnTo>
                    <a:pt x="318791" y="203062"/>
                  </a:lnTo>
                  <a:lnTo>
                    <a:pt x="320952" y="198208"/>
                  </a:lnTo>
                  <a:lnTo>
                    <a:pt x="322957" y="193287"/>
                  </a:lnTo>
                  <a:lnTo>
                    <a:pt x="324804" y="188305"/>
                  </a:lnTo>
                  <a:lnTo>
                    <a:pt x="326493" y="183266"/>
                  </a:lnTo>
                  <a:lnTo>
                    <a:pt x="328020" y="178177"/>
                  </a:lnTo>
                  <a:lnTo>
                    <a:pt x="329385" y="173042"/>
                  </a:lnTo>
                  <a:lnTo>
                    <a:pt x="330586" y="167866"/>
                  </a:lnTo>
                  <a:lnTo>
                    <a:pt x="331622" y="162654"/>
                  </a:lnTo>
                  <a:lnTo>
                    <a:pt x="332492" y="157412"/>
                  </a:lnTo>
                  <a:lnTo>
                    <a:pt x="333195" y="152145"/>
                  </a:lnTo>
                  <a:lnTo>
                    <a:pt x="333729" y="146858"/>
                  </a:lnTo>
                  <a:lnTo>
                    <a:pt x="334096" y="141557"/>
                  </a:lnTo>
                  <a:lnTo>
                    <a:pt x="334294" y="136247"/>
                  </a:lnTo>
                  <a:lnTo>
                    <a:pt x="334323" y="130934"/>
                  </a:lnTo>
                  <a:lnTo>
                    <a:pt x="334183" y="125622"/>
                  </a:lnTo>
                  <a:lnTo>
                    <a:pt x="333875" y="120317"/>
                  </a:lnTo>
                  <a:lnTo>
                    <a:pt x="333398" y="115025"/>
                  </a:lnTo>
                  <a:lnTo>
                    <a:pt x="332753" y="109751"/>
                  </a:lnTo>
                  <a:lnTo>
                    <a:pt x="331941" y="104500"/>
                  </a:lnTo>
                  <a:lnTo>
                    <a:pt x="330962" y="99277"/>
                  </a:lnTo>
                  <a:lnTo>
                    <a:pt x="329818" y="94088"/>
                  </a:lnTo>
                  <a:lnTo>
                    <a:pt x="328509" y="88938"/>
                  </a:lnTo>
                  <a:lnTo>
                    <a:pt x="327038" y="83832"/>
                  </a:lnTo>
                  <a:lnTo>
                    <a:pt x="325405" y="78776"/>
                  </a:lnTo>
                  <a:lnTo>
                    <a:pt x="323612" y="73774"/>
                  </a:lnTo>
                  <a:lnTo>
                    <a:pt x="321661" y="68831"/>
                  </a:lnTo>
                  <a:lnTo>
                    <a:pt x="319554" y="63953"/>
                  </a:lnTo>
                  <a:lnTo>
                    <a:pt x="317293" y="59145"/>
                  </a:lnTo>
                  <a:lnTo>
                    <a:pt x="314880" y="54410"/>
                  </a:lnTo>
                  <a:lnTo>
                    <a:pt x="167165" y="132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60546" y="4605529"/>
              <a:ext cx="147714" cy="167167"/>
            </a:xfrm>
            <a:custGeom>
              <a:avLst/>
              <a:pathLst>
                <a:path w="147714" h="167167">
                  <a:moveTo>
                    <a:pt x="147714" y="88903"/>
                  </a:moveTo>
                  <a:lnTo>
                    <a:pt x="145065" y="84096"/>
                  </a:lnTo>
                  <a:lnTo>
                    <a:pt x="142260" y="79378"/>
                  </a:lnTo>
                  <a:lnTo>
                    <a:pt x="139301" y="74755"/>
                  </a:lnTo>
                  <a:lnTo>
                    <a:pt x="136192" y="70232"/>
                  </a:lnTo>
                  <a:lnTo>
                    <a:pt x="132937" y="65813"/>
                  </a:lnTo>
                  <a:lnTo>
                    <a:pt x="129538" y="61503"/>
                  </a:lnTo>
                  <a:lnTo>
                    <a:pt x="125999" y="57307"/>
                  </a:lnTo>
                  <a:lnTo>
                    <a:pt x="122324" y="53230"/>
                  </a:lnTo>
                  <a:lnTo>
                    <a:pt x="118518" y="49276"/>
                  </a:lnTo>
                  <a:lnTo>
                    <a:pt x="114584" y="45448"/>
                  </a:lnTo>
                  <a:lnTo>
                    <a:pt x="110526" y="41752"/>
                  </a:lnTo>
                  <a:lnTo>
                    <a:pt x="106349" y="38191"/>
                  </a:lnTo>
                  <a:lnTo>
                    <a:pt x="102057" y="34769"/>
                  </a:lnTo>
                  <a:lnTo>
                    <a:pt x="97656" y="31490"/>
                  </a:lnTo>
                  <a:lnTo>
                    <a:pt x="93149" y="28357"/>
                  </a:lnTo>
                  <a:lnTo>
                    <a:pt x="88542" y="25374"/>
                  </a:lnTo>
                  <a:lnTo>
                    <a:pt x="83839" y="22544"/>
                  </a:lnTo>
                  <a:lnTo>
                    <a:pt x="79046" y="19869"/>
                  </a:lnTo>
                  <a:lnTo>
                    <a:pt x="74168" y="17354"/>
                  </a:lnTo>
                  <a:lnTo>
                    <a:pt x="69209" y="14999"/>
                  </a:lnTo>
                  <a:lnTo>
                    <a:pt x="64176" y="12809"/>
                  </a:lnTo>
                  <a:lnTo>
                    <a:pt x="59074" y="10786"/>
                  </a:lnTo>
                  <a:lnTo>
                    <a:pt x="53909" y="8931"/>
                  </a:lnTo>
                  <a:lnTo>
                    <a:pt x="48685" y="7246"/>
                  </a:lnTo>
                  <a:lnTo>
                    <a:pt x="43408" y="5734"/>
                  </a:lnTo>
                  <a:lnTo>
                    <a:pt x="38085" y="4396"/>
                  </a:lnTo>
                  <a:lnTo>
                    <a:pt x="32721" y="3233"/>
                  </a:lnTo>
                  <a:lnTo>
                    <a:pt x="27321" y="2247"/>
                  </a:lnTo>
                  <a:lnTo>
                    <a:pt x="21892" y="1439"/>
                  </a:lnTo>
                  <a:lnTo>
                    <a:pt x="16440" y="810"/>
                  </a:lnTo>
                  <a:lnTo>
                    <a:pt x="10970" y="360"/>
                  </a:lnTo>
                  <a:lnTo>
                    <a:pt x="548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640543" y="4172415"/>
              <a:ext cx="105349" cy="167167"/>
            </a:xfrm>
            <a:custGeom>
              <a:avLst/>
              <a:pathLst>
                <a:path w="105349" h="167167">
                  <a:moveTo>
                    <a:pt x="105349" y="0"/>
                  </a:moveTo>
                  <a:lnTo>
                    <a:pt x="99652" y="97"/>
                  </a:lnTo>
                  <a:lnTo>
                    <a:pt x="93960" y="388"/>
                  </a:lnTo>
                  <a:lnTo>
                    <a:pt x="88282" y="873"/>
                  </a:lnTo>
                  <a:lnTo>
                    <a:pt x="82624" y="1551"/>
                  </a:lnTo>
                  <a:lnTo>
                    <a:pt x="76993" y="2422"/>
                  </a:lnTo>
                  <a:lnTo>
                    <a:pt x="71394" y="3484"/>
                  </a:lnTo>
                  <a:lnTo>
                    <a:pt x="65835" y="4737"/>
                  </a:lnTo>
                  <a:lnTo>
                    <a:pt x="60321" y="6178"/>
                  </a:lnTo>
                  <a:lnTo>
                    <a:pt x="54860" y="7806"/>
                  </a:lnTo>
                  <a:lnTo>
                    <a:pt x="49458" y="9620"/>
                  </a:lnTo>
                  <a:lnTo>
                    <a:pt x="44121" y="11616"/>
                  </a:lnTo>
                  <a:lnTo>
                    <a:pt x="38854" y="13794"/>
                  </a:lnTo>
                  <a:lnTo>
                    <a:pt x="33665" y="16149"/>
                  </a:lnTo>
                  <a:lnTo>
                    <a:pt x="28560" y="18680"/>
                  </a:lnTo>
                  <a:lnTo>
                    <a:pt x="23543" y="21384"/>
                  </a:lnTo>
                  <a:lnTo>
                    <a:pt x="18622" y="24257"/>
                  </a:lnTo>
                  <a:lnTo>
                    <a:pt x="13801" y="27296"/>
                  </a:lnTo>
                  <a:lnTo>
                    <a:pt x="9087" y="30498"/>
                  </a:lnTo>
                  <a:lnTo>
                    <a:pt x="4485" y="33858"/>
                  </a:lnTo>
                  <a:lnTo>
                    <a:pt x="0" y="37373"/>
                  </a:lnTo>
                  <a:lnTo>
                    <a:pt x="1053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640543" y="4209789"/>
              <a:ext cx="105349" cy="129793"/>
            </a:xfrm>
            <a:custGeom>
              <a:avLst/>
              <a:pathLst>
                <a:path w="105349" h="129793">
                  <a:moveTo>
                    <a:pt x="0" y="0"/>
                  </a:moveTo>
                  <a:lnTo>
                    <a:pt x="105349" y="129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578726" y="4209789"/>
              <a:ext cx="334324" cy="296954"/>
            </a:xfrm>
            <a:custGeom>
              <a:avLst/>
              <a:pathLst>
                <a:path w="334324" h="296954">
                  <a:moveTo>
                    <a:pt x="61817" y="0"/>
                  </a:moveTo>
                  <a:lnTo>
                    <a:pt x="57762" y="3399"/>
                  </a:lnTo>
                  <a:lnTo>
                    <a:pt x="53816" y="6924"/>
                  </a:lnTo>
                  <a:lnTo>
                    <a:pt x="49985" y="10573"/>
                  </a:lnTo>
                  <a:lnTo>
                    <a:pt x="46270" y="14341"/>
                  </a:lnTo>
                  <a:lnTo>
                    <a:pt x="42677" y="18225"/>
                  </a:lnTo>
                  <a:lnTo>
                    <a:pt x="39209" y="22221"/>
                  </a:lnTo>
                  <a:lnTo>
                    <a:pt x="35868" y="26324"/>
                  </a:lnTo>
                  <a:lnTo>
                    <a:pt x="32660" y="30531"/>
                  </a:lnTo>
                  <a:lnTo>
                    <a:pt x="29586" y="34838"/>
                  </a:lnTo>
                  <a:lnTo>
                    <a:pt x="26650" y="39239"/>
                  </a:lnTo>
                  <a:lnTo>
                    <a:pt x="23854" y="43732"/>
                  </a:lnTo>
                  <a:lnTo>
                    <a:pt x="21202" y="48310"/>
                  </a:lnTo>
                  <a:lnTo>
                    <a:pt x="18697" y="52970"/>
                  </a:lnTo>
                  <a:lnTo>
                    <a:pt x="16340" y="57708"/>
                  </a:lnTo>
                  <a:lnTo>
                    <a:pt x="14134" y="62517"/>
                  </a:lnTo>
                  <a:lnTo>
                    <a:pt x="12082" y="67394"/>
                  </a:lnTo>
                  <a:lnTo>
                    <a:pt x="10185" y="72333"/>
                  </a:lnTo>
                  <a:lnTo>
                    <a:pt x="8445" y="77330"/>
                  </a:lnTo>
                  <a:lnTo>
                    <a:pt x="6864" y="82379"/>
                  </a:lnTo>
                  <a:lnTo>
                    <a:pt x="5444" y="87476"/>
                  </a:lnTo>
                  <a:lnTo>
                    <a:pt x="4185" y="92615"/>
                  </a:lnTo>
                  <a:lnTo>
                    <a:pt x="3090" y="97792"/>
                  </a:lnTo>
                  <a:lnTo>
                    <a:pt x="2160" y="103001"/>
                  </a:lnTo>
                  <a:lnTo>
                    <a:pt x="1395" y="108236"/>
                  </a:lnTo>
                  <a:lnTo>
                    <a:pt x="795" y="113493"/>
                  </a:lnTo>
                  <a:lnTo>
                    <a:pt x="363" y="118766"/>
                  </a:lnTo>
                  <a:lnTo>
                    <a:pt x="98" y="124051"/>
                  </a:lnTo>
                  <a:lnTo>
                    <a:pt x="0" y="129341"/>
                  </a:lnTo>
                  <a:lnTo>
                    <a:pt x="69" y="134632"/>
                  </a:lnTo>
                  <a:lnTo>
                    <a:pt x="306" y="139917"/>
                  </a:lnTo>
                  <a:lnTo>
                    <a:pt x="710" y="145193"/>
                  </a:lnTo>
                  <a:lnTo>
                    <a:pt x="1280" y="150453"/>
                  </a:lnTo>
                  <a:lnTo>
                    <a:pt x="2017" y="155693"/>
                  </a:lnTo>
                  <a:lnTo>
                    <a:pt x="2920" y="160906"/>
                  </a:lnTo>
                  <a:lnTo>
                    <a:pt x="3987" y="166089"/>
                  </a:lnTo>
                  <a:lnTo>
                    <a:pt x="5217" y="171235"/>
                  </a:lnTo>
                  <a:lnTo>
                    <a:pt x="6610" y="176339"/>
                  </a:lnTo>
                  <a:lnTo>
                    <a:pt x="8163" y="181397"/>
                  </a:lnTo>
                  <a:lnTo>
                    <a:pt x="9876" y="186403"/>
                  </a:lnTo>
                  <a:lnTo>
                    <a:pt x="11746" y="191353"/>
                  </a:lnTo>
                  <a:lnTo>
                    <a:pt x="13772" y="196240"/>
                  </a:lnTo>
                  <a:lnTo>
                    <a:pt x="15952" y="201062"/>
                  </a:lnTo>
                  <a:lnTo>
                    <a:pt x="18283" y="205811"/>
                  </a:lnTo>
                  <a:lnTo>
                    <a:pt x="20764" y="210485"/>
                  </a:lnTo>
                  <a:lnTo>
                    <a:pt x="23391" y="215078"/>
                  </a:lnTo>
                  <a:lnTo>
                    <a:pt x="26162" y="219585"/>
                  </a:lnTo>
                  <a:lnTo>
                    <a:pt x="29074" y="224003"/>
                  </a:lnTo>
                  <a:lnTo>
                    <a:pt x="32125" y="228326"/>
                  </a:lnTo>
                  <a:lnTo>
                    <a:pt x="35311" y="232550"/>
                  </a:lnTo>
                  <a:lnTo>
                    <a:pt x="38629" y="236672"/>
                  </a:lnTo>
                  <a:lnTo>
                    <a:pt x="42076" y="240686"/>
                  </a:lnTo>
                  <a:lnTo>
                    <a:pt x="45648" y="244589"/>
                  </a:lnTo>
                  <a:lnTo>
                    <a:pt x="49341" y="248377"/>
                  </a:lnTo>
                  <a:lnTo>
                    <a:pt x="53153" y="252047"/>
                  </a:lnTo>
                  <a:lnTo>
                    <a:pt x="57080" y="255594"/>
                  </a:lnTo>
                  <a:lnTo>
                    <a:pt x="61116" y="259015"/>
                  </a:lnTo>
                  <a:lnTo>
                    <a:pt x="65259" y="262306"/>
                  </a:lnTo>
                  <a:lnTo>
                    <a:pt x="69503" y="265465"/>
                  </a:lnTo>
                  <a:lnTo>
                    <a:pt x="73846" y="268488"/>
                  </a:lnTo>
                  <a:lnTo>
                    <a:pt x="78282" y="271372"/>
                  </a:lnTo>
                  <a:lnTo>
                    <a:pt x="82807" y="274114"/>
                  </a:lnTo>
                  <a:lnTo>
                    <a:pt x="87417" y="276711"/>
                  </a:lnTo>
                  <a:lnTo>
                    <a:pt x="92106" y="279161"/>
                  </a:lnTo>
                  <a:lnTo>
                    <a:pt x="96871" y="281462"/>
                  </a:lnTo>
                  <a:lnTo>
                    <a:pt x="101706" y="283611"/>
                  </a:lnTo>
                  <a:lnTo>
                    <a:pt x="106607" y="285605"/>
                  </a:lnTo>
                  <a:lnTo>
                    <a:pt x="111568" y="287444"/>
                  </a:lnTo>
                  <a:lnTo>
                    <a:pt x="116585" y="289124"/>
                  </a:lnTo>
                  <a:lnTo>
                    <a:pt x="121653" y="290645"/>
                  </a:lnTo>
                  <a:lnTo>
                    <a:pt x="126766" y="292005"/>
                  </a:lnTo>
                  <a:lnTo>
                    <a:pt x="131920" y="293203"/>
                  </a:lnTo>
                  <a:lnTo>
                    <a:pt x="137109" y="294236"/>
                  </a:lnTo>
                  <a:lnTo>
                    <a:pt x="142329" y="295105"/>
                  </a:lnTo>
                  <a:lnTo>
                    <a:pt x="147573" y="295808"/>
                  </a:lnTo>
                  <a:lnTo>
                    <a:pt x="152836" y="296345"/>
                  </a:lnTo>
                  <a:lnTo>
                    <a:pt x="158115" y="296715"/>
                  </a:lnTo>
                  <a:lnTo>
                    <a:pt x="163402" y="296918"/>
                  </a:lnTo>
                  <a:lnTo>
                    <a:pt x="168693" y="296954"/>
                  </a:lnTo>
                  <a:lnTo>
                    <a:pt x="173982" y="296821"/>
                  </a:lnTo>
                  <a:lnTo>
                    <a:pt x="179265" y="296522"/>
                  </a:lnTo>
                  <a:lnTo>
                    <a:pt x="184535" y="296056"/>
                  </a:lnTo>
                  <a:lnTo>
                    <a:pt x="189788" y="295423"/>
                  </a:lnTo>
                  <a:lnTo>
                    <a:pt x="195019" y="294624"/>
                  </a:lnTo>
                  <a:lnTo>
                    <a:pt x="200221" y="293660"/>
                  </a:lnTo>
                  <a:lnTo>
                    <a:pt x="205391" y="292532"/>
                  </a:lnTo>
                  <a:lnTo>
                    <a:pt x="210522" y="291240"/>
                  </a:lnTo>
                  <a:lnTo>
                    <a:pt x="215609" y="289788"/>
                  </a:lnTo>
                  <a:lnTo>
                    <a:pt x="220648" y="288174"/>
                  </a:lnTo>
                  <a:lnTo>
                    <a:pt x="225634" y="286402"/>
                  </a:lnTo>
                  <a:lnTo>
                    <a:pt x="230561" y="284474"/>
                  </a:lnTo>
                  <a:lnTo>
                    <a:pt x="235424" y="282390"/>
                  </a:lnTo>
                  <a:lnTo>
                    <a:pt x="240220" y="280153"/>
                  </a:lnTo>
                  <a:lnTo>
                    <a:pt x="244941" y="277766"/>
                  </a:lnTo>
                  <a:lnTo>
                    <a:pt x="249585" y="275230"/>
                  </a:lnTo>
                  <a:lnTo>
                    <a:pt x="254147" y="272549"/>
                  </a:lnTo>
                  <a:lnTo>
                    <a:pt x="258621" y="269725"/>
                  </a:lnTo>
                  <a:lnTo>
                    <a:pt x="263004" y="266761"/>
                  </a:lnTo>
                  <a:lnTo>
                    <a:pt x="267290" y="263659"/>
                  </a:lnTo>
                  <a:lnTo>
                    <a:pt x="271477" y="260423"/>
                  </a:lnTo>
                  <a:lnTo>
                    <a:pt x="275559" y="257057"/>
                  </a:lnTo>
                  <a:lnTo>
                    <a:pt x="279532" y="253563"/>
                  </a:lnTo>
                  <a:lnTo>
                    <a:pt x="283393" y="249945"/>
                  </a:lnTo>
                  <a:lnTo>
                    <a:pt x="287137" y="246206"/>
                  </a:lnTo>
                  <a:lnTo>
                    <a:pt x="290761" y="242351"/>
                  </a:lnTo>
                  <a:lnTo>
                    <a:pt x="294261" y="238383"/>
                  </a:lnTo>
                  <a:lnTo>
                    <a:pt x="297634" y="234307"/>
                  </a:lnTo>
                  <a:lnTo>
                    <a:pt x="300876" y="230125"/>
                  </a:lnTo>
                  <a:lnTo>
                    <a:pt x="303985" y="225844"/>
                  </a:lnTo>
                  <a:lnTo>
                    <a:pt x="306956" y="221465"/>
                  </a:lnTo>
                  <a:lnTo>
                    <a:pt x="309787" y="216996"/>
                  </a:lnTo>
                  <a:lnTo>
                    <a:pt x="312475" y="212438"/>
                  </a:lnTo>
                  <a:lnTo>
                    <a:pt x="315018" y="207798"/>
                  </a:lnTo>
                  <a:lnTo>
                    <a:pt x="317413" y="203080"/>
                  </a:lnTo>
                  <a:lnTo>
                    <a:pt x="319657" y="198289"/>
                  </a:lnTo>
                  <a:lnTo>
                    <a:pt x="321748" y="193428"/>
                  </a:lnTo>
                  <a:lnTo>
                    <a:pt x="323685" y="188504"/>
                  </a:lnTo>
                  <a:lnTo>
                    <a:pt x="325464" y="183522"/>
                  </a:lnTo>
                  <a:lnTo>
                    <a:pt x="327085" y="178485"/>
                  </a:lnTo>
                  <a:lnTo>
                    <a:pt x="328546" y="173400"/>
                  </a:lnTo>
                  <a:lnTo>
                    <a:pt x="329845" y="168270"/>
                  </a:lnTo>
                  <a:lnTo>
                    <a:pt x="330982" y="163103"/>
                  </a:lnTo>
                  <a:lnTo>
                    <a:pt x="331954" y="157902"/>
                  </a:lnTo>
                  <a:lnTo>
                    <a:pt x="332761" y="152673"/>
                  </a:lnTo>
                  <a:lnTo>
                    <a:pt x="333402" y="147421"/>
                  </a:lnTo>
                  <a:lnTo>
                    <a:pt x="333876" y="142151"/>
                  </a:lnTo>
                  <a:lnTo>
                    <a:pt x="334184" y="136869"/>
                  </a:lnTo>
                  <a:lnTo>
                    <a:pt x="334324" y="131579"/>
                  </a:lnTo>
                  <a:lnTo>
                    <a:pt x="334297" y="126288"/>
                  </a:lnTo>
                  <a:lnTo>
                    <a:pt x="334102" y="121001"/>
                  </a:lnTo>
                  <a:lnTo>
                    <a:pt x="333741" y="115722"/>
                  </a:lnTo>
                  <a:lnTo>
                    <a:pt x="333212" y="110458"/>
                  </a:lnTo>
                  <a:lnTo>
                    <a:pt x="332517" y="105213"/>
                  </a:lnTo>
                  <a:lnTo>
                    <a:pt x="331656" y="99992"/>
                  </a:lnTo>
                  <a:lnTo>
                    <a:pt x="330630" y="94801"/>
                  </a:lnTo>
                  <a:lnTo>
                    <a:pt x="329441" y="89646"/>
                  </a:lnTo>
                  <a:lnTo>
                    <a:pt x="328089" y="84530"/>
                  </a:lnTo>
                  <a:lnTo>
                    <a:pt x="326576" y="79460"/>
                  </a:lnTo>
                  <a:lnTo>
                    <a:pt x="324904" y="74440"/>
                  </a:lnTo>
                  <a:lnTo>
                    <a:pt x="323073" y="69476"/>
                  </a:lnTo>
                  <a:lnTo>
                    <a:pt x="321086" y="64572"/>
                  </a:lnTo>
                  <a:lnTo>
                    <a:pt x="318945" y="59734"/>
                  </a:lnTo>
                  <a:lnTo>
                    <a:pt x="316651" y="54965"/>
                  </a:lnTo>
                  <a:lnTo>
                    <a:pt x="314208" y="50272"/>
                  </a:lnTo>
                  <a:lnTo>
                    <a:pt x="311618" y="45658"/>
                  </a:lnTo>
                  <a:lnTo>
                    <a:pt x="308883" y="41129"/>
                  </a:lnTo>
                  <a:lnTo>
                    <a:pt x="306006" y="36689"/>
                  </a:lnTo>
                  <a:lnTo>
                    <a:pt x="302990" y="32341"/>
                  </a:lnTo>
                  <a:lnTo>
                    <a:pt x="299838" y="28092"/>
                  </a:lnTo>
                  <a:lnTo>
                    <a:pt x="296553" y="23944"/>
                  </a:lnTo>
                  <a:lnTo>
                    <a:pt x="293138" y="19902"/>
                  </a:lnTo>
                  <a:lnTo>
                    <a:pt x="289597" y="15970"/>
                  </a:lnTo>
                  <a:lnTo>
                    <a:pt x="285934" y="12153"/>
                  </a:lnTo>
                  <a:lnTo>
                    <a:pt x="282151" y="8453"/>
                  </a:lnTo>
                  <a:lnTo>
                    <a:pt x="167166" y="1297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45892" y="4172415"/>
              <a:ext cx="114985" cy="167167"/>
            </a:xfrm>
            <a:custGeom>
              <a:avLst/>
              <a:pathLst>
                <a:path w="114985" h="167167">
                  <a:moveTo>
                    <a:pt x="114985" y="45827"/>
                  </a:moveTo>
                  <a:lnTo>
                    <a:pt x="110921" y="42102"/>
                  </a:lnTo>
                  <a:lnTo>
                    <a:pt x="106737" y="38512"/>
                  </a:lnTo>
                  <a:lnTo>
                    <a:pt x="102437" y="35063"/>
                  </a:lnTo>
                  <a:lnTo>
                    <a:pt x="98025" y="31757"/>
                  </a:lnTo>
                  <a:lnTo>
                    <a:pt x="93507" y="28598"/>
                  </a:lnTo>
                  <a:lnTo>
                    <a:pt x="88887" y="25590"/>
                  </a:lnTo>
                  <a:lnTo>
                    <a:pt x="84171" y="22737"/>
                  </a:lnTo>
                  <a:lnTo>
                    <a:pt x="79363" y="20040"/>
                  </a:lnTo>
                  <a:lnTo>
                    <a:pt x="74468" y="17503"/>
                  </a:lnTo>
                  <a:lnTo>
                    <a:pt x="69493" y="15129"/>
                  </a:lnTo>
                  <a:lnTo>
                    <a:pt x="64442" y="12920"/>
                  </a:lnTo>
                  <a:lnTo>
                    <a:pt x="59321" y="10879"/>
                  </a:lnTo>
                  <a:lnTo>
                    <a:pt x="54136" y="9008"/>
                  </a:lnTo>
                  <a:lnTo>
                    <a:pt x="48891" y="7309"/>
                  </a:lnTo>
                  <a:lnTo>
                    <a:pt x="43594" y="5784"/>
                  </a:lnTo>
                  <a:lnTo>
                    <a:pt x="38249" y="4434"/>
                  </a:lnTo>
                  <a:lnTo>
                    <a:pt x="32862" y="3261"/>
                  </a:lnTo>
                  <a:lnTo>
                    <a:pt x="27440" y="2267"/>
                  </a:lnTo>
                  <a:lnTo>
                    <a:pt x="21988" y="1452"/>
                  </a:lnTo>
                  <a:lnTo>
                    <a:pt x="16512" y="817"/>
                  </a:lnTo>
                  <a:lnTo>
                    <a:pt x="11017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66870" y="3685283"/>
              <a:ext cx="156624" cy="167167"/>
            </a:xfrm>
            <a:custGeom>
              <a:avLst/>
              <a:pathLst>
                <a:path w="156624" h="167167">
                  <a:moveTo>
                    <a:pt x="156624" y="0"/>
                  </a:moveTo>
                  <a:lnTo>
                    <a:pt x="151141" y="89"/>
                  </a:lnTo>
                  <a:lnTo>
                    <a:pt x="145664" y="359"/>
                  </a:lnTo>
                  <a:lnTo>
                    <a:pt x="140199" y="808"/>
                  </a:lnTo>
                  <a:lnTo>
                    <a:pt x="134752" y="1437"/>
                  </a:lnTo>
                  <a:lnTo>
                    <a:pt x="129328" y="2243"/>
                  </a:lnTo>
                  <a:lnTo>
                    <a:pt x="123933" y="3227"/>
                  </a:lnTo>
                  <a:lnTo>
                    <a:pt x="118574" y="4387"/>
                  </a:lnTo>
                  <a:lnTo>
                    <a:pt x="113256" y="5723"/>
                  </a:lnTo>
                  <a:lnTo>
                    <a:pt x="107984" y="7232"/>
                  </a:lnTo>
                  <a:lnTo>
                    <a:pt x="102765" y="8914"/>
                  </a:lnTo>
                  <a:lnTo>
                    <a:pt x="97603" y="10765"/>
                  </a:lnTo>
                  <a:lnTo>
                    <a:pt x="92505" y="12785"/>
                  </a:lnTo>
                  <a:lnTo>
                    <a:pt x="87476" y="14971"/>
                  </a:lnTo>
                  <a:lnTo>
                    <a:pt x="82522" y="17321"/>
                  </a:lnTo>
                  <a:lnTo>
                    <a:pt x="77647" y="19832"/>
                  </a:lnTo>
                  <a:lnTo>
                    <a:pt x="72857" y="22501"/>
                  </a:lnTo>
                  <a:lnTo>
                    <a:pt x="68158" y="25327"/>
                  </a:lnTo>
                  <a:lnTo>
                    <a:pt x="63553" y="28304"/>
                  </a:lnTo>
                  <a:lnTo>
                    <a:pt x="59049" y="31432"/>
                  </a:lnTo>
                  <a:lnTo>
                    <a:pt x="54649" y="34705"/>
                  </a:lnTo>
                  <a:lnTo>
                    <a:pt x="50360" y="38121"/>
                  </a:lnTo>
                  <a:lnTo>
                    <a:pt x="46185" y="41675"/>
                  </a:lnTo>
                  <a:lnTo>
                    <a:pt x="42128" y="45365"/>
                  </a:lnTo>
                  <a:lnTo>
                    <a:pt x="38195" y="49186"/>
                  </a:lnTo>
                  <a:lnTo>
                    <a:pt x="34389" y="53133"/>
                  </a:lnTo>
                  <a:lnTo>
                    <a:pt x="30715" y="57204"/>
                  </a:lnTo>
                  <a:lnTo>
                    <a:pt x="27176" y="61393"/>
                  </a:lnTo>
                  <a:lnTo>
                    <a:pt x="23776" y="65695"/>
                  </a:lnTo>
                  <a:lnTo>
                    <a:pt x="20520" y="70107"/>
                  </a:lnTo>
                  <a:lnTo>
                    <a:pt x="17410" y="74623"/>
                  </a:lnTo>
                  <a:lnTo>
                    <a:pt x="14449" y="79239"/>
                  </a:lnTo>
                  <a:lnTo>
                    <a:pt x="11642" y="83949"/>
                  </a:lnTo>
                  <a:lnTo>
                    <a:pt x="8991" y="88749"/>
                  </a:lnTo>
                  <a:lnTo>
                    <a:pt x="6498" y="93633"/>
                  </a:lnTo>
                  <a:lnTo>
                    <a:pt x="4167" y="98597"/>
                  </a:lnTo>
                  <a:lnTo>
                    <a:pt x="2000" y="103634"/>
                  </a:lnTo>
                  <a:lnTo>
                    <a:pt x="0" y="108739"/>
                  </a:lnTo>
                  <a:lnTo>
                    <a:pt x="15662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756332" y="3685485"/>
              <a:ext cx="334329" cy="334123"/>
            </a:xfrm>
            <a:custGeom>
              <a:avLst/>
              <a:pathLst>
                <a:path w="334329" h="334123">
                  <a:moveTo>
                    <a:pt x="10538" y="108537"/>
                  </a:moveTo>
                  <a:lnTo>
                    <a:pt x="8761" y="113542"/>
                  </a:lnTo>
                  <a:lnTo>
                    <a:pt x="7144" y="118601"/>
                  </a:lnTo>
                  <a:lnTo>
                    <a:pt x="5688" y="123709"/>
                  </a:lnTo>
                  <a:lnTo>
                    <a:pt x="4395" y="128861"/>
                  </a:lnTo>
                  <a:lnTo>
                    <a:pt x="3267" y="134051"/>
                  </a:lnTo>
                  <a:lnTo>
                    <a:pt x="2304" y="139274"/>
                  </a:lnTo>
                  <a:lnTo>
                    <a:pt x="1508" y="144526"/>
                  </a:lnTo>
                  <a:lnTo>
                    <a:pt x="878" y="149799"/>
                  </a:lnTo>
                  <a:lnTo>
                    <a:pt x="417" y="155091"/>
                  </a:lnTo>
                  <a:lnTo>
                    <a:pt x="124" y="160394"/>
                  </a:lnTo>
                  <a:lnTo>
                    <a:pt x="0" y="165704"/>
                  </a:lnTo>
                  <a:lnTo>
                    <a:pt x="44" y="171015"/>
                  </a:lnTo>
                  <a:lnTo>
                    <a:pt x="257" y="176322"/>
                  </a:lnTo>
                  <a:lnTo>
                    <a:pt x="638" y="181620"/>
                  </a:lnTo>
                  <a:lnTo>
                    <a:pt x="1188" y="186902"/>
                  </a:lnTo>
                  <a:lnTo>
                    <a:pt x="1905" y="192165"/>
                  </a:lnTo>
                  <a:lnTo>
                    <a:pt x="2789" y="197402"/>
                  </a:lnTo>
                  <a:lnTo>
                    <a:pt x="3839" y="202609"/>
                  </a:lnTo>
                  <a:lnTo>
                    <a:pt x="5054" y="207779"/>
                  </a:lnTo>
                  <a:lnTo>
                    <a:pt x="6432" y="212909"/>
                  </a:lnTo>
                  <a:lnTo>
                    <a:pt x="7973" y="217992"/>
                  </a:lnTo>
                  <a:lnTo>
                    <a:pt x="9674" y="223023"/>
                  </a:lnTo>
                  <a:lnTo>
                    <a:pt x="11535" y="227998"/>
                  </a:lnTo>
                  <a:lnTo>
                    <a:pt x="13552" y="232911"/>
                  </a:lnTo>
                  <a:lnTo>
                    <a:pt x="15725" y="237758"/>
                  </a:lnTo>
                  <a:lnTo>
                    <a:pt x="18050" y="242533"/>
                  </a:lnTo>
                  <a:lnTo>
                    <a:pt x="20526" y="247232"/>
                  </a:lnTo>
                  <a:lnTo>
                    <a:pt x="23150" y="251850"/>
                  </a:lnTo>
                  <a:lnTo>
                    <a:pt x="25919" y="256382"/>
                  </a:lnTo>
                  <a:lnTo>
                    <a:pt x="28831" y="260824"/>
                  </a:lnTo>
                  <a:lnTo>
                    <a:pt x="31883" y="265171"/>
                  </a:lnTo>
                  <a:lnTo>
                    <a:pt x="35071" y="269419"/>
                  </a:lnTo>
                  <a:lnTo>
                    <a:pt x="38393" y="273564"/>
                  </a:lnTo>
                  <a:lnTo>
                    <a:pt x="41844" y="277601"/>
                  </a:lnTo>
                  <a:lnTo>
                    <a:pt x="45422" y="281526"/>
                  </a:lnTo>
                  <a:lnTo>
                    <a:pt x="49123" y="285336"/>
                  </a:lnTo>
                  <a:lnTo>
                    <a:pt x="52943" y="289026"/>
                  </a:lnTo>
                  <a:lnTo>
                    <a:pt x="56878" y="292593"/>
                  </a:lnTo>
                  <a:lnTo>
                    <a:pt x="60925" y="296033"/>
                  </a:lnTo>
                  <a:lnTo>
                    <a:pt x="65079" y="299343"/>
                  </a:lnTo>
                  <a:lnTo>
                    <a:pt x="69336" y="302519"/>
                  </a:lnTo>
                  <a:lnTo>
                    <a:pt x="73692" y="305558"/>
                  </a:lnTo>
                  <a:lnTo>
                    <a:pt x="78142" y="308458"/>
                  </a:lnTo>
                  <a:lnTo>
                    <a:pt x="82682" y="311214"/>
                  </a:lnTo>
                  <a:lnTo>
                    <a:pt x="87307" y="313825"/>
                  </a:lnTo>
                  <a:lnTo>
                    <a:pt x="92013" y="316288"/>
                  </a:lnTo>
                  <a:lnTo>
                    <a:pt x="96794" y="318600"/>
                  </a:lnTo>
                  <a:lnTo>
                    <a:pt x="101647" y="320759"/>
                  </a:lnTo>
                  <a:lnTo>
                    <a:pt x="106566" y="322763"/>
                  </a:lnTo>
                  <a:lnTo>
                    <a:pt x="111546" y="324609"/>
                  </a:lnTo>
                  <a:lnTo>
                    <a:pt x="116582" y="326297"/>
                  </a:lnTo>
                  <a:lnTo>
                    <a:pt x="121669" y="327823"/>
                  </a:lnTo>
                  <a:lnTo>
                    <a:pt x="126803" y="329187"/>
                  </a:lnTo>
                  <a:lnTo>
                    <a:pt x="131977" y="330387"/>
                  </a:lnTo>
                  <a:lnTo>
                    <a:pt x="137186" y="331423"/>
                  </a:lnTo>
                  <a:lnTo>
                    <a:pt x="142426" y="332292"/>
                  </a:lnTo>
                  <a:lnTo>
                    <a:pt x="147690" y="332994"/>
                  </a:lnTo>
                  <a:lnTo>
                    <a:pt x="152975" y="333529"/>
                  </a:lnTo>
                  <a:lnTo>
                    <a:pt x="158273" y="333896"/>
                  </a:lnTo>
                  <a:lnTo>
                    <a:pt x="163581" y="334094"/>
                  </a:lnTo>
                  <a:lnTo>
                    <a:pt x="168892" y="334123"/>
                  </a:lnTo>
                  <a:lnTo>
                    <a:pt x="174202" y="333984"/>
                  </a:lnTo>
                  <a:lnTo>
                    <a:pt x="179504" y="333676"/>
                  </a:lnTo>
                  <a:lnTo>
                    <a:pt x="184794" y="333200"/>
                  </a:lnTo>
                  <a:lnTo>
                    <a:pt x="190066" y="332556"/>
                  </a:lnTo>
                  <a:lnTo>
                    <a:pt x="195315" y="331745"/>
                  </a:lnTo>
                  <a:lnTo>
                    <a:pt x="200536" y="330767"/>
                  </a:lnTo>
                  <a:lnTo>
                    <a:pt x="205723" y="329624"/>
                  </a:lnTo>
                  <a:lnTo>
                    <a:pt x="210871" y="328317"/>
                  </a:lnTo>
                  <a:lnTo>
                    <a:pt x="215974" y="326847"/>
                  </a:lnTo>
                  <a:lnTo>
                    <a:pt x="221029" y="325216"/>
                  </a:lnTo>
                  <a:lnTo>
                    <a:pt x="226029" y="323424"/>
                  </a:lnTo>
                  <a:lnTo>
                    <a:pt x="230970" y="321475"/>
                  </a:lnTo>
                  <a:lnTo>
                    <a:pt x="235846" y="319370"/>
                  </a:lnTo>
                  <a:lnTo>
                    <a:pt x="240653" y="317111"/>
                  </a:lnTo>
                  <a:lnTo>
                    <a:pt x="245386" y="314701"/>
                  </a:lnTo>
                  <a:lnTo>
                    <a:pt x="250040" y="312141"/>
                  </a:lnTo>
                  <a:lnTo>
                    <a:pt x="254610" y="309435"/>
                  </a:lnTo>
                  <a:lnTo>
                    <a:pt x="259092" y="306585"/>
                  </a:lnTo>
                  <a:lnTo>
                    <a:pt x="263481" y="303594"/>
                  </a:lnTo>
                  <a:lnTo>
                    <a:pt x="267773" y="300465"/>
                  </a:lnTo>
                  <a:lnTo>
                    <a:pt x="271963" y="297202"/>
                  </a:lnTo>
                  <a:lnTo>
                    <a:pt x="276048" y="293807"/>
                  </a:lnTo>
                  <a:lnTo>
                    <a:pt x="280023" y="290283"/>
                  </a:lnTo>
                  <a:lnTo>
                    <a:pt x="283883" y="286636"/>
                  </a:lnTo>
                  <a:lnTo>
                    <a:pt x="287626" y="282867"/>
                  </a:lnTo>
                  <a:lnTo>
                    <a:pt x="291247" y="278982"/>
                  </a:lnTo>
                  <a:lnTo>
                    <a:pt x="294743" y="274983"/>
                  </a:lnTo>
                  <a:lnTo>
                    <a:pt x="298110" y="270876"/>
                  </a:lnTo>
                  <a:lnTo>
                    <a:pt x="301345" y="266663"/>
                  </a:lnTo>
                  <a:lnTo>
                    <a:pt x="304445" y="262350"/>
                  </a:lnTo>
                  <a:lnTo>
                    <a:pt x="307406" y="257941"/>
                  </a:lnTo>
                  <a:lnTo>
                    <a:pt x="310225" y="253440"/>
                  </a:lnTo>
                  <a:lnTo>
                    <a:pt x="312900" y="248851"/>
                  </a:lnTo>
                  <a:lnTo>
                    <a:pt x="315428" y="244180"/>
                  </a:lnTo>
                  <a:lnTo>
                    <a:pt x="317806" y="239431"/>
                  </a:lnTo>
                  <a:lnTo>
                    <a:pt x="320032" y="234608"/>
                  </a:lnTo>
                  <a:lnTo>
                    <a:pt x="322104" y="229718"/>
                  </a:lnTo>
                  <a:lnTo>
                    <a:pt x="324020" y="224764"/>
                  </a:lnTo>
                  <a:lnTo>
                    <a:pt x="325777" y="219752"/>
                  </a:lnTo>
                  <a:lnTo>
                    <a:pt x="327373" y="214686"/>
                  </a:lnTo>
                  <a:lnTo>
                    <a:pt x="328809" y="209572"/>
                  </a:lnTo>
                  <a:lnTo>
                    <a:pt x="330081" y="204415"/>
                  </a:lnTo>
                  <a:lnTo>
                    <a:pt x="331188" y="199221"/>
                  </a:lnTo>
                  <a:lnTo>
                    <a:pt x="332130" y="193994"/>
                  </a:lnTo>
                  <a:lnTo>
                    <a:pt x="332905" y="188739"/>
                  </a:lnTo>
                  <a:lnTo>
                    <a:pt x="333514" y="183463"/>
                  </a:lnTo>
                  <a:lnTo>
                    <a:pt x="333954" y="178170"/>
                  </a:lnTo>
                  <a:lnTo>
                    <a:pt x="334225" y="172866"/>
                  </a:lnTo>
                  <a:lnTo>
                    <a:pt x="334329" y="167555"/>
                  </a:lnTo>
                  <a:lnTo>
                    <a:pt x="334263" y="162244"/>
                  </a:lnTo>
                  <a:lnTo>
                    <a:pt x="334029" y="156938"/>
                  </a:lnTo>
                  <a:lnTo>
                    <a:pt x="333626" y="151642"/>
                  </a:lnTo>
                  <a:lnTo>
                    <a:pt x="333055" y="146362"/>
                  </a:lnTo>
                  <a:lnTo>
                    <a:pt x="332317" y="141102"/>
                  </a:lnTo>
                  <a:lnTo>
                    <a:pt x="331412" y="135868"/>
                  </a:lnTo>
                  <a:lnTo>
                    <a:pt x="330341" y="130666"/>
                  </a:lnTo>
                  <a:lnTo>
                    <a:pt x="329106" y="125500"/>
                  </a:lnTo>
                  <a:lnTo>
                    <a:pt x="327707" y="120377"/>
                  </a:lnTo>
                  <a:lnTo>
                    <a:pt x="326145" y="115300"/>
                  </a:lnTo>
                  <a:lnTo>
                    <a:pt x="324424" y="110275"/>
                  </a:lnTo>
                  <a:lnTo>
                    <a:pt x="322544" y="105308"/>
                  </a:lnTo>
                  <a:lnTo>
                    <a:pt x="320506" y="100403"/>
                  </a:lnTo>
                  <a:lnTo>
                    <a:pt x="318314" y="95565"/>
                  </a:lnTo>
                  <a:lnTo>
                    <a:pt x="315970" y="90799"/>
                  </a:lnTo>
                  <a:lnTo>
                    <a:pt x="313475" y="86110"/>
                  </a:lnTo>
                  <a:lnTo>
                    <a:pt x="310833" y="81503"/>
                  </a:lnTo>
                  <a:lnTo>
                    <a:pt x="308045" y="76982"/>
                  </a:lnTo>
                  <a:lnTo>
                    <a:pt x="305115" y="72552"/>
                  </a:lnTo>
                  <a:lnTo>
                    <a:pt x="302046" y="68217"/>
                  </a:lnTo>
                  <a:lnTo>
                    <a:pt x="298841" y="63981"/>
                  </a:lnTo>
                  <a:lnTo>
                    <a:pt x="295503" y="59850"/>
                  </a:lnTo>
                  <a:lnTo>
                    <a:pt x="292036" y="55827"/>
                  </a:lnTo>
                  <a:lnTo>
                    <a:pt x="288442" y="51916"/>
                  </a:lnTo>
                  <a:lnTo>
                    <a:pt x="284726" y="48121"/>
                  </a:lnTo>
                  <a:lnTo>
                    <a:pt x="280891" y="44446"/>
                  </a:lnTo>
                  <a:lnTo>
                    <a:pt x="276941" y="40895"/>
                  </a:lnTo>
                  <a:lnTo>
                    <a:pt x="272881" y="37471"/>
                  </a:lnTo>
                  <a:lnTo>
                    <a:pt x="268714" y="34178"/>
                  </a:lnTo>
                  <a:lnTo>
                    <a:pt x="264444" y="31019"/>
                  </a:lnTo>
                  <a:lnTo>
                    <a:pt x="260076" y="27997"/>
                  </a:lnTo>
                  <a:lnTo>
                    <a:pt x="255614" y="25116"/>
                  </a:lnTo>
                  <a:lnTo>
                    <a:pt x="251063" y="22377"/>
                  </a:lnTo>
                  <a:lnTo>
                    <a:pt x="246428" y="19785"/>
                  </a:lnTo>
                  <a:lnTo>
                    <a:pt x="241712" y="17341"/>
                  </a:lnTo>
                  <a:lnTo>
                    <a:pt x="236921" y="15048"/>
                  </a:lnTo>
                  <a:lnTo>
                    <a:pt x="232060" y="12909"/>
                  </a:lnTo>
                  <a:lnTo>
                    <a:pt x="227133" y="10925"/>
                  </a:lnTo>
                  <a:lnTo>
                    <a:pt x="222146" y="9098"/>
                  </a:lnTo>
                  <a:lnTo>
                    <a:pt x="217103" y="7431"/>
                  </a:lnTo>
                  <a:lnTo>
                    <a:pt x="212009" y="5925"/>
                  </a:lnTo>
                  <a:lnTo>
                    <a:pt x="206871" y="4582"/>
                  </a:lnTo>
                  <a:lnTo>
                    <a:pt x="201692" y="3402"/>
                  </a:lnTo>
                  <a:lnTo>
                    <a:pt x="196478" y="2388"/>
                  </a:lnTo>
                  <a:lnTo>
                    <a:pt x="191235" y="1540"/>
                  </a:lnTo>
                  <a:lnTo>
                    <a:pt x="185968" y="858"/>
                  </a:lnTo>
                  <a:lnTo>
                    <a:pt x="180681" y="345"/>
                  </a:lnTo>
                  <a:lnTo>
                    <a:pt x="175381" y="0"/>
                  </a:lnTo>
                  <a:lnTo>
                    <a:pt x="167162" y="1669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23495" y="3685283"/>
              <a:ext cx="8219" cy="167167"/>
            </a:xfrm>
            <a:custGeom>
              <a:avLst/>
              <a:pathLst>
                <a:path w="8219" h="167167">
                  <a:moveTo>
                    <a:pt x="8219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2025-06-26T12:02:17Z</dcterms:modified>
  <cp:category/>
</cp:coreProperties>
</file>