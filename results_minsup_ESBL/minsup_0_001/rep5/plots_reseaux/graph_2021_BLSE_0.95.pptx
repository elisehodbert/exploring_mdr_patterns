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2866" y="3347263"/>
              <a:ext cx="4124027" cy="239790"/>
            </a:xfrm>
            <a:custGeom>
              <a:avLst/>
              <a:pathLst>
                <a:path w="4124027" h="239790">
                  <a:moveTo>
                    <a:pt x="4124027" y="0"/>
                  </a:moveTo>
                  <a:lnTo>
                    <a:pt x="0" y="239790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10369" y="3366540"/>
              <a:ext cx="4008773" cy="705658"/>
            </a:xfrm>
            <a:custGeom>
              <a:avLst/>
              <a:pathLst>
                <a:path w="4008773" h="705658">
                  <a:moveTo>
                    <a:pt x="4008773" y="0"/>
                  </a:moveTo>
                  <a:lnTo>
                    <a:pt x="0" y="705658"/>
                  </a:lnTo>
                </a:path>
              </a:pathLst>
            </a:custGeom>
            <a:ln w="2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038950" y="3385429"/>
              <a:ext cx="3784661" cy="1131136"/>
            </a:xfrm>
            <a:custGeom>
              <a:avLst/>
              <a:pathLst>
                <a:path w="3784661" h="1131136">
                  <a:moveTo>
                    <a:pt x="3784661" y="0"/>
                  </a:moveTo>
                  <a:lnTo>
                    <a:pt x="0" y="1131136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942934" y="2988702"/>
              <a:ext cx="21405" cy="182824"/>
            </a:xfrm>
            <a:custGeom>
              <a:avLst/>
              <a:pathLst>
                <a:path w="21405" h="182824">
                  <a:moveTo>
                    <a:pt x="21405" y="182824"/>
                  </a:moveTo>
                  <a:lnTo>
                    <a:pt x="0" y="0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73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6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4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8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6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4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55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03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2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9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2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111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5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8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112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31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11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35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28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1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35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27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118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196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6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112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26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11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2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6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11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73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40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17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4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09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09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44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1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45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2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1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5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110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168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4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15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173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5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17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5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209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7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09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56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4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60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49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60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4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9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7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4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5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45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73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4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7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57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09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57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09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35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5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1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35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5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24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69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9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19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78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41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7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29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10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34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29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5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80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25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7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178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303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29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4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55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154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6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28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52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06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363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328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363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328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4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25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52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93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25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78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370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55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8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69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25719" y="3170392"/>
              <a:ext cx="58059" cy="167167"/>
            </a:xfrm>
            <a:custGeom>
              <a:avLst/>
              <a:pathLst>
                <a:path w="58059" h="167167">
                  <a:moveTo>
                    <a:pt x="58059" y="0"/>
                  </a:moveTo>
                  <a:lnTo>
                    <a:pt x="52131" y="105"/>
                  </a:lnTo>
                  <a:lnTo>
                    <a:pt x="46210" y="420"/>
                  </a:lnTo>
                  <a:lnTo>
                    <a:pt x="40304" y="945"/>
                  </a:lnTo>
                  <a:lnTo>
                    <a:pt x="34421" y="1679"/>
                  </a:lnTo>
                  <a:lnTo>
                    <a:pt x="28567" y="2622"/>
                  </a:lnTo>
                  <a:lnTo>
                    <a:pt x="22750" y="3771"/>
                  </a:lnTo>
                  <a:lnTo>
                    <a:pt x="16978" y="5126"/>
                  </a:lnTo>
                  <a:lnTo>
                    <a:pt x="11257" y="6685"/>
                  </a:lnTo>
                  <a:lnTo>
                    <a:pt x="5595" y="8446"/>
                  </a:lnTo>
                  <a:lnTo>
                    <a:pt x="0" y="10406"/>
                  </a:lnTo>
                  <a:lnTo>
                    <a:pt x="580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816629" y="3170414"/>
              <a:ext cx="334314" cy="334311"/>
            </a:xfrm>
            <a:custGeom>
              <a:avLst/>
              <a:pathLst>
                <a:path w="334314" h="334311">
                  <a:moveTo>
                    <a:pt x="109089" y="10384"/>
                  </a:moveTo>
                  <a:lnTo>
                    <a:pt x="104163" y="12298"/>
                  </a:lnTo>
                  <a:lnTo>
                    <a:pt x="99299" y="14366"/>
                  </a:lnTo>
                  <a:lnTo>
                    <a:pt x="94504" y="16588"/>
                  </a:lnTo>
                  <a:lnTo>
                    <a:pt x="89781" y="18959"/>
                  </a:lnTo>
                  <a:lnTo>
                    <a:pt x="85135" y="21479"/>
                  </a:lnTo>
                  <a:lnTo>
                    <a:pt x="80571" y="24145"/>
                  </a:lnTo>
                  <a:lnTo>
                    <a:pt x="76094" y="26953"/>
                  </a:lnTo>
                  <a:lnTo>
                    <a:pt x="71708" y="29901"/>
                  </a:lnTo>
                  <a:lnTo>
                    <a:pt x="67417" y="32987"/>
                  </a:lnTo>
                  <a:lnTo>
                    <a:pt x="63226" y="36207"/>
                  </a:lnTo>
                  <a:lnTo>
                    <a:pt x="59138" y="39557"/>
                  </a:lnTo>
                  <a:lnTo>
                    <a:pt x="55159" y="43036"/>
                  </a:lnTo>
                  <a:lnTo>
                    <a:pt x="51292" y="46638"/>
                  </a:lnTo>
                  <a:lnTo>
                    <a:pt x="47540" y="50361"/>
                  </a:lnTo>
                  <a:lnTo>
                    <a:pt x="43908" y="54200"/>
                  </a:lnTo>
                  <a:lnTo>
                    <a:pt x="40399" y="58152"/>
                  </a:lnTo>
                  <a:lnTo>
                    <a:pt x="37017" y="62214"/>
                  </a:lnTo>
                  <a:lnTo>
                    <a:pt x="33765" y="66380"/>
                  </a:lnTo>
                  <a:lnTo>
                    <a:pt x="30646" y="70647"/>
                  </a:lnTo>
                  <a:lnTo>
                    <a:pt x="27664" y="75010"/>
                  </a:lnTo>
                  <a:lnTo>
                    <a:pt x="24821" y="79465"/>
                  </a:lnTo>
                  <a:lnTo>
                    <a:pt x="22121" y="84008"/>
                  </a:lnTo>
                  <a:lnTo>
                    <a:pt x="19565" y="88634"/>
                  </a:lnTo>
                  <a:lnTo>
                    <a:pt x="17157" y="93339"/>
                  </a:lnTo>
                  <a:lnTo>
                    <a:pt x="14899" y="98117"/>
                  </a:lnTo>
                  <a:lnTo>
                    <a:pt x="12793" y="102965"/>
                  </a:lnTo>
                  <a:lnTo>
                    <a:pt x="10841" y="107876"/>
                  </a:lnTo>
                  <a:lnTo>
                    <a:pt x="9046" y="112847"/>
                  </a:lnTo>
                  <a:lnTo>
                    <a:pt x="7408" y="117872"/>
                  </a:lnTo>
                  <a:lnTo>
                    <a:pt x="5930" y="122947"/>
                  </a:lnTo>
                  <a:lnTo>
                    <a:pt x="4614" y="128065"/>
                  </a:lnTo>
                  <a:lnTo>
                    <a:pt x="3460" y="133223"/>
                  </a:lnTo>
                  <a:lnTo>
                    <a:pt x="2469" y="138414"/>
                  </a:lnTo>
                  <a:lnTo>
                    <a:pt x="1643" y="143634"/>
                  </a:lnTo>
                  <a:lnTo>
                    <a:pt x="983" y="148878"/>
                  </a:lnTo>
                  <a:lnTo>
                    <a:pt x="488" y="154140"/>
                  </a:lnTo>
                  <a:lnTo>
                    <a:pt x="160" y="159415"/>
                  </a:lnTo>
                  <a:lnTo>
                    <a:pt x="0" y="164697"/>
                  </a:lnTo>
                  <a:lnTo>
                    <a:pt x="6" y="169983"/>
                  </a:lnTo>
                  <a:lnTo>
                    <a:pt x="179" y="175265"/>
                  </a:lnTo>
                  <a:lnTo>
                    <a:pt x="519" y="180539"/>
                  </a:lnTo>
                  <a:lnTo>
                    <a:pt x="1026" y="185800"/>
                  </a:lnTo>
                  <a:lnTo>
                    <a:pt x="1698" y="191042"/>
                  </a:lnTo>
                  <a:lnTo>
                    <a:pt x="2537" y="196260"/>
                  </a:lnTo>
                  <a:lnTo>
                    <a:pt x="3539" y="201449"/>
                  </a:lnTo>
                  <a:lnTo>
                    <a:pt x="4705" y="206604"/>
                  </a:lnTo>
                  <a:lnTo>
                    <a:pt x="6034" y="211720"/>
                  </a:lnTo>
                  <a:lnTo>
                    <a:pt x="7523" y="216790"/>
                  </a:lnTo>
                  <a:lnTo>
                    <a:pt x="9173" y="221812"/>
                  </a:lnTo>
                  <a:lnTo>
                    <a:pt x="10980" y="226778"/>
                  </a:lnTo>
                  <a:lnTo>
                    <a:pt x="12943" y="231685"/>
                  </a:lnTo>
                  <a:lnTo>
                    <a:pt x="15060" y="236528"/>
                  </a:lnTo>
                  <a:lnTo>
                    <a:pt x="17329" y="241301"/>
                  </a:lnTo>
                  <a:lnTo>
                    <a:pt x="19749" y="246000"/>
                  </a:lnTo>
                  <a:lnTo>
                    <a:pt x="22315" y="250620"/>
                  </a:lnTo>
                  <a:lnTo>
                    <a:pt x="25026" y="255157"/>
                  </a:lnTo>
                  <a:lnTo>
                    <a:pt x="27879" y="259606"/>
                  </a:lnTo>
                  <a:lnTo>
                    <a:pt x="30872" y="263962"/>
                  </a:lnTo>
                  <a:lnTo>
                    <a:pt x="34000" y="268221"/>
                  </a:lnTo>
                  <a:lnTo>
                    <a:pt x="37262" y="272380"/>
                  </a:lnTo>
                  <a:lnTo>
                    <a:pt x="40654" y="276433"/>
                  </a:lnTo>
                  <a:lnTo>
                    <a:pt x="44172" y="280378"/>
                  </a:lnTo>
                  <a:lnTo>
                    <a:pt x="47813" y="284208"/>
                  </a:lnTo>
                  <a:lnTo>
                    <a:pt x="51573" y="287922"/>
                  </a:lnTo>
                  <a:lnTo>
                    <a:pt x="55449" y="291516"/>
                  </a:lnTo>
                  <a:lnTo>
                    <a:pt x="59436" y="294984"/>
                  </a:lnTo>
                  <a:lnTo>
                    <a:pt x="63531" y="298326"/>
                  </a:lnTo>
                  <a:lnTo>
                    <a:pt x="67730" y="301536"/>
                  </a:lnTo>
                  <a:lnTo>
                    <a:pt x="72028" y="304611"/>
                  </a:lnTo>
                  <a:lnTo>
                    <a:pt x="76421" y="307549"/>
                  </a:lnTo>
                  <a:lnTo>
                    <a:pt x="80905" y="310347"/>
                  </a:lnTo>
                  <a:lnTo>
                    <a:pt x="85474" y="313002"/>
                  </a:lnTo>
                  <a:lnTo>
                    <a:pt x="90126" y="315511"/>
                  </a:lnTo>
                  <a:lnTo>
                    <a:pt x="94855" y="317872"/>
                  </a:lnTo>
                  <a:lnTo>
                    <a:pt x="99656" y="320082"/>
                  </a:lnTo>
                  <a:lnTo>
                    <a:pt x="104524" y="322139"/>
                  </a:lnTo>
                  <a:lnTo>
                    <a:pt x="109455" y="324041"/>
                  </a:lnTo>
                  <a:lnTo>
                    <a:pt x="114443" y="325787"/>
                  </a:lnTo>
                  <a:lnTo>
                    <a:pt x="119485" y="327373"/>
                  </a:lnTo>
                  <a:lnTo>
                    <a:pt x="124574" y="328800"/>
                  </a:lnTo>
                  <a:lnTo>
                    <a:pt x="129705" y="330065"/>
                  </a:lnTo>
                  <a:lnTo>
                    <a:pt x="134874" y="331167"/>
                  </a:lnTo>
                  <a:lnTo>
                    <a:pt x="140075" y="332106"/>
                  </a:lnTo>
                  <a:lnTo>
                    <a:pt x="145303" y="332879"/>
                  </a:lnTo>
                  <a:lnTo>
                    <a:pt x="150553" y="333487"/>
                  </a:lnTo>
                  <a:lnTo>
                    <a:pt x="155820" y="333928"/>
                  </a:lnTo>
                  <a:lnTo>
                    <a:pt x="161098" y="334203"/>
                  </a:lnTo>
                  <a:lnTo>
                    <a:pt x="166382" y="334311"/>
                  </a:lnTo>
                  <a:lnTo>
                    <a:pt x="171667" y="334252"/>
                  </a:lnTo>
                  <a:lnTo>
                    <a:pt x="176947" y="334025"/>
                  </a:lnTo>
                  <a:lnTo>
                    <a:pt x="182218" y="333632"/>
                  </a:lnTo>
                  <a:lnTo>
                    <a:pt x="187473" y="333073"/>
                  </a:lnTo>
                  <a:lnTo>
                    <a:pt x="192708" y="332347"/>
                  </a:lnTo>
                  <a:lnTo>
                    <a:pt x="197918" y="331457"/>
                  </a:lnTo>
                  <a:lnTo>
                    <a:pt x="203096" y="330402"/>
                  </a:lnTo>
                  <a:lnTo>
                    <a:pt x="208239" y="329184"/>
                  </a:lnTo>
                  <a:lnTo>
                    <a:pt x="213341" y="327804"/>
                  </a:lnTo>
                  <a:lnTo>
                    <a:pt x="218397" y="326264"/>
                  </a:lnTo>
                  <a:lnTo>
                    <a:pt x="223401" y="324564"/>
                  </a:lnTo>
                  <a:lnTo>
                    <a:pt x="228349" y="322707"/>
                  </a:lnTo>
                  <a:lnTo>
                    <a:pt x="233236" y="320695"/>
                  </a:lnTo>
                  <a:lnTo>
                    <a:pt x="238057" y="318529"/>
                  </a:lnTo>
                  <a:lnTo>
                    <a:pt x="242807" y="316212"/>
                  </a:lnTo>
                  <a:lnTo>
                    <a:pt x="247482" y="313745"/>
                  </a:lnTo>
                  <a:lnTo>
                    <a:pt x="252076" y="311133"/>
                  </a:lnTo>
                  <a:lnTo>
                    <a:pt x="256585" y="308376"/>
                  </a:lnTo>
                  <a:lnTo>
                    <a:pt x="261005" y="305478"/>
                  </a:lnTo>
                  <a:lnTo>
                    <a:pt x="265331" y="302442"/>
                  </a:lnTo>
                  <a:lnTo>
                    <a:pt x="269559" y="299271"/>
                  </a:lnTo>
                  <a:lnTo>
                    <a:pt x="273684" y="295967"/>
                  </a:lnTo>
                  <a:lnTo>
                    <a:pt x="277704" y="292535"/>
                  </a:lnTo>
                  <a:lnTo>
                    <a:pt x="281612" y="288978"/>
                  </a:lnTo>
                  <a:lnTo>
                    <a:pt x="285406" y="285299"/>
                  </a:lnTo>
                  <a:lnTo>
                    <a:pt x="289082" y="281501"/>
                  </a:lnTo>
                  <a:lnTo>
                    <a:pt x="292636" y="277590"/>
                  </a:lnTo>
                  <a:lnTo>
                    <a:pt x="296065" y="273567"/>
                  </a:lnTo>
                  <a:lnTo>
                    <a:pt x="299365" y="269439"/>
                  </a:lnTo>
                  <a:lnTo>
                    <a:pt x="302532" y="265208"/>
                  </a:lnTo>
                  <a:lnTo>
                    <a:pt x="305564" y="260880"/>
                  </a:lnTo>
                  <a:lnTo>
                    <a:pt x="308458" y="256457"/>
                  </a:lnTo>
                  <a:lnTo>
                    <a:pt x="311211" y="251946"/>
                  </a:lnTo>
                  <a:lnTo>
                    <a:pt x="313820" y="247349"/>
                  </a:lnTo>
                  <a:lnTo>
                    <a:pt x="316282" y="242673"/>
                  </a:lnTo>
                  <a:lnTo>
                    <a:pt x="318595" y="237920"/>
                  </a:lnTo>
                  <a:lnTo>
                    <a:pt x="320756" y="233098"/>
                  </a:lnTo>
                  <a:lnTo>
                    <a:pt x="322765" y="228209"/>
                  </a:lnTo>
                  <a:lnTo>
                    <a:pt x="324617" y="223259"/>
                  </a:lnTo>
                  <a:lnTo>
                    <a:pt x="326312" y="218253"/>
                  </a:lnTo>
                  <a:lnTo>
                    <a:pt x="327848" y="213196"/>
                  </a:lnTo>
                  <a:lnTo>
                    <a:pt x="329224" y="208093"/>
                  </a:lnTo>
                  <a:lnTo>
                    <a:pt x="330437" y="202949"/>
                  </a:lnTo>
                  <a:lnTo>
                    <a:pt x="331487" y="197769"/>
                  </a:lnTo>
                  <a:lnTo>
                    <a:pt x="332373" y="192559"/>
                  </a:lnTo>
                  <a:lnTo>
                    <a:pt x="333094" y="187323"/>
                  </a:lnTo>
                  <a:lnTo>
                    <a:pt x="333649" y="182068"/>
                  </a:lnTo>
                  <a:lnTo>
                    <a:pt x="334038" y="176797"/>
                  </a:lnTo>
                  <a:lnTo>
                    <a:pt x="334259" y="171516"/>
                  </a:lnTo>
                  <a:lnTo>
                    <a:pt x="334314" y="166231"/>
                  </a:lnTo>
                  <a:lnTo>
                    <a:pt x="334202" y="160947"/>
                  </a:lnTo>
                  <a:lnTo>
                    <a:pt x="333922" y="155670"/>
                  </a:lnTo>
                  <a:lnTo>
                    <a:pt x="333476" y="150403"/>
                  </a:lnTo>
                  <a:lnTo>
                    <a:pt x="332864" y="145154"/>
                  </a:lnTo>
                  <a:lnTo>
                    <a:pt x="332086" y="139926"/>
                  </a:lnTo>
                  <a:lnTo>
                    <a:pt x="331143" y="134726"/>
                  </a:lnTo>
                  <a:lnTo>
                    <a:pt x="330036" y="129558"/>
                  </a:lnTo>
                  <a:lnTo>
                    <a:pt x="328766" y="124428"/>
                  </a:lnTo>
                  <a:lnTo>
                    <a:pt x="327335" y="119340"/>
                  </a:lnTo>
                  <a:lnTo>
                    <a:pt x="325744" y="114300"/>
                  </a:lnTo>
                  <a:lnTo>
                    <a:pt x="323994" y="109313"/>
                  </a:lnTo>
                  <a:lnTo>
                    <a:pt x="322088" y="104384"/>
                  </a:lnTo>
                  <a:lnTo>
                    <a:pt x="320026" y="99517"/>
                  </a:lnTo>
                  <a:lnTo>
                    <a:pt x="317812" y="94719"/>
                  </a:lnTo>
                  <a:lnTo>
                    <a:pt x="315447" y="89992"/>
                  </a:lnTo>
                  <a:lnTo>
                    <a:pt x="312934" y="85343"/>
                  </a:lnTo>
                  <a:lnTo>
                    <a:pt x="310275" y="80775"/>
                  </a:lnTo>
                  <a:lnTo>
                    <a:pt x="307473" y="76294"/>
                  </a:lnTo>
                  <a:lnTo>
                    <a:pt x="304531" y="71903"/>
                  </a:lnTo>
                  <a:lnTo>
                    <a:pt x="301452" y="67608"/>
                  </a:lnTo>
                  <a:lnTo>
                    <a:pt x="298238" y="63412"/>
                  </a:lnTo>
                  <a:lnTo>
                    <a:pt x="294893" y="59320"/>
                  </a:lnTo>
                  <a:lnTo>
                    <a:pt x="291421" y="55336"/>
                  </a:lnTo>
                  <a:lnTo>
                    <a:pt x="287824" y="51463"/>
                  </a:lnTo>
                  <a:lnTo>
                    <a:pt x="284107" y="47706"/>
                  </a:lnTo>
                  <a:lnTo>
                    <a:pt x="280273" y="44069"/>
                  </a:lnTo>
                  <a:lnTo>
                    <a:pt x="276326" y="40554"/>
                  </a:lnTo>
                  <a:lnTo>
                    <a:pt x="272270" y="37166"/>
                  </a:lnTo>
                  <a:lnTo>
                    <a:pt x="268108" y="33908"/>
                  </a:lnTo>
                  <a:lnTo>
                    <a:pt x="263846" y="30783"/>
                  </a:lnTo>
                  <a:lnTo>
                    <a:pt x="259487" y="27794"/>
                  </a:lnTo>
                  <a:lnTo>
                    <a:pt x="255036" y="24945"/>
                  </a:lnTo>
                  <a:lnTo>
                    <a:pt x="250496" y="22238"/>
                  </a:lnTo>
                  <a:lnTo>
                    <a:pt x="245874" y="19676"/>
                  </a:lnTo>
                  <a:lnTo>
                    <a:pt x="241173" y="17261"/>
                  </a:lnTo>
                  <a:lnTo>
                    <a:pt x="236398" y="14995"/>
                  </a:lnTo>
                  <a:lnTo>
                    <a:pt x="231553" y="12882"/>
                  </a:lnTo>
                  <a:lnTo>
                    <a:pt x="226645" y="10924"/>
                  </a:lnTo>
                  <a:lnTo>
                    <a:pt x="221677" y="9121"/>
                  </a:lnTo>
                  <a:lnTo>
                    <a:pt x="216654" y="7476"/>
                  </a:lnTo>
                  <a:lnTo>
                    <a:pt x="211582" y="5991"/>
                  </a:lnTo>
                  <a:lnTo>
                    <a:pt x="206465" y="4667"/>
                  </a:lnTo>
                  <a:lnTo>
                    <a:pt x="201309" y="3505"/>
                  </a:lnTo>
                  <a:lnTo>
                    <a:pt x="196119" y="2507"/>
                  </a:lnTo>
                  <a:lnTo>
                    <a:pt x="190900" y="1674"/>
                  </a:lnTo>
                  <a:lnTo>
                    <a:pt x="185658" y="1006"/>
                  </a:lnTo>
                  <a:lnTo>
                    <a:pt x="180396" y="504"/>
                  </a:lnTo>
                  <a:lnTo>
                    <a:pt x="175122" y="168"/>
                  </a:lnTo>
                  <a:lnTo>
                    <a:pt x="169839" y="0"/>
                  </a:lnTo>
                  <a:lnTo>
                    <a:pt x="167149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83779" y="3170392"/>
              <a:ext cx="2690" cy="167167"/>
            </a:xfrm>
            <a:custGeom>
              <a:avLst/>
              <a:pathLst>
                <a:path w="2690" h="167167">
                  <a:moveTo>
                    <a:pt x="2690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8365" y="2655501"/>
              <a:ext cx="165129" cy="167167"/>
            </a:xfrm>
            <a:custGeom>
              <a:avLst/>
              <a:pathLst>
                <a:path w="165129" h="167167">
                  <a:moveTo>
                    <a:pt x="165129" y="0"/>
                  </a:moveTo>
                  <a:lnTo>
                    <a:pt x="159756" y="86"/>
                  </a:lnTo>
                  <a:lnTo>
                    <a:pt x="154388" y="345"/>
                  </a:lnTo>
                  <a:lnTo>
                    <a:pt x="149032" y="776"/>
                  </a:lnTo>
                  <a:lnTo>
                    <a:pt x="143692" y="1380"/>
                  </a:lnTo>
                  <a:lnTo>
                    <a:pt x="138374" y="2154"/>
                  </a:lnTo>
                  <a:lnTo>
                    <a:pt x="133084" y="3100"/>
                  </a:lnTo>
                  <a:lnTo>
                    <a:pt x="127828" y="4214"/>
                  </a:lnTo>
                  <a:lnTo>
                    <a:pt x="122609" y="5497"/>
                  </a:lnTo>
                  <a:lnTo>
                    <a:pt x="117435" y="6948"/>
                  </a:lnTo>
                  <a:lnTo>
                    <a:pt x="112310" y="8563"/>
                  </a:lnTo>
                  <a:lnTo>
                    <a:pt x="107239" y="10343"/>
                  </a:lnTo>
                  <a:lnTo>
                    <a:pt x="102228" y="12285"/>
                  </a:lnTo>
                  <a:lnTo>
                    <a:pt x="97283" y="14387"/>
                  </a:lnTo>
                  <a:lnTo>
                    <a:pt x="92407" y="16646"/>
                  </a:lnTo>
                  <a:lnTo>
                    <a:pt x="87607" y="19061"/>
                  </a:lnTo>
                  <a:lnTo>
                    <a:pt x="82886" y="21630"/>
                  </a:lnTo>
                  <a:lnTo>
                    <a:pt x="78251" y="24348"/>
                  </a:lnTo>
                  <a:lnTo>
                    <a:pt x="73705" y="27215"/>
                  </a:lnTo>
                  <a:lnTo>
                    <a:pt x="69254" y="30225"/>
                  </a:lnTo>
                  <a:lnTo>
                    <a:pt x="64902" y="33378"/>
                  </a:lnTo>
                  <a:lnTo>
                    <a:pt x="60654" y="36668"/>
                  </a:lnTo>
                  <a:lnTo>
                    <a:pt x="56513" y="40094"/>
                  </a:lnTo>
                  <a:lnTo>
                    <a:pt x="52485" y="43651"/>
                  </a:lnTo>
                  <a:lnTo>
                    <a:pt x="48573" y="47335"/>
                  </a:lnTo>
                  <a:lnTo>
                    <a:pt x="44782" y="51143"/>
                  </a:lnTo>
                  <a:lnTo>
                    <a:pt x="41115" y="55071"/>
                  </a:lnTo>
                  <a:lnTo>
                    <a:pt x="37576" y="59115"/>
                  </a:lnTo>
                  <a:lnTo>
                    <a:pt x="34169" y="63271"/>
                  </a:lnTo>
                  <a:lnTo>
                    <a:pt x="30897" y="67534"/>
                  </a:lnTo>
                  <a:lnTo>
                    <a:pt x="27764" y="71900"/>
                  </a:lnTo>
                  <a:lnTo>
                    <a:pt x="24773" y="76364"/>
                  </a:lnTo>
                  <a:lnTo>
                    <a:pt x="21927" y="80923"/>
                  </a:lnTo>
                  <a:lnTo>
                    <a:pt x="19229" y="85570"/>
                  </a:lnTo>
                  <a:lnTo>
                    <a:pt x="16681" y="90302"/>
                  </a:lnTo>
                  <a:lnTo>
                    <a:pt x="14288" y="95113"/>
                  </a:lnTo>
                  <a:lnTo>
                    <a:pt x="12049" y="99998"/>
                  </a:lnTo>
                  <a:lnTo>
                    <a:pt x="9970" y="104953"/>
                  </a:lnTo>
                  <a:lnTo>
                    <a:pt x="8050" y="109973"/>
                  </a:lnTo>
                  <a:lnTo>
                    <a:pt x="6293" y="115051"/>
                  </a:lnTo>
                  <a:lnTo>
                    <a:pt x="4700" y="120183"/>
                  </a:lnTo>
                  <a:lnTo>
                    <a:pt x="3273" y="125364"/>
                  </a:lnTo>
                  <a:lnTo>
                    <a:pt x="2013" y="130588"/>
                  </a:lnTo>
                  <a:lnTo>
                    <a:pt x="921" y="135850"/>
                  </a:lnTo>
                  <a:lnTo>
                    <a:pt x="0" y="141144"/>
                  </a:lnTo>
                  <a:lnTo>
                    <a:pt x="16512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8365" y="2796646"/>
              <a:ext cx="165129" cy="26022"/>
            </a:xfrm>
            <a:custGeom>
              <a:avLst/>
              <a:pathLst>
                <a:path w="165129" h="26022">
                  <a:moveTo>
                    <a:pt x="0" y="0"/>
                  </a:moveTo>
                  <a:lnTo>
                    <a:pt x="165129" y="26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6328" y="2682278"/>
              <a:ext cx="334324" cy="307551"/>
            </a:xfrm>
            <a:custGeom>
              <a:avLst/>
              <a:pathLst>
                <a:path w="334324" h="307551">
                  <a:moveTo>
                    <a:pt x="2037" y="114367"/>
                  </a:moveTo>
                  <a:lnTo>
                    <a:pt x="1293" y="119633"/>
                  </a:lnTo>
                  <a:lnTo>
                    <a:pt x="716" y="124920"/>
                  </a:lnTo>
                  <a:lnTo>
                    <a:pt x="308" y="130222"/>
                  </a:lnTo>
                  <a:lnTo>
                    <a:pt x="69" y="135534"/>
                  </a:lnTo>
                  <a:lnTo>
                    <a:pt x="0" y="140852"/>
                  </a:lnTo>
                  <a:lnTo>
                    <a:pt x="99" y="146169"/>
                  </a:lnTo>
                  <a:lnTo>
                    <a:pt x="367" y="151480"/>
                  </a:lnTo>
                  <a:lnTo>
                    <a:pt x="804" y="156780"/>
                  </a:lnTo>
                  <a:lnTo>
                    <a:pt x="1410" y="162064"/>
                  </a:lnTo>
                  <a:lnTo>
                    <a:pt x="2183" y="167325"/>
                  </a:lnTo>
                  <a:lnTo>
                    <a:pt x="3123" y="172559"/>
                  </a:lnTo>
                  <a:lnTo>
                    <a:pt x="4230" y="177761"/>
                  </a:lnTo>
                  <a:lnTo>
                    <a:pt x="5501" y="182925"/>
                  </a:lnTo>
                  <a:lnTo>
                    <a:pt x="6936" y="188046"/>
                  </a:lnTo>
                  <a:lnTo>
                    <a:pt x="8532" y="193118"/>
                  </a:lnTo>
                  <a:lnTo>
                    <a:pt x="10290" y="198137"/>
                  </a:lnTo>
                  <a:lnTo>
                    <a:pt x="12206" y="203098"/>
                  </a:lnTo>
                  <a:lnTo>
                    <a:pt x="14279" y="207995"/>
                  </a:lnTo>
                  <a:lnTo>
                    <a:pt x="16507" y="212824"/>
                  </a:lnTo>
                  <a:lnTo>
                    <a:pt x="18887" y="217580"/>
                  </a:lnTo>
                  <a:lnTo>
                    <a:pt x="21418" y="222257"/>
                  </a:lnTo>
                  <a:lnTo>
                    <a:pt x="24095" y="226852"/>
                  </a:lnTo>
                  <a:lnTo>
                    <a:pt x="26918" y="231359"/>
                  </a:lnTo>
                  <a:lnTo>
                    <a:pt x="29882" y="235774"/>
                  </a:lnTo>
                  <a:lnTo>
                    <a:pt x="32986" y="240093"/>
                  </a:lnTo>
                  <a:lnTo>
                    <a:pt x="36225" y="244310"/>
                  </a:lnTo>
                  <a:lnTo>
                    <a:pt x="39597" y="248423"/>
                  </a:lnTo>
                  <a:lnTo>
                    <a:pt x="43098" y="252426"/>
                  </a:lnTo>
                  <a:lnTo>
                    <a:pt x="46724" y="256315"/>
                  </a:lnTo>
                  <a:lnTo>
                    <a:pt x="50473" y="260088"/>
                  </a:lnTo>
                  <a:lnTo>
                    <a:pt x="54339" y="263739"/>
                  </a:lnTo>
                  <a:lnTo>
                    <a:pt x="58320" y="267266"/>
                  </a:lnTo>
                  <a:lnTo>
                    <a:pt x="62410" y="270664"/>
                  </a:lnTo>
                  <a:lnTo>
                    <a:pt x="66607" y="273930"/>
                  </a:lnTo>
                  <a:lnTo>
                    <a:pt x="70906" y="277061"/>
                  </a:lnTo>
                  <a:lnTo>
                    <a:pt x="75302" y="280054"/>
                  </a:lnTo>
                  <a:lnTo>
                    <a:pt x="79791" y="282905"/>
                  </a:lnTo>
                  <a:lnTo>
                    <a:pt x="84368" y="285612"/>
                  </a:lnTo>
                  <a:lnTo>
                    <a:pt x="89029" y="288172"/>
                  </a:lnTo>
                  <a:lnTo>
                    <a:pt x="93770" y="290583"/>
                  </a:lnTo>
                  <a:lnTo>
                    <a:pt x="98584" y="292842"/>
                  </a:lnTo>
                  <a:lnTo>
                    <a:pt x="103468" y="294946"/>
                  </a:lnTo>
                  <a:lnTo>
                    <a:pt x="108416" y="296894"/>
                  </a:lnTo>
                  <a:lnTo>
                    <a:pt x="113424" y="298683"/>
                  </a:lnTo>
                  <a:lnTo>
                    <a:pt x="118486" y="300313"/>
                  </a:lnTo>
                  <a:lnTo>
                    <a:pt x="123598" y="301780"/>
                  </a:lnTo>
                  <a:lnTo>
                    <a:pt x="128754" y="303084"/>
                  </a:lnTo>
                  <a:lnTo>
                    <a:pt x="133948" y="304224"/>
                  </a:lnTo>
                  <a:lnTo>
                    <a:pt x="139176" y="305198"/>
                  </a:lnTo>
                  <a:lnTo>
                    <a:pt x="144433" y="306005"/>
                  </a:lnTo>
                  <a:lnTo>
                    <a:pt x="149712" y="306644"/>
                  </a:lnTo>
                  <a:lnTo>
                    <a:pt x="155009" y="307115"/>
                  </a:lnTo>
                  <a:lnTo>
                    <a:pt x="160318" y="307417"/>
                  </a:lnTo>
                  <a:lnTo>
                    <a:pt x="165635" y="307551"/>
                  </a:lnTo>
                  <a:lnTo>
                    <a:pt x="170953" y="307515"/>
                  </a:lnTo>
                  <a:lnTo>
                    <a:pt x="176267" y="307310"/>
                  </a:lnTo>
                  <a:lnTo>
                    <a:pt x="181572" y="306936"/>
                  </a:lnTo>
                  <a:lnTo>
                    <a:pt x="186862" y="306393"/>
                  </a:lnTo>
                  <a:lnTo>
                    <a:pt x="192132" y="305683"/>
                  </a:lnTo>
                  <a:lnTo>
                    <a:pt x="197377" y="304805"/>
                  </a:lnTo>
                  <a:lnTo>
                    <a:pt x="202592" y="303761"/>
                  </a:lnTo>
                  <a:lnTo>
                    <a:pt x="207770" y="302551"/>
                  </a:lnTo>
                  <a:lnTo>
                    <a:pt x="212908" y="301178"/>
                  </a:lnTo>
                  <a:lnTo>
                    <a:pt x="217999" y="299641"/>
                  </a:lnTo>
                  <a:lnTo>
                    <a:pt x="223039" y="297944"/>
                  </a:lnTo>
                  <a:lnTo>
                    <a:pt x="228022" y="296087"/>
                  </a:lnTo>
                  <a:lnTo>
                    <a:pt x="232944" y="294073"/>
                  </a:lnTo>
                  <a:lnTo>
                    <a:pt x="237799" y="291903"/>
                  </a:lnTo>
                  <a:lnTo>
                    <a:pt x="242582" y="289579"/>
                  </a:lnTo>
                  <a:lnTo>
                    <a:pt x="247290" y="287105"/>
                  </a:lnTo>
                  <a:lnTo>
                    <a:pt x="251916" y="284482"/>
                  </a:lnTo>
                  <a:lnTo>
                    <a:pt x="256456" y="281713"/>
                  </a:lnTo>
                  <a:lnTo>
                    <a:pt x="260906" y="278802"/>
                  </a:lnTo>
                  <a:lnTo>
                    <a:pt x="265262" y="275750"/>
                  </a:lnTo>
                  <a:lnTo>
                    <a:pt x="269518" y="272561"/>
                  </a:lnTo>
                  <a:lnTo>
                    <a:pt x="273670" y="269239"/>
                  </a:lnTo>
                  <a:lnTo>
                    <a:pt x="277715" y="265786"/>
                  </a:lnTo>
                  <a:lnTo>
                    <a:pt x="281647" y="262206"/>
                  </a:lnTo>
                  <a:lnTo>
                    <a:pt x="285464" y="258503"/>
                  </a:lnTo>
                  <a:lnTo>
                    <a:pt x="289161" y="254680"/>
                  </a:lnTo>
                  <a:lnTo>
                    <a:pt x="292735" y="250742"/>
                  </a:lnTo>
                  <a:lnTo>
                    <a:pt x="296181" y="246692"/>
                  </a:lnTo>
                  <a:lnTo>
                    <a:pt x="299497" y="242534"/>
                  </a:lnTo>
                  <a:lnTo>
                    <a:pt x="302679" y="238273"/>
                  </a:lnTo>
                  <a:lnTo>
                    <a:pt x="305724" y="233913"/>
                  </a:lnTo>
                  <a:lnTo>
                    <a:pt x="308629" y="229459"/>
                  </a:lnTo>
                  <a:lnTo>
                    <a:pt x="311391" y="224914"/>
                  </a:lnTo>
                  <a:lnTo>
                    <a:pt x="314006" y="220284"/>
                  </a:lnTo>
                  <a:lnTo>
                    <a:pt x="316473" y="215573"/>
                  </a:lnTo>
                  <a:lnTo>
                    <a:pt x="318789" y="210785"/>
                  </a:lnTo>
                  <a:lnTo>
                    <a:pt x="320952" y="205927"/>
                  </a:lnTo>
                  <a:lnTo>
                    <a:pt x="322958" y="201002"/>
                  </a:lnTo>
                  <a:lnTo>
                    <a:pt x="324807" y="196016"/>
                  </a:lnTo>
                  <a:lnTo>
                    <a:pt x="326497" y="190973"/>
                  </a:lnTo>
                  <a:lnTo>
                    <a:pt x="328025" y="185880"/>
                  </a:lnTo>
                  <a:lnTo>
                    <a:pt x="329391" y="180740"/>
                  </a:lnTo>
                  <a:lnTo>
                    <a:pt x="330592" y="175560"/>
                  </a:lnTo>
                  <a:lnTo>
                    <a:pt x="331628" y="170344"/>
                  </a:lnTo>
                  <a:lnTo>
                    <a:pt x="332498" y="165097"/>
                  </a:lnTo>
                  <a:lnTo>
                    <a:pt x="333200" y="159826"/>
                  </a:lnTo>
                  <a:lnTo>
                    <a:pt x="333734" y="154535"/>
                  </a:lnTo>
                  <a:lnTo>
                    <a:pt x="334100" y="149229"/>
                  </a:lnTo>
                  <a:lnTo>
                    <a:pt x="334297" y="143915"/>
                  </a:lnTo>
                  <a:lnTo>
                    <a:pt x="334324" y="138597"/>
                  </a:lnTo>
                  <a:lnTo>
                    <a:pt x="334183" y="133281"/>
                  </a:lnTo>
                  <a:lnTo>
                    <a:pt x="333872" y="127972"/>
                  </a:lnTo>
                  <a:lnTo>
                    <a:pt x="333392" y="122676"/>
                  </a:lnTo>
                  <a:lnTo>
                    <a:pt x="332745" y="117397"/>
                  </a:lnTo>
                  <a:lnTo>
                    <a:pt x="331930" y="112142"/>
                  </a:lnTo>
                  <a:lnTo>
                    <a:pt x="330948" y="106915"/>
                  </a:lnTo>
                  <a:lnTo>
                    <a:pt x="329800" y="101723"/>
                  </a:lnTo>
                  <a:lnTo>
                    <a:pt x="328488" y="96569"/>
                  </a:lnTo>
                  <a:lnTo>
                    <a:pt x="327012" y="91460"/>
                  </a:lnTo>
                  <a:lnTo>
                    <a:pt x="325375" y="86400"/>
                  </a:lnTo>
                  <a:lnTo>
                    <a:pt x="323578" y="81395"/>
                  </a:lnTo>
                  <a:lnTo>
                    <a:pt x="321622" y="76450"/>
                  </a:lnTo>
                  <a:lnTo>
                    <a:pt x="319510" y="71569"/>
                  </a:lnTo>
                  <a:lnTo>
                    <a:pt x="317244" y="66758"/>
                  </a:lnTo>
                  <a:lnTo>
                    <a:pt x="314826" y="62022"/>
                  </a:lnTo>
                  <a:lnTo>
                    <a:pt x="312258" y="57365"/>
                  </a:lnTo>
                  <a:lnTo>
                    <a:pt x="309544" y="52792"/>
                  </a:lnTo>
                  <a:lnTo>
                    <a:pt x="306686" y="48307"/>
                  </a:lnTo>
                  <a:lnTo>
                    <a:pt x="303686" y="43916"/>
                  </a:lnTo>
                  <a:lnTo>
                    <a:pt x="300548" y="39622"/>
                  </a:lnTo>
                  <a:lnTo>
                    <a:pt x="297276" y="35430"/>
                  </a:lnTo>
                  <a:lnTo>
                    <a:pt x="293871" y="31345"/>
                  </a:lnTo>
                  <a:lnTo>
                    <a:pt x="290338" y="27370"/>
                  </a:lnTo>
                  <a:lnTo>
                    <a:pt x="286681" y="23509"/>
                  </a:lnTo>
                  <a:lnTo>
                    <a:pt x="282903" y="19767"/>
                  </a:lnTo>
                  <a:lnTo>
                    <a:pt x="279007" y="16146"/>
                  </a:lnTo>
                  <a:lnTo>
                    <a:pt x="274999" y="12652"/>
                  </a:lnTo>
                  <a:lnTo>
                    <a:pt x="270881" y="9286"/>
                  </a:lnTo>
                  <a:lnTo>
                    <a:pt x="266659" y="6054"/>
                  </a:lnTo>
                  <a:lnTo>
                    <a:pt x="262335" y="2957"/>
                  </a:lnTo>
                  <a:lnTo>
                    <a:pt x="257915" y="0"/>
                  </a:lnTo>
                  <a:lnTo>
                    <a:pt x="167166" y="140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923495" y="2655501"/>
              <a:ext cx="90749" cy="167167"/>
            </a:xfrm>
            <a:custGeom>
              <a:avLst/>
              <a:pathLst>
                <a:path w="90749" h="167167">
                  <a:moveTo>
                    <a:pt x="90749" y="26776"/>
                  </a:moveTo>
                  <a:lnTo>
                    <a:pt x="85959" y="23794"/>
                  </a:lnTo>
                  <a:lnTo>
                    <a:pt x="81071" y="20974"/>
                  </a:lnTo>
                  <a:lnTo>
                    <a:pt x="76091" y="18321"/>
                  </a:lnTo>
                  <a:lnTo>
                    <a:pt x="71024" y="15838"/>
                  </a:lnTo>
                  <a:lnTo>
                    <a:pt x="65877" y="13527"/>
                  </a:lnTo>
                  <a:lnTo>
                    <a:pt x="60654" y="11392"/>
                  </a:lnTo>
                  <a:lnTo>
                    <a:pt x="55362" y="9433"/>
                  </a:lnTo>
                  <a:lnTo>
                    <a:pt x="50007" y="7655"/>
                  </a:lnTo>
                  <a:lnTo>
                    <a:pt x="44595" y="6058"/>
                  </a:lnTo>
                  <a:lnTo>
                    <a:pt x="39133" y="4644"/>
                  </a:lnTo>
                  <a:lnTo>
                    <a:pt x="33625" y="3416"/>
                  </a:lnTo>
                  <a:lnTo>
                    <a:pt x="28080" y="2375"/>
                  </a:lnTo>
                  <a:lnTo>
                    <a:pt x="22502" y="1521"/>
                  </a:lnTo>
                  <a:lnTo>
                    <a:pt x="16899" y="856"/>
                  </a:lnTo>
                  <a:lnTo>
                    <a:pt x="11277" y="380"/>
                  </a:lnTo>
                  <a:lnTo>
                    <a:pt x="564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99428" y="2168369"/>
              <a:ext cx="46464" cy="167167"/>
            </a:xfrm>
            <a:custGeom>
              <a:avLst/>
              <a:pathLst>
                <a:path w="46464" h="167167">
                  <a:moveTo>
                    <a:pt x="46464" y="0"/>
                  </a:moveTo>
                  <a:lnTo>
                    <a:pt x="39739" y="135"/>
                  </a:lnTo>
                  <a:lnTo>
                    <a:pt x="33026" y="541"/>
                  </a:lnTo>
                  <a:lnTo>
                    <a:pt x="26334" y="1216"/>
                  </a:lnTo>
                  <a:lnTo>
                    <a:pt x="19674" y="2160"/>
                  </a:lnTo>
                  <a:lnTo>
                    <a:pt x="13059" y="3371"/>
                  </a:lnTo>
                  <a:lnTo>
                    <a:pt x="6497" y="4848"/>
                  </a:lnTo>
                  <a:lnTo>
                    <a:pt x="0" y="6587"/>
                  </a:lnTo>
                  <a:lnTo>
                    <a:pt x="464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99428" y="2174956"/>
              <a:ext cx="46464" cy="160580"/>
            </a:xfrm>
            <a:custGeom>
              <a:avLst/>
              <a:pathLst>
                <a:path w="46464" h="160580">
                  <a:moveTo>
                    <a:pt x="0" y="0"/>
                  </a:moveTo>
                  <a:lnTo>
                    <a:pt x="46464" y="1605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78732" y="2174956"/>
              <a:ext cx="260929" cy="327734"/>
            </a:xfrm>
            <a:custGeom>
              <a:avLst/>
              <a:pathLst>
                <a:path w="260929" h="327734">
                  <a:moveTo>
                    <a:pt x="120695" y="0"/>
                  </a:moveTo>
                  <a:lnTo>
                    <a:pt x="115582" y="1568"/>
                  </a:lnTo>
                  <a:lnTo>
                    <a:pt x="110522" y="3299"/>
                  </a:lnTo>
                  <a:lnTo>
                    <a:pt x="105520" y="5192"/>
                  </a:lnTo>
                  <a:lnTo>
                    <a:pt x="100580" y="7243"/>
                  </a:lnTo>
                  <a:lnTo>
                    <a:pt x="95709" y="9451"/>
                  </a:lnTo>
                  <a:lnTo>
                    <a:pt x="90911" y="11814"/>
                  </a:lnTo>
                  <a:lnTo>
                    <a:pt x="86192" y="14330"/>
                  </a:lnTo>
                  <a:lnTo>
                    <a:pt x="81555" y="16995"/>
                  </a:lnTo>
                  <a:lnTo>
                    <a:pt x="77005" y="19806"/>
                  </a:lnTo>
                  <a:lnTo>
                    <a:pt x="72548" y="22763"/>
                  </a:lnTo>
                  <a:lnTo>
                    <a:pt x="68188" y="25860"/>
                  </a:lnTo>
                  <a:lnTo>
                    <a:pt x="63929" y="29095"/>
                  </a:lnTo>
                  <a:lnTo>
                    <a:pt x="59775" y="32464"/>
                  </a:lnTo>
                  <a:lnTo>
                    <a:pt x="55732" y="35965"/>
                  </a:lnTo>
                  <a:lnTo>
                    <a:pt x="51803" y="39593"/>
                  </a:lnTo>
                  <a:lnTo>
                    <a:pt x="47992" y="43345"/>
                  </a:lnTo>
                  <a:lnTo>
                    <a:pt x="44302" y="47217"/>
                  </a:lnTo>
                  <a:lnTo>
                    <a:pt x="40739" y="51206"/>
                  </a:lnTo>
                  <a:lnTo>
                    <a:pt x="37305" y="55306"/>
                  </a:lnTo>
                  <a:lnTo>
                    <a:pt x="34003" y="59514"/>
                  </a:lnTo>
                  <a:lnTo>
                    <a:pt x="30839" y="63825"/>
                  </a:lnTo>
                  <a:lnTo>
                    <a:pt x="27813" y="68235"/>
                  </a:lnTo>
                  <a:lnTo>
                    <a:pt x="24930" y="72740"/>
                  </a:lnTo>
                  <a:lnTo>
                    <a:pt x="22193" y="77335"/>
                  </a:lnTo>
                  <a:lnTo>
                    <a:pt x="19605" y="82015"/>
                  </a:lnTo>
                  <a:lnTo>
                    <a:pt x="17167" y="86775"/>
                  </a:lnTo>
                  <a:lnTo>
                    <a:pt x="14883" y="91611"/>
                  </a:lnTo>
                  <a:lnTo>
                    <a:pt x="12754" y="96518"/>
                  </a:lnTo>
                  <a:lnTo>
                    <a:pt x="10784" y="101490"/>
                  </a:lnTo>
                  <a:lnTo>
                    <a:pt x="8974" y="106522"/>
                  </a:lnTo>
                  <a:lnTo>
                    <a:pt x="7326" y="111610"/>
                  </a:lnTo>
                  <a:lnTo>
                    <a:pt x="5841" y="116748"/>
                  </a:lnTo>
                  <a:lnTo>
                    <a:pt x="4521" y="121931"/>
                  </a:lnTo>
                  <a:lnTo>
                    <a:pt x="3368" y="127154"/>
                  </a:lnTo>
                  <a:lnTo>
                    <a:pt x="2383" y="132411"/>
                  </a:lnTo>
                  <a:lnTo>
                    <a:pt x="1566" y="137696"/>
                  </a:lnTo>
                  <a:lnTo>
                    <a:pt x="919" y="143005"/>
                  </a:lnTo>
                  <a:lnTo>
                    <a:pt x="441" y="148332"/>
                  </a:lnTo>
                  <a:lnTo>
                    <a:pt x="135" y="153671"/>
                  </a:lnTo>
                  <a:lnTo>
                    <a:pt x="0" y="159018"/>
                  </a:lnTo>
                  <a:lnTo>
                    <a:pt x="35" y="164366"/>
                  </a:lnTo>
                  <a:lnTo>
                    <a:pt x="242" y="169710"/>
                  </a:lnTo>
                  <a:lnTo>
                    <a:pt x="619" y="175045"/>
                  </a:lnTo>
                  <a:lnTo>
                    <a:pt x="1167" y="180365"/>
                  </a:lnTo>
                  <a:lnTo>
                    <a:pt x="1885" y="185665"/>
                  </a:lnTo>
                  <a:lnTo>
                    <a:pt x="2772" y="190940"/>
                  </a:lnTo>
                  <a:lnTo>
                    <a:pt x="3827" y="196183"/>
                  </a:lnTo>
                  <a:lnTo>
                    <a:pt x="5050" y="201389"/>
                  </a:lnTo>
                  <a:lnTo>
                    <a:pt x="6438" y="206554"/>
                  </a:lnTo>
                  <a:lnTo>
                    <a:pt x="7991" y="211672"/>
                  </a:lnTo>
                  <a:lnTo>
                    <a:pt x="9707" y="216738"/>
                  </a:lnTo>
                  <a:lnTo>
                    <a:pt x="11584" y="221746"/>
                  </a:lnTo>
                  <a:lnTo>
                    <a:pt x="13621" y="226691"/>
                  </a:lnTo>
                  <a:lnTo>
                    <a:pt x="15814" y="231569"/>
                  </a:lnTo>
                  <a:lnTo>
                    <a:pt x="18162" y="236374"/>
                  </a:lnTo>
                  <a:lnTo>
                    <a:pt x="20663" y="241102"/>
                  </a:lnTo>
                  <a:lnTo>
                    <a:pt x="23314" y="245747"/>
                  </a:lnTo>
                  <a:lnTo>
                    <a:pt x="26112" y="250305"/>
                  </a:lnTo>
                  <a:lnTo>
                    <a:pt x="29055" y="254771"/>
                  </a:lnTo>
                  <a:lnTo>
                    <a:pt x="32138" y="259140"/>
                  </a:lnTo>
                  <a:lnTo>
                    <a:pt x="35360" y="263409"/>
                  </a:lnTo>
                  <a:lnTo>
                    <a:pt x="38717" y="267573"/>
                  </a:lnTo>
                  <a:lnTo>
                    <a:pt x="42206" y="271627"/>
                  </a:lnTo>
                  <a:lnTo>
                    <a:pt x="45822" y="275567"/>
                  </a:lnTo>
                  <a:lnTo>
                    <a:pt x="49562" y="279390"/>
                  </a:lnTo>
                  <a:lnTo>
                    <a:pt x="53423" y="283091"/>
                  </a:lnTo>
                  <a:lnTo>
                    <a:pt x="57400" y="286667"/>
                  </a:lnTo>
                  <a:lnTo>
                    <a:pt x="61490" y="290113"/>
                  </a:lnTo>
                  <a:lnTo>
                    <a:pt x="65688" y="293427"/>
                  </a:lnTo>
                  <a:lnTo>
                    <a:pt x="69989" y="296605"/>
                  </a:lnTo>
                  <a:lnTo>
                    <a:pt x="74391" y="299644"/>
                  </a:lnTo>
                  <a:lnTo>
                    <a:pt x="78887" y="302540"/>
                  </a:lnTo>
                  <a:lnTo>
                    <a:pt x="83473" y="305292"/>
                  </a:lnTo>
                  <a:lnTo>
                    <a:pt x="88145" y="307895"/>
                  </a:lnTo>
                  <a:lnTo>
                    <a:pt x="92898" y="310347"/>
                  </a:lnTo>
                  <a:lnTo>
                    <a:pt x="97727" y="312646"/>
                  </a:lnTo>
                  <a:lnTo>
                    <a:pt x="102627" y="314789"/>
                  </a:lnTo>
                  <a:lnTo>
                    <a:pt x="107593" y="316774"/>
                  </a:lnTo>
                  <a:lnTo>
                    <a:pt x="112620" y="318600"/>
                  </a:lnTo>
                  <a:lnTo>
                    <a:pt x="117703" y="320264"/>
                  </a:lnTo>
                  <a:lnTo>
                    <a:pt x="122837" y="321764"/>
                  </a:lnTo>
                  <a:lnTo>
                    <a:pt x="128015" y="323100"/>
                  </a:lnTo>
                  <a:lnTo>
                    <a:pt x="133234" y="324269"/>
                  </a:lnTo>
                  <a:lnTo>
                    <a:pt x="138488" y="325270"/>
                  </a:lnTo>
                  <a:lnTo>
                    <a:pt x="143771" y="326103"/>
                  </a:lnTo>
                  <a:lnTo>
                    <a:pt x="149078" y="326766"/>
                  </a:lnTo>
                  <a:lnTo>
                    <a:pt x="154404" y="327260"/>
                  </a:lnTo>
                  <a:lnTo>
                    <a:pt x="159742" y="327583"/>
                  </a:lnTo>
                  <a:lnTo>
                    <a:pt x="165088" y="327734"/>
                  </a:lnTo>
                  <a:lnTo>
                    <a:pt x="170436" y="327715"/>
                  </a:lnTo>
                  <a:lnTo>
                    <a:pt x="175781" y="327525"/>
                  </a:lnTo>
                  <a:lnTo>
                    <a:pt x="181117" y="327163"/>
                  </a:lnTo>
                  <a:lnTo>
                    <a:pt x="186439" y="326632"/>
                  </a:lnTo>
                  <a:lnTo>
                    <a:pt x="191741" y="325930"/>
                  </a:lnTo>
                  <a:lnTo>
                    <a:pt x="197018" y="325059"/>
                  </a:lnTo>
                  <a:lnTo>
                    <a:pt x="202264" y="324020"/>
                  </a:lnTo>
                  <a:lnTo>
                    <a:pt x="207475" y="322813"/>
                  </a:lnTo>
                  <a:lnTo>
                    <a:pt x="212644" y="321440"/>
                  </a:lnTo>
                  <a:lnTo>
                    <a:pt x="217766" y="319903"/>
                  </a:lnTo>
                  <a:lnTo>
                    <a:pt x="222837" y="318203"/>
                  </a:lnTo>
                  <a:lnTo>
                    <a:pt x="227851" y="316341"/>
                  </a:lnTo>
                  <a:lnTo>
                    <a:pt x="232802" y="314320"/>
                  </a:lnTo>
                  <a:lnTo>
                    <a:pt x="237687" y="312141"/>
                  </a:lnTo>
                  <a:lnTo>
                    <a:pt x="242499" y="309807"/>
                  </a:lnTo>
                  <a:lnTo>
                    <a:pt x="247234" y="307321"/>
                  </a:lnTo>
                  <a:lnTo>
                    <a:pt x="251888" y="304684"/>
                  </a:lnTo>
                  <a:lnTo>
                    <a:pt x="256454" y="301900"/>
                  </a:lnTo>
                  <a:lnTo>
                    <a:pt x="260929" y="298971"/>
                  </a:lnTo>
                  <a:lnTo>
                    <a:pt x="167160" y="1605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745892" y="2168369"/>
              <a:ext cx="167156" cy="305559"/>
            </a:xfrm>
            <a:custGeom>
              <a:avLst/>
              <a:pathLst>
                <a:path w="167156" h="305559">
                  <a:moveTo>
                    <a:pt x="93769" y="305559"/>
                  </a:moveTo>
                  <a:lnTo>
                    <a:pt x="98125" y="302505"/>
                  </a:lnTo>
                  <a:lnTo>
                    <a:pt x="102382" y="299314"/>
                  </a:lnTo>
                  <a:lnTo>
                    <a:pt x="106535" y="295989"/>
                  </a:lnTo>
                  <a:lnTo>
                    <a:pt x="110580" y="292534"/>
                  </a:lnTo>
                  <a:lnTo>
                    <a:pt x="114514" y="288951"/>
                  </a:lnTo>
                  <a:lnTo>
                    <a:pt x="118331" y="285246"/>
                  </a:lnTo>
                  <a:lnTo>
                    <a:pt x="122028" y="281421"/>
                  </a:lnTo>
                  <a:lnTo>
                    <a:pt x="125602" y="277480"/>
                  </a:lnTo>
                  <a:lnTo>
                    <a:pt x="129049" y="273427"/>
                  </a:lnTo>
                  <a:lnTo>
                    <a:pt x="132365" y="269267"/>
                  </a:lnTo>
                  <a:lnTo>
                    <a:pt x="135547" y="265003"/>
                  </a:lnTo>
                  <a:lnTo>
                    <a:pt x="138591" y="260641"/>
                  </a:lnTo>
                  <a:lnTo>
                    <a:pt x="141495" y="256183"/>
                  </a:lnTo>
                  <a:lnTo>
                    <a:pt x="144256" y="251636"/>
                  </a:lnTo>
                  <a:lnTo>
                    <a:pt x="146871" y="247002"/>
                  </a:lnTo>
                  <a:lnTo>
                    <a:pt x="149337" y="242288"/>
                  </a:lnTo>
                  <a:lnTo>
                    <a:pt x="151652" y="237498"/>
                  </a:lnTo>
                  <a:lnTo>
                    <a:pt x="153813" y="232637"/>
                  </a:lnTo>
                  <a:lnTo>
                    <a:pt x="155818" y="227710"/>
                  </a:lnTo>
                  <a:lnTo>
                    <a:pt x="157666" y="222721"/>
                  </a:lnTo>
                  <a:lnTo>
                    <a:pt x="159354" y="217675"/>
                  </a:lnTo>
                  <a:lnTo>
                    <a:pt x="160880" y="212579"/>
                  </a:lnTo>
                  <a:lnTo>
                    <a:pt x="162244" y="207437"/>
                  </a:lnTo>
                  <a:lnTo>
                    <a:pt x="163443" y="202254"/>
                  </a:lnTo>
                  <a:lnTo>
                    <a:pt x="164477" y="197035"/>
                  </a:lnTo>
                  <a:lnTo>
                    <a:pt x="165344" y="191786"/>
                  </a:lnTo>
                  <a:lnTo>
                    <a:pt x="166044" y="186512"/>
                  </a:lnTo>
                  <a:lnTo>
                    <a:pt x="166575" y="181219"/>
                  </a:lnTo>
                  <a:lnTo>
                    <a:pt x="166938" y="175911"/>
                  </a:lnTo>
                  <a:lnTo>
                    <a:pt x="167132" y="170595"/>
                  </a:lnTo>
                  <a:lnTo>
                    <a:pt x="167156" y="165275"/>
                  </a:lnTo>
                  <a:lnTo>
                    <a:pt x="167011" y="159956"/>
                  </a:lnTo>
                  <a:lnTo>
                    <a:pt x="166697" y="154646"/>
                  </a:lnTo>
                  <a:lnTo>
                    <a:pt x="166214" y="149348"/>
                  </a:lnTo>
                  <a:lnTo>
                    <a:pt x="165563" y="144068"/>
                  </a:lnTo>
                  <a:lnTo>
                    <a:pt x="164744" y="138811"/>
                  </a:lnTo>
                  <a:lnTo>
                    <a:pt x="163759" y="133583"/>
                  </a:lnTo>
                  <a:lnTo>
                    <a:pt x="162607" y="128389"/>
                  </a:lnTo>
                  <a:lnTo>
                    <a:pt x="161291" y="123234"/>
                  </a:lnTo>
                  <a:lnTo>
                    <a:pt x="159811" y="118124"/>
                  </a:lnTo>
                  <a:lnTo>
                    <a:pt x="158170" y="113064"/>
                  </a:lnTo>
                  <a:lnTo>
                    <a:pt x="156368" y="108058"/>
                  </a:lnTo>
                  <a:lnTo>
                    <a:pt x="154408" y="103112"/>
                  </a:lnTo>
                  <a:lnTo>
                    <a:pt x="152291" y="98231"/>
                  </a:lnTo>
                  <a:lnTo>
                    <a:pt x="150021" y="93420"/>
                  </a:lnTo>
                  <a:lnTo>
                    <a:pt x="147598" y="88684"/>
                  </a:lnTo>
                  <a:lnTo>
                    <a:pt x="145026" y="84027"/>
                  </a:lnTo>
                  <a:lnTo>
                    <a:pt x="142307" y="79454"/>
                  </a:lnTo>
                  <a:lnTo>
                    <a:pt x="139444" y="74970"/>
                  </a:lnTo>
                  <a:lnTo>
                    <a:pt x="136439" y="70580"/>
                  </a:lnTo>
                  <a:lnTo>
                    <a:pt x="133297" y="66287"/>
                  </a:lnTo>
                  <a:lnTo>
                    <a:pt x="130019" y="62096"/>
                  </a:lnTo>
                  <a:lnTo>
                    <a:pt x="126610" y="58012"/>
                  </a:lnTo>
                  <a:lnTo>
                    <a:pt x="123073" y="54039"/>
                  </a:lnTo>
                  <a:lnTo>
                    <a:pt x="119410" y="50180"/>
                  </a:lnTo>
                  <a:lnTo>
                    <a:pt x="115627" y="46439"/>
                  </a:lnTo>
                  <a:lnTo>
                    <a:pt x="111727" y="42821"/>
                  </a:lnTo>
                  <a:lnTo>
                    <a:pt x="107714" y="39329"/>
                  </a:lnTo>
                  <a:lnTo>
                    <a:pt x="103591" y="35966"/>
                  </a:lnTo>
                  <a:lnTo>
                    <a:pt x="99364" y="32736"/>
                  </a:lnTo>
                  <a:lnTo>
                    <a:pt x="95036" y="29642"/>
                  </a:lnTo>
                  <a:lnTo>
                    <a:pt x="90612" y="26688"/>
                  </a:lnTo>
                  <a:lnTo>
                    <a:pt x="86096" y="23876"/>
                  </a:lnTo>
                  <a:lnTo>
                    <a:pt x="81493" y="21209"/>
                  </a:lnTo>
                  <a:lnTo>
                    <a:pt x="76807" y="18689"/>
                  </a:lnTo>
                  <a:lnTo>
                    <a:pt x="72043" y="16320"/>
                  </a:lnTo>
                  <a:lnTo>
                    <a:pt x="67207" y="14104"/>
                  </a:lnTo>
                  <a:lnTo>
                    <a:pt x="62302" y="12043"/>
                  </a:lnTo>
                  <a:lnTo>
                    <a:pt x="57334" y="10139"/>
                  </a:lnTo>
                  <a:lnTo>
                    <a:pt x="52309" y="8394"/>
                  </a:lnTo>
                  <a:lnTo>
                    <a:pt x="47230" y="6810"/>
                  </a:lnTo>
                  <a:lnTo>
                    <a:pt x="42103" y="5389"/>
                  </a:lnTo>
                  <a:lnTo>
                    <a:pt x="36934" y="4131"/>
                  </a:lnTo>
                  <a:lnTo>
                    <a:pt x="31728" y="3038"/>
                  </a:lnTo>
                  <a:lnTo>
                    <a:pt x="26489" y="2112"/>
                  </a:lnTo>
                  <a:lnTo>
                    <a:pt x="21223" y="1352"/>
                  </a:lnTo>
                  <a:lnTo>
                    <a:pt x="15936" y="761"/>
                  </a:lnTo>
                  <a:lnTo>
                    <a:pt x="10633" y="338"/>
                  </a:lnTo>
                  <a:lnTo>
                    <a:pt x="531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10614" y="1735255"/>
              <a:ext cx="49932" cy="167167"/>
            </a:xfrm>
            <a:custGeom>
              <a:avLst/>
              <a:pathLst>
                <a:path w="49932" h="167167">
                  <a:moveTo>
                    <a:pt x="49932" y="0"/>
                  </a:moveTo>
                  <a:lnTo>
                    <a:pt x="43595" y="120"/>
                  </a:lnTo>
                  <a:lnTo>
                    <a:pt x="37267" y="480"/>
                  </a:lnTo>
                  <a:lnTo>
                    <a:pt x="30958" y="1080"/>
                  </a:lnTo>
                  <a:lnTo>
                    <a:pt x="24676" y="1918"/>
                  </a:lnTo>
                  <a:lnTo>
                    <a:pt x="18430" y="2995"/>
                  </a:lnTo>
                  <a:lnTo>
                    <a:pt x="12229" y="4307"/>
                  </a:lnTo>
                  <a:lnTo>
                    <a:pt x="6083" y="5853"/>
                  </a:lnTo>
                  <a:lnTo>
                    <a:pt x="0" y="7631"/>
                  </a:lnTo>
                  <a:lnTo>
                    <a:pt x="4993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293380" y="1742887"/>
              <a:ext cx="334331" cy="326691"/>
            </a:xfrm>
            <a:custGeom>
              <a:avLst/>
              <a:pathLst>
                <a:path w="334331" h="326691">
                  <a:moveTo>
                    <a:pt x="117234" y="0"/>
                  </a:moveTo>
                  <a:lnTo>
                    <a:pt x="112194" y="1665"/>
                  </a:lnTo>
                  <a:lnTo>
                    <a:pt x="107209" y="3490"/>
                  </a:lnTo>
                  <a:lnTo>
                    <a:pt x="102284" y="5473"/>
                  </a:lnTo>
                  <a:lnTo>
                    <a:pt x="97425" y="7611"/>
                  </a:lnTo>
                  <a:lnTo>
                    <a:pt x="92636" y="9902"/>
                  </a:lnTo>
                  <a:lnTo>
                    <a:pt x="87923" y="12344"/>
                  </a:lnTo>
                  <a:lnTo>
                    <a:pt x="83289" y="14934"/>
                  </a:lnTo>
                  <a:lnTo>
                    <a:pt x="78740" y="17670"/>
                  </a:lnTo>
                  <a:lnTo>
                    <a:pt x="74280" y="20549"/>
                  </a:lnTo>
                  <a:lnTo>
                    <a:pt x="69914" y="23569"/>
                  </a:lnTo>
                  <a:lnTo>
                    <a:pt x="65646" y="26725"/>
                  </a:lnTo>
                  <a:lnTo>
                    <a:pt x="61480" y="30016"/>
                  </a:lnTo>
                  <a:lnTo>
                    <a:pt x="57421" y="33437"/>
                  </a:lnTo>
                  <a:lnTo>
                    <a:pt x="53472" y="36985"/>
                  </a:lnTo>
                  <a:lnTo>
                    <a:pt x="49639" y="40657"/>
                  </a:lnTo>
                  <a:lnTo>
                    <a:pt x="45923" y="44448"/>
                  </a:lnTo>
                  <a:lnTo>
                    <a:pt x="42330" y="48356"/>
                  </a:lnTo>
                  <a:lnTo>
                    <a:pt x="38863" y="52376"/>
                  </a:lnTo>
                  <a:lnTo>
                    <a:pt x="35525" y="56504"/>
                  </a:lnTo>
                  <a:lnTo>
                    <a:pt x="32320" y="60735"/>
                  </a:lnTo>
                  <a:lnTo>
                    <a:pt x="29251" y="65067"/>
                  </a:lnTo>
                  <a:lnTo>
                    <a:pt x="26321" y="69494"/>
                  </a:lnTo>
                  <a:lnTo>
                    <a:pt x="23533" y="74011"/>
                  </a:lnTo>
                  <a:lnTo>
                    <a:pt x="20890" y="78615"/>
                  </a:lnTo>
                  <a:lnTo>
                    <a:pt x="18394" y="83300"/>
                  </a:lnTo>
                  <a:lnTo>
                    <a:pt x="16049" y="88062"/>
                  </a:lnTo>
                  <a:lnTo>
                    <a:pt x="13855" y="92897"/>
                  </a:lnTo>
                  <a:lnTo>
                    <a:pt x="11817" y="97798"/>
                  </a:lnTo>
                  <a:lnTo>
                    <a:pt x="9935" y="102762"/>
                  </a:lnTo>
                  <a:lnTo>
                    <a:pt x="8212" y="107783"/>
                  </a:lnTo>
                  <a:lnTo>
                    <a:pt x="6648" y="112856"/>
                  </a:lnTo>
                  <a:lnTo>
                    <a:pt x="5247" y="117976"/>
                  </a:lnTo>
                  <a:lnTo>
                    <a:pt x="4009" y="123138"/>
                  </a:lnTo>
                  <a:lnTo>
                    <a:pt x="2936" y="128337"/>
                  </a:lnTo>
                  <a:lnTo>
                    <a:pt x="2028" y="133568"/>
                  </a:lnTo>
                  <a:lnTo>
                    <a:pt x="1287" y="138824"/>
                  </a:lnTo>
                  <a:lnTo>
                    <a:pt x="713" y="144102"/>
                  </a:lnTo>
                  <a:lnTo>
                    <a:pt x="307" y="149395"/>
                  </a:lnTo>
                  <a:lnTo>
                    <a:pt x="69" y="154698"/>
                  </a:lnTo>
                  <a:lnTo>
                    <a:pt x="0" y="160006"/>
                  </a:lnTo>
                  <a:lnTo>
                    <a:pt x="99" y="165313"/>
                  </a:lnTo>
                  <a:lnTo>
                    <a:pt x="366" y="170615"/>
                  </a:lnTo>
                  <a:lnTo>
                    <a:pt x="802" y="175906"/>
                  </a:lnTo>
                  <a:lnTo>
                    <a:pt x="1406" y="181180"/>
                  </a:lnTo>
                  <a:lnTo>
                    <a:pt x="2177" y="186432"/>
                  </a:lnTo>
                  <a:lnTo>
                    <a:pt x="3114" y="191657"/>
                  </a:lnTo>
                  <a:lnTo>
                    <a:pt x="4217" y="196850"/>
                  </a:lnTo>
                  <a:lnTo>
                    <a:pt x="5484" y="202005"/>
                  </a:lnTo>
                  <a:lnTo>
                    <a:pt x="6914" y="207117"/>
                  </a:lnTo>
                  <a:lnTo>
                    <a:pt x="8505" y="212182"/>
                  </a:lnTo>
                  <a:lnTo>
                    <a:pt x="10257" y="217193"/>
                  </a:lnTo>
                  <a:lnTo>
                    <a:pt x="12167" y="222146"/>
                  </a:lnTo>
                  <a:lnTo>
                    <a:pt x="14233" y="227036"/>
                  </a:lnTo>
                  <a:lnTo>
                    <a:pt x="16453" y="231858"/>
                  </a:lnTo>
                  <a:lnTo>
                    <a:pt x="18826" y="236607"/>
                  </a:lnTo>
                  <a:lnTo>
                    <a:pt x="21348" y="241278"/>
                  </a:lnTo>
                  <a:lnTo>
                    <a:pt x="24017" y="245867"/>
                  </a:lnTo>
                  <a:lnTo>
                    <a:pt x="26830" y="250369"/>
                  </a:lnTo>
                  <a:lnTo>
                    <a:pt x="29785" y="254779"/>
                  </a:lnTo>
                  <a:lnTo>
                    <a:pt x="32878" y="259093"/>
                  </a:lnTo>
                  <a:lnTo>
                    <a:pt x="36107" y="263306"/>
                  </a:lnTo>
                  <a:lnTo>
                    <a:pt x="39468" y="267416"/>
                  </a:lnTo>
                  <a:lnTo>
                    <a:pt x="42958" y="271416"/>
                  </a:lnTo>
                  <a:lnTo>
                    <a:pt x="46573" y="275303"/>
                  </a:lnTo>
                  <a:lnTo>
                    <a:pt x="50309" y="279074"/>
                  </a:lnTo>
                  <a:lnTo>
                    <a:pt x="54164" y="282724"/>
                  </a:lnTo>
                  <a:lnTo>
                    <a:pt x="58132" y="286250"/>
                  </a:lnTo>
                  <a:lnTo>
                    <a:pt x="62211" y="289648"/>
                  </a:lnTo>
                  <a:lnTo>
                    <a:pt x="66395" y="292915"/>
                  </a:lnTo>
                  <a:lnTo>
                    <a:pt x="70681" y="296047"/>
                  </a:lnTo>
                  <a:lnTo>
                    <a:pt x="75064" y="299042"/>
                  </a:lnTo>
                  <a:lnTo>
                    <a:pt x="79540" y="301896"/>
                  </a:lnTo>
                  <a:lnTo>
                    <a:pt x="84104" y="304607"/>
                  </a:lnTo>
                  <a:lnTo>
                    <a:pt x="88752" y="307171"/>
                  </a:lnTo>
                  <a:lnTo>
                    <a:pt x="93480" y="309586"/>
                  </a:lnTo>
                  <a:lnTo>
                    <a:pt x="98281" y="311850"/>
                  </a:lnTo>
                  <a:lnTo>
                    <a:pt x="103152" y="313961"/>
                  </a:lnTo>
                  <a:lnTo>
                    <a:pt x="108088" y="315915"/>
                  </a:lnTo>
                  <a:lnTo>
                    <a:pt x="113083" y="317712"/>
                  </a:lnTo>
                  <a:lnTo>
                    <a:pt x="118133" y="319350"/>
                  </a:lnTo>
                  <a:lnTo>
                    <a:pt x="123232" y="320826"/>
                  </a:lnTo>
                  <a:lnTo>
                    <a:pt x="128375" y="322140"/>
                  </a:lnTo>
                  <a:lnTo>
                    <a:pt x="133558" y="323290"/>
                  </a:lnTo>
                  <a:lnTo>
                    <a:pt x="138774" y="324274"/>
                  </a:lnTo>
                  <a:lnTo>
                    <a:pt x="144019" y="325093"/>
                  </a:lnTo>
                  <a:lnTo>
                    <a:pt x="149288" y="325744"/>
                  </a:lnTo>
                  <a:lnTo>
                    <a:pt x="154574" y="326228"/>
                  </a:lnTo>
                  <a:lnTo>
                    <a:pt x="159873" y="326544"/>
                  </a:lnTo>
                  <a:lnTo>
                    <a:pt x="165180" y="326691"/>
                  </a:lnTo>
                  <a:lnTo>
                    <a:pt x="170488" y="326670"/>
                  </a:lnTo>
                  <a:lnTo>
                    <a:pt x="175793" y="326480"/>
                  </a:lnTo>
                  <a:lnTo>
                    <a:pt x="181090" y="326122"/>
                  </a:lnTo>
                  <a:lnTo>
                    <a:pt x="186372" y="325596"/>
                  </a:lnTo>
                  <a:lnTo>
                    <a:pt x="191635" y="324902"/>
                  </a:lnTo>
                  <a:lnTo>
                    <a:pt x="196873" y="324042"/>
                  </a:lnTo>
                  <a:lnTo>
                    <a:pt x="202082" y="323016"/>
                  </a:lnTo>
                  <a:lnTo>
                    <a:pt x="207255" y="321825"/>
                  </a:lnTo>
                  <a:lnTo>
                    <a:pt x="212388" y="320470"/>
                  </a:lnTo>
                  <a:lnTo>
                    <a:pt x="217475" y="318953"/>
                  </a:lnTo>
                  <a:lnTo>
                    <a:pt x="222511" y="317275"/>
                  </a:lnTo>
                  <a:lnTo>
                    <a:pt x="227492" y="315439"/>
                  </a:lnTo>
                  <a:lnTo>
                    <a:pt x="232412" y="313444"/>
                  </a:lnTo>
                  <a:lnTo>
                    <a:pt x="237266" y="311295"/>
                  </a:lnTo>
                  <a:lnTo>
                    <a:pt x="242049" y="308993"/>
                  </a:lnTo>
                  <a:lnTo>
                    <a:pt x="246757" y="306540"/>
                  </a:lnTo>
                  <a:lnTo>
                    <a:pt x="251384" y="303939"/>
                  </a:lnTo>
                  <a:lnTo>
                    <a:pt x="255927" y="301192"/>
                  </a:lnTo>
                  <a:lnTo>
                    <a:pt x="260380" y="298302"/>
                  </a:lnTo>
                  <a:lnTo>
                    <a:pt x="264739" y="295272"/>
                  </a:lnTo>
                  <a:lnTo>
                    <a:pt x="269000" y="292106"/>
                  </a:lnTo>
                  <a:lnTo>
                    <a:pt x="273158" y="288806"/>
                  </a:lnTo>
                  <a:lnTo>
                    <a:pt x="277209" y="285375"/>
                  </a:lnTo>
                  <a:lnTo>
                    <a:pt x="281149" y="281817"/>
                  </a:lnTo>
                  <a:lnTo>
                    <a:pt x="284974" y="278137"/>
                  </a:lnTo>
                  <a:lnTo>
                    <a:pt x="288681" y="274336"/>
                  </a:lnTo>
                  <a:lnTo>
                    <a:pt x="292264" y="270420"/>
                  </a:lnTo>
                  <a:lnTo>
                    <a:pt x="295722" y="266392"/>
                  </a:lnTo>
                  <a:lnTo>
                    <a:pt x="299050" y="262256"/>
                  </a:lnTo>
                  <a:lnTo>
                    <a:pt x="302245" y="258017"/>
                  </a:lnTo>
                  <a:lnTo>
                    <a:pt x="305304" y="253678"/>
                  </a:lnTo>
                  <a:lnTo>
                    <a:pt x="308224" y="249245"/>
                  </a:lnTo>
                  <a:lnTo>
                    <a:pt x="311001" y="244721"/>
                  </a:lnTo>
                  <a:lnTo>
                    <a:pt x="313633" y="240111"/>
                  </a:lnTo>
                  <a:lnTo>
                    <a:pt x="316118" y="235420"/>
                  </a:lnTo>
                  <a:lnTo>
                    <a:pt x="318452" y="230652"/>
                  </a:lnTo>
                  <a:lnTo>
                    <a:pt x="320634" y="225812"/>
                  </a:lnTo>
                  <a:lnTo>
                    <a:pt x="322661" y="220906"/>
                  </a:lnTo>
                  <a:lnTo>
                    <a:pt x="324531" y="215938"/>
                  </a:lnTo>
                  <a:lnTo>
                    <a:pt x="326243" y="210913"/>
                  </a:lnTo>
                  <a:lnTo>
                    <a:pt x="327794" y="205836"/>
                  </a:lnTo>
                  <a:lnTo>
                    <a:pt x="329183" y="200712"/>
                  </a:lnTo>
                  <a:lnTo>
                    <a:pt x="330409" y="195547"/>
                  </a:lnTo>
                  <a:lnTo>
                    <a:pt x="331470" y="190346"/>
                  </a:lnTo>
                  <a:lnTo>
                    <a:pt x="332365" y="185113"/>
                  </a:lnTo>
                  <a:lnTo>
                    <a:pt x="333094" y="179855"/>
                  </a:lnTo>
                  <a:lnTo>
                    <a:pt x="333656" y="174576"/>
                  </a:lnTo>
                  <a:lnTo>
                    <a:pt x="334049" y="169283"/>
                  </a:lnTo>
                  <a:lnTo>
                    <a:pt x="334275" y="163979"/>
                  </a:lnTo>
                  <a:lnTo>
                    <a:pt x="334331" y="158671"/>
                  </a:lnTo>
                  <a:lnTo>
                    <a:pt x="334220" y="153363"/>
                  </a:lnTo>
                  <a:lnTo>
                    <a:pt x="333940" y="148062"/>
                  </a:lnTo>
                  <a:lnTo>
                    <a:pt x="333491" y="142773"/>
                  </a:lnTo>
                  <a:lnTo>
                    <a:pt x="332875" y="137500"/>
                  </a:lnTo>
                  <a:lnTo>
                    <a:pt x="332092" y="132249"/>
                  </a:lnTo>
                  <a:lnTo>
                    <a:pt x="331142" y="127027"/>
                  </a:lnTo>
                  <a:lnTo>
                    <a:pt x="330027" y="121836"/>
                  </a:lnTo>
                  <a:lnTo>
                    <a:pt x="328748" y="116684"/>
                  </a:lnTo>
                  <a:lnTo>
                    <a:pt x="327306" y="111575"/>
                  </a:lnTo>
                  <a:lnTo>
                    <a:pt x="325703" y="106515"/>
                  </a:lnTo>
                  <a:lnTo>
                    <a:pt x="323939" y="101508"/>
                  </a:lnTo>
                  <a:lnTo>
                    <a:pt x="322018" y="96559"/>
                  </a:lnTo>
                  <a:lnTo>
                    <a:pt x="319940" y="91674"/>
                  </a:lnTo>
                  <a:lnTo>
                    <a:pt x="317708" y="86858"/>
                  </a:lnTo>
                  <a:lnTo>
                    <a:pt x="315325" y="82114"/>
                  </a:lnTo>
                  <a:lnTo>
                    <a:pt x="312792" y="77449"/>
                  </a:lnTo>
                  <a:lnTo>
                    <a:pt x="310112" y="72866"/>
                  </a:lnTo>
                  <a:lnTo>
                    <a:pt x="307288" y="68371"/>
                  </a:lnTo>
                  <a:lnTo>
                    <a:pt x="304323" y="63968"/>
                  </a:lnTo>
                  <a:lnTo>
                    <a:pt x="301219" y="59661"/>
                  </a:lnTo>
                  <a:lnTo>
                    <a:pt x="297980" y="55455"/>
                  </a:lnTo>
                  <a:lnTo>
                    <a:pt x="294610" y="51354"/>
                  </a:lnTo>
                  <a:lnTo>
                    <a:pt x="291110" y="47362"/>
                  </a:lnTo>
                  <a:lnTo>
                    <a:pt x="287486" y="43483"/>
                  </a:lnTo>
                  <a:lnTo>
                    <a:pt x="283741" y="39722"/>
                  </a:lnTo>
                  <a:lnTo>
                    <a:pt x="279878" y="36081"/>
                  </a:lnTo>
                  <a:lnTo>
                    <a:pt x="275901" y="32564"/>
                  </a:lnTo>
                  <a:lnTo>
                    <a:pt x="271814" y="29176"/>
                  </a:lnTo>
                  <a:lnTo>
                    <a:pt x="267623" y="25918"/>
                  </a:lnTo>
                  <a:lnTo>
                    <a:pt x="263329" y="22796"/>
                  </a:lnTo>
                  <a:lnTo>
                    <a:pt x="258939" y="19812"/>
                  </a:lnTo>
                  <a:lnTo>
                    <a:pt x="254456" y="16968"/>
                  </a:lnTo>
                  <a:lnTo>
                    <a:pt x="249886" y="14269"/>
                  </a:lnTo>
                  <a:lnTo>
                    <a:pt x="245231" y="11715"/>
                  </a:lnTo>
                  <a:lnTo>
                    <a:pt x="240499" y="9311"/>
                  </a:lnTo>
                  <a:lnTo>
                    <a:pt x="235692" y="7058"/>
                  </a:lnTo>
                  <a:lnTo>
                    <a:pt x="230816" y="4960"/>
                  </a:lnTo>
                  <a:lnTo>
                    <a:pt x="167166" y="159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60546" y="1735255"/>
              <a:ext cx="63649" cy="167167"/>
            </a:xfrm>
            <a:custGeom>
              <a:avLst/>
              <a:pathLst>
                <a:path w="63649" h="167167">
                  <a:moveTo>
                    <a:pt x="63649" y="12591"/>
                  </a:moveTo>
                  <a:lnTo>
                    <a:pt x="58121" y="10429"/>
                  </a:lnTo>
                  <a:lnTo>
                    <a:pt x="52520" y="8464"/>
                  </a:lnTo>
                  <a:lnTo>
                    <a:pt x="46852" y="6700"/>
                  </a:lnTo>
                  <a:lnTo>
                    <a:pt x="41126" y="5137"/>
                  </a:lnTo>
                  <a:lnTo>
                    <a:pt x="35347" y="3779"/>
                  </a:lnTo>
                  <a:lnTo>
                    <a:pt x="29524" y="2627"/>
                  </a:lnTo>
                  <a:lnTo>
                    <a:pt x="23664" y="1683"/>
                  </a:lnTo>
                  <a:lnTo>
                    <a:pt x="17774" y="947"/>
                  </a:lnTo>
                  <a:lnTo>
                    <a:pt x="11862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915684" y="1379510"/>
              <a:ext cx="327372" cy="334328"/>
            </a:xfrm>
            <a:custGeom>
              <a:avLst/>
              <a:pathLst>
                <a:path w="327372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1" y="2111"/>
                  </a:lnTo>
                  <a:lnTo>
                    <a:pt x="135434" y="3037"/>
                  </a:lnTo>
                  <a:lnTo>
                    <a:pt x="130228" y="4129"/>
                  </a:lnTo>
                  <a:lnTo>
                    <a:pt x="125060" y="5387"/>
                  </a:lnTo>
                  <a:lnTo>
                    <a:pt x="119934" y="6808"/>
                  </a:lnTo>
                  <a:lnTo>
                    <a:pt x="114856" y="8391"/>
                  </a:lnTo>
                  <a:lnTo>
                    <a:pt x="109831" y="10136"/>
                  </a:lnTo>
                  <a:lnTo>
                    <a:pt x="104864" y="12039"/>
                  </a:lnTo>
                  <a:lnTo>
                    <a:pt x="99960" y="14099"/>
                  </a:lnTo>
                  <a:lnTo>
                    <a:pt x="95125" y="16314"/>
                  </a:lnTo>
                  <a:lnTo>
                    <a:pt x="90362" y="18682"/>
                  </a:lnTo>
                  <a:lnTo>
                    <a:pt x="85677" y="21201"/>
                  </a:lnTo>
                  <a:lnTo>
                    <a:pt x="81074" y="23867"/>
                  </a:lnTo>
                  <a:lnTo>
                    <a:pt x="76558" y="26678"/>
                  </a:lnTo>
                  <a:lnTo>
                    <a:pt x="72135" y="29632"/>
                  </a:lnTo>
                  <a:lnTo>
                    <a:pt x="67807" y="32724"/>
                  </a:lnTo>
                  <a:lnTo>
                    <a:pt x="63580" y="35953"/>
                  </a:lnTo>
                  <a:lnTo>
                    <a:pt x="59458" y="39315"/>
                  </a:lnTo>
                  <a:lnTo>
                    <a:pt x="55445" y="42806"/>
                  </a:lnTo>
                  <a:lnTo>
                    <a:pt x="51545" y="46423"/>
                  </a:lnTo>
                  <a:lnTo>
                    <a:pt x="47762" y="50162"/>
                  </a:lnTo>
                  <a:lnTo>
                    <a:pt x="44100" y="54020"/>
                  </a:lnTo>
                  <a:lnTo>
                    <a:pt x="40563" y="57992"/>
                  </a:lnTo>
                  <a:lnTo>
                    <a:pt x="37153" y="62075"/>
                  </a:lnTo>
                  <a:lnTo>
                    <a:pt x="33876" y="66264"/>
                  </a:lnTo>
                  <a:lnTo>
                    <a:pt x="30733" y="70555"/>
                  </a:lnTo>
                  <a:lnTo>
                    <a:pt x="27728" y="74944"/>
                  </a:lnTo>
                  <a:lnTo>
                    <a:pt x="24865" y="79427"/>
                  </a:lnTo>
                  <a:lnTo>
                    <a:pt x="22146" y="83998"/>
                  </a:lnTo>
                  <a:lnTo>
                    <a:pt x="19573" y="88654"/>
                  </a:lnTo>
                  <a:lnTo>
                    <a:pt x="17150" y="93389"/>
                  </a:lnTo>
                  <a:lnTo>
                    <a:pt x="14879" y="98199"/>
                  </a:lnTo>
                  <a:lnTo>
                    <a:pt x="12761" y="103078"/>
                  </a:lnTo>
                  <a:lnTo>
                    <a:pt x="10801" y="108023"/>
                  </a:lnTo>
                  <a:lnTo>
                    <a:pt x="8998" y="113027"/>
                  </a:lnTo>
                  <a:lnTo>
                    <a:pt x="7356" y="118086"/>
                  </a:lnTo>
                  <a:lnTo>
                    <a:pt x="5875" y="123195"/>
                  </a:lnTo>
                  <a:lnTo>
                    <a:pt x="4558" y="128348"/>
                  </a:lnTo>
                  <a:lnTo>
                    <a:pt x="3405" y="133541"/>
                  </a:lnTo>
                  <a:lnTo>
                    <a:pt x="2418" y="138768"/>
                  </a:lnTo>
                  <a:lnTo>
                    <a:pt x="1598" y="144023"/>
                  </a:lnTo>
                  <a:lnTo>
                    <a:pt x="946" y="149302"/>
                  </a:lnTo>
                  <a:lnTo>
                    <a:pt x="461" y="154599"/>
                  </a:lnTo>
                  <a:lnTo>
                    <a:pt x="146" y="159909"/>
                  </a:lnTo>
                  <a:lnTo>
                    <a:pt x="0" y="165226"/>
                  </a:lnTo>
                  <a:lnTo>
                    <a:pt x="22" y="170545"/>
                  </a:lnTo>
                  <a:lnTo>
                    <a:pt x="214" y="175860"/>
                  </a:lnTo>
                  <a:lnTo>
                    <a:pt x="576" y="181167"/>
                  </a:lnTo>
                  <a:lnTo>
                    <a:pt x="1105" y="186460"/>
                  </a:lnTo>
                  <a:lnTo>
                    <a:pt x="1803" y="191733"/>
                  </a:lnTo>
                  <a:lnTo>
                    <a:pt x="2668" y="196981"/>
                  </a:lnTo>
                  <a:lnTo>
                    <a:pt x="3700" y="202199"/>
                  </a:lnTo>
                  <a:lnTo>
                    <a:pt x="4897" y="207382"/>
                  </a:lnTo>
                  <a:lnTo>
                    <a:pt x="6259" y="212523"/>
                  </a:lnTo>
                  <a:lnTo>
                    <a:pt x="7783" y="217619"/>
                  </a:lnTo>
                  <a:lnTo>
                    <a:pt x="9469" y="222664"/>
                  </a:lnTo>
                  <a:lnTo>
                    <a:pt x="11315" y="227653"/>
                  </a:lnTo>
                  <a:lnTo>
                    <a:pt x="13318" y="232580"/>
                  </a:lnTo>
                  <a:lnTo>
                    <a:pt x="15477" y="237441"/>
                  </a:lnTo>
                  <a:lnTo>
                    <a:pt x="17789" y="242232"/>
                  </a:lnTo>
                  <a:lnTo>
                    <a:pt x="20253" y="246946"/>
                  </a:lnTo>
                  <a:lnTo>
                    <a:pt x="22866" y="251579"/>
                  </a:lnTo>
                  <a:lnTo>
                    <a:pt x="25624" y="256127"/>
                  </a:lnTo>
                  <a:lnTo>
                    <a:pt x="28526" y="260584"/>
                  </a:lnTo>
                  <a:lnTo>
                    <a:pt x="31568" y="264948"/>
                  </a:lnTo>
                  <a:lnTo>
                    <a:pt x="34748" y="269212"/>
                  </a:lnTo>
                  <a:lnTo>
                    <a:pt x="38061" y="273373"/>
                  </a:lnTo>
                  <a:lnTo>
                    <a:pt x="41506" y="277426"/>
                  </a:lnTo>
                  <a:lnTo>
                    <a:pt x="45077" y="281368"/>
                  </a:lnTo>
                  <a:lnTo>
                    <a:pt x="48772" y="285194"/>
                  </a:lnTo>
                  <a:lnTo>
                    <a:pt x="52587" y="288900"/>
                  </a:lnTo>
                  <a:lnTo>
                    <a:pt x="56518" y="292484"/>
                  </a:lnTo>
                  <a:lnTo>
                    <a:pt x="60561" y="295940"/>
                  </a:lnTo>
                  <a:lnTo>
                    <a:pt x="64712" y="299266"/>
                  </a:lnTo>
                  <a:lnTo>
                    <a:pt x="68966" y="302459"/>
                  </a:lnTo>
                  <a:lnTo>
                    <a:pt x="73320" y="305514"/>
                  </a:lnTo>
                  <a:lnTo>
                    <a:pt x="77769" y="308429"/>
                  </a:lnTo>
                  <a:lnTo>
                    <a:pt x="82309" y="311202"/>
                  </a:lnTo>
                  <a:lnTo>
                    <a:pt x="86934" y="313828"/>
                  </a:lnTo>
                  <a:lnTo>
                    <a:pt x="91641" y="316306"/>
                  </a:lnTo>
                  <a:lnTo>
                    <a:pt x="96424" y="318633"/>
                  </a:lnTo>
                  <a:lnTo>
                    <a:pt x="101278" y="320807"/>
                  </a:lnTo>
                  <a:lnTo>
                    <a:pt x="106200" y="322825"/>
                  </a:lnTo>
                  <a:lnTo>
                    <a:pt x="111183" y="324685"/>
                  </a:lnTo>
                  <a:lnTo>
                    <a:pt x="116223" y="326386"/>
                  </a:lnTo>
                  <a:lnTo>
                    <a:pt x="121314" y="327926"/>
                  </a:lnTo>
                  <a:lnTo>
                    <a:pt x="126452" y="329303"/>
                  </a:lnTo>
                  <a:lnTo>
                    <a:pt x="131631" y="330516"/>
                  </a:lnTo>
                  <a:lnTo>
                    <a:pt x="136845" y="331564"/>
                  </a:lnTo>
                  <a:lnTo>
                    <a:pt x="142091" y="332445"/>
                  </a:lnTo>
                  <a:lnTo>
                    <a:pt x="147362" y="333158"/>
                  </a:lnTo>
                  <a:lnTo>
                    <a:pt x="152653" y="333704"/>
                  </a:lnTo>
                  <a:lnTo>
                    <a:pt x="157959" y="334081"/>
                  </a:lnTo>
                  <a:lnTo>
                    <a:pt x="163274" y="334289"/>
                  </a:lnTo>
                  <a:lnTo>
                    <a:pt x="168592" y="334328"/>
                  </a:lnTo>
                  <a:lnTo>
                    <a:pt x="173910" y="334198"/>
                  </a:lnTo>
                  <a:lnTo>
                    <a:pt x="179221" y="333898"/>
                  </a:lnTo>
                  <a:lnTo>
                    <a:pt x="184519" y="333430"/>
                  </a:lnTo>
                  <a:lnTo>
                    <a:pt x="189800" y="332794"/>
                  </a:lnTo>
                  <a:lnTo>
                    <a:pt x="195058" y="331989"/>
                  </a:lnTo>
                  <a:lnTo>
                    <a:pt x="200287" y="331018"/>
                  </a:lnTo>
                  <a:lnTo>
                    <a:pt x="205483" y="329881"/>
                  </a:lnTo>
                  <a:lnTo>
                    <a:pt x="210641" y="328579"/>
                  </a:lnTo>
                  <a:lnTo>
                    <a:pt x="215754" y="327114"/>
                  </a:lnTo>
                  <a:lnTo>
                    <a:pt x="220818" y="325487"/>
                  </a:lnTo>
                  <a:lnTo>
                    <a:pt x="225828" y="323700"/>
                  </a:lnTo>
                  <a:lnTo>
                    <a:pt x="230778" y="321754"/>
                  </a:lnTo>
                  <a:lnTo>
                    <a:pt x="235664" y="319652"/>
                  </a:lnTo>
                  <a:lnTo>
                    <a:pt x="240481" y="317395"/>
                  </a:lnTo>
                  <a:lnTo>
                    <a:pt x="245223" y="314986"/>
                  </a:lnTo>
                  <a:lnTo>
                    <a:pt x="249886" y="312427"/>
                  </a:lnTo>
                  <a:lnTo>
                    <a:pt x="254466" y="309722"/>
                  </a:lnTo>
                  <a:lnTo>
                    <a:pt x="258957" y="306872"/>
                  </a:lnTo>
                  <a:lnTo>
                    <a:pt x="263355" y="303880"/>
                  </a:lnTo>
                  <a:lnTo>
                    <a:pt x="267656" y="300751"/>
                  </a:lnTo>
                  <a:lnTo>
                    <a:pt x="271855" y="297486"/>
                  </a:lnTo>
                  <a:lnTo>
                    <a:pt x="275948" y="294089"/>
                  </a:lnTo>
                  <a:lnTo>
                    <a:pt x="279931" y="290563"/>
                  </a:lnTo>
                  <a:lnTo>
                    <a:pt x="283800" y="286913"/>
                  </a:lnTo>
                  <a:lnTo>
                    <a:pt x="287550" y="283141"/>
                  </a:lnTo>
                  <a:lnTo>
                    <a:pt x="291179" y="279252"/>
                  </a:lnTo>
                  <a:lnTo>
                    <a:pt x="294682" y="275250"/>
                  </a:lnTo>
                  <a:lnTo>
                    <a:pt x="298056" y="271138"/>
                  </a:lnTo>
                  <a:lnTo>
                    <a:pt x="301298" y="266921"/>
                  </a:lnTo>
                  <a:lnTo>
                    <a:pt x="304404" y="262602"/>
                  </a:lnTo>
                  <a:lnTo>
                    <a:pt x="307370" y="258188"/>
                  </a:lnTo>
                  <a:lnTo>
                    <a:pt x="310195" y="253681"/>
                  </a:lnTo>
                  <a:lnTo>
                    <a:pt x="312875" y="249086"/>
                  </a:lnTo>
                  <a:lnTo>
                    <a:pt x="315408" y="244409"/>
                  </a:lnTo>
                  <a:lnTo>
                    <a:pt x="317790" y="239653"/>
                  </a:lnTo>
                  <a:lnTo>
                    <a:pt x="320020" y="234824"/>
                  </a:lnTo>
                  <a:lnTo>
                    <a:pt x="322095" y="229926"/>
                  </a:lnTo>
                  <a:lnTo>
                    <a:pt x="324013" y="224965"/>
                  </a:lnTo>
                  <a:lnTo>
                    <a:pt x="325773" y="219945"/>
                  </a:lnTo>
                  <a:lnTo>
                    <a:pt x="327372" y="21487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60215" cy="47705"/>
            </a:xfrm>
            <a:custGeom>
              <a:avLst/>
              <a:pathLst>
                <a:path w="160215" h="47705">
                  <a:moveTo>
                    <a:pt x="160215" y="477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60537" cy="47705"/>
            </a:xfrm>
            <a:custGeom>
              <a:avLst/>
              <a:pathLst>
                <a:path w="160537" h="47705">
                  <a:moveTo>
                    <a:pt x="160215" y="47705"/>
                  </a:moveTo>
                  <a:lnTo>
                    <a:pt x="160537" y="46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379510"/>
              <a:ext cx="167158" cy="213780"/>
            </a:xfrm>
            <a:custGeom>
              <a:avLst/>
              <a:pathLst>
                <a:path w="167158" h="213780">
                  <a:moveTo>
                    <a:pt x="160537" y="213780"/>
                  </a:moveTo>
                  <a:lnTo>
                    <a:pt x="161967" y="208537"/>
                  </a:lnTo>
                  <a:lnTo>
                    <a:pt x="163226" y="203249"/>
                  </a:lnTo>
                  <a:lnTo>
                    <a:pt x="164313" y="197924"/>
                  </a:lnTo>
                  <a:lnTo>
                    <a:pt x="165226" y="192566"/>
                  </a:lnTo>
                  <a:lnTo>
                    <a:pt x="165965" y="187181"/>
                  </a:lnTo>
                  <a:lnTo>
                    <a:pt x="166527" y="181775"/>
                  </a:lnTo>
                  <a:lnTo>
                    <a:pt x="166914" y="176353"/>
                  </a:lnTo>
                  <a:lnTo>
                    <a:pt x="167125" y="170922"/>
                  </a:lnTo>
                  <a:lnTo>
                    <a:pt x="167158" y="165487"/>
                  </a:lnTo>
                  <a:lnTo>
                    <a:pt x="167016" y="160053"/>
                  </a:lnTo>
                  <a:lnTo>
                    <a:pt x="166696" y="154627"/>
                  </a:lnTo>
                  <a:lnTo>
                    <a:pt x="166200" y="149215"/>
                  </a:lnTo>
                  <a:lnTo>
                    <a:pt x="165529" y="143821"/>
                  </a:lnTo>
                  <a:lnTo>
                    <a:pt x="164682" y="138452"/>
                  </a:lnTo>
                  <a:lnTo>
                    <a:pt x="163662" y="133114"/>
                  </a:lnTo>
                  <a:lnTo>
                    <a:pt x="162468" y="127811"/>
                  </a:lnTo>
                  <a:lnTo>
                    <a:pt x="161103" y="122550"/>
                  </a:lnTo>
                  <a:lnTo>
                    <a:pt x="159567" y="117336"/>
                  </a:lnTo>
                  <a:lnTo>
                    <a:pt x="157863" y="112175"/>
                  </a:lnTo>
                  <a:lnTo>
                    <a:pt x="155992" y="107072"/>
                  </a:lnTo>
                  <a:lnTo>
                    <a:pt x="153955" y="102032"/>
                  </a:lnTo>
                  <a:lnTo>
                    <a:pt x="151757" y="97062"/>
                  </a:lnTo>
                  <a:lnTo>
                    <a:pt x="149397" y="92165"/>
                  </a:lnTo>
                  <a:lnTo>
                    <a:pt x="146880" y="87348"/>
                  </a:lnTo>
                  <a:lnTo>
                    <a:pt x="144207" y="82615"/>
                  </a:lnTo>
                  <a:lnTo>
                    <a:pt x="141382" y="77972"/>
                  </a:lnTo>
                  <a:lnTo>
                    <a:pt x="138408" y="73422"/>
                  </a:lnTo>
                  <a:lnTo>
                    <a:pt x="135287" y="68972"/>
                  </a:lnTo>
                  <a:lnTo>
                    <a:pt x="132023" y="64626"/>
                  </a:lnTo>
                  <a:lnTo>
                    <a:pt x="128620" y="60388"/>
                  </a:lnTo>
                  <a:lnTo>
                    <a:pt x="125081" y="56263"/>
                  </a:lnTo>
                  <a:lnTo>
                    <a:pt x="121409" y="52255"/>
                  </a:lnTo>
                  <a:lnTo>
                    <a:pt x="117609" y="48369"/>
                  </a:lnTo>
                  <a:lnTo>
                    <a:pt x="113685" y="44608"/>
                  </a:lnTo>
                  <a:lnTo>
                    <a:pt x="109640" y="40977"/>
                  </a:lnTo>
                  <a:lnTo>
                    <a:pt x="105480" y="37480"/>
                  </a:lnTo>
                  <a:lnTo>
                    <a:pt x="101208" y="34119"/>
                  </a:lnTo>
                  <a:lnTo>
                    <a:pt x="96829" y="30899"/>
                  </a:lnTo>
                  <a:lnTo>
                    <a:pt x="92348" y="27823"/>
                  </a:lnTo>
                  <a:lnTo>
                    <a:pt x="87769" y="24895"/>
                  </a:lnTo>
                  <a:lnTo>
                    <a:pt x="83098" y="22116"/>
                  </a:lnTo>
                  <a:lnTo>
                    <a:pt x="78338" y="19492"/>
                  </a:lnTo>
                  <a:lnTo>
                    <a:pt x="73496" y="17023"/>
                  </a:lnTo>
                  <a:lnTo>
                    <a:pt x="68576" y="14713"/>
                  </a:lnTo>
                  <a:lnTo>
                    <a:pt x="63583" y="12564"/>
                  </a:lnTo>
                  <a:lnTo>
                    <a:pt x="58524" y="10579"/>
                  </a:lnTo>
                  <a:lnTo>
                    <a:pt x="53402" y="8759"/>
                  </a:lnTo>
                  <a:lnTo>
                    <a:pt x="48224" y="7107"/>
                  </a:lnTo>
                  <a:lnTo>
                    <a:pt x="42995" y="5623"/>
                  </a:lnTo>
                  <a:lnTo>
                    <a:pt x="37721" y="4311"/>
                  </a:lnTo>
                  <a:lnTo>
                    <a:pt x="32406" y="3171"/>
                  </a:lnTo>
                  <a:lnTo>
                    <a:pt x="27058" y="2204"/>
                  </a:lnTo>
                  <a:lnTo>
                    <a:pt x="21680" y="1411"/>
                  </a:lnTo>
                  <a:lnTo>
                    <a:pt x="16280" y="794"/>
                  </a:lnTo>
                  <a:lnTo>
                    <a:pt x="10863" y="353"/>
                  </a:lnTo>
                  <a:lnTo>
                    <a:pt x="543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465981" y="1120312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5" y="753"/>
                  </a:lnTo>
                  <a:lnTo>
                    <a:pt x="146033" y="1339"/>
                  </a:lnTo>
                  <a:lnTo>
                    <a:pt x="140793" y="2091"/>
                  </a:lnTo>
                  <a:lnTo>
                    <a:pt x="135579" y="3008"/>
                  </a:lnTo>
                  <a:lnTo>
                    <a:pt x="130397" y="4091"/>
                  </a:lnTo>
                  <a:lnTo>
                    <a:pt x="125252" y="5336"/>
                  </a:lnTo>
                  <a:lnTo>
                    <a:pt x="120148" y="6744"/>
                  </a:lnTo>
                  <a:lnTo>
                    <a:pt x="115092" y="8313"/>
                  </a:lnTo>
                  <a:lnTo>
                    <a:pt x="110088" y="10041"/>
                  </a:lnTo>
                  <a:lnTo>
                    <a:pt x="105141" y="11927"/>
                  </a:lnTo>
                  <a:lnTo>
                    <a:pt x="100257" y="13968"/>
                  </a:lnTo>
                  <a:lnTo>
                    <a:pt x="95439" y="16163"/>
                  </a:lnTo>
                  <a:lnTo>
                    <a:pt x="90694" y="18510"/>
                  </a:lnTo>
                  <a:lnTo>
                    <a:pt x="86025" y="21006"/>
                  </a:lnTo>
                  <a:lnTo>
                    <a:pt x="81438" y="23648"/>
                  </a:lnTo>
                  <a:lnTo>
                    <a:pt x="76936" y="26434"/>
                  </a:lnTo>
                  <a:lnTo>
                    <a:pt x="72525" y="29361"/>
                  </a:lnTo>
                  <a:lnTo>
                    <a:pt x="68209" y="32427"/>
                  </a:lnTo>
                  <a:lnTo>
                    <a:pt x="63992" y="35627"/>
                  </a:lnTo>
                  <a:lnTo>
                    <a:pt x="59879" y="38960"/>
                  </a:lnTo>
                  <a:lnTo>
                    <a:pt x="55873" y="42421"/>
                  </a:lnTo>
                  <a:lnTo>
                    <a:pt x="51979" y="46007"/>
                  </a:lnTo>
                  <a:lnTo>
                    <a:pt x="48200" y="49715"/>
                  </a:lnTo>
                  <a:lnTo>
                    <a:pt x="44540" y="53540"/>
                  </a:lnTo>
                  <a:lnTo>
                    <a:pt x="41004" y="57480"/>
                  </a:lnTo>
                  <a:lnTo>
                    <a:pt x="37594" y="61529"/>
                  </a:lnTo>
                  <a:lnTo>
                    <a:pt x="34314" y="65685"/>
                  </a:lnTo>
                  <a:lnTo>
                    <a:pt x="31167" y="69942"/>
                  </a:lnTo>
                  <a:lnTo>
                    <a:pt x="28157" y="74297"/>
                  </a:lnTo>
                  <a:lnTo>
                    <a:pt x="25286" y="78745"/>
                  </a:lnTo>
                  <a:lnTo>
                    <a:pt x="22557" y="83281"/>
                  </a:lnTo>
                  <a:lnTo>
                    <a:pt x="19973" y="87902"/>
                  </a:lnTo>
                  <a:lnTo>
                    <a:pt x="17537" y="92602"/>
                  </a:lnTo>
                  <a:lnTo>
                    <a:pt x="15251" y="97377"/>
                  </a:lnTo>
                  <a:lnTo>
                    <a:pt x="13117" y="102222"/>
                  </a:lnTo>
                  <a:lnTo>
                    <a:pt x="11138" y="107132"/>
                  </a:lnTo>
                  <a:lnTo>
                    <a:pt x="9315" y="112102"/>
                  </a:lnTo>
                  <a:lnTo>
                    <a:pt x="7651" y="117128"/>
                  </a:lnTo>
                  <a:lnTo>
                    <a:pt x="6147" y="122203"/>
                  </a:lnTo>
                  <a:lnTo>
                    <a:pt x="4803" y="127324"/>
                  </a:lnTo>
                  <a:lnTo>
                    <a:pt x="3623" y="132485"/>
                  </a:lnTo>
                  <a:lnTo>
                    <a:pt x="2607" y="137680"/>
                  </a:lnTo>
                  <a:lnTo>
                    <a:pt x="1756" y="142906"/>
                  </a:lnTo>
                  <a:lnTo>
                    <a:pt x="1071" y="148155"/>
                  </a:lnTo>
                  <a:lnTo>
                    <a:pt x="552" y="153423"/>
                  </a:lnTo>
                  <a:lnTo>
                    <a:pt x="200" y="158706"/>
                  </a:lnTo>
                  <a:lnTo>
                    <a:pt x="16" y="163997"/>
                  </a:lnTo>
                  <a:lnTo>
                    <a:pt x="0" y="169290"/>
                  </a:lnTo>
                  <a:lnTo>
                    <a:pt x="151" y="174582"/>
                  </a:lnTo>
                  <a:lnTo>
                    <a:pt x="469" y="179867"/>
                  </a:lnTo>
                  <a:lnTo>
                    <a:pt x="955" y="185138"/>
                  </a:lnTo>
                  <a:lnTo>
                    <a:pt x="1607" y="190392"/>
                  </a:lnTo>
                  <a:lnTo>
                    <a:pt x="2426" y="195622"/>
                  </a:lnTo>
                  <a:lnTo>
                    <a:pt x="3409" y="200824"/>
                  </a:lnTo>
                  <a:lnTo>
                    <a:pt x="4557" y="205992"/>
                  </a:lnTo>
                  <a:lnTo>
                    <a:pt x="5868" y="211121"/>
                  </a:lnTo>
                  <a:lnTo>
                    <a:pt x="7341" y="216206"/>
                  </a:lnTo>
                  <a:lnTo>
                    <a:pt x="8974" y="221242"/>
                  </a:lnTo>
                  <a:lnTo>
                    <a:pt x="10765" y="226224"/>
                  </a:lnTo>
                  <a:lnTo>
                    <a:pt x="12714" y="231146"/>
                  </a:lnTo>
                  <a:lnTo>
                    <a:pt x="14817" y="236004"/>
                  </a:lnTo>
                  <a:lnTo>
                    <a:pt x="17073" y="240793"/>
                  </a:lnTo>
                  <a:lnTo>
                    <a:pt x="19480" y="245509"/>
                  </a:lnTo>
                  <a:lnTo>
                    <a:pt x="22034" y="250145"/>
                  </a:lnTo>
                  <a:lnTo>
                    <a:pt x="24735" y="254699"/>
                  </a:lnTo>
                  <a:lnTo>
                    <a:pt x="27578" y="259165"/>
                  </a:lnTo>
                  <a:lnTo>
                    <a:pt x="30561" y="263538"/>
                  </a:lnTo>
                  <a:lnTo>
                    <a:pt x="33681" y="267815"/>
                  </a:lnTo>
                  <a:lnTo>
                    <a:pt x="36935" y="271991"/>
                  </a:lnTo>
                  <a:lnTo>
                    <a:pt x="40319" y="276062"/>
                  </a:lnTo>
                  <a:lnTo>
                    <a:pt x="43831" y="280023"/>
                  </a:lnTo>
                  <a:lnTo>
                    <a:pt x="47467" y="283872"/>
                  </a:lnTo>
                  <a:lnTo>
                    <a:pt x="51222" y="287603"/>
                  </a:lnTo>
                  <a:lnTo>
                    <a:pt x="55094" y="291214"/>
                  </a:lnTo>
                  <a:lnTo>
                    <a:pt x="59078" y="294700"/>
                  </a:lnTo>
                  <a:lnTo>
                    <a:pt x="63170" y="298058"/>
                  </a:lnTo>
                  <a:lnTo>
                    <a:pt x="67367" y="301285"/>
                  </a:lnTo>
                  <a:lnTo>
                    <a:pt x="71664" y="304377"/>
                  </a:lnTo>
                  <a:lnTo>
                    <a:pt x="76056" y="307332"/>
                  </a:lnTo>
                  <a:lnTo>
                    <a:pt x="80540" y="310146"/>
                  </a:lnTo>
                  <a:lnTo>
                    <a:pt x="85111" y="312817"/>
                  </a:lnTo>
                  <a:lnTo>
                    <a:pt x="89764" y="315342"/>
                  </a:lnTo>
                  <a:lnTo>
                    <a:pt x="94495" y="317718"/>
                  </a:lnTo>
                  <a:lnTo>
                    <a:pt x="99299" y="319944"/>
                  </a:lnTo>
                  <a:lnTo>
                    <a:pt x="104170" y="322016"/>
                  </a:lnTo>
                  <a:lnTo>
                    <a:pt x="109105" y="323932"/>
                  </a:lnTo>
                  <a:lnTo>
                    <a:pt x="114098" y="325692"/>
                  </a:lnTo>
                  <a:lnTo>
                    <a:pt x="119144" y="327292"/>
                  </a:lnTo>
                  <a:lnTo>
                    <a:pt x="124239" y="328732"/>
                  </a:lnTo>
                  <a:lnTo>
                    <a:pt x="129376" y="330010"/>
                  </a:lnTo>
                  <a:lnTo>
                    <a:pt x="134552" y="331124"/>
                  </a:lnTo>
                  <a:lnTo>
                    <a:pt x="139760" y="332075"/>
                  </a:lnTo>
                  <a:lnTo>
                    <a:pt x="144995" y="332859"/>
                  </a:lnTo>
                  <a:lnTo>
                    <a:pt x="150253" y="333478"/>
                  </a:lnTo>
                  <a:lnTo>
                    <a:pt x="155527" y="333930"/>
                  </a:lnTo>
                  <a:lnTo>
                    <a:pt x="160814" y="334214"/>
                  </a:lnTo>
                  <a:lnTo>
                    <a:pt x="166106" y="334331"/>
                  </a:lnTo>
                  <a:lnTo>
                    <a:pt x="171400" y="334280"/>
                  </a:lnTo>
                  <a:lnTo>
                    <a:pt x="176690" y="334062"/>
                  </a:lnTo>
                  <a:lnTo>
                    <a:pt x="181970" y="333677"/>
                  </a:lnTo>
                  <a:lnTo>
                    <a:pt x="187235" y="333124"/>
                  </a:lnTo>
                  <a:lnTo>
                    <a:pt x="192480" y="332405"/>
                  </a:lnTo>
                  <a:lnTo>
                    <a:pt x="197699" y="331520"/>
                  </a:lnTo>
                  <a:lnTo>
                    <a:pt x="202888" y="330470"/>
                  </a:lnTo>
                  <a:lnTo>
                    <a:pt x="208041" y="329257"/>
                  </a:lnTo>
                  <a:lnTo>
                    <a:pt x="213153" y="327881"/>
                  </a:lnTo>
                  <a:lnTo>
                    <a:pt x="218219" y="326344"/>
                  </a:lnTo>
                  <a:lnTo>
                    <a:pt x="223234" y="324647"/>
                  </a:lnTo>
                  <a:lnTo>
                    <a:pt x="228192" y="322792"/>
                  </a:lnTo>
                  <a:lnTo>
                    <a:pt x="233089" y="320781"/>
                  </a:lnTo>
                  <a:lnTo>
                    <a:pt x="237920" y="318617"/>
                  </a:lnTo>
                  <a:lnTo>
                    <a:pt x="242680" y="316300"/>
                  </a:lnTo>
                  <a:lnTo>
                    <a:pt x="247365" y="313834"/>
                  </a:lnTo>
                  <a:lnTo>
                    <a:pt x="251969" y="311220"/>
                  </a:lnTo>
                  <a:lnTo>
                    <a:pt x="256488" y="308462"/>
                  </a:lnTo>
                  <a:lnTo>
                    <a:pt x="260917" y="305563"/>
                  </a:lnTo>
                  <a:lnTo>
                    <a:pt x="265252" y="302524"/>
                  </a:lnTo>
                  <a:lnTo>
                    <a:pt x="269489" y="299350"/>
                  </a:lnTo>
                  <a:lnTo>
                    <a:pt x="273623" y="296043"/>
                  </a:lnTo>
                  <a:lnTo>
                    <a:pt x="277651" y="292607"/>
                  </a:lnTo>
                  <a:lnTo>
                    <a:pt x="281567" y="289046"/>
                  </a:lnTo>
                  <a:lnTo>
                    <a:pt x="285369" y="285362"/>
                  </a:lnTo>
                  <a:lnTo>
                    <a:pt x="289052" y="281559"/>
                  </a:lnTo>
                  <a:lnTo>
                    <a:pt x="292614" y="277642"/>
                  </a:lnTo>
                  <a:lnTo>
                    <a:pt x="296049" y="273614"/>
                  </a:lnTo>
                  <a:lnTo>
                    <a:pt x="299355" y="269479"/>
                  </a:lnTo>
                  <a:lnTo>
                    <a:pt x="302528" y="265242"/>
                  </a:lnTo>
                  <a:lnTo>
                    <a:pt x="305566" y="260906"/>
                  </a:lnTo>
                  <a:lnTo>
                    <a:pt x="308465" y="256476"/>
                  </a:lnTo>
                  <a:lnTo>
                    <a:pt x="311222" y="251957"/>
                  </a:lnTo>
                  <a:lnTo>
                    <a:pt x="313834" y="247352"/>
                  </a:lnTo>
                  <a:lnTo>
                    <a:pt x="316300" y="242667"/>
                  </a:lnTo>
                  <a:lnTo>
                    <a:pt x="318616" y="237907"/>
                  </a:lnTo>
                  <a:lnTo>
                    <a:pt x="320780" y="233075"/>
                  </a:lnTo>
                  <a:lnTo>
                    <a:pt x="322790" y="228178"/>
                  </a:lnTo>
                  <a:lnTo>
                    <a:pt x="324643" y="223219"/>
                  </a:lnTo>
                  <a:lnTo>
                    <a:pt x="326339" y="218204"/>
                  </a:lnTo>
                  <a:lnTo>
                    <a:pt x="327876" y="213138"/>
                  </a:lnTo>
                  <a:lnTo>
                    <a:pt x="329251" y="208026"/>
                  </a:lnTo>
                  <a:lnTo>
                    <a:pt x="330463" y="202872"/>
                  </a:lnTo>
                  <a:lnTo>
                    <a:pt x="331512" y="197683"/>
                  </a:lnTo>
                  <a:lnTo>
                    <a:pt x="332396" y="192464"/>
                  </a:lnTo>
                  <a:lnTo>
                    <a:pt x="333114" y="187219"/>
                  </a:lnTo>
                  <a:lnTo>
                    <a:pt x="333666" y="181954"/>
                  </a:lnTo>
                  <a:lnTo>
                    <a:pt x="334050" y="176674"/>
                  </a:lnTo>
                  <a:lnTo>
                    <a:pt x="334268" y="171384"/>
                  </a:lnTo>
                  <a:lnTo>
                    <a:pt x="334317" y="166090"/>
                  </a:lnTo>
                  <a:lnTo>
                    <a:pt x="334200" y="160798"/>
                  </a:lnTo>
                  <a:lnTo>
                    <a:pt x="333914" y="155511"/>
                  </a:lnTo>
                  <a:lnTo>
                    <a:pt x="333461" y="150237"/>
                  </a:lnTo>
                  <a:lnTo>
                    <a:pt x="332842" y="144979"/>
                  </a:lnTo>
                  <a:lnTo>
                    <a:pt x="332056" y="139744"/>
                  </a:lnTo>
                  <a:lnTo>
                    <a:pt x="331105" y="134536"/>
                  </a:lnTo>
                  <a:lnTo>
                    <a:pt x="329990" y="129361"/>
                  </a:lnTo>
                  <a:lnTo>
                    <a:pt x="328711" y="124224"/>
                  </a:lnTo>
                  <a:lnTo>
                    <a:pt x="327270" y="119130"/>
                  </a:lnTo>
                  <a:lnTo>
                    <a:pt x="325669" y="114084"/>
                  </a:lnTo>
                  <a:lnTo>
                    <a:pt x="323908" y="109091"/>
                  </a:lnTo>
                  <a:lnTo>
                    <a:pt x="321991" y="104156"/>
                  </a:lnTo>
                  <a:lnTo>
                    <a:pt x="319918" y="99285"/>
                  </a:lnTo>
                  <a:lnTo>
                    <a:pt x="317692" y="94482"/>
                  </a:lnTo>
                  <a:lnTo>
                    <a:pt x="315315" y="89752"/>
                  </a:lnTo>
                  <a:lnTo>
                    <a:pt x="312789" y="85099"/>
                  </a:lnTo>
                  <a:lnTo>
                    <a:pt x="310118" y="80529"/>
                  </a:lnTo>
                  <a:lnTo>
                    <a:pt x="307303" y="76045"/>
                  </a:lnTo>
                  <a:lnTo>
                    <a:pt x="304347" y="71653"/>
                  </a:lnTo>
                  <a:lnTo>
                    <a:pt x="301254" y="67357"/>
                  </a:lnTo>
                  <a:lnTo>
                    <a:pt x="298026" y="63161"/>
                  </a:lnTo>
                  <a:lnTo>
                    <a:pt x="294667" y="59069"/>
                  </a:lnTo>
                  <a:lnTo>
                    <a:pt x="291180" y="55085"/>
                  </a:lnTo>
                  <a:lnTo>
                    <a:pt x="287569" y="51214"/>
                  </a:lnTo>
                  <a:lnTo>
                    <a:pt x="283837" y="47459"/>
                  </a:lnTo>
                  <a:lnTo>
                    <a:pt x="279988" y="43825"/>
                  </a:lnTo>
                  <a:lnTo>
                    <a:pt x="276026" y="40314"/>
                  </a:lnTo>
                  <a:lnTo>
                    <a:pt x="271954" y="36930"/>
                  </a:lnTo>
                  <a:lnTo>
                    <a:pt x="267778" y="33677"/>
                  </a:lnTo>
                  <a:lnTo>
                    <a:pt x="263501" y="30557"/>
                  </a:lnTo>
                  <a:lnTo>
                    <a:pt x="259127" y="27575"/>
                  </a:lnTo>
                  <a:lnTo>
                    <a:pt x="254660" y="24733"/>
                  </a:lnTo>
                  <a:lnTo>
                    <a:pt x="250106" y="22033"/>
                  </a:lnTo>
                  <a:lnTo>
                    <a:pt x="245469" y="19479"/>
                  </a:lnTo>
                  <a:lnTo>
                    <a:pt x="240753" y="17074"/>
                  </a:lnTo>
                  <a:lnTo>
                    <a:pt x="235964" y="14818"/>
                  </a:lnTo>
                  <a:lnTo>
                    <a:pt x="231105" y="12716"/>
                  </a:lnTo>
                  <a:lnTo>
                    <a:pt x="226182" y="1076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30683"/>
              <a:ext cx="59028" cy="156796"/>
            </a:xfrm>
            <a:custGeom>
              <a:avLst/>
              <a:pathLst>
                <a:path w="59028" h="156796">
                  <a:moveTo>
                    <a:pt x="59028" y="398"/>
                  </a:moveTo>
                  <a:lnTo>
                    <a:pt x="57962" y="0"/>
                  </a:lnTo>
                  <a:lnTo>
                    <a:pt x="0" y="156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20312"/>
              <a:ext cx="57962" cy="167167"/>
            </a:xfrm>
            <a:custGeom>
              <a:avLst/>
              <a:pathLst>
                <a:path w="57962" h="167167">
                  <a:moveTo>
                    <a:pt x="57962" y="10370"/>
                  </a:moveTo>
                  <a:lnTo>
                    <a:pt x="52375" y="8416"/>
                  </a:lnTo>
                  <a:lnTo>
                    <a:pt x="46722" y="6662"/>
                  </a:lnTo>
                  <a:lnTo>
                    <a:pt x="41011" y="5108"/>
                  </a:lnTo>
                  <a:lnTo>
                    <a:pt x="35248" y="3758"/>
                  </a:lnTo>
                  <a:lnTo>
                    <a:pt x="29441" y="2613"/>
                  </a:lnTo>
                  <a:lnTo>
                    <a:pt x="23597" y="1673"/>
                  </a:lnTo>
                  <a:lnTo>
                    <a:pt x="17724" y="942"/>
                  </a:lnTo>
                  <a:lnTo>
                    <a:pt x="11828" y="419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68520" y="971635"/>
              <a:ext cx="334030" cy="334329"/>
            </a:xfrm>
            <a:custGeom>
              <a:avLst/>
              <a:pathLst>
                <a:path w="334030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6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1" y="11916"/>
                  </a:lnTo>
                  <a:lnTo>
                    <a:pt x="100288" y="13955"/>
                  </a:lnTo>
                  <a:lnTo>
                    <a:pt x="95473" y="16148"/>
                  </a:lnTo>
                  <a:lnTo>
                    <a:pt x="90729" y="18493"/>
                  </a:lnTo>
                  <a:lnTo>
                    <a:pt x="86062" y="20986"/>
                  </a:lnTo>
                  <a:lnTo>
                    <a:pt x="81476" y="23626"/>
                  </a:lnTo>
                  <a:lnTo>
                    <a:pt x="76976" y="26409"/>
                  </a:lnTo>
                  <a:lnTo>
                    <a:pt x="72566" y="29334"/>
                  </a:lnTo>
                  <a:lnTo>
                    <a:pt x="68251" y="32397"/>
                  </a:lnTo>
                  <a:lnTo>
                    <a:pt x="64035" y="35595"/>
                  </a:lnTo>
                  <a:lnTo>
                    <a:pt x="59923" y="38924"/>
                  </a:lnTo>
                  <a:lnTo>
                    <a:pt x="55918" y="42382"/>
                  </a:lnTo>
                  <a:lnTo>
                    <a:pt x="52024" y="45965"/>
                  </a:lnTo>
                  <a:lnTo>
                    <a:pt x="48246" y="49670"/>
                  </a:lnTo>
                  <a:lnTo>
                    <a:pt x="44587" y="53492"/>
                  </a:lnTo>
                  <a:lnTo>
                    <a:pt x="41050" y="57429"/>
                  </a:lnTo>
                  <a:lnTo>
                    <a:pt x="37640" y="61475"/>
                  </a:lnTo>
                  <a:lnTo>
                    <a:pt x="34360" y="65627"/>
                  </a:lnTo>
                  <a:lnTo>
                    <a:pt x="31213" y="69881"/>
                  </a:lnTo>
                  <a:lnTo>
                    <a:pt x="28202" y="74232"/>
                  </a:lnTo>
                  <a:lnTo>
                    <a:pt x="25330" y="78676"/>
                  </a:lnTo>
                  <a:lnTo>
                    <a:pt x="22600" y="83209"/>
                  </a:lnTo>
                  <a:lnTo>
                    <a:pt x="20016" y="87826"/>
                  </a:lnTo>
                  <a:lnTo>
                    <a:pt x="17578" y="92523"/>
                  </a:lnTo>
                  <a:lnTo>
                    <a:pt x="15291" y="97294"/>
                  </a:lnTo>
                  <a:lnTo>
                    <a:pt x="13155" y="102136"/>
                  </a:lnTo>
                  <a:lnTo>
                    <a:pt x="11174" y="107043"/>
                  </a:lnTo>
                  <a:lnTo>
                    <a:pt x="9349" y="112009"/>
                  </a:lnTo>
                  <a:lnTo>
                    <a:pt x="7683" y="117031"/>
                  </a:lnTo>
                  <a:lnTo>
                    <a:pt x="6176" y="122104"/>
                  </a:lnTo>
                  <a:lnTo>
                    <a:pt x="4830" y="127221"/>
                  </a:lnTo>
                  <a:lnTo>
                    <a:pt x="3647" y="132379"/>
                  </a:lnTo>
                  <a:lnTo>
                    <a:pt x="2628" y="137571"/>
                  </a:lnTo>
                  <a:lnTo>
                    <a:pt x="1774" y="142793"/>
                  </a:lnTo>
                  <a:lnTo>
                    <a:pt x="1085" y="148040"/>
                  </a:lnTo>
                  <a:lnTo>
                    <a:pt x="563" y="153305"/>
                  </a:lnTo>
                  <a:lnTo>
                    <a:pt x="208" y="158585"/>
                  </a:lnTo>
                  <a:lnTo>
                    <a:pt x="20" y="163873"/>
                  </a:lnTo>
                  <a:lnTo>
                    <a:pt x="0" y="169164"/>
                  </a:lnTo>
                  <a:lnTo>
                    <a:pt x="146" y="174454"/>
                  </a:lnTo>
                  <a:lnTo>
                    <a:pt x="461" y="179736"/>
                  </a:lnTo>
                  <a:lnTo>
                    <a:pt x="942" y="185005"/>
                  </a:lnTo>
                  <a:lnTo>
                    <a:pt x="1590" y="190257"/>
                  </a:lnTo>
                  <a:lnTo>
                    <a:pt x="2404" y="195486"/>
                  </a:lnTo>
                  <a:lnTo>
                    <a:pt x="3382" y="200686"/>
                  </a:lnTo>
                  <a:lnTo>
                    <a:pt x="4525" y="205852"/>
                  </a:lnTo>
                  <a:lnTo>
                    <a:pt x="5831" y="210980"/>
                  </a:lnTo>
                  <a:lnTo>
                    <a:pt x="7299" y="216064"/>
                  </a:lnTo>
                  <a:lnTo>
                    <a:pt x="8926" y="221099"/>
                  </a:lnTo>
                  <a:lnTo>
                    <a:pt x="10713" y="226080"/>
                  </a:lnTo>
                  <a:lnTo>
                    <a:pt x="12655" y="231001"/>
                  </a:lnTo>
                  <a:lnTo>
                    <a:pt x="14753" y="235859"/>
                  </a:lnTo>
                  <a:lnTo>
                    <a:pt x="17004" y="240648"/>
                  </a:lnTo>
                  <a:lnTo>
                    <a:pt x="19405" y="245364"/>
                  </a:lnTo>
                  <a:lnTo>
                    <a:pt x="21953" y="250001"/>
                  </a:lnTo>
                  <a:lnTo>
                    <a:pt x="24648" y="254555"/>
                  </a:lnTo>
                  <a:lnTo>
                    <a:pt x="27485" y="259021"/>
                  </a:lnTo>
                  <a:lnTo>
                    <a:pt x="30462" y="263396"/>
                  </a:lnTo>
                  <a:lnTo>
                    <a:pt x="33576" y="267674"/>
                  </a:lnTo>
                  <a:lnTo>
                    <a:pt x="36824" y="271851"/>
                  </a:lnTo>
                  <a:lnTo>
                    <a:pt x="40203" y="275924"/>
                  </a:lnTo>
                  <a:lnTo>
                    <a:pt x="43708" y="279887"/>
                  </a:lnTo>
                  <a:lnTo>
                    <a:pt x="47338" y="283738"/>
                  </a:lnTo>
                  <a:lnTo>
                    <a:pt x="51087" y="287472"/>
                  </a:lnTo>
                  <a:lnTo>
                    <a:pt x="54953" y="291085"/>
                  </a:lnTo>
                  <a:lnTo>
                    <a:pt x="58931" y="294574"/>
                  </a:lnTo>
                  <a:lnTo>
                    <a:pt x="63018" y="297935"/>
                  </a:lnTo>
                  <a:lnTo>
                    <a:pt x="67209" y="301166"/>
                  </a:lnTo>
                  <a:lnTo>
                    <a:pt x="71500" y="304262"/>
                  </a:lnTo>
                  <a:lnTo>
                    <a:pt x="75887" y="307221"/>
                  </a:lnTo>
                  <a:lnTo>
                    <a:pt x="80365" y="310039"/>
                  </a:lnTo>
                  <a:lnTo>
                    <a:pt x="84930" y="312714"/>
                  </a:lnTo>
                  <a:lnTo>
                    <a:pt x="89578" y="315244"/>
                  </a:lnTo>
                  <a:lnTo>
                    <a:pt x="94304" y="317625"/>
                  </a:lnTo>
                  <a:lnTo>
                    <a:pt x="99102" y="319855"/>
                  </a:lnTo>
                  <a:lnTo>
                    <a:pt x="103969" y="321933"/>
                  </a:lnTo>
                  <a:lnTo>
                    <a:pt x="108899" y="323855"/>
                  </a:lnTo>
                  <a:lnTo>
                    <a:pt x="113887" y="325620"/>
                  </a:lnTo>
                  <a:lnTo>
                    <a:pt x="118929" y="327227"/>
                  </a:lnTo>
                  <a:lnTo>
                    <a:pt x="124019" y="328673"/>
                  </a:lnTo>
                  <a:lnTo>
                    <a:pt x="129152" y="329957"/>
                  </a:lnTo>
                  <a:lnTo>
                    <a:pt x="134323" y="331079"/>
                  </a:lnTo>
                  <a:lnTo>
                    <a:pt x="139527" y="332036"/>
                  </a:lnTo>
                  <a:lnTo>
                    <a:pt x="144759" y="332827"/>
                  </a:lnTo>
                  <a:lnTo>
                    <a:pt x="150013" y="333453"/>
                  </a:lnTo>
                  <a:lnTo>
                    <a:pt x="155285" y="333912"/>
                  </a:lnTo>
                  <a:lnTo>
                    <a:pt x="160568" y="334205"/>
                  </a:lnTo>
                  <a:lnTo>
                    <a:pt x="165858" y="334329"/>
                  </a:lnTo>
                  <a:lnTo>
                    <a:pt x="171150" y="334287"/>
                  </a:lnTo>
                  <a:lnTo>
                    <a:pt x="176437" y="334076"/>
                  </a:lnTo>
                  <a:lnTo>
                    <a:pt x="181715" y="333699"/>
                  </a:lnTo>
                  <a:lnTo>
                    <a:pt x="186978" y="333155"/>
                  </a:lnTo>
                  <a:lnTo>
                    <a:pt x="192222" y="332444"/>
                  </a:lnTo>
                  <a:lnTo>
                    <a:pt x="197440" y="331568"/>
                  </a:lnTo>
                  <a:lnTo>
                    <a:pt x="202628" y="330527"/>
                  </a:lnTo>
                  <a:lnTo>
                    <a:pt x="207781" y="329323"/>
                  </a:lnTo>
                  <a:lnTo>
                    <a:pt x="212893" y="327956"/>
                  </a:lnTo>
                  <a:lnTo>
                    <a:pt x="217959" y="326428"/>
                  </a:lnTo>
                  <a:lnTo>
                    <a:pt x="222974" y="324740"/>
                  </a:lnTo>
                  <a:lnTo>
                    <a:pt x="227933" y="322894"/>
                  </a:lnTo>
                  <a:lnTo>
                    <a:pt x="232831" y="320893"/>
                  </a:lnTo>
                  <a:lnTo>
                    <a:pt x="237664" y="318737"/>
                  </a:lnTo>
                  <a:lnTo>
                    <a:pt x="242425" y="316430"/>
                  </a:lnTo>
                  <a:lnTo>
                    <a:pt x="247112" y="313973"/>
                  </a:lnTo>
                  <a:lnTo>
                    <a:pt x="251718" y="311368"/>
                  </a:lnTo>
                  <a:lnTo>
                    <a:pt x="256240" y="308620"/>
                  </a:lnTo>
                  <a:lnTo>
                    <a:pt x="260672" y="305729"/>
                  </a:lnTo>
                  <a:lnTo>
                    <a:pt x="265010" y="302700"/>
                  </a:lnTo>
                  <a:lnTo>
                    <a:pt x="269251" y="299535"/>
                  </a:lnTo>
                  <a:lnTo>
                    <a:pt x="273389" y="296238"/>
                  </a:lnTo>
                  <a:lnTo>
                    <a:pt x="277421" y="292811"/>
                  </a:lnTo>
                  <a:lnTo>
                    <a:pt x="281342" y="289258"/>
                  </a:lnTo>
                  <a:lnTo>
                    <a:pt x="285149" y="285583"/>
                  </a:lnTo>
                  <a:lnTo>
                    <a:pt x="288838" y="281789"/>
                  </a:lnTo>
                  <a:lnTo>
                    <a:pt x="292405" y="277880"/>
                  </a:lnTo>
                  <a:lnTo>
                    <a:pt x="295846" y="273861"/>
                  </a:lnTo>
                  <a:lnTo>
                    <a:pt x="299158" y="269734"/>
                  </a:lnTo>
                  <a:lnTo>
                    <a:pt x="302339" y="265505"/>
                  </a:lnTo>
                  <a:lnTo>
                    <a:pt x="305383" y="261177"/>
                  </a:lnTo>
                  <a:lnTo>
                    <a:pt x="308289" y="256755"/>
                  </a:lnTo>
                  <a:lnTo>
                    <a:pt x="311054" y="252243"/>
                  </a:lnTo>
                  <a:lnTo>
                    <a:pt x="313675" y="247646"/>
                  </a:lnTo>
                  <a:lnTo>
                    <a:pt x="316148" y="242969"/>
                  </a:lnTo>
                  <a:lnTo>
                    <a:pt x="318473" y="238215"/>
                  </a:lnTo>
                  <a:lnTo>
                    <a:pt x="320646" y="233391"/>
                  </a:lnTo>
                  <a:lnTo>
                    <a:pt x="322665" y="228499"/>
                  </a:lnTo>
                  <a:lnTo>
                    <a:pt x="324528" y="223547"/>
                  </a:lnTo>
                  <a:lnTo>
                    <a:pt x="326234" y="218538"/>
                  </a:lnTo>
                  <a:lnTo>
                    <a:pt x="327780" y="213477"/>
                  </a:lnTo>
                  <a:lnTo>
                    <a:pt x="329165" y="208370"/>
                  </a:lnTo>
                  <a:lnTo>
                    <a:pt x="330388" y="203222"/>
                  </a:lnTo>
                  <a:lnTo>
                    <a:pt x="331447" y="198038"/>
                  </a:lnTo>
                  <a:lnTo>
                    <a:pt x="332342" y="192823"/>
                  </a:lnTo>
                  <a:lnTo>
                    <a:pt x="333071" y="187582"/>
                  </a:lnTo>
                  <a:lnTo>
                    <a:pt x="333634" y="182320"/>
                  </a:lnTo>
                  <a:lnTo>
                    <a:pt x="334030" y="17704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38802"/>
              <a:ext cx="166875" cy="9876"/>
            </a:xfrm>
            <a:custGeom>
              <a:avLst/>
              <a:pathLst>
                <a:path w="166875" h="9876">
                  <a:moveTo>
                    <a:pt x="166875" y="98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38802"/>
              <a:ext cx="166984" cy="9876"/>
            </a:xfrm>
            <a:custGeom>
              <a:avLst/>
              <a:pathLst>
                <a:path w="166984" h="9876">
                  <a:moveTo>
                    <a:pt x="166875" y="9876"/>
                  </a:moveTo>
                  <a:lnTo>
                    <a:pt x="166984" y="7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971635"/>
              <a:ext cx="167150" cy="174977"/>
            </a:xfrm>
            <a:custGeom>
              <a:avLst/>
              <a:pathLst>
                <a:path w="167150" h="174977">
                  <a:moveTo>
                    <a:pt x="166984" y="174977"/>
                  </a:moveTo>
                  <a:lnTo>
                    <a:pt x="167150" y="169572"/>
                  </a:lnTo>
                  <a:lnTo>
                    <a:pt x="167140" y="164164"/>
                  </a:lnTo>
                  <a:lnTo>
                    <a:pt x="166955" y="158759"/>
                  </a:lnTo>
                  <a:lnTo>
                    <a:pt x="166596" y="153364"/>
                  </a:lnTo>
                  <a:lnTo>
                    <a:pt x="166062" y="147982"/>
                  </a:lnTo>
                  <a:lnTo>
                    <a:pt x="165355" y="142621"/>
                  </a:lnTo>
                  <a:lnTo>
                    <a:pt x="164475" y="137285"/>
                  </a:lnTo>
                  <a:lnTo>
                    <a:pt x="163422" y="131981"/>
                  </a:lnTo>
                  <a:lnTo>
                    <a:pt x="162198" y="126714"/>
                  </a:lnTo>
                  <a:lnTo>
                    <a:pt x="160805" y="121488"/>
                  </a:lnTo>
                  <a:lnTo>
                    <a:pt x="159243" y="116311"/>
                  </a:lnTo>
                  <a:lnTo>
                    <a:pt x="157515" y="111187"/>
                  </a:lnTo>
                  <a:lnTo>
                    <a:pt x="155622" y="106121"/>
                  </a:lnTo>
                  <a:lnTo>
                    <a:pt x="153566" y="101120"/>
                  </a:lnTo>
                  <a:lnTo>
                    <a:pt x="151350" y="96187"/>
                  </a:lnTo>
                  <a:lnTo>
                    <a:pt x="148974" y="91329"/>
                  </a:lnTo>
                  <a:lnTo>
                    <a:pt x="146444" y="86550"/>
                  </a:lnTo>
                  <a:lnTo>
                    <a:pt x="143759" y="81855"/>
                  </a:lnTo>
                  <a:lnTo>
                    <a:pt x="140925" y="77250"/>
                  </a:lnTo>
                  <a:lnTo>
                    <a:pt x="137943" y="72739"/>
                  </a:lnTo>
                  <a:lnTo>
                    <a:pt x="134816" y="68327"/>
                  </a:lnTo>
                  <a:lnTo>
                    <a:pt x="131549" y="64018"/>
                  </a:lnTo>
                  <a:lnTo>
                    <a:pt x="128143" y="59817"/>
                  </a:lnTo>
                  <a:lnTo>
                    <a:pt x="124604" y="55728"/>
                  </a:lnTo>
                  <a:lnTo>
                    <a:pt x="120934" y="51756"/>
                  </a:lnTo>
                  <a:lnTo>
                    <a:pt x="117138" y="47905"/>
                  </a:lnTo>
                  <a:lnTo>
                    <a:pt x="113219" y="44178"/>
                  </a:lnTo>
                  <a:lnTo>
                    <a:pt x="109182" y="40581"/>
                  </a:lnTo>
                  <a:lnTo>
                    <a:pt x="105031" y="37115"/>
                  </a:lnTo>
                  <a:lnTo>
                    <a:pt x="100769" y="33786"/>
                  </a:lnTo>
                  <a:lnTo>
                    <a:pt x="96402" y="30596"/>
                  </a:lnTo>
                  <a:lnTo>
                    <a:pt x="91934" y="27550"/>
                  </a:lnTo>
                  <a:lnTo>
                    <a:pt x="87370" y="24649"/>
                  </a:lnTo>
                  <a:lnTo>
                    <a:pt x="82715" y="21898"/>
                  </a:lnTo>
                  <a:lnTo>
                    <a:pt x="77973" y="19298"/>
                  </a:lnTo>
                  <a:lnTo>
                    <a:pt x="73149" y="16854"/>
                  </a:lnTo>
                  <a:lnTo>
                    <a:pt x="68249" y="14566"/>
                  </a:lnTo>
                  <a:lnTo>
                    <a:pt x="63277" y="12439"/>
                  </a:lnTo>
                  <a:lnTo>
                    <a:pt x="58240" y="10473"/>
                  </a:lnTo>
                  <a:lnTo>
                    <a:pt x="53141" y="8671"/>
                  </a:lnTo>
                  <a:lnTo>
                    <a:pt x="47987" y="7035"/>
                  </a:lnTo>
                  <a:lnTo>
                    <a:pt x="42782" y="5567"/>
                  </a:lnTo>
                  <a:lnTo>
                    <a:pt x="37533" y="4268"/>
                  </a:lnTo>
                  <a:lnTo>
                    <a:pt x="32244" y="3139"/>
                  </a:lnTo>
                  <a:lnTo>
                    <a:pt x="26922" y="2182"/>
                  </a:lnTo>
                  <a:lnTo>
                    <a:pt x="21571" y="1397"/>
                  </a:lnTo>
                  <a:lnTo>
                    <a:pt x="16198" y="786"/>
                  </a:lnTo>
                  <a:lnTo>
                    <a:pt x="10808" y="349"/>
                  </a:lnTo>
                  <a:lnTo>
                    <a:pt x="540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06517" y="941493"/>
              <a:ext cx="110763" cy="167167"/>
            </a:xfrm>
            <a:custGeom>
              <a:avLst/>
              <a:pathLst>
                <a:path w="110763" h="167167">
                  <a:moveTo>
                    <a:pt x="110763" y="0"/>
                  </a:moveTo>
                  <a:lnTo>
                    <a:pt x="105260" y="90"/>
                  </a:lnTo>
                  <a:lnTo>
                    <a:pt x="99764" y="362"/>
                  </a:lnTo>
                  <a:lnTo>
                    <a:pt x="94279" y="814"/>
                  </a:lnTo>
                  <a:lnTo>
                    <a:pt x="88813" y="1447"/>
                  </a:lnTo>
                  <a:lnTo>
                    <a:pt x="83370" y="2259"/>
                  </a:lnTo>
                  <a:lnTo>
                    <a:pt x="77957" y="3250"/>
                  </a:lnTo>
                  <a:lnTo>
                    <a:pt x="72579" y="4419"/>
                  </a:lnTo>
                  <a:lnTo>
                    <a:pt x="67243" y="5764"/>
                  </a:lnTo>
                  <a:lnTo>
                    <a:pt x="61954" y="7284"/>
                  </a:lnTo>
                  <a:lnTo>
                    <a:pt x="56718" y="8977"/>
                  </a:lnTo>
                  <a:lnTo>
                    <a:pt x="51540" y="10842"/>
                  </a:lnTo>
                  <a:lnTo>
                    <a:pt x="46427" y="12876"/>
                  </a:lnTo>
                  <a:lnTo>
                    <a:pt x="41383" y="15077"/>
                  </a:lnTo>
                  <a:lnTo>
                    <a:pt x="36414" y="17443"/>
                  </a:lnTo>
                  <a:lnTo>
                    <a:pt x="31526" y="19971"/>
                  </a:lnTo>
                  <a:lnTo>
                    <a:pt x="26724" y="22659"/>
                  </a:lnTo>
                  <a:lnTo>
                    <a:pt x="22013" y="25503"/>
                  </a:lnTo>
                  <a:lnTo>
                    <a:pt x="17399" y="28501"/>
                  </a:lnTo>
                  <a:lnTo>
                    <a:pt x="12885" y="31650"/>
                  </a:lnTo>
                  <a:lnTo>
                    <a:pt x="8477" y="34945"/>
                  </a:lnTo>
                  <a:lnTo>
                    <a:pt x="4181" y="38383"/>
                  </a:lnTo>
                  <a:lnTo>
                    <a:pt x="0" y="41961"/>
                  </a:lnTo>
                  <a:lnTo>
                    <a:pt x="1107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06517" y="983455"/>
              <a:ext cx="110763" cy="125205"/>
            </a:xfrm>
            <a:custGeom>
              <a:avLst/>
              <a:pathLst>
                <a:path w="110763" h="125205">
                  <a:moveTo>
                    <a:pt x="0" y="0"/>
                  </a:moveTo>
                  <a:lnTo>
                    <a:pt x="110763" y="125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50117" y="961922"/>
              <a:ext cx="334329" cy="313889"/>
            </a:xfrm>
            <a:custGeom>
              <a:avLst/>
              <a:pathLst>
                <a:path w="334329" h="313889">
                  <a:moveTo>
                    <a:pt x="56399" y="21532"/>
                  </a:moveTo>
                  <a:lnTo>
                    <a:pt x="52496" y="25097"/>
                  </a:lnTo>
                  <a:lnTo>
                    <a:pt x="48708" y="28783"/>
                  </a:lnTo>
                  <a:lnTo>
                    <a:pt x="45038" y="32587"/>
                  </a:lnTo>
                  <a:lnTo>
                    <a:pt x="41490" y="36505"/>
                  </a:lnTo>
                  <a:lnTo>
                    <a:pt x="38068" y="40533"/>
                  </a:lnTo>
                  <a:lnTo>
                    <a:pt x="34774" y="44668"/>
                  </a:lnTo>
                  <a:lnTo>
                    <a:pt x="31614" y="48904"/>
                  </a:lnTo>
                  <a:lnTo>
                    <a:pt x="28588" y="53239"/>
                  </a:lnTo>
                  <a:lnTo>
                    <a:pt x="25702" y="57667"/>
                  </a:lnTo>
                  <a:lnTo>
                    <a:pt x="22956" y="62183"/>
                  </a:lnTo>
                  <a:lnTo>
                    <a:pt x="20355" y="66785"/>
                  </a:lnTo>
                  <a:lnTo>
                    <a:pt x="17901" y="71466"/>
                  </a:lnTo>
                  <a:lnTo>
                    <a:pt x="15595" y="76223"/>
                  </a:lnTo>
                  <a:lnTo>
                    <a:pt x="13442" y="81050"/>
                  </a:lnTo>
                  <a:lnTo>
                    <a:pt x="11442" y="85943"/>
                  </a:lnTo>
                  <a:lnTo>
                    <a:pt x="9598" y="90897"/>
                  </a:lnTo>
                  <a:lnTo>
                    <a:pt x="7911" y="95906"/>
                  </a:lnTo>
                  <a:lnTo>
                    <a:pt x="6384" y="100966"/>
                  </a:lnTo>
                  <a:lnTo>
                    <a:pt x="5017" y="106072"/>
                  </a:lnTo>
                  <a:lnTo>
                    <a:pt x="3812" y="111219"/>
                  </a:lnTo>
                  <a:lnTo>
                    <a:pt x="2771" y="116401"/>
                  </a:lnTo>
                  <a:lnTo>
                    <a:pt x="1894" y="121614"/>
                  </a:lnTo>
                  <a:lnTo>
                    <a:pt x="1182" y="126851"/>
                  </a:lnTo>
                  <a:lnTo>
                    <a:pt x="636" y="132109"/>
                  </a:lnTo>
                  <a:lnTo>
                    <a:pt x="257" y="137381"/>
                  </a:lnTo>
                  <a:lnTo>
                    <a:pt x="45" y="142663"/>
                  </a:lnTo>
                  <a:lnTo>
                    <a:pt x="0" y="147948"/>
                  </a:lnTo>
                  <a:lnTo>
                    <a:pt x="121" y="153232"/>
                  </a:lnTo>
                  <a:lnTo>
                    <a:pt x="410" y="158510"/>
                  </a:lnTo>
                  <a:lnTo>
                    <a:pt x="866" y="163776"/>
                  </a:lnTo>
                  <a:lnTo>
                    <a:pt x="1488" y="169026"/>
                  </a:lnTo>
                  <a:lnTo>
                    <a:pt x="2275" y="174252"/>
                  </a:lnTo>
                  <a:lnTo>
                    <a:pt x="3227" y="179452"/>
                  </a:lnTo>
                  <a:lnTo>
                    <a:pt x="4344" y="184618"/>
                  </a:lnTo>
                  <a:lnTo>
                    <a:pt x="5623" y="189747"/>
                  </a:lnTo>
                  <a:lnTo>
                    <a:pt x="7063" y="194833"/>
                  </a:lnTo>
                  <a:lnTo>
                    <a:pt x="8664" y="199870"/>
                  </a:lnTo>
                  <a:lnTo>
                    <a:pt x="10423" y="204855"/>
                  </a:lnTo>
                  <a:lnTo>
                    <a:pt x="12338" y="209781"/>
                  </a:lnTo>
                  <a:lnTo>
                    <a:pt x="14409" y="214644"/>
                  </a:lnTo>
                  <a:lnTo>
                    <a:pt x="16632" y="219440"/>
                  </a:lnTo>
                  <a:lnTo>
                    <a:pt x="19006" y="224163"/>
                  </a:lnTo>
                  <a:lnTo>
                    <a:pt x="21528" y="228808"/>
                  </a:lnTo>
                  <a:lnTo>
                    <a:pt x="24195" y="233371"/>
                  </a:lnTo>
                  <a:lnTo>
                    <a:pt x="27006" y="237848"/>
                  </a:lnTo>
                  <a:lnTo>
                    <a:pt x="29956" y="242234"/>
                  </a:lnTo>
                  <a:lnTo>
                    <a:pt x="33044" y="246524"/>
                  </a:lnTo>
                  <a:lnTo>
                    <a:pt x="36266" y="250714"/>
                  </a:lnTo>
                  <a:lnTo>
                    <a:pt x="39619" y="254801"/>
                  </a:lnTo>
                  <a:lnTo>
                    <a:pt x="43099" y="258779"/>
                  </a:lnTo>
                  <a:lnTo>
                    <a:pt x="46703" y="262645"/>
                  </a:lnTo>
                  <a:lnTo>
                    <a:pt x="50428" y="266396"/>
                  </a:lnTo>
                  <a:lnTo>
                    <a:pt x="54269" y="270027"/>
                  </a:lnTo>
                  <a:lnTo>
                    <a:pt x="58224" y="273534"/>
                  </a:lnTo>
                  <a:lnTo>
                    <a:pt x="62287" y="276915"/>
                  </a:lnTo>
                  <a:lnTo>
                    <a:pt x="66455" y="280166"/>
                  </a:lnTo>
                  <a:lnTo>
                    <a:pt x="70724" y="283283"/>
                  </a:lnTo>
                  <a:lnTo>
                    <a:pt x="75089" y="286264"/>
                  </a:lnTo>
                  <a:lnTo>
                    <a:pt x="79546" y="289105"/>
                  </a:lnTo>
                  <a:lnTo>
                    <a:pt x="84091" y="291804"/>
                  </a:lnTo>
                  <a:lnTo>
                    <a:pt x="88719" y="294358"/>
                  </a:lnTo>
                  <a:lnTo>
                    <a:pt x="93425" y="296764"/>
                  </a:lnTo>
                  <a:lnTo>
                    <a:pt x="98205" y="299020"/>
                  </a:lnTo>
                  <a:lnTo>
                    <a:pt x="103054" y="301124"/>
                  </a:lnTo>
                  <a:lnTo>
                    <a:pt x="107967" y="303074"/>
                  </a:lnTo>
                  <a:lnTo>
                    <a:pt x="112939" y="304867"/>
                  </a:lnTo>
                  <a:lnTo>
                    <a:pt x="117966" y="306502"/>
                  </a:lnTo>
                  <a:lnTo>
                    <a:pt x="123042" y="307978"/>
                  </a:lnTo>
                  <a:lnTo>
                    <a:pt x="128161" y="309292"/>
                  </a:lnTo>
                  <a:lnTo>
                    <a:pt x="133320" y="310444"/>
                  </a:lnTo>
                  <a:lnTo>
                    <a:pt x="138513" y="311432"/>
                  </a:lnTo>
                  <a:lnTo>
                    <a:pt x="143734" y="312256"/>
                  </a:lnTo>
                  <a:lnTo>
                    <a:pt x="148979" y="312914"/>
                  </a:lnTo>
                  <a:lnTo>
                    <a:pt x="154241" y="313405"/>
                  </a:lnTo>
                  <a:lnTo>
                    <a:pt x="159517" y="313731"/>
                  </a:lnTo>
                  <a:lnTo>
                    <a:pt x="164801" y="313889"/>
                  </a:lnTo>
                  <a:lnTo>
                    <a:pt x="170086" y="313880"/>
                  </a:lnTo>
                  <a:lnTo>
                    <a:pt x="175369" y="313704"/>
                  </a:lnTo>
                  <a:lnTo>
                    <a:pt x="180644" y="313361"/>
                  </a:lnTo>
                  <a:lnTo>
                    <a:pt x="185905" y="312851"/>
                  </a:lnTo>
                  <a:lnTo>
                    <a:pt x="191148" y="312176"/>
                  </a:lnTo>
                  <a:lnTo>
                    <a:pt x="196366" y="311335"/>
                  </a:lnTo>
                  <a:lnTo>
                    <a:pt x="201555" y="310329"/>
                  </a:lnTo>
                  <a:lnTo>
                    <a:pt x="206710" y="309160"/>
                  </a:lnTo>
                  <a:lnTo>
                    <a:pt x="211825" y="307829"/>
                  </a:lnTo>
                  <a:lnTo>
                    <a:pt x="216896" y="306336"/>
                  </a:lnTo>
                  <a:lnTo>
                    <a:pt x="221917" y="304684"/>
                  </a:lnTo>
                  <a:lnTo>
                    <a:pt x="226883" y="302874"/>
                  </a:lnTo>
                  <a:lnTo>
                    <a:pt x="231790" y="300908"/>
                  </a:lnTo>
                  <a:lnTo>
                    <a:pt x="236632" y="298787"/>
                  </a:lnTo>
                  <a:lnTo>
                    <a:pt x="241404" y="296515"/>
                  </a:lnTo>
                  <a:lnTo>
                    <a:pt x="246102" y="294093"/>
                  </a:lnTo>
                  <a:lnTo>
                    <a:pt x="250721" y="291524"/>
                  </a:lnTo>
                  <a:lnTo>
                    <a:pt x="255257" y="288809"/>
                  </a:lnTo>
                  <a:lnTo>
                    <a:pt x="259705" y="285953"/>
                  </a:lnTo>
                  <a:lnTo>
                    <a:pt x="264060" y="282958"/>
                  </a:lnTo>
                  <a:lnTo>
                    <a:pt x="268318" y="279826"/>
                  </a:lnTo>
                  <a:lnTo>
                    <a:pt x="272475" y="276562"/>
                  </a:lnTo>
                  <a:lnTo>
                    <a:pt x="276527" y="273167"/>
                  </a:lnTo>
                  <a:lnTo>
                    <a:pt x="280470" y="269646"/>
                  </a:lnTo>
                  <a:lnTo>
                    <a:pt x="284299" y="266003"/>
                  </a:lnTo>
                  <a:lnTo>
                    <a:pt x="288011" y="262240"/>
                  </a:lnTo>
                  <a:lnTo>
                    <a:pt x="291602" y="258361"/>
                  </a:lnTo>
                  <a:lnTo>
                    <a:pt x="295069" y="254371"/>
                  </a:lnTo>
                  <a:lnTo>
                    <a:pt x="298408" y="250274"/>
                  </a:lnTo>
                  <a:lnTo>
                    <a:pt x="301616" y="246072"/>
                  </a:lnTo>
                  <a:lnTo>
                    <a:pt x="304689" y="241772"/>
                  </a:lnTo>
                  <a:lnTo>
                    <a:pt x="307625" y="237376"/>
                  </a:lnTo>
                  <a:lnTo>
                    <a:pt x="310420" y="232890"/>
                  </a:lnTo>
                  <a:lnTo>
                    <a:pt x="313072" y="228318"/>
                  </a:lnTo>
                  <a:lnTo>
                    <a:pt x="315579" y="223664"/>
                  </a:lnTo>
                  <a:lnTo>
                    <a:pt x="317936" y="218933"/>
                  </a:lnTo>
                  <a:lnTo>
                    <a:pt x="320144" y="214131"/>
                  </a:lnTo>
                  <a:lnTo>
                    <a:pt x="322198" y="209260"/>
                  </a:lnTo>
                  <a:lnTo>
                    <a:pt x="324097" y="204327"/>
                  </a:lnTo>
                  <a:lnTo>
                    <a:pt x="325839" y="199337"/>
                  </a:lnTo>
                  <a:lnTo>
                    <a:pt x="327423" y="194294"/>
                  </a:lnTo>
                  <a:lnTo>
                    <a:pt x="328846" y="189204"/>
                  </a:lnTo>
                  <a:lnTo>
                    <a:pt x="330108" y="184071"/>
                  </a:lnTo>
                  <a:lnTo>
                    <a:pt x="331207" y="178900"/>
                  </a:lnTo>
                  <a:lnTo>
                    <a:pt x="332142" y="173698"/>
                  </a:lnTo>
                  <a:lnTo>
                    <a:pt x="332912" y="168468"/>
                  </a:lnTo>
                  <a:lnTo>
                    <a:pt x="333516" y="163217"/>
                  </a:lnTo>
                  <a:lnTo>
                    <a:pt x="333954" y="157950"/>
                  </a:lnTo>
                  <a:lnTo>
                    <a:pt x="334225" y="152671"/>
                  </a:lnTo>
                  <a:lnTo>
                    <a:pt x="334329" y="147386"/>
                  </a:lnTo>
                  <a:lnTo>
                    <a:pt x="334266" y="142101"/>
                  </a:lnTo>
                  <a:lnTo>
                    <a:pt x="334036" y="136820"/>
                  </a:lnTo>
                  <a:lnTo>
                    <a:pt x="333639" y="131549"/>
                  </a:lnTo>
                  <a:lnTo>
                    <a:pt x="333075" y="126293"/>
                  </a:lnTo>
                  <a:lnTo>
                    <a:pt x="332346" y="121058"/>
                  </a:lnTo>
                  <a:lnTo>
                    <a:pt x="331451" y="115849"/>
                  </a:lnTo>
                  <a:lnTo>
                    <a:pt x="330393" y="110670"/>
                  </a:lnTo>
                  <a:lnTo>
                    <a:pt x="329171" y="105527"/>
                  </a:lnTo>
                  <a:lnTo>
                    <a:pt x="327787" y="100426"/>
                  </a:lnTo>
                  <a:lnTo>
                    <a:pt x="326242" y="95371"/>
                  </a:lnTo>
                  <a:lnTo>
                    <a:pt x="324539" y="90367"/>
                  </a:lnTo>
                  <a:lnTo>
                    <a:pt x="322678" y="85420"/>
                  </a:lnTo>
                  <a:lnTo>
                    <a:pt x="320662" y="80534"/>
                  </a:lnTo>
                  <a:lnTo>
                    <a:pt x="318492" y="75714"/>
                  </a:lnTo>
                  <a:lnTo>
                    <a:pt x="316171" y="70965"/>
                  </a:lnTo>
                  <a:lnTo>
                    <a:pt x="313700" y="66292"/>
                  </a:lnTo>
                  <a:lnTo>
                    <a:pt x="311084" y="61699"/>
                  </a:lnTo>
                  <a:lnTo>
                    <a:pt x="308323" y="57191"/>
                  </a:lnTo>
                  <a:lnTo>
                    <a:pt x="305422" y="52773"/>
                  </a:lnTo>
                  <a:lnTo>
                    <a:pt x="302382" y="48449"/>
                  </a:lnTo>
                  <a:lnTo>
                    <a:pt x="299207" y="44223"/>
                  </a:lnTo>
                  <a:lnTo>
                    <a:pt x="295900" y="40100"/>
                  </a:lnTo>
                  <a:lnTo>
                    <a:pt x="292464" y="36083"/>
                  </a:lnTo>
                  <a:lnTo>
                    <a:pt x="288903" y="32177"/>
                  </a:lnTo>
                  <a:lnTo>
                    <a:pt x="285220" y="28385"/>
                  </a:lnTo>
                  <a:lnTo>
                    <a:pt x="281419" y="24712"/>
                  </a:lnTo>
                  <a:lnTo>
                    <a:pt x="277504" y="21161"/>
                  </a:lnTo>
                  <a:lnTo>
                    <a:pt x="273479" y="17735"/>
                  </a:lnTo>
                  <a:lnTo>
                    <a:pt x="269347" y="14438"/>
                  </a:lnTo>
                  <a:lnTo>
                    <a:pt x="265113" y="11274"/>
                  </a:lnTo>
                  <a:lnTo>
                    <a:pt x="260781" y="8244"/>
                  </a:lnTo>
                  <a:lnTo>
                    <a:pt x="256356" y="5354"/>
                  </a:lnTo>
                  <a:lnTo>
                    <a:pt x="251842" y="2605"/>
                  </a:lnTo>
                  <a:lnTo>
                    <a:pt x="247242" y="0"/>
                  </a:lnTo>
                  <a:lnTo>
                    <a:pt x="167163" y="146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617280" y="941493"/>
              <a:ext cx="80079" cy="167167"/>
            </a:xfrm>
            <a:custGeom>
              <a:avLst/>
              <a:pathLst>
                <a:path w="80079" h="167167">
                  <a:moveTo>
                    <a:pt x="80079" y="20428"/>
                  </a:moveTo>
                  <a:lnTo>
                    <a:pt x="74793" y="17665"/>
                  </a:lnTo>
                  <a:lnTo>
                    <a:pt x="69412" y="15092"/>
                  </a:lnTo>
                  <a:lnTo>
                    <a:pt x="63943" y="12712"/>
                  </a:lnTo>
                  <a:lnTo>
                    <a:pt x="58392" y="10529"/>
                  </a:lnTo>
                  <a:lnTo>
                    <a:pt x="52767" y="8546"/>
                  </a:lnTo>
                  <a:lnTo>
                    <a:pt x="47074" y="6765"/>
                  </a:lnTo>
                  <a:lnTo>
                    <a:pt x="41322" y="5187"/>
                  </a:lnTo>
                  <a:lnTo>
                    <a:pt x="35517" y="3816"/>
                  </a:lnTo>
                  <a:lnTo>
                    <a:pt x="29667" y="2653"/>
                  </a:lnTo>
                  <a:lnTo>
                    <a:pt x="23779" y="1699"/>
                  </a:lnTo>
                  <a:lnTo>
                    <a:pt x="17860" y="956"/>
                  </a:lnTo>
                  <a:lnTo>
                    <a:pt x="11919" y="425"/>
                  </a:lnTo>
                  <a:lnTo>
                    <a:pt x="596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95831" y="1031511"/>
              <a:ext cx="110063" cy="167167"/>
            </a:xfrm>
            <a:custGeom>
              <a:avLst/>
              <a:pathLst>
                <a:path w="110063" h="167167">
                  <a:moveTo>
                    <a:pt x="110063" y="0"/>
                  </a:moveTo>
                  <a:lnTo>
                    <a:pt x="104343" y="97"/>
                  </a:lnTo>
                  <a:lnTo>
                    <a:pt x="98630" y="391"/>
                  </a:lnTo>
                  <a:lnTo>
                    <a:pt x="92930" y="880"/>
                  </a:lnTo>
                  <a:lnTo>
                    <a:pt x="87250" y="1563"/>
                  </a:lnTo>
                  <a:lnTo>
                    <a:pt x="81597" y="2441"/>
                  </a:lnTo>
                  <a:lnTo>
                    <a:pt x="75978" y="3511"/>
                  </a:lnTo>
                  <a:lnTo>
                    <a:pt x="70398" y="4774"/>
                  </a:lnTo>
                  <a:lnTo>
                    <a:pt x="64864" y="6226"/>
                  </a:lnTo>
                  <a:lnTo>
                    <a:pt x="59384" y="7867"/>
                  </a:lnTo>
                  <a:lnTo>
                    <a:pt x="53963" y="9694"/>
                  </a:lnTo>
                  <a:lnTo>
                    <a:pt x="48607" y="11706"/>
                  </a:lnTo>
                  <a:lnTo>
                    <a:pt x="43324" y="13900"/>
                  </a:lnTo>
                  <a:lnTo>
                    <a:pt x="38119" y="16273"/>
                  </a:lnTo>
                  <a:lnTo>
                    <a:pt x="32998" y="18823"/>
                  </a:lnTo>
                  <a:lnTo>
                    <a:pt x="27967" y="21547"/>
                  </a:lnTo>
                  <a:lnTo>
                    <a:pt x="23032" y="24441"/>
                  </a:lnTo>
                  <a:lnTo>
                    <a:pt x="18200" y="27503"/>
                  </a:lnTo>
                  <a:lnTo>
                    <a:pt x="13475" y="30728"/>
                  </a:lnTo>
                  <a:lnTo>
                    <a:pt x="8863" y="34113"/>
                  </a:lnTo>
                  <a:lnTo>
                    <a:pt x="4369" y="37654"/>
                  </a:lnTo>
                  <a:lnTo>
                    <a:pt x="0" y="41346"/>
                  </a:lnTo>
                  <a:lnTo>
                    <a:pt x="1100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5831" y="1072858"/>
              <a:ext cx="110063" cy="125820"/>
            </a:xfrm>
            <a:custGeom>
              <a:avLst/>
              <a:pathLst>
                <a:path w="110063" h="125820">
                  <a:moveTo>
                    <a:pt x="0" y="0"/>
                  </a:moveTo>
                  <a:lnTo>
                    <a:pt x="110063" y="1258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38737" y="1072858"/>
              <a:ext cx="167157" cy="283114"/>
            </a:xfrm>
            <a:custGeom>
              <a:avLst/>
              <a:pathLst>
                <a:path w="167157" h="283114">
                  <a:moveTo>
                    <a:pt x="57093" y="0"/>
                  </a:moveTo>
                  <a:lnTo>
                    <a:pt x="53129" y="3581"/>
                  </a:lnTo>
                  <a:lnTo>
                    <a:pt x="49281" y="7287"/>
                  </a:lnTo>
                  <a:lnTo>
                    <a:pt x="45553" y="11115"/>
                  </a:lnTo>
                  <a:lnTo>
                    <a:pt x="41950" y="15059"/>
                  </a:lnTo>
                  <a:lnTo>
                    <a:pt x="38474" y="19117"/>
                  </a:lnTo>
                  <a:lnTo>
                    <a:pt x="35130" y="23283"/>
                  </a:lnTo>
                  <a:lnTo>
                    <a:pt x="31921" y="27555"/>
                  </a:lnTo>
                  <a:lnTo>
                    <a:pt x="28850" y="31927"/>
                  </a:lnTo>
                  <a:lnTo>
                    <a:pt x="25920" y="36394"/>
                  </a:lnTo>
                  <a:lnTo>
                    <a:pt x="23135" y="40953"/>
                  </a:lnTo>
                  <a:lnTo>
                    <a:pt x="20496" y="45599"/>
                  </a:lnTo>
                  <a:lnTo>
                    <a:pt x="18007" y="50327"/>
                  </a:lnTo>
                  <a:lnTo>
                    <a:pt x="15671" y="55131"/>
                  </a:lnTo>
                  <a:lnTo>
                    <a:pt x="13490" y="60008"/>
                  </a:lnTo>
                  <a:lnTo>
                    <a:pt x="11465" y="64952"/>
                  </a:lnTo>
                  <a:lnTo>
                    <a:pt x="9599" y="69959"/>
                  </a:lnTo>
                  <a:lnTo>
                    <a:pt x="7895" y="75022"/>
                  </a:lnTo>
                  <a:lnTo>
                    <a:pt x="6353" y="80137"/>
                  </a:lnTo>
                  <a:lnTo>
                    <a:pt x="4975" y="85299"/>
                  </a:lnTo>
                  <a:lnTo>
                    <a:pt x="3763" y="90503"/>
                  </a:lnTo>
                  <a:lnTo>
                    <a:pt x="2718" y="95742"/>
                  </a:lnTo>
                  <a:lnTo>
                    <a:pt x="1841" y="101012"/>
                  </a:lnTo>
                  <a:lnTo>
                    <a:pt x="1132" y="106308"/>
                  </a:lnTo>
                  <a:lnTo>
                    <a:pt x="594" y="111623"/>
                  </a:lnTo>
                  <a:lnTo>
                    <a:pt x="225" y="116953"/>
                  </a:lnTo>
                  <a:lnTo>
                    <a:pt x="27" y="122292"/>
                  </a:lnTo>
                  <a:lnTo>
                    <a:pt x="0" y="127635"/>
                  </a:lnTo>
                  <a:lnTo>
                    <a:pt x="143" y="132975"/>
                  </a:lnTo>
                  <a:lnTo>
                    <a:pt x="457" y="138309"/>
                  </a:lnTo>
                  <a:lnTo>
                    <a:pt x="941" y="143629"/>
                  </a:lnTo>
                  <a:lnTo>
                    <a:pt x="1595" y="148932"/>
                  </a:lnTo>
                  <a:lnTo>
                    <a:pt x="2418" y="154211"/>
                  </a:lnTo>
                  <a:lnTo>
                    <a:pt x="3409" y="159460"/>
                  </a:lnTo>
                  <a:lnTo>
                    <a:pt x="4568" y="164676"/>
                  </a:lnTo>
                  <a:lnTo>
                    <a:pt x="5893" y="169852"/>
                  </a:lnTo>
                  <a:lnTo>
                    <a:pt x="7382" y="174983"/>
                  </a:lnTo>
                  <a:lnTo>
                    <a:pt x="9035" y="180063"/>
                  </a:lnTo>
                  <a:lnTo>
                    <a:pt x="10849" y="185088"/>
                  </a:lnTo>
                  <a:lnTo>
                    <a:pt x="12823" y="190053"/>
                  </a:lnTo>
                  <a:lnTo>
                    <a:pt x="14954" y="194952"/>
                  </a:lnTo>
                  <a:lnTo>
                    <a:pt x="17241" y="199781"/>
                  </a:lnTo>
                  <a:lnTo>
                    <a:pt x="19681" y="204533"/>
                  </a:lnTo>
                  <a:lnTo>
                    <a:pt x="22272" y="209206"/>
                  </a:lnTo>
                  <a:lnTo>
                    <a:pt x="25010" y="213793"/>
                  </a:lnTo>
                  <a:lnTo>
                    <a:pt x="27894" y="218291"/>
                  </a:lnTo>
                  <a:lnTo>
                    <a:pt x="30920" y="222694"/>
                  </a:lnTo>
                  <a:lnTo>
                    <a:pt x="34085" y="226998"/>
                  </a:lnTo>
                  <a:lnTo>
                    <a:pt x="37387" y="231199"/>
                  </a:lnTo>
                  <a:lnTo>
                    <a:pt x="40820" y="235292"/>
                  </a:lnTo>
                  <a:lnTo>
                    <a:pt x="44383" y="239273"/>
                  </a:lnTo>
                  <a:lnTo>
                    <a:pt x="48071" y="243138"/>
                  </a:lnTo>
                  <a:lnTo>
                    <a:pt x="51881" y="246884"/>
                  </a:lnTo>
                  <a:lnTo>
                    <a:pt x="55809" y="250506"/>
                  </a:lnTo>
                  <a:lnTo>
                    <a:pt x="59850" y="254000"/>
                  </a:lnTo>
                  <a:lnTo>
                    <a:pt x="64001" y="257364"/>
                  </a:lnTo>
                  <a:lnTo>
                    <a:pt x="68257" y="260593"/>
                  </a:lnTo>
                  <a:lnTo>
                    <a:pt x="72614" y="263685"/>
                  </a:lnTo>
                  <a:lnTo>
                    <a:pt x="77068" y="266636"/>
                  </a:lnTo>
                  <a:lnTo>
                    <a:pt x="81614" y="269443"/>
                  </a:lnTo>
                  <a:lnTo>
                    <a:pt x="86247" y="272103"/>
                  </a:lnTo>
                  <a:lnTo>
                    <a:pt x="90963" y="274614"/>
                  </a:lnTo>
                  <a:lnTo>
                    <a:pt x="95757" y="276972"/>
                  </a:lnTo>
                  <a:lnTo>
                    <a:pt x="100623" y="279177"/>
                  </a:lnTo>
                  <a:lnTo>
                    <a:pt x="105558" y="281225"/>
                  </a:lnTo>
                  <a:lnTo>
                    <a:pt x="110555" y="283114"/>
                  </a:lnTo>
                  <a:lnTo>
                    <a:pt x="167157" y="125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4049293" y="1031511"/>
              <a:ext cx="223768" cy="334331"/>
            </a:xfrm>
            <a:custGeom>
              <a:avLst/>
              <a:pathLst>
                <a:path w="223768" h="334331">
                  <a:moveTo>
                    <a:pt x="0" y="324460"/>
                  </a:moveTo>
                  <a:lnTo>
                    <a:pt x="5060" y="326190"/>
                  </a:lnTo>
                  <a:lnTo>
                    <a:pt x="10172" y="327757"/>
                  </a:lnTo>
                  <a:lnTo>
                    <a:pt x="15333" y="329160"/>
                  </a:lnTo>
                  <a:lnTo>
                    <a:pt x="20535" y="330397"/>
                  </a:lnTo>
                  <a:lnTo>
                    <a:pt x="25775" y="331468"/>
                  </a:lnTo>
                  <a:lnTo>
                    <a:pt x="31046" y="332369"/>
                  </a:lnTo>
                  <a:lnTo>
                    <a:pt x="36343" y="333102"/>
                  </a:lnTo>
                  <a:lnTo>
                    <a:pt x="41661" y="333665"/>
                  </a:lnTo>
                  <a:lnTo>
                    <a:pt x="46994" y="334058"/>
                  </a:lnTo>
                  <a:lnTo>
                    <a:pt x="52337" y="334280"/>
                  </a:lnTo>
                  <a:lnTo>
                    <a:pt x="57684" y="334331"/>
                  </a:lnTo>
                  <a:lnTo>
                    <a:pt x="63031" y="334211"/>
                  </a:lnTo>
                  <a:lnTo>
                    <a:pt x="68370" y="333920"/>
                  </a:lnTo>
                  <a:lnTo>
                    <a:pt x="73698" y="333458"/>
                  </a:lnTo>
                  <a:lnTo>
                    <a:pt x="79008" y="332826"/>
                  </a:lnTo>
                  <a:lnTo>
                    <a:pt x="84295" y="332024"/>
                  </a:lnTo>
                  <a:lnTo>
                    <a:pt x="89554" y="331054"/>
                  </a:lnTo>
                  <a:lnTo>
                    <a:pt x="94779" y="329916"/>
                  </a:lnTo>
                  <a:lnTo>
                    <a:pt x="99965" y="328612"/>
                  </a:lnTo>
                  <a:lnTo>
                    <a:pt x="105107" y="327142"/>
                  </a:lnTo>
                  <a:lnTo>
                    <a:pt x="110199" y="325509"/>
                  </a:lnTo>
                  <a:lnTo>
                    <a:pt x="115236" y="323714"/>
                  </a:lnTo>
                  <a:lnTo>
                    <a:pt x="120214" y="321758"/>
                  </a:lnTo>
                  <a:lnTo>
                    <a:pt x="125126" y="319644"/>
                  </a:lnTo>
                  <a:lnTo>
                    <a:pt x="129968" y="317374"/>
                  </a:lnTo>
                  <a:lnTo>
                    <a:pt x="134735" y="314951"/>
                  </a:lnTo>
                  <a:lnTo>
                    <a:pt x="139422" y="312376"/>
                  </a:lnTo>
                  <a:lnTo>
                    <a:pt x="144024" y="309653"/>
                  </a:lnTo>
                  <a:lnTo>
                    <a:pt x="148537" y="306784"/>
                  </a:lnTo>
                  <a:lnTo>
                    <a:pt x="152955" y="303772"/>
                  </a:lnTo>
                  <a:lnTo>
                    <a:pt x="157275" y="300620"/>
                  </a:lnTo>
                  <a:lnTo>
                    <a:pt x="161492" y="297331"/>
                  </a:lnTo>
                  <a:lnTo>
                    <a:pt x="165602" y="293910"/>
                  </a:lnTo>
                  <a:lnTo>
                    <a:pt x="169600" y="290358"/>
                  </a:lnTo>
                  <a:lnTo>
                    <a:pt x="173483" y="286681"/>
                  </a:lnTo>
                  <a:lnTo>
                    <a:pt x="177246" y="282881"/>
                  </a:lnTo>
                  <a:lnTo>
                    <a:pt x="180885" y="278963"/>
                  </a:lnTo>
                  <a:lnTo>
                    <a:pt x="184397" y="274931"/>
                  </a:lnTo>
                  <a:lnTo>
                    <a:pt x="187779" y="270788"/>
                  </a:lnTo>
                  <a:lnTo>
                    <a:pt x="191026" y="266539"/>
                  </a:lnTo>
                  <a:lnTo>
                    <a:pt x="194136" y="262189"/>
                  </a:lnTo>
                  <a:lnTo>
                    <a:pt x="197105" y="257741"/>
                  </a:lnTo>
                  <a:lnTo>
                    <a:pt x="199930" y="253201"/>
                  </a:lnTo>
                  <a:lnTo>
                    <a:pt x="202608" y="248572"/>
                  </a:lnTo>
                  <a:lnTo>
                    <a:pt x="205138" y="243860"/>
                  </a:lnTo>
                  <a:lnTo>
                    <a:pt x="207515" y="239070"/>
                  </a:lnTo>
                  <a:lnTo>
                    <a:pt x="209737" y="234206"/>
                  </a:lnTo>
                  <a:lnTo>
                    <a:pt x="211803" y="229274"/>
                  </a:lnTo>
                  <a:lnTo>
                    <a:pt x="213710" y="224278"/>
                  </a:lnTo>
                  <a:lnTo>
                    <a:pt x="215457" y="219223"/>
                  </a:lnTo>
                  <a:lnTo>
                    <a:pt x="217040" y="214116"/>
                  </a:lnTo>
                  <a:lnTo>
                    <a:pt x="218460" y="208960"/>
                  </a:lnTo>
                  <a:lnTo>
                    <a:pt x="219714" y="203761"/>
                  </a:lnTo>
                  <a:lnTo>
                    <a:pt x="220801" y="198526"/>
                  </a:lnTo>
                  <a:lnTo>
                    <a:pt x="221720" y="193257"/>
                  </a:lnTo>
                  <a:lnTo>
                    <a:pt x="222470" y="187963"/>
                  </a:lnTo>
                  <a:lnTo>
                    <a:pt x="223050" y="182647"/>
                  </a:lnTo>
                  <a:lnTo>
                    <a:pt x="223460" y="177315"/>
                  </a:lnTo>
                  <a:lnTo>
                    <a:pt x="223699" y="171973"/>
                  </a:lnTo>
                  <a:lnTo>
                    <a:pt x="223768" y="166625"/>
                  </a:lnTo>
                  <a:lnTo>
                    <a:pt x="223665" y="161279"/>
                  </a:lnTo>
                  <a:lnTo>
                    <a:pt x="223391" y="155938"/>
                  </a:lnTo>
                  <a:lnTo>
                    <a:pt x="222946" y="150609"/>
                  </a:lnTo>
                  <a:lnTo>
                    <a:pt x="222332" y="145297"/>
                  </a:lnTo>
                  <a:lnTo>
                    <a:pt x="221547" y="140007"/>
                  </a:lnTo>
                  <a:lnTo>
                    <a:pt x="220594" y="134745"/>
                  </a:lnTo>
                  <a:lnTo>
                    <a:pt x="219473" y="129516"/>
                  </a:lnTo>
                  <a:lnTo>
                    <a:pt x="218186" y="124326"/>
                  </a:lnTo>
                  <a:lnTo>
                    <a:pt x="216733" y="119179"/>
                  </a:lnTo>
                  <a:lnTo>
                    <a:pt x="215116" y="114082"/>
                  </a:lnTo>
                  <a:lnTo>
                    <a:pt x="213337" y="109039"/>
                  </a:lnTo>
                  <a:lnTo>
                    <a:pt x="211397" y="104056"/>
                  </a:lnTo>
                  <a:lnTo>
                    <a:pt x="209300" y="99137"/>
                  </a:lnTo>
                  <a:lnTo>
                    <a:pt x="207046" y="94287"/>
                  </a:lnTo>
                  <a:lnTo>
                    <a:pt x="204637" y="89513"/>
                  </a:lnTo>
                  <a:lnTo>
                    <a:pt x="202078" y="84817"/>
                  </a:lnTo>
                  <a:lnTo>
                    <a:pt x="199369" y="80206"/>
                  </a:lnTo>
                  <a:lnTo>
                    <a:pt x="196515" y="75684"/>
                  </a:lnTo>
                  <a:lnTo>
                    <a:pt x="193517" y="71256"/>
                  </a:lnTo>
                  <a:lnTo>
                    <a:pt x="190379" y="66926"/>
                  </a:lnTo>
                  <a:lnTo>
                    <a:pt x="187105" y="62698"/>
                  </a:lnTo>
                  <a:lnTo>
                    <a:pt x="183696" y="58577"/>
                  </a:lnTo>
                  <a:lnTo>
                    <a:pt x="180158" y="54568"/>
                  </a:lnTo>
                  <a:lnTo>
                    <a:pt x="176493" y="50673"/>
                  </a:lnTo>
                  <a:lnTo>
                    <a:pt x="172706" y="46898"/>
                  </a:lnTo>
                  <a:lnTo>
                    <a:pt x="168800" y="43246"/>
                  </a:lnTo>
                  <a:lnTo>
                    <a:pt x="164779" y="39720"/>
                  </a:lnTo>
                  <a:lnTo>
                    <a:pt x="160647" y="36326"/>
                  </a:lnTo>
                  <a:lnTo>
                    <a:pt x="156408" y="33065"/>
                  </a:lnTo>
                  <a:lnTo>
                    <a:pt x="152068" y="29941"/>
                  </a:lnTo>
                  <a:lnTo>
                    <a:pt x="147630" y="26957"/>
                  </a:lnTo>
                  <a:lnTo>
                    <a:pt x="143099" y="24118"/>
                  </a:lnTo>
                  <a:lnTo>
                    <a:pt x="138479" y="21424"/>
                  </a:lnTo>
                  <a:lnTo>
                    <a:pt x="133775" y="18880"/>
                  </a:lnTo>
                  <a:lnTo>
                    <a:pt x="128993" y="16487"/>
                  </a:lnTo>
                  <a:lnTo>
                    <a:pt x="124136" y="14249"/>
                  </a:lnTo>
                  <a:lnTo>
                    <a:pt x="119211" y="12167"/>
                  </a:lnTo>
                  <a:lnTo>
                    <a:pt x="114221" y="10244"/>
                  </a:lnTo>
                  <a:lnTo>
                    <a:pt x="109172" y="8481"/>
                  </a:lnTo>
                  <a:lnTo>
                    <a:pt x="104069" y="6881"/>
                  </a:lnTo>
                  <a:lnTo>
                    <a:pt x="98918" y="5444"/>
                  </a:lnTo>
                  <a:lnTo>
                    <a:pt x="93724" y="4174"/>
                  </a:lnTo>
                  <a:lnTo>
                    <a:pt x="88492" y="3070"/>
                  </a:lnTo>
                  <a:lnTo>
                    <a:pt x="83226" y="2133"/>
                  </a:lnTo>
                  <a:lnTo>
                    <a:pt x="77934" y="1366"/>
                  </a:lnTo>
                  <a:lnTo>
                    <a:pt x="72620" y="769"/>
                  </a:lnTo>
                  <a:lnTo>
                    <a:pt x="67290" y="342"/>
                  </a:lnTo>
                  <a:lnTo>
                    <a:pt x="61948" y="85"/>
                  </a:lnTo>
                  <a:lnTo>
                    <a:pt x="56601" y="0"/>
                  </a:lnTo>
                  <a:lnTo>
                    <a:pt x="566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461929" y="1236837"/>
              <a:ext cx="167159" cy="316546"/>
            </a:xfrm>
            <a:custGeom>
              <a:avLst/>
              <a:pathLst>
                <a:path w="167159" h="316546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4" y="1355"/>
                  </a:lnTo>
                  <a:lnTo>
                    <a:pt x="140643" y="2116"/>
                  </a:lnTo>
                  <a:lnTo>
                    <a:pt x="135399" y="3044"/>
                  </a:lnTo>
                  <a:lnTo>
                    <a:pt x="130188" y="4139"/>
                  </a:lnTo>
                  <a:lnTo>
                    <a:pt x="125014" y="5399"/>
                  </a:lnTo>
                  <a:lnTo>
                    <a:pt x="119882" y="6824"/>
                  </a:lnTo>
                  <a:lnTo>
                    <a:pt x="114799" y="8411"/>
                  </a:lnTo>
                  <a:lnTo>
                    <a:pt x="109769" y="10160"/>
                  </a:lnTo>
                  <a:lnTo>
                    <a:pt x="104797" y="12067"/>
                  </a:lnTo>
                  <a:lnTo>
                    <a:pt x="99888" y="14132"/>
                  </a:lnTo>
                  <a:lnTo>
                    <a:pt x="95048" y="16353"/>
                  </a:lnTo>
                  <a:lnTo>
                    <a:pt x="90280" y="18726"/>
                  </a:lnTo>
                  <a:lnTo>
                    <a:pt x="85591" y="21250"/>
                  </a:lnTo>
                  <a:lnTo>
                    <a:pt x="80985" y="23923"/>
                  </a:lnTo>
                  <a:lnTo>
                    <a:pt x="76466" y="26740"/>
                  </a:lnTo>
                  <a:lnTo>
                    <a:pt x="72039" y="29700"/>
                  </a:lnTo>
                  <a:lnTo>
                    <a:pt x="67708" y="32800"/>
                  </a:lnTo>
                  <a:lnTo>
                    <a:pt x="63479" y="36036"/>
                  </a:lnTo>
                  <a:lnTo>
                    <a:pt x="59355" y="39405"/>
                  </a:lnTo>
                  <a:lnTo>
                    <a:pt x="55340" y="42904"/>
                  </a:lnTo>
                  <a:lnTo>
                    <a:pt x="51438" y="46528"/>
                  </a:lnTo>
                  <a:lnTo>
                    <a:pt x="47654" y="50276"/>
                  </a:lnTo>
                  <a:lnTo>
                    <a:pt x="43992" y="54141"/>
                  </a:lnTo>
                  <a:lnTo>
                    <a:pt x="40454" y="58122"/>
                  </a:lnTo>
                  <a:lnTo>
                    <a:pt x="37045" y="62213"/>
                  </a:lnTo>
                  <a:lnTo>
                    <a:pt x="33768" y="66411"/>
                  </a:lnTo>
                  <a:lnTo>
                    <a:pt x="30626" y="70711"/>
                  </a:lnTo>
                  <a:lnTo>
                    <a:pt x="27623" y="75109"/>
                  </a:lnTo>
                  <a:lnTo>
                    <a:pt x="24762" y="79600"/>
                  </a:lnTo>
                  <a:lnTo>
                    <a:pt x="22045" y="84180"/>
                  </a:lnTo>
                  <a:lnTo>
                    <a:pt x="19475" y="88845"/>
                  </a:lnTo>
                  <a:lnTo>
                    <a:pt x="17055" y="93589"/>
                  </a:lnTo>
                  <a:lnTo>
                    <a:pt x="14788" y="98407"/>
                  </a:lnTo>
                  <a:lnTo>
                    <a:pt x="12675" y="103295"/>
                  </a:lnTo>
                  <a:lnTo>
                    <a:pt x="10719" y="108249"/>
                  </a:lnTo>
                  <a:lnTo>
                    <a:pt x="8921" y="113262"/>
                  </a:lnTo>
                  <a:lnTo>
                    <a:pt x="7285" y="118329"/>
                  </a:lnTo>
                  <a:lnTo>
                    <a:pt x="5810" y="123446"/>
                  </a:lnTo>
                  <a:lnTo>
                    <a:pt x="4499" y="128608"/>
                  </a:lnTo>
                  <a:lnTo>
                    <a:pt x="3354" y="133809"/>
                  </a:lnTo>
                  <a:lnTo>
                    <a:pt x="2374" y="139043"/>
                  </a:lnTo>
                  <a:lnTo>
                    <a:pt x="1562" y="144306"/>
                  </a:lnTo>
                  <a:lnTo>
                    <a:pt x="918" y="149593"/>
                  </a:lnTo>
                  <a:lnTo>
                    <a:pt x="442" y="154897"/>
                  </a:lnTo>
                  <a:lnTo>
                    <a:pt x="136" y="160213"/>
                  </a:lnTo>
                  <a:lnTo>
                    <a:pt x="0" y="165537"/>
                  </a:lnTo>
                  <a:lnTo>
                    <a:pt x="32" y="170862"/>
                  </a:lnTo>
                  <a:lnTo>
                    <a:pt x="235" y="176184"/>
                  </a:lnTo>
                  <a:lnTo>
                    <a:pt x="607" y="181496"/>
                  </a:lnTo>
                  <a:lnTo>
                    <a:pt x="1148" y="186794"/>
                  </a:lnTo>
                  <a:lnTo>
                    <a:pt x="1857" y="192072"/>
                  </a:lnTo>
                  <a:lnTo>
                    <a:pt x="2734" y="197325"/>
                  </a:lnTo>
                  <a:lnTo>
                    <a:pt x="3778" y="202547"/>
                  </a:lnTo>
                  <a:lnTo>
                    <a:pt x="4988" y="207733"/>
                  </a:lnTo>
                  <a:lnTo>
                    <a:pt x="6363" y="212878"/>
                  </a:lnTo>
                  <a:lnTo>
                    <a:pt x="7900" y="217977"/>
                  </a:lnTo>
                  <a:lnTo>
                    <a:pt x="9600" y="223024"/>
                  </a:lnTo>
                  <a:lnTo>
                    <a:pt x="11459" y="228014"/>
                  </a:lnTo>
                  <a:lnTo>
                    <a:pt x="13476" y="232943"/>
                  </a:lnTo>
                  <a:lnTo>
                    <a:pt x="15649" y="237805"/>
                  </a:lnTo>
                  <a:lnTo>
                    <a:pt x="17976" y="242595"/>
                  </a:lnTo>
                  <a:lnTo>
                    <a:pt x="20454" y="247308"/>
                  </a:lnTo>
                  <a:lnTo>
                    <a:pt x="23081" y="251941"/>
                  </a:lnTo>
                  <a:lnTo>
                    <a:pt x="25855" y="256487"/>
                  </a:lnTo>
                  <a:lnTo>
                    <a:pt x="28771" y="260942"/>
                  </a:lnTo>
                  <a:lnTo>
                    <a:pt x="31829" y="265303"/>
                  </a:lnTo>
                  <a:lnTo>
                    <a:pt x="35023" y="269564"/>
                  </a:lnTo>
                  <a:lnTo>
                    <a:pt x="38352" y="273721"/>
                  </a:lnTo>
                  <a:lnTo>
                    <a:pt x="41811" y="277769"/>
                  </a:lnTo>
                  <a:lnTo>
                    <a:pt x="45398" y="281706"/>
                  </a:lnTo>
                  <a:lnTo>
                    <a:pt x="49108" y="285526"/>
                  </a:lnTo>
                  <a:lnTo>
                    <a:pt x="52938" y="289226"/>
                  </a:lnTo>
                  <a:lnTo>
                    <a:pt x="56884" y="292803"/>
                  </a:lnTo>
                  <a:lnTo>
                    <a:pt x="60942" y="296252"/>
                  </a:lnTo>
                  <a:lnTo>
                    <a:pt x="65107" y="299569"/>
                  </a:lnTo>
                  <a:lnTo>
                    <a:pt x="69376" y="302753"/>
                  </a:lnTo>
                  <a:lnTo>
                    <a:pt x="73745" y="305799"/>
                  </a:lnTo>
                  <a:lnTo>
                    <a:pt x="78208" y="308704"/>
                  </a:lnTo>
                  <a:lnTo>
                    <a:pt x="82762" y="311465"/>
                  </a:lnTo>
                  <a:lnTo>
                    <a:pt x="87401" y="314080"/>
                  </a:lnTo>
                  <a:lnTo>
                    <a:pt x="92121" y="31654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54050" y="1404005"/>
              <a:ext cx="75038" cy="149379"/>
            </a:xfrm>
            <a:custGeom>
              <a:avLst/>
              <a:pathLst>
                <a:path w="75038" h="149379">
                  <a:moveTo>
                    <a:pt x="0" y="149379"/>
                  </a:moveTo>
                  <a:lnTo>
                    <a:pt x="750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54050" y="1250927"/>
              <a:ext cx="242200" cy="320229"/>
            </a:xfrm>
            <a:custGeom>
              <a:avLst/>
              <a:pathLst>
                <a:path w="242200" h="320229">
                  <a:moveTo>
                    <a:pt x="0" y="302457"/>
                  </a:moveTo>
                  <a:lnTo>
                    <a:pt x="4808" y="304776"/>
                  </a:lnTo>
                  <a:lnTo>
                    <a:pt x="9687" y="306942"/>
                  </a:lnTo>
                  <a:lnTo>
                    <a:pt x="14633" y="308950"/>
                  </a:lnTo>
                  <a:lnTo>
                    <a:pt x="19641" y="310799"/>
                  </a:lnTo>
                  <a:lnTo>
                    <a:pt x="24706" y="312487"/>
                  </a:lnTo>
                  <a:lnTo>
                    <a:pt x="29821" y="314013"/>
                  </a:lnTo>
                  <a:lnTo>
                    <a:pt x="34983" y="315375"/>
                  </a:lnTo>
                  <a:lnTo>
                    <a:pt x="40186" y="316571"/>
                  </a:lnTo>
                  <a:lnTo>
                    <a:pt x="45424" y="317601"/>
                  </a:lnTo>
                  <a:lnTo>
                    <a:pt x="50693" y="318462"/>
                  </a:lnTo>
                  <a:lnTo>
                    <a:pt x="55986" y="319155"/>
                  </a:lnTo>
                  <a:lnTo>
                    <a:pt x="61298" y="319679"/>
                  </a:lnTo>
                  <a:lnTo>
                    <a:pt x="66625" y="320033"/>
                  </a:lnTo>
                  <a:lnTo>
                    <a:pt x="71960" y="320216"/>
                  </a:lnTo>
                  <a:lnTo>
                    <a:pt x="77299" y="320229"/>
                  </a:lnTo>
                  <a:lnTo>
                    <a:pt x="82635" y="320072"/>
                  </a:lnTo>
                  <a:lnTo>
                    <a:pt x="87963" y="319744"/>
                  </a:lnTo>
                  <a:lnTo>
                    <a:pt x="93278" y="319246"/>
                  </a:lnTo>
                  <a:lnTo>
                    <a:pt x="98575" y="318579"/>
                  </a:lnTo>
                  <a:lnTo>
                    <a:pt x="103848" y="317743"/>
                  </a:lnTo>
                  <a:lnTo>
                    <a:pt x="109091" y="316739"/>
                  </a:lnTo>
                  <a:lnTo>
                    <a:pt x="114299" y="315569"/>
                  </a:lnTo>
                  <a:lnTo>
                    <a:pt x="119468" y="314232"/>
                  </a:lnTo>
                  <a:lnTo>
                    <a:pt x="124591" y="312731"/>
                  </a:lnTo>
                  <a:lnTo>
                    <a:pt x="129663" y="311068"/>
                  </a:lnTo>
                  <a:lnTo>
                    <a:pt x="134680" y="309243"/>
                  </a:lnTo>
                  <a:lnTo>
                    <a:pt x="139636" y="307259"/>
                  </a:lnTo>
                  <a:lnTo>
                    <a:pt x="144526" y="305118"/>
                  </a:lnTo>
                  <a:lnTo>
                    <a:pt x="149346" y="302821"/>
                  </a:lnTo>
                  <a:lnTo>
                    <a:pt x="154089" y="300372"/>
                  </a:lnTo>
                  <a:lnTo>
                    <a:pt x="158752" y="297773"/>
                  </a:lnTo>
                  <a:lnTo>
                    <a:pt x="163330" y="295026"/>
                  </a:lnTo>
                  <a:lnTo>
                    <a:pt x="167817" y="292135"/>
                  </a:lnTo>
                  <a:lnTo>
                    <a:pt x="172210" y="289101"/>
                  </a:lnTo>
                  <a:lnTo>
                    <a:pt x="176504" y="285929"/>
                  </a:lnTo>
                  <a:lnTo>
                    <a:pt x="180694" y="282621"/>
                  </a:lnTo>
                  <a:lnTo>
                    <a:pt x="184776" y="279182"/>
                  </a:lnTo>
                  <a:lnTo>
                    <a:pt x="188747" y="275613"/>
                  </a:lnTo>
                  <a:lnTo>
                    <a:pt x="192602" y="271920"/>
                  </a:lnTo>
                  <a:lnTo>
                    <a:pt x="196337" y="268106"/>
                  </a:lnTo>
                  <a:lnTo>
                    <a:pt x="199948" y="264174"/>
                  </a:lnTo>
                  <a:lnTo>
                    <a:pt x="203431" y="260129"/>
                  </a:lnTo>
                  <a:lnTo>
                    <a:pt x="206784" y="255975"/>
                  </a:lnTo>
                  <a:lnTo>
                    <a:pt x="210002" y="251715"/>
                  </a:lnTo>
                  <a:lnTo>
                    <a:pt x="213083" y="247356"/>
                  </a:lnTo>
                  <a:lnTo>
                    <a:pt x="216023" y="242900"/>
                  </a:lnTo>
                  <a:lnTo>
                    <a:pt x="218819" y="238352"/>
                  </a:lnTo>
                  <a:lnTo>
                    <a:pt x="221469" y="233718"/>
                  </a:lnTo>
                  <a:lnTo>
                    <a:pt x="223969" y="229001"/>
                  </a:lnTo>
                  <a:lnTo>
                    <a:pt x="226317" y="224207"/>
                  </a:lnTo>
                  <a:lnTo>
                    <a:pt x="228512" y="219340"/>
                  </a:lnTo>
                  <a:lnTo>
                    <a:pt x="230549" y="214406"/>
                  </a:lnTo>
                  <a:lnTo>
                    <a:pt x="232428" y="209409"/>
                  </a:lnTo>
                  <a:lnTo>
                    <a:pt x="234146" y="204355"/>
                  </a:lnTo>
                  <a:lnTo>
                    <a:pt x="235703" y="199248"/>
                  </a:lnTo>
                  <a:lnTo>
                    <a:pt x="237095" y="194094"/>
                  </a:lnTo>
                  <a:lnTo>
                    <a:pt x="238322" y="188899"/>
                  </a:lnTo>
                  <a:lnTo>
                    <a:pt x="239383" y="183667"/>
                  </a:lnTo>
                  <a:lnTo>
                    <a:pt x="240276" y="178404"/>
                  </a:lnTo>
                  <a:lnTo>
                    <a:pt x="241000" y="173115"/>
                  </a:lnTo>
                  <a:lnTo>
                    <a:pt x="241555" y="167805"/>
                  </a:lnTo>
                  <a:lnTo>
                    <a:pt x="241941" y="162481"/>
                  </a:lnTo>
                  <a:lnTo>
                    <a:pt x="242156" y="157147"/>
                  </a:lnTo>
                  <a:lnTo>
                    <a:pt x="242200" y="151808"/>
                  </a:lnTo>
                  <a:lnTo>
                    <a:pt x="242075" y="146472"/>
                  </a:lnTo>
                  <a:lnTo>
                    <a:pt x="241779" y="141141"/>
                  </a:lnTo>
                  <a:lnTo>
                    <a:pt x="241312" y="135823"/>
                  </a:lnTo>
                  <a:lnTo>
                    <a:pt x="240677" y="130523"/>
                  </a:lnTo>
                  <a:lnTo>
                    <a:pt x="239872" y="125245"/>
                  </a:lnTo>
                  <a:lnTo>
                    <a:pt x="238899" y="119996"/>
                  </a:lnTo>
                  <a:lnTo>
                    <a:pt x="237760" y="114781"/>
                  </a:lnTo>
                  <a:lnTo>
                    <a:pt x="236454" y="109605"/>
                  </a:lnTo>
                  <a:lnTo>
                    <a:pt x="234983" y="104473"/>
                  </a:lnTo>
                  <a:lnTo>
                    <a:pt x="233350" y="99391"/>
                  </a:lnTo>
                  <a:lnTo>
                    <a:pt x="231555" y="94363"/>
                  </a:lnTo>
                  <a:lnTo>
                    <a:pt x="229600" y="89395"/>
                  </a:lnTo>
                  <a:lnTo>
                    <a:pt x="227488" y="84492"/>
                  </a:lnTo>
                  <a:lnTo>
                    <a:pt x="225220" y="79660"/>
                  </a:lnTo>
                  <a:lnTo>
                    <a:pt x="222800" y="74902"/>
                  </a:lnTo>
                  <a:lnTo>
                    <a:pt x="220228" y="70223"/>
                  </a:lnTo>
                  <a:lnTo>
                    <a:pt x="217508" y="65630"/>
                  </a:lnTo>
                  <a:lnTo>
                    <a:pt x="214644" y="61125"/>
                  </a:lnTo>
                  <a:lnTo>
                    <a:pt x="211636" y="56714"/>
                  </a:lnTo>
                  <a:lnTo>
                    <a:pt x="208490" y="52402"/>
                  </a:lnTo>
                  <a:lnTo>
                    <a:pt x="205207" y="48192"/>
                  </a:lnTo>
                  <a:lnTo>
                    <a:pt x="201792" y="44089"/>
                  </a:lnTo>
                  <a:lnTo>
                    <a:pt x="198247" y="40097"/>
                  </a:lnTo>
                  <a:lnTo>
                    <a:pt x="194577" y="36221"/>
                  </a:lnTo>
                  <a:lnTo>
                    <a:pt x="190784" y="32463"/>
                  </a:lnTo>
                  <a:lnTo>
                    <a:pt x="186874" y="28829"/>
                  </a:lnTo>
                  <a:lnTo>
                    <a:pt x="182850" y="25321"/>
                  </a:lnTo>
                  <a:lnTo>
                    <a:pt x="178716" y="21944"/>
                  </a:lnTo>
                  <a:lnTo>
                    <a:pt x="174476" y="18700"/>
                  </a:lnTo>
                  <a:lnTo>
                    <a:pt x="170134" y="15594"/>
                  </a:lnTo>
                  <a:lnTo>
                    <a:pt x="165696" y="12628"/>
                  </a:lnTo>
                  <a:lnTo>
                    <a:pt x="161165" y="9804"/>
                  </a:lnTo>
                  <a:lnTo>
                    <a:pt x="156546" y="7127"/>
                  </a:lnTo>
                  <a:lnTo>
                    <a:pt x="151844" y="4599"/>
                  </a:lnTo>
                  <a:lnTo>
                    <a:pt x="147064" y="2222"/>
                  </a:lnTo>
                  <a:lnTo>
                    <a:pt x="142211" y="0"/>
                  </a:lnTo>
                  <a:lnTo>
                    <a:pt x="75038" y="153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629088" y="1236837"/>
              <a:ext cx="67172" cy="167167"/>
            </a:xfrm>
            <a:custGeom>
              <a:avLst/>
              <a:pathLst>
                <a:path w="67172" h="167167">
                  <a:moveTo>
                    <a:pt x="67172" y="14089"/>
                  </a:moveTo>
                  <a:lnTo>
                    <a:pt x="61859" y="11866"/>
                  </a:lnTo>
                  <a:lnTo>
                    <a:pt x="56471" y="9827"/>
                  </a:lnTo>
                  <a:lnTo>
                    <a:pt x="51017" y="7975"/>
                  </a:lnTo>
                  <a:lnTo>
                    <a:pt x="45502" y="6312"/>
                  </a:lnTo>
                  <a:lnTo>
                    <a:pt x="39933" y="4839"/>
                  </a:lnTo>
                  <a:lnTo>
                    <a:pt x="34317" y="3560"/>
                  </a:lnTo>
                  <a:lnTo>
                    <a:pt x="28660" y="2475"/>
                  </a:lnTo>
                  <a:lnTo>
                    <a:pt x="22969" y="1585"/>
                  </a:lnTo>
                  <a:lnTo>
                    <a:pt x="17250" y="892"/>
                  </a:lnTo>
                  <a:lnTo>
                    <a:pt x="11511" y="396"/>
                  </a:lnTo>
                  <a:lnTo>
                    <a:pt x="575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108137" y="1546402"/>
              <a:ext cx="104429" cy="167167"/>
            </a:xfrm>
            <a:custGeom>
              <a:avLst/>
              <a:pathLst>
                <a:path w="104429" h="167167">
                  <a:moveTo>
                    <a:pt x="104429" y="0"/>
                  </a:moveTo>
                  <a:lnTo>
                    <a:pt x="98790" y="95"/>
                  </a:lnTo>
                  <a:lnTo>
                    <a:pt x="93158" y="380"/>
                  </a:lnTo>
                  <a:lnTo>
                    <a:pt x="87538" y="855"/>
                  </a:lnTo>
                  <a:lnTo>
                    <a:pt x="81938" y="1519"/>
                  </a:lnTo>
                  <a:lnTo>
                    <a:pt x="76363" y="2372"/>
                  </a:lnTo>
                  <a:lnTo>
                    <a:pt x="70821" y="3413"/>
                  </a:lnTo>
                  <a:lnTo>
                    <a:pt x="65316" y="4640"/>
                  </a:lnTo>
                  <a:lnTo>
                    <a:pt x="59856" y="6051"/>
                  </a:lnTo>
                  <a:lnTo>
                    <a:pt x="54447" y="7646"/>
                  </a:lnTo>
                  <a:lnTo>
                    <a:pt x="49095" y="9423"/>
                  </a:lnTo>
                  <a:lnTo>
                    <a:pt x="43805" y="11379"/>
                  </a:lnTo>
                  <a:lnTo>
                    <a:pt x="38585" y="13513"/>
                  </a:lnTo>
                  <a:lnTo>
                    <a:pt x="33440" y="15821"/>
                  </a:lnTo>
                  <a:lnTo>
                    <a:pt x="28375" y="18302"/>
                  </a:lnTo>
                  <a:lnTo>
                    <a:pt x="23397" y="20952"/>
                  </a:lnTo>
                  <a:lnTo>
                    <a:pt x="18511" y="23769"/>
                  </a:lnTo>
                  <a:lnTo>
                    <a:pt x="13723" y="26748"/>
                  </a:lnTo>
                  <a:lnTo>
                    <a:pt x="9038" y="29888"/>
                  </a:lnTo>
                  <a:lnTo>
                    <a:pt x="4462" y="33183"/>
                  </a:lnTo>
                  <a:lnTo>
                    <a:pt x="0" y="36632"/>
                  </a:lnTo>
                  <a:lnTo>
                    <a:pt x="10442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108137" y="158303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45401" y="1583034"/>
              <a:ext cx="334331" cy="297683"/>
            </a:xfrm>
            <a:custGeom>
              <a:avLst/>
              <a:pathLst>
                <a:path w="334331" h="297683">
                  <a:moveTo>
                    <a:pt x="62736" y="0"/>
                  </a:moveTo>
                  <a:lnTo>
                    <a:pt x="58635" y="3388"/>
                  </a:lnTo>
                  <a:lnTo>
                    <a:pt x="54645" y="6906"/>
                  </a:lnTo>
                  <a:lnTo>
                    <a:pt x="50768" y="10548"/>
                  </a:lnTo>
                  <a:lnTo>
                    <a:pt x="47009" y="14313"/>
                  </a:lnTo>
                  <a:lnTo>
                    <a:pt x="43372" y="18194"/>
                  </a:lnTo>
                  <a:lnTo>
                    <a:pt x="39861" y="22190"/>
                  </a:lnTo>
                  <a:lnTo>
                    <a:pt x="36478" y="26295"/>
                  </a:lnTo>
                  <a:lnTo>
                    <a:pt x="33227" y="30506"/>
                  </a:lnTo>
                  <a:lnTo>
                    <a:pt x="30113" y="34818"/>
                  </a:lnTo>
                  <a:lnTo>
                    <a:pt x="27137" y="39227"/>
                  </a:lnTo>
                  <a:lnTo>
                    <a:pt x="24302" y="43729"/>
                  </a:lnTo>
                  <a:lnTo>
                    <a:pt x="21613" y="48318"/>
                  </a:lnTo>
                  <a:lnTo>
                    <a:pt x="19071" y="52991"/>
                  </a:lnTo>
                  <a:lnTo>
                    <a:pt x="16678" y="57742"/>
                  </a:lnTo>
                  <a:lnTo>
                    <a:pt x="14438" y="62567"/>
                  </a:lnTo>
                  <a:lnTo>
                    <a:pt x="12353" y="67461"/>
                  </a:lnTo>
                  <a:lnTo>
                    <a:pt x="10425" y="72419"/>
                  </a:lnTo>
                  <a:lnTo>
                    <a:pt x="8655" y="77435"/>
                  </a:lnTo>
                  <a:lnTo>
                    <a:pt x="7046" y="82505"/>
                  </a:lnTo>
                  <a:lnTo>
                    <a:pt x="5599" y="87624"/>
                  </a:lnTo>
                  <a:lnTo>
                    <a:pt x="4315" y="92786"/>
                  </a:lnTo>
                  <a:lnTo>
                    <a:pt x="3197" y="97987"/>
                  </a:lnTo>
                  <a:lnTo>
                    <a:pt x="2244" y="103220"/>
                  </a:lnTo>
                  <a:lnTo>
                    <a:pt x="1458" y="108482"/>
                  </a:lnTo>
                  <a:lnTo>
                    <a:pt x="841" y="113765"/>
                  </a:lnTo>
                  <a:lnTo>
                    <a:pt x="391" y="119066"/>
                  </a:lnTo>
                  <a:lnTo>
                    <a:pt x="111" y="124378"/>
                  </a:lnTo>
                  <a:lnTo>
                    <a:pt x="0" y="129696"/>
                  </a:lnTo>
                  <a:lnTo>
                    <a:pt x="57" y="135015"/>
                  </a:lnTo>
                  <a:lnTo>
                    <a:pt x="285" y="140330"/>
                  </a:lnTo>
                  <a:lnTo>
                    <a:pt x="681" y="145634"/>
                  </a:lnTo>
                  <a:lnTo>
                    <a:pt x="1245" y="150924"/>
                  </a:lnTo>
                  <a:lnTo>
                    <a:pt x="1978" y="156193"/>
                  </a:lnTo>
                  <a:lnTo>
                    <a:pt x="2878" y="161435"/>
                  </a:lnTo>
                  <a:lnTo>
                    <a:pt x="3945" y="166647"/>
                  </a:lnTo>
                  <a:lnTo>
                    <a:pt x="5176" y="171822"/>
                  </a:lnTo>
                  <a:lnTo>
                    <a:pt x="6572" y="176955"/>
                  </a:lnTo>
                  <a:lnTo>
                    <a:pt x="8130" y="182041"/>
                  </a:lnTo>
                  <a:lnTo>
                    <a:pt x="9849" y="187075"/>
                  </a:lnTo>
                  <a:lnTo>
                    <a:pt x="11728" y="192052"/>
                  </a:lnTo>
                  <a:lnTo>
                    <a:pt x="13764" y="196966"/>
                  </a:lnTo>
                  <a:lnTo>
                    <a:pt x="15955" y="201813"/>
                  </a:lnTo>
                  <a:lnTo>
                    <a:pt x="18300" y="206588"/>
                  </a:lnTo>
                  <a:lnTo>
                    <a:pt x="20795" y="211286"/>
                  </a:lnTo>
                  <a:lnTo>
                    <a:pt x="23438" y="215902"/>
                  </a:lnTo>
                  <a:lnTo>
                    <a:pt x="26227" y="220432"/>
                  </a:lnTo>
                  <a:lnTo>
                    <a:pt x="29159" y="224871"/>
                  </a:lnTo>
                  <a:lnTo>
                    <a:pt x="32230" y="229214"/>
                  </a:lnTo>
                  <a:lnTo>
                    <a:pt x="35438" y="233457"/>
                  </a:lnTo>
                  <a:lnTo>
                    <a:pt x="38780" y="237596"/>
                  </a:lnTo>
                  <a:lnTo>
                    <a:pt x="42251" y="241627"/>
                  </a:lnTo>
                  <a:lnTo>
                    <a:pt x="45849" y="245545"/>
                  </a:lnTo>
                  <a:lnTo>
                    <a:pt x="49570" y="249347"/>
                  </a:lnTo>
                  <a:lnTo>
                    <a:pt x="53409" y="253028"/>
                  </a:lnTo>
                  <a:lnTo>
                    <a:pt x="57364" y="256586"/>
                  </a:lnTo>
                  <a:lnTo>
                    <a:pt x="61431" y="260015"/>
                  </a:lnTo>
                  <a:lnTo>
                    <a:pt x="65604" y="263314"/>
                  </a:lnTo>
                  <a:lnTo>
                    <a:pt x="69880" y="266478"/>
                  </a:lnTo>
                  <a:lnTo>
                    <a:pt x="74255" y="269505"/>
                  </a:lnTo>
                  <a:lnTo>
                    <a:pt x="78723" y="272390"/>
                  </a:lnTo>
                  <a:lnTo>
                    <a:pt x="83281" y="275133"/>
                  </a:lnTo>
                  <a:lnTo>
                    <a:pt x="87925" y="277728"/>
                  </a:lnTo>
                  <a:lnTo>
                    <a:pt x="92648" y="280175"/>
                  </a:lnTo>
                  <a:lnTo>
                    <a:pt x="97447" y="282470"/>
                  </a:lnTo>
                  <a:lnTo>
                    <a:pt x="102316" y="284611"/>
                  </a:lnTo>
                  <a:lnTo>
                    <a:pt x="107251" y="286597"/>
                  </a:lnTo>
                  <a:lnTo>
                    <a:pt x="112247" y="288424"/>
                  </a:lnTo>
                  <a:lnTo>
                    <a:pt x="117299" y="290091"/>
                  </a:lnTo>
                  <a:lnTo>
                    <a:pt x="122401" y="291597"/>
                  </a:lnTo>
                  <a:lnTo>
                    <a:pt x="127548" y="292940"/>
                  </a:lnTo>
                  <a:lnTo>
                    <a:pt x="132735" y="294118"/>
                  </a:lnTo>
                  <a:lnTo>
                    <a:pt x="137957" y="295131"/>
                  </a:lnTo>
                  <a:lnTo>
                    <a:pt x="143209" y="295977"/>
                  </a:lnTo>
                  <a:lnTo>
                    <a:pt x="148485" y="296655"/>
                  </a:lnTo>
                  <a:lnTo>
                    <a:pt x="153780" y="297166"/>
                  </a:lnTo>
                  <a:lnTo>
                    <a:pt x="159089" y="297507"/>
                  </a:lnTo>
                  <a:lnTo>
                    <a:pt x="164405" y="297679"/>
                  </a:lnTo>
                  <a:lnTo>
                    <a:pt x="169725" y="297683"/>
                  </a:lnTo>
                  <a:lnTo>
                    <a:pt x="175042" y="297517"/>
                  </a:lnTo>
                  <a:lnTo>
                    <a:pt x="180350" y="297181"/>
                  </a:lnTo>
                  <a:lnTo>
                    <a:pt x="185646" y="296678"/>
                  </a:lnTo>
                  <a:lnTo>
                    <a:pt x="190923" y="296005"/>
                  </a:lnTo>
                  <a:lnTo>
                    <a:pt x="196176" y="295166"/>
                  </a:lnTo>
                  <a:lnTo>
                    <a:pt x="201399" y="294159"/>
                  </a:lnTo>
                  <a:lnTo>
                    <a:pt x="206588" y="292987"/>
                  </a:lnTo>
                  <a:lnTo>
                    <a:pt x="211737" y="291651"/>
                  </a:lnTo>
                  <a:lnTo>
                    <a:pt x="216840" y="290151"/>
                  </a:lnTo>
                  <a:lnTo>
                    <a:pt x="221894" y="288490"/>
                  </a:lnTo>
                  <a:lnTo>
                    <a:pt x="226892" y="286668"/>
                  </a:lnTo>
                  <a:lnTo>
                    <a:pt x="231829" y="284689"/>
                  </a:lnTo>
                  <a:lnTo>
                    <a:pt x="236701" y="282553"/>
                  </a:lnTo>
                  <a:lnTo>
                    <a:pt x="241503" y="280264"/>
                  </a:lnTo>
                  <a:lnTo>
                    <a:pt x="246229" y="277823"/>
                  </a:lnTo>
                  <a:lnTo>
                    <a:pt x="250875" y="275233"/>
                  </a:lnTo>
                  <a:lnTo>
                    <a:pt x="255437" y="272496"/>
                  </a:lnTo>
                  <a:lnTo>
                    <a:pt x="259909" y="269616"/>
                  </a:lnTo>
                  <a:lnTo>
                    <a:pt x="264287" y="266594"/>
                  </a:lnTo>
                  <a:lnTo>
                    <a:pt x="268567" y="263435"/>
                  </a:lnTo>
                  <a:lnTo>
                    <a:pt x="272744" y="260142"/>
                  </a:lnTo>
                  <a:lnTo>
                    <a:pt x="276814" y="256717"/>
                  </a:lnTo>
                  <a:lnTo>
                    <a:pt x="280774" y="253164"/>
                  </a:lnTo>
                  <a:lnTo>
                    <a:pt x="284618" y="249487"/>
                  </a:lnTo>
                  <a:lnTo>
                    <a:pt x="288343" y="245690"/>
                  </a:lnTo>
                  <a:lnTo>
                    <a:pt x="291946" y="241776"/>
                  </a:lnTo>
                  <a:lnTo>
                    <a:pt x="295422" y="237750"/>
                  </a:lnTo>
                  <a:lnTo>
                    <a:pt x="298768" y="233615"/>
                  </a:lnTo>
                  <a:lnTo>
                    <a:pt x="301981" y="229375"/>
                  </a:lnTo>
                  <a:lnTo>
                    <a:pt x="305058" y="225036"/>
                  </a:lnTo>
                  <a:lnTo>
                    <a:pt x="307995" y="220601"/>
                  </a:lnTo>
                  <a:lnTo>
                    <a:pt x="310789" y="216074"/>
                  </a:lnTo>
                  <a:lnTo>
                    <a:pt x="313438" y="211461"/>
                  </a:lnTo>
                  <a:lnTo>
                    <a:pt x="315939" y="206766"/>
                  </a:lnTo>
                  <a:lnTo>
                    <a:pt x="318289" y="201994"/>
                  </a:lnTo>
                  <a:lnTo>
                    <a:pt x="320486" y="197149"/>
                  </a:lnTo>
                  <a:lnTo>
                    <a:pt x="322528" y="192237"/>
                  </a:lnTo>
                  <a:lnTo>
                    <a:pt x="324413" y="187263"/>
                  </a:lnTo>
                  <a:lnTo>
                    <a:pt x="326138" y="182231"/>
                  </a:lnTo>
                  <a:lnTo>
                    <a:pt x="327702" y="177147"/>
                  </a:lnTo>
                  <a:lnTo>
                    <a:pt x="329104" y="172015"/>
                  </a:lnTo>
                  <a:lnTo>
                    <a:pt x="330342" y="166842"/>
                  </a:lnTo>
                  <a:lnTo>
                    <a:pt x="331414" y="161632"/>
                  </a:lnTo>
                  <a:lnTo>
                    <a:pt x="332321" y="156390"/>
                  </a:lnTo>
                  <a:lnTo>
                    <a:pt x="333060" y="151122"/>
                  </a:lnTo>
                  <a:lnTo>
                    <a:pt x="333631" y="145833"/>
                  </a:lnTo>
                  <a:lnTo>
                    <a:pt x="334033" y="140529"/>
                  </a:lnTo>
                  <a:lnTo>
                    <a:pt x="334267" y="135215"/>
                  </a:lnTo>
                  <a:lnTo>
                    <a:pt x="334331" y="129896"/>
                  </a:lnTo>
                  <a:lnTo>
                    <a:pt x="334226" y="124577"/>
                  </a:lnTo>
                  <a:lnTo>
                    <a:pt x="333952" y="119265"/>
                  </a:lnTo>
                  <a:lnTo>
                    <a:pt x="333509" y="113964"/>
                  </a:lnTo>
                  <a:lnTo>
                    <a:pt x="332897" y="108680"/>
                  </a:lnTo>
                  <a:lnTo>
                    <a:pt x="332118" y="103418"/>
                  </a:lnTo>
                  <a:lnTo>
                    <a:pt x="331172" y="98183"/>
                  </a:lnTo>
                  <a:lnTo>
                    <a:pt x="330060" y="92981"/>
                  </a:lnTo>
                  <a:lnTo>
                    <a:pt x="328782" y="87817"/>
                  </a:lnTo>
                  <a:lnTo>
                    <a:pt x="327341" y="82697"/>
                  </a:lnTo>
                  <a:lnTo>
                    <a:pt x="325738" y="77625"/>
                  </a:lnTo>
                  <a:lnTo>
                    <a:pt x="323974" y="72606"/>
                  </a:lnTo>
                  <a:lnTo>
                    <a:pt x="322052" y="67646"/>
                  </a:lnTo>
                  <a:lnTo>
                    <a:pt x="319972" y="62750"/>
                  </a:lnTo>
                  <a:lnTo>
                    <a:pt x="317738" y="57922"/>
                  </a:lnTo>
                  <a:lnTo>
                    <a:pt x="315352" y="53168"/>
                  </a:lnTo>
                  <a:lnTo>
                    <a:pt x="312815" y="48492"/>
                  </a:lnTo>
                  <a:lnTo>
                    <a:pt x="310131" y="43900"/>
                  </a:lnTo>
                  <a:lnTo>
                    <a:pt x="307302" y="39395"/>
                  </a:lnTo>
                  <a:lnTo>
                    <a:pt x="167165" y="130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212566" y="1546402"/>
              <a:ext cx="140137" cy="167167"/>
            </a:xfrm>
            <a:custGeom>
              <a:avLst/>
              <a:pathLst>
                <a:path w="140137" h="167167">
                  <a:moveTo>
                    <a:pt x="140137" y="76027"/>
                  </a:moveTo>
                  <a:lnTo>
                    <a:pt x="137040" y="71434"/>
                  </a:lnTo>
                  <a:lnTo>
                    <a:pt x="133793" y="66946"/>
                  </a:lnTo>
                  <a:lnTo>
                    <a:pt x="130399" y="62568"/>
                  </a:lnTo>
                  <a:lnTo>
                    <a:pt x="126862" y="58305"/>
                  </a:lnTo>
                  <a:lnTo>
                    <a:pt x="123185" y="54161"/>
                  </a:lnTo>
                  <a:lnTo>
                    <a:pt x="119373" y="50142"/>
                  </a:lnTo>
                  <a:lnTo>
                    <a:pt x="115430" y="46251"/>
                  </a:lnTo>
                  <a:lnTo>
                    <a:pt x="111361" y="42493"/>
                  </a:lnTo>
                  <a:lnTo>
                    <a:pt x="107169" y="38872"/>
                  </a:lnTo>
                  <a:lnTo>
                    <a:pt x="102859" y="35391"/>
                  </a:lnTo>
                  <a:lnTo>
                    <a:pt x="98437" y="32056"/>
                  </a:lnTo>
                  <a:lnTo>
                    <a:pt x="93906" y="28868"/>
                  </a:lnTo>
                  <a:lnTo>
                    <a:pt x="89272" y="25833"/>
                  </a:lnTo>
                  <a:lnTo>
                    <a:pt x="84540" y="22952"/>
                  </a:lnTo>
                  <a:lnTo>
                    <a:pt x="79716" y="20231"/>
                  </a:lnTo>
                  <a:lnTo>
                    <a:pt x="74803" y="17670"/>
                  </a:lnTo>
                  <a:lnTo>
                    <a:pt x="69809" y="15274"/>
                  </a:lnTo>
                  <a:lnTo>
                    <a:pt x="64738" y="13044"/>
                  </a:lnTo>
                  <a:lnTo>
                    <a:pt x="59596" y="10984"/>
                  </a:lnTo>
                  <a:lnTo>
                    <a:pt x="54389" y="9095"/>
                  </a:lnTo>
                  <a:lnTo>
                    <a:pt x="49121" y="7380"/>
                  </a:lnTo>
                  <a:lnTo>
                    <a:pt x="43800" y="5840"/>
                  </a:lnTo>
                  <a:lnTo>
                    <a:pt x="38431" y="4477"/>
                  </a:lnTo>
                  <a:lnTo>
                    <a:pt x="33019" y="3293"/>
                  </a:lnTo>
                  <a:lnTo>
                    <a:pt x="27572" y="2289"/>
                  </a:lnTo>
                  <a:lnTo>
                    <a:pt x="22094" y="1466"/>
                  </a:lnTo>
                  <a:lnTo>
                    <a:pt x="16591" y="825"/>
                  </a:lnTo>
                  <a:lnTo>
                    <a:pt x="11071" y="367"/>
                  </a:lnTo>
                  <a:lnTo>
                    <a:pt x="553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20142" y="1943516"/>
              <a:ext cx="58641" cy="167167"/>
            </a:xfrm>
            <a:custGeom>
              <a:avLst/>
              <a:pathLst>
                <a:path w="58641" h="167167">
                  <a:moveTo>
                    <a:pt x="58641" y="0"/>
                  </a:moveTo>
                  <a:lnTo>
                    <a:pt x="52651" y="107"/>
                  </a:lnTo>
                  <a:lnTo>
                    <a:pt x="46668" y="429"/>
                  </a:lnTo>
                  <a:lnTo>
                    <a:pt x="40701" y="965"/>
                  </a:lnTo>
                  <a:lnTo>
                    <a:pt x="34757" y="1715"/>
                  </a:lnTo>
                  <a:lnTo>
                    <a:pt x="28843" y="2677"/>
                  </a:lnTo>
                  <a:lnTo>
                    <a:pt x="22968" y="3850"/>
                  </a:lnTo>
                  <a:lnTo>
                    <a:pt x="17138" y="5233"/>
                  </a:lnTo>
                  <a:lnTo>
                    <a:pt x="11362" y="6825"/>
                  </a:lnTo>
                  <a:lnTo>
                    <a:pt x="5647" y="8622"/>
                  </a:lnTo>
                  <a:lnTo>
                    <a:pt x="0" y="10623"/>
                  </a:lnTo>
                  <a:lnTo>
                    <a:pt x="5864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20142" y="1954139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11622" y="1943516"/>
              <a:ext cx="334314" cy="334332"/>
            </a:xfrm>
            <a:custGeom>
              <a:avLst/>
              <a:pathLst>
                <a:path w="334314" h="334332">
                  <a:moveTo>
                    <a:pt x="108519" y="10623"/>
                  </a:moveTo>
                  <a:lnTo>
                    <a:pt x="103590" y="12559"/>
                  </a:lnTo>
                  <a:lnTo>
                    <a:pt x="98724" y="14650"/>
                  </a:lnTo>
                  <a:lnTo>
                    <a:pt x="93927" y="16895"/>
                  </a:lnTo>
                  <a:lnTo>
                    <a:pt x="89204" y="19290"/>
                  </a:lnTo>
                  <a:lnTo>
                    <a:pt x="84558" y="21834"/>
                  </a:lnTo>
                  <a:lnTo>
                    <a:pt x="79996" y="24523"/>
                  </a:lnTo>
                  <a:lnTo>
                    <a:pt x="75521" y="27356"/>
                  </a:lnTo>
                  <a:lnTo>
                    <a:pt x="71138" y="30329"/>
                  </a:lnTo>
                  <a:lnTo>
                    <a:pt x="66851" y="33440"/>
                  </a:lnTo>
                  <a:lnTo>
                    <a:pt x="62666" y="36685"/>
                  </a:lnTo>
                  <a:lnTo>
                    <a:pt x="58585" y="40060"/>
                  </a:lnTo>
                  <a:lnTo>
                    <a:pt x="54613" y="43563"/>
                  </a:lnTo>
                  <a:lnTo>
                    <a:pt x="50754" y="47191"/>
                  </a:lnTo>
                  <a:lnTo>
                    <a:pt x="47011" y="50939"/>
                  </a:lnTo>
                  <a:lnTo>
                    <a:pt x="43390" y="54803"/>
                  </a:lnTo>
                  <a:lnTo>
                    <a:pt x="39893" y="58780"/>
                  </a:lnTo>
                  <a:lnTo>
                    <a:pt x="36523" y="62866"/>
                  </a:lnTo>
                  <a:lnTo>
                    <a:pt x="33284" y="67057"/>
                  </a:lnTo>
                  <a:lnTo>
                    <a:pt x="30180" y="71348"/>
                  </a:lnTo>
                  <a:lnTo>
                    <a:pt x="27214" y="75735"/>
                  </a:lnTo>
                  <a:lnTo>
                    <a:pt x="24388" y="80215"/>
                  </a:lnTo>
                  <a:lnTo>
                    <a:pt x="21705" y="84781"/>
                  </a:lnTo>
                  <a:lnTo>
                    <a:pt x="19168" y="89430"/>
                  </a:lnTo>
                  <a:lnTo>
                    <a:pt x="16780" y="94157"/>
                  </a:lnTo>
                  <a:lnTo>
                    <a:pt x="14542" y="98958"/>
                  </a:lnTo>
                  <a:lnTo>
                    <a:pt x="12458" y="103826"/>
                  </a:lnTo>
                  <a:lnTo>
                    <a:pt x="10529" y="108759"/>
                  </a:lnTo>
                  <a:lnTo>
                    <a:pt x="8758" y="113750"/>
                  </a:lnTo>
                  <a:lnTo>
                    <a:pt x="7145" y="118795"/>
                  </a:lnTo>
                  <a:lnTo>
                    <a:pt x="5693" y="123888"/>
                  </a:lnTo>
                  <a:lnTo>
                    <a:pt x="4403" y="129025"/>
                  </a:lnTo>
                  <a:lnTo>
                    <a:pt x="3277" y="134200"/>
                  </a:lnTo>
                  <a:lnTo>
                    <a:pt x="2314" y="139408"/>
                  </a:lnTo>
                  <a:lnTo>
                    <a:pt x="1518" y="144644"/>
                  </a:lnTo>
                  <a:lnTo>
                    <a:pt x="888" y="149902"/>
                  </a:lnTo>
                  <a:lnTo>
                    <a:pt x="424" y="155178"/>
                  </a:lnTo>
                  <a:lnTo>
                    <a:pt x="128" y="160466"/>
                  </a:lnTo>
                  <a:lnTo>
                    <a:pt x="0" y="165761"/>
                  </a:lnTo>
                  <a:lnTo>
                    <a:pt x="39" y="171057"/>
                  </a:lnTo>
                  <a:lnTo>
                    <a:pt x="246" y="176349"/>
                  </a:lnTo>
                  <a:lnTo>
                    <a:pt x="621" y="181632"/>
                  </a:lnTo>
                  <a:lnTo>
                    <a:pt x="1162" y="186900"/>
                  </a:lnTo>
                  <a:lnTo>
                    <a:pt x="1871" y="192149"/>
                  </a:lnTo>
                  <a:lnTo>
                    <a:pt x="2745" y="197372"/>
                  </a:lnTo>
                  <a:lnTo>
                    <a:pt x="3784" y="202565"/>
                  </a:lnTo>
                  <a:lnTo>
                    <a:pt x="4988" y="207723"/>
                  </a:lnTo>
                  <a:lnTo>
                    <a:pt x="6354" y="212840"/>
                  </a:lnTo>
                  <a:lnTo>
                    <a:pt x="7881" y="217911"/>
                  </a:lnTo>
                  <a:lnTo>
                    <a:pt x="9569" y="222931"/>
                  </a:lnTo>
                  <a:lnTo>
                    <a:pt x="11414" y="227895"/>
                  </a:lnTo>
                  <a:lnTo>
                    <a:pt x="13416" y="232799"/>
                  </a:lnTo>
                  <a:lnTo>
                    <a:pt x="15573" y="237636"/>
                  </a:lnTo>
                  <a:lnTo>
                    <a:pt x="17881" y="242403"/>
                  </a:lnTo>
                  <a:lnTo>
                    <a:pt x="20339" y="247094"/>
                  </a:lnTo>
                  <a:lnTo>
                    <a:pt x="22945" y="251705"/>
                  </a:lnTo>
                  <a:lnTo>
                    <a:pt x="25695" y="256231"/>
                  </a:lnTo>
                  <a:lnTo>
                    <a:pt x="28588" y="260667"/>
                  </a:lnTo>
                  <a:lnTo>
                    <a:pt x="31619" y="265010"/>
                  </a:lnTo>
                  <a:lnTo>
                    <a:pt x="34786" y="269255"/>
                  </a:lnTo>
                  <a:lnTo>
                    <a:pt x="38087" y="273397"/>
                  </a:lnTo>
                  <a:lnTo>
                    <a:pt x="41517" y="277432"/>
                  </a:lnTo>
                  <a:lnTo>
                    <a:pt x="45073" y="281357"/>
                  </a:lnTo>
                  <a:lnTo>
                    <a:pt x="48751" y="285167"/>
                  </a:lnTo>
                  <a:lnTo>
                    <a:pt x="52549" y="288859"/>
                  </a:lnTo>
                  <a:lnTo>
                    <a:pt x="56461" y="292429"/>
                  </a:lnTo>
                  <a:lnTo>
                    <a:pt x="60485" y="295873"/>
                  </a:lnTo>
                  <a:lnTo>
                    <a:pt x="64616" y="299187"/>
                  </a:lnTo>
                  <a:lnTo>
                    <a:pt x="68849" y="302370"/>
                  </a:lnTo>
                  <a:lnTo>
                    <a:pt x="73181" y="305416"/>
                  </a:lnTo>
                  <a:lnTo>
                    <a:pt x="77608" y="308324"/>
                  </a:lnTo>
                  <a:lnTo>
                    <a:pt x="82125" y="311090"/>
                  </a:lnTo>
                  <a:lnTo>
                    <a:pt x="86726" y="313711"/>
                  </a:lnTo>
                  <a:lnTo>
                    <a:pt x="91409" y="316186"/>
                  </a:lnTo>
                  <a:lnTo>
                    <a:pt x="96168" y="318511"/>
                  </a:lnTo>
                  <a:lnTo>
                    <a:pt x="100998" y="320684"/>
                  </a:lnTo>
                  <a:lnTo>
                    <a:pt x="105894" y="322702"/>
                  </a:lnTo>
                  <a:lnTo>
                    <a:pt x="110852" y="324565"/>
                  </a:lnTo>
                  <a:lnTo>
                    <a:pt x="115866" y="326270"/>
                  </a:lnTo>
                  <a:lnTo>
                    <a:pt x="120932" y="327815"/>
                  </a:lnTo>
                  <a:lnTo>
                    <a:pt x="126044" y="329199"/>
                  </a:lnTo>
                  <a:lnTo>
                    <a:pt x="131197" y="330420"/>
                  </a:lnTo>
                  <a:lnTo>
                    <a:pt x="136387" y="331477"/>
                  </a:lnTo>
                  <a:lnTo>
                    <a:pt x="141607" y="332370"/>
                  </a:lnTo>
                  <a:lnTo>
                    <a:pt x="146854" y="333096"/>
                  </a:lnTo>
                  <a:lnTo>
                    <a:pt x="152120" y="333656"/>
                  </a:lnTo>
                  <a:lnTo>
                    <a:pt x="157402" y="334049"/>
                  </a:lnTo>
                  <a:lnTo>
                    <a:pt x="162693" y="334275"/>
                  </a:lnTo>
                  <a:lnTo>
                    <a:pt x="167989" y="334332"/>
                  </a:lnTo>
                  <a:lnTo>
                    <a:pt x="173284" y="334222"/>
                  </a:lnTo>
                  <a:lnTo>
                    <a:pt x="178573" y="333944"/>
                  </a:lnTo>
                  <a:lnTo>
                    <a:pt x="183850" y="333499"/>
                  </a:lnTo>
                  <a:lnTo>
                    <a:pt x="189111" y="332887"/>
                  </a:lnTo>
                  <a:lnTo>
                    <a:pt x="194350" y="332109"/>
                  </a:lnTo>
                  <a:lnTo>
                    <a:pt x="199561" y="331164"/>
                  </a:lnTo>
                  <a:lnTo>
                    <a:pt x="204740" y="330056"/>
                  </a:lnTo>
                  <a:lnTo>
                    <a:pt x="209881" y="328784"/>
                  </a:lnTo>
                  <a:lnTo>
                    <a:pt x="214979" y="327349"/>
                  </a:lnTo>
                  <a:lnTo>
                    <a:pt x="220029" y="325754"/>
                  </a:lnTo>
                  <a:lnTo>
                    <a:pt x="225027" y="324000"/>
                  </a:lnTo>
                  <a:lnTo>
                    <a:pt x="229966" y="322088"/>
                  </a:lnTo>
                  <a:lnTo>
                    <a:pt x="234842" y="320021"/>
                  </a:lnTo>
                  <a:lnTo>
                    <a:pt x="239650" y="317800"/>
                  </a:lnTo>
                  <a:lnTo>
                    <a:pt x="244385" y="315428"/>
                  </a:lnTo>
                  <a:lnTo>
                    <a:pt x="249043" y="312907"/>
                  </a:lnTo>
                  <a:lnTo>
                    <a:pt x="253619" y="310240"/>
                  </a:lnTo>
                  <a:lnTo>
                    <a:pt x="258108" y="307430"/>
                  </a:lnTo>
                  <a:lnTo>
                    <a:pt x="262505" y="304478"/>
                  </a:lnTo>
                  <a:lnTo>
                    <a:pt x="266807" y="301389"/>
                  </a:lnTo>
                  <a:lnTo>
                    <a:pt x="271009" y="298165"/>
                  </a:lnTo>
                  <a:lnTo>
                    <a:pt x="275107" y="294810"/>
                  </a:lnTo>
                  <a:lnTo>
                    <a:pt x="279096" y="291326"/>
                  </a:lnTo>
                  <a:lnTo>
                    <a:pt x="282973" y="287718"/>
                  </a:lnTo>
                  <a:lnTo>
                    <a:pt x="286734" y="283989"/>
                  </a:lnTo>
                  <a:lnTo>
                    <a:pt x="290374" y="280142"/>
                  </a:lnTo>
                  <a:lnTo>
                    <a:pt x="293891" y="276183"/>
                  </a:lnTo>
                  <a:lnTo>
                    <a:pt x="297281" y="272113"/>
                  </a:lnTo>
                  <a:lnTo>
                    <a:pt x="300540" y="267939"/>
                  </a:lnTo>
                  <a:lnTo>
                    <a:pt x="303665" y="263663"/>
                  </a:lnTo>
                  <a:lnTo>
                    <a:pt x="306654" y="259290"/>
                  </a:lnTo>
                  <a:lnTo>
                    <a:pt x="309502" y="254825"/>
                  </a:lnTo>
                  <a:lnTo>
                    <a:pt x="312207" y="250272"/>
                  </a:lnTo>
                  <a:lnTo>
                    <a:pt x="314767" y="245636"/>
                  </a:lnTo>
                  <a:lnTo>
                    <a:pt x="317179" y="240921"/>
                  </a:lnTo>
                  <a:lnTo>
                    <a:pt x="319440" y="236131"/>
                  </a:lnTo>
                  <a:lnTo>
                    <a:pt x="321548" y="231273"/>
                  </a:lnTo>
                  <a:lnTo>
                    <a:pt x="323501" y="226350"/>
                  </a:lnTo>
                  <a:lnTo>
                    <a:pt x="325298" y="221368"/>
                  </a:lnTo>
                  <a:lnTo>
                    <a:pt x="326935" y="216331"/>
                  </a:lnTo>
                  <a:lnTo>
                    <a:pt x="328413" y="211245"/>
                  </a:lnTo>
                  <a:lnTo>
                    <a:pt x="329728" y="206115"/>
                  </a:lnTo>
                  <a:lnTo>
                    <a:pt x="330880" y="200945"/>
                  </a:lnTo>
                  <a:lnTo>
                    <a:pt x="331868" y="195742"/>
                  </a:lnTo>
                  <a:lnTo>
                    <a:pt x="332691" y="190510"/>
                  </a:lnTo>
                  <a:lnTo>
                    <a:pt x="333347" y="185255"/>
                  </a:lnTo>
                  <a:lnTo>
                    <a:pt x="333837" y="179981"/>
                  </a:lnTo>
                  <a:lnTo>
                    <a:pt x="334159" y="174695"/>
                  </a:lnTo>
                  <a:lnTo>
                    <a:pt x="334314" y="169401"/>
                  </a:lnTo>
                  <a:lnTo>
                    <a:pt x="334300" y="164105"/>
                  </a:lnTo>
                  <a:lnTo>
                    <a:pt x="334120" y="158812"/>
                  </a:lnTo>
                  <a:lnTo>
                    <a:pt x="333771" y="153527"/>
                  </a:lnTo>
                  <a:lnTo>
                    <a:pt x="333255" y="148256"/>
                  </a:lnTo>
                  <a:lnTo>
                    <a:pt x="332573" y="143004"/>
                  </a:lnTo>
                  <a:lnTo>
                    <a:pt x="331725" y="137776"/>
                  </a:lnTo>
                  <a:lnTo>
                    <a:pt x="330711" y="132578"/>
                  </a:lnTo>
                  <a:lnTo>
                    <a:pt x="329533" y="127414"/>
                  </a:lnTo>
                  <a:lnTo>
                    <a:pt x="328192" y="122291"/>
                  </a:lnTo>
                  <a:lnTo>
                    <a:pt x="326690" y="117212"/>
                  </a:lnTo>
                  <a:lnTo>
                    <a:pt x="325027" y="112184"/>
                  </a:lnTo>
                  <a:lnTo>
                    <a:pt x="323206" y="107210"/>
                  </a:lnTo>
                  <a:lnTo>
                    <a:pt x="321229" y="102297"/>
                  </a:lnTo>
                  <a:lnTo>
                    <a:pt x="319097" y="97449"/>
                  </a:lnTo>
                  <a:lnTo>
                    <a:pt x="316812" y="92671"/>
                  </a:lnTo>
                  <a:lnTo>
                    <a:pt x="314377" y="87968"/>
                  </a:lnTo>
                  <a:lnTo>
                    <a:pt x="311794" y="83344"/>
                  </a:lnTo>
                  <a:lnTo>
                    <a:pt x="309066" y="78805"/>
                  </a:lnTo>
                  <a:lnTo>
                    <a:pt x="306196" y="74354"/>
                  </a:lnTo>
                  <a:lnTo>
                    <a:pt x="303186" y="69996"/>
                  </a:lnTo>
                  <a:lnTo>
                    <a:pt x="300039" y="65736"/>
                  </a:lnTo>
                  <a:lnTo>
                    <a:pt x="296760" y="61577"/>
                  </a:lnTo>
                  <a:lnTo>
                    <a:pt x="293350" y="57525"/>
                  </a:lnTo>
                  <a:lnTo>
                    <a:pt x="289813" y="53583"/>
                  </a:lnTo>
                  <a:lnTo>
                    <a:pt x="286154" y="49754"/>
                  </a:lnTo>
                  <a:lnTo>
                    <a:pt x="282374" y="46044"/>
                  </a:lnTo>
                  <a:lnTo>
                    <a:pt x="278480" y="42455"/>
                  </a:lnTo>
                  <a:lnTo>
                    <a:pt x="274473" y="38991"/>
                  </a:lnTo>
                  <a:lnTo>
                    <a:pt x="270359" y="35656"/>
                  </a:lnTo>
                  <a:lnTo>
                    <a:pt x="266141" y="32453"/>
                  </a:lnTo>
                  <a:lnTo>
                    <a:pt x="261824" y="29385"/>
                  </a:lnTo>
                  <a:lnTo>
                    <a:pt x="257412" y="26455"/>
                  </a:lnTo>
                  <a:lnTo>
                    <a:pt x="252909" y="23667"/>
                  </a:lnTo>
                  <a:lnTo>
                    <a:pt x="248320" y="21023"/>
                  </a:lnTo>
                  <a:lnTo>
                    <a:pt x="243650" y="18525"/>
                  </a:lnTo>
                  <a:lnTo>
                    <a:pt x="238903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49" y="10049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51707" y="2406772"/>
              <a:ext cx="94026" cy="167167"/>
            </a:xfrm>
            <a:custGeom>
              <a:avLst/>
              <a:pathLst>
                <a:path w="94026" h="167167">
                  <a:moveTo>
                    <a:pt x="94026" y="0"/>
                  </a:moveTo>
                  <a:lnTo>
                    <a:pt x="88479" y="92"/>
                  </a:lnTo>
                  <a:lnTo>
                    <a:pt x="82938" y="368"/>
                  </a:lnTo>
                  <a:lnTo>
                    <a:pt x="77410" y="827"/>
                  </a:lnTo>
                  <a:lnTo>
                    <a:pt x="71900" y="1470"/>
                  </a:lnTo>
                  <a:lnTo>
                    <a:pt x="66414" y="2296"/>
                  </a:lnTo>
                  <a:lnTo>
                    <a:pt x="60958" y="3303"/>
                  </a:lnTo>
                  <a:lnTo>
                    <a:pt x="55540" y="4490"/>
                  </a:lnTo>
                  <a:lnTo>
                    <a:pt x="50163" y="5857"/>
                  </a:lnTo>
                  <a:lnTo>
                    <a:pt x="44835" y="7401"/>
                  </a:lnTo>
                  <a:lnTo>
                    <a:pt x="39561" y="9121"/>
                  </a:lnTo>
                  <a:lnTo>
                    <a:pt x="34346" y="11015"/>
                  </a:lnTo>
                  <a:lnTo>
                    <a:pt x="29198" y="13081"/>
                  </a:lnTo>
                  <a:lnTo>
                    <a:pt x="24121" y="15317"/>
                  </a:lnTo>
                  <a:lnTo>
                    <a:pt x="19121" y="17721"/>
                  </a:lnTo>
                  <a:lnTo>
                    <a:pt x="14203" y="20288"/>
                  </a:lnTo>
                  <a:lnTo>
                    <a:pt x="9374" y="23018"/>
                  </a:lnTo>
                  <a:lnTo>
                    <a:pt x="4637" y="25906"/>
                  </a:lnTo>
                  <a:lnTo>
                    <a:pt x="0" y="28950"/>
                  </a:lnTo>
                  <a:lnTo>
                    <a:pt x="940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51707" y="2435722"/>
              <a:ext cx="94026" cy="138217"/>
            </a:xfrm>
            <a:custGeom>
              <a:avLst/>
              <a:pathLst>
                <a:path w="94026" h="138217">
                  <a:moveTo>
                    <a:pt x="0" y="0"/>
                  </a:moveTo>
                  <a:lnTo>
                    <a:pt x="94026" y="1382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478569" y="2407501"/>
              <a:ext cx="334326" cy="333586"/>
            </a:xfrm>
            <a:custGeom>
              <a:avLst/>
              <a:pathLst>
                <a:path w="334326" h="333586">
                  <a:moveTo>
                    <a:pt x="73138" y="28220"/>
                  </a:moveTo>
                  <a:lnTo>
                    <a:pt x="68818" y="31259"/>
                  </a:lnTo>
                  <a:lnTo>
                    <a:pt x="64597" y="34433"/>
                  </a:lnTo>
                  <a:lnTo>
                    <a:pt x="60478" y="37739"/>
                  </a:lnTo>
                  <a:lnTo>
                    <a:pt x="56466" y="41174"/>
                  </a:lnTo>
                  <a:lnTo>
                    <a:pt x="52564" y="44733"/>
                  </a:lnTo>
                  <a:lnTo>
                    <a:pt x="48777" y="48414"/>
                  </a:lnTo>
                  <a:lnTo>
                    <a:pt x="45108" y="52213"/>
                  </a:lnTo>
                  <a:lnTo>
                    <a:pt x="41560" y="56126"/>
                  </a:lnTo>
                  <a:lnTo>
                    <a:pt x="38138" y="60148"/>
                  </a:lnTo>
                  <a:lnTo>
                    <a:pt x="34845" y="64277"/>
                  </a:lnTo>
                  <a:lnTo>
                    <a:pt x="31684" y="68508"/>
                  </a:lnTo>
                  <a:lnTo>
                    <a:pt x="28658" y="72837"/>
                  </a:lnTo>
                  <a:lnTo>
                    <a:pt x="25770" y="77259"/>
                  </a:lnTo>
                  <a:lnTo>
                    <a:pt x="23023" y="81770"/>
                  </a:lnTo>
                  <a:lnTo>
                    <a:pt x="20421" y="86366"/>
                  </a:lnTo>
                  <a:lnTo>
                    <a:pt x="17965" y="91041"/>
                  </a:lnTo>
                  <a:lnTo>
                    <a:pt x="15657" y="95792"/>
                  </a:lnTo>
                  <a:lnTo>
                    <a:pt x="13501" y="100614"/>
                  </a:lnTo>
                  <a:lnTo>
                    <a:pt x="11499" y="105501"/>
                  </a:lnTo>
                  <a:lnTo>
                    <a:pt x="9651" y="110449"/>
                  </a:lnTo>
                  <a:lnTo>
                    <a:pt x="7961" y="115452"/>
                  </a:lnTo>
                  <a:lnTo>
                    <a:pt x="6430" y="120507"/>
                  </a:lnTo>
                  <a:lnTo>
                    <a:pt x="5059" y="125607"/>
                  </a:lnTo>
                  <a:lnTo>
                    <a:pt x="3850" y="130749"/>
                  </a:lnTo>
                  <a:lnTo>
                    <a:pt x="2805" y="135926"/>
                  </a:lnTo>
                  <a:lnTo>
                    <a:pt x="1923" y="141133"/>
                  </a:lnTo>
                  <a:lnTo>
                    <a:pt x="1206" y="146365"/>
                  </a:lnTo>
                  <a:lnTo>
                    <a:pt x="655" y="151618"/>
                  </a:lnTo>
                  <a:lnTo>
                    <a:pt x="270" y="156885"/>
                  </a:lnTo>
                  <a:lnTo>
                    <a:pt x="51" y="162162"/>
                  </a:lnTo>
                  <a:lnTo>
                    <a:pt x="0" y="167444"/>
                  </a:lnTo>
                  <a:lnTo>
                    <a:pt x="115" y="172724"/>
                  </a:lnTo>
                  <a:lnTo>
                    <a:pt x="397" y="177998"/>
                  </a:lnTo>
                  <a:lnTo>
                    <a:pt x="845" y="183260"/>
                  </a:lnTo>
                  <a:lnTo>
                    <a:pt x="1460" y="188506"/>
                  </a:lnTo>
                  <a:lnTo>
                    <a:pt x="2239" y="193729"/>
                  </a:lnTo>
                  <a:lnTo>
                    <a:pt x="3184" y="198926"/>
                  </a:lnTo>
                  <a:lnTo>
                    <a:pt x="4292" y="204090"/>
                  </a:lnTo>
                  <a:lnTo>
                    <a:pt x="5563" y="209216"/>
                  </a:lnTo>
                  <a:lnTo>
                    <a:pt x="6995" y="214299"/>
                  </a:lnTo>
                  <a:lnTo>
                    <a:pt x="8587" y="219335"/>
                  </a:lnTo>
                  <a:lnTo>
                    <a:pt x="10337" y="224318"/>
                  </a:lnTo>
                  <a:lnTo>
                    <a:pt x="12244" y="229244"/>
                  </a:lnTo>
                  <a:lnTo>
                    <a:pt x="14305" y="234106"/>
                  </a:lnTo>
                  <a:lnTo>
                    <a:pt x="16519" y="238901"/>
                  </a:lnTo>
                  <a:lnTo>
                    <a:pt x="18883" y="243624"/>
                  </a:lnTo>
                  <a:lnTo>
                    <a:pt x="21396" y="248270"/>
                  </a:lnTo>
                  <a:lnTo>
                    <a:pt x="24053" y="252834"/>
                  </a:lnTo>
                  <a:lnTo>
                    <a:pt x="26854" y="257311"/>
                  </a:lnTo>
                  <a:lnTo>
                    <a:pt x="29795" y="261698"/>
                  </a:lnTo>
                  <a:lnTo>
                    <a:pt x="32873" y="265990"/>
                  </a:lnTo>
                  <a:lnTo>
                    <a:pt x="36085" y="270183"/>
                  </a:lnTo>
                  <a:lnTo>
                    <a:pt x="39427" y="274272"/>
                  </a:lnTo>
                  <a:lnTo>
                    <a:pt x="42898" y="278253"/>
                  </a:lnTo>
                  <a:lnTo>
                    <a:pt x="46492" y="282123"/>
                  </a:lnTo>
                  <a:lnTo>
                    <a:pt x="50207" y="285877"/>
                  </a:lnTo>
                  <a:lnTo>
                    <a:pt x="54038" y="289512"/>
                  </a:lnTo>
                  <a:lnTo>
                    <a:pt x="57982" y="293024"/>
                  </a:lnTo>
                  <a:lnTo>
                    <a:pt x="62036" y="296410"/>
                  </a:lnTo>
                  <a:lnTo>
                    <a:pt x="66194" y="299666"/>
                  </a:lnTo>
                  <a:lnTo>
                    <a:pt x="70453" y="302790"/>
                  </a:lnTo>
                  <a:lnTo>
                    <a:pt x="74809" y="305777"/>
                  </a:lnTo>
                  <a:lnTo>
                    <a:pt x="79257" y="308625"/>
                  </a:lnTo>
                  <a:lnTo>
                    <a:pt x="83792" y="311331"/>
                  </a:lnTo>
                  <a:lnTo>
                    <a:pt x="88411" y="313892"/>
                  </a:lnTo>
                  <a:lnTo>
                    <a:pt x="93108" y="316306"/>
                  </a:lnTo>
                  <a:lnTo>
                    <a:pt x="97880" y="318571"/>
                  </a:lnTo>
                  <a:lnTo>
                    <a:pt x="102720" y="320684"/>
                  </a:lnTo>
                  <a:lnTo>
                    <a:pt x="107625" y="322642"/>
                  </a:lnTo>
                  <a:lnTo>
                    <a:pt x="112589" y="324445"/>
                  </a:lnTo>
                  <a:lnTo>
                    <a:pt x="117608" y="326090"/>
                  </a:lnTo>
                  <a:lnTo>
                    <a:pt x="122676" y="327576"/>
                  </a:lnTo>
                  <a:lnTo>
                    <a:pt x="127789" y="328901"/>
                  </a:lnTo>
                  <a:lnTo>
                    <a:pt x="132940" y="330064"/>
                  </a:lnTo>
                  <a:lnTo>
                    <a:pt x="138126" y="331063"/>
                  </a:lnTo>
                  <a:lnTo>
                    <a:pt x="143341" y="331898"/>
                  </a:lnTo>
                  <a:lnTo>
                    <a:pt x="148580" y="332568"/>
                  </a:lnTo>
                  <a:lnTo>
                    <a:pt x="153838" y="333073"/>
                  </a:lnTo>
                  <a:lnTo>
                    <a:pt x="159108" y="333410"/>
                  </a:lnTo>
                  <a:lnTo>
                    <a:pt x="164387" y="333582"/>
                  </a:lnTo>
                  <a:lnTo>
                    <a:pt x="169668" y="333586"/>
                  </a:lnTo>
                  <a:lnTo>
                    <a:pt x="174947" y="333423"/>
                  </a:lnTo>
                  <a:lnTo>
                    <a:pt x="180219" y="333094"/>
                  </a:lnTo>
                  <a:lnTo>
                    <a:pt x="185477" y="332599"/>
                  </a:lnTo>
                  <a:lnTo>
                    <a:pt x="190717" y="331937"/>
                  </a:lnTo>
                  <a:lnTo>
                    <a:pt x="195933" y="331110"/>
                  </a:lnTo>
                  <a:lnTo>
                    <a:pt x="201121" y="330119"/>
                  </a:lnTo>
                  <a:lnTo>
                    <a:pt x="206274" y="328965"/>
                  </a:lnTo>
                  <a:lnTo>
                    <a:pt x="211389" y="327648"/>
                  </a:lnTo>
                  <a:lnTo>
                    <a:pt x="216460" y="326171"/>
                  </a:lnTo>
                  <a:lnTo>
                    <a:pt x="221481" y="324534"/>
                  </a:lnTo>
                  <a:lnTo>
                    <a:pt x="226448" y="322739"/>
                  </a:lnTo>
                  <a:lnTo>
                    <a:pt x="231356" y="320788"/>
                  </a:lnTo>
                  <a:lnTo>
                    <a:pt x="236200" y="318684"/>
                  </a:lnTo>
                  <a:lnTo>
                    <a:pt x="240975" y="316427"/>
                  </a:lnTo>
                  <a:lnTo>
                    <a:pt x="245676" y="314020"/>
                  </a:lnTo>
                  <a:lnTo>
                    <a:pt x="250299" y="311466"/>
                  </a:lnTo>
                  <a:lnTo>
                    <a:pt x="254839" y="308768"/>
                  </a:lnTo>
                  <a:lnTo>
                    <a:pt x="259292" y="305927"/>
                  </a:lnTo>
                  <a:lnTo>
                    <a:pt x="263652" y="302947"/>
                  </a:lnTo>
                  <a:lnTo>
                    <a:pt x="267916" y="299831"/>
                  </a:lnTo>
                  <a:lnTo>
                    <a:pt x="272080" y="296582"/>
                  </a:lnTo>
                  <a:lnTo>
                    <a:pt x="276139" y="293202"/>
                  </a:lnTo>
                  <a:lnTo>
                    <a:pt x="280089" y="289696"/>
                  </a:lnTo>
                  <a:lnTo>
                    <a:pt x="283926" y="286068"/>
                  </a:lnTo>
                  <a:lnTo>
                    <a:pt x="287647" y="282319"/>
                  </a:lnTo>
                  <a:lnTo>
                    <a:pt x="291248" y="278456"/>
                  </a:lnTo>
                  <a:lnTo>
                    <a:pt x="294725" y="274480"/>
                  </a:lnTo>
                  <a:lnTo>
                    <a:pt x="298074" y="270396"/>
                  </a:lnTo>
                  <a:lnTo>
                    <a:pt x="301293" y="266209"/>
                  </a:lnTo>
                  <a:lnTo>
                    <a:pt x="304378" y="261922"/>
                  </a:lnTo>
                  <a:lnTo>
                    <a:pt x="307325" y="257540"/>
                  </a:lnTo>
                  <a:lnTo>
                    <a:pt x="310133" y="253067"/>
                  </a:lnTo>
                  <a:lnTo>
                    <a:pt x="312799" y="248507"/>
                  </a:lnTo>
                  <a:lnTo>
                    <a:pt x="315319" y="243865"/>
                  </a:lnTo>
                  <a:lnTo>
                    <a:pt x="317691" y="239147"/>
                  </a:lnTo>
                  <a:lnTo>
                    <a:pt x="319912" y="234355"/>
                  </a:lnTo>
                  <a:lnTo>
                    <a:pt x="321982" y="229496"/>
                  </a:lnTo>
                  <a:lnTo>
                    <a:pt x="323896" y="224574"/>
                  </a:lnTo>
                  <a:lnTo>
                    <a:pt x="325655" y="219594"/>
                  </a:lnTo>
                  <a:lnTo>
                    <a:pt x="327255" y="214560"/>
                  </a:lnTo>
                  <a:lnTo>
                    <a:pt x="328695" y="209479"/>
                  </a:lnTo>
                  <a:lnTo>
                    <a:pt x="329974" y="204355"/>
                  </a:lnTo>
                  <a:lnTo>
                    <a:pt x="331091" y="199193"/>
                  </a:lnTo>
                  <a:lnTo>
                    <a:pt x="332044" y="193998"/>
                  </a:lnTo>
                  <a:lnTo>
                    <a:pt x="332832" y="188776"/>
                  </a:lnTo>
                  <a:lnTo>
                    <a:pt x="333455" y="183531"/>
                  </a:lnTo>
                  <a:lnTo>
                    <a:pt x="333912" y="178270"/>
                  </a:lnTo>
                  <a:lnTo>
                    <a:pt x="334203" y="172996"/>
                  </a:lnTo>
                  <a:lnTo>
                    <a:pt x="334326" y="167716"/>
                  </a:lnTo>
                  <a:lnTo>
                    <a:pt x="334283" y="162435"/>
                  </a:lnTo>
                  <a:lnTo>
                    <a:pt x="334074" y="157157"/>
                  </a:lnTo>
                  <a:lnTo>
                    <a:pt x="333697" y="151889"/>
                  </a:lnTo>
                  <a:lnTo>
                    <a:pt x="333154" y="146636"/>
                  </a:lnTo>
                  <a:lnTo>
                    <a:pt x="332446" y="141402"/>
                  </a:lnTo>
                  <a:lnTo>
                    <a:pt x="331573" y="136193"/>
                  </a:lnTo>
                  <a:lnTo>
                    <a:pt x="330535" y="131015"/>
                  </a:lnTo>
                  <a:lnTo>
                    <a:pt x="329335" y="125872"/>
                  </a:lnTo>
                  <a:lnTo>
                    <a:pt x="327972" y="120769"/>
                  </a:lnTo>
                  <a:lnTo>
                    <a:pt x="326449" y="115712"/>
                  </a:lnTo>
                  <a:lnTo>
                    <a:pt x="324768" y="110705"/>
                  </a:lnTo>
                  <a:lnTo>
                    <a:pt x="322928" y="105754"/>
                  </a:lnTo>
                  <a:lnTo>
                    <a:pt x="320934" y="100864"/>
                  </a:lnTo>
                  <a:lnTo>
                    <a:pt x="318785" y="96039"/>
                  </a:lnTo>
                  <a:lnTo>
                    <a:pt x="316486" y="91285"/>
                  </a:lnTo>
                  <a:lnTo>
                    <a:pt x="314037" y="86605"/>
                  </a:lnTo>
                  <a:lnTo>
                    <a:pt x="311442" y="82005"/>
                  </a:lnTo>
                  <a:lnTo>
                    <a:pt x="308703" y="77490"/>
                  </a:lnTo>
                  <a:lnTo>
                    <a:pt x="305822" y="73063"/>
                  </a:lnTo>
                  <a:lnTo>
                    <a:pt x="302804" y="68729"/>
                  </a:lnTo>
                  <a:lnTo>
                    <a:pt x="299649" y="64493"/>
                  </a:lnTo>
                  <a:lnTo>
                    <a:pt x="296363" y="60359"/>
                  </a:lnTo>
                  <a:lnTo>
                    <a:pt x="292947" y="56330"/>
                  </a:lnTo>
                  <a:lnTo>
                    <a:pt x="289406" y="52412"/>
                  </a:lnTo>
                  <a:lnTo>
                    <a:pt x="285743" y="48607"/>
                  </a:lnTo>
                  <a:lnTo>
                    <a:pt x="281962" y="44920"/>
                  </a:lnTo>
                  <a:lnTo>
                    <a:pt x="278066" y="41354"/>
                  </a:lnTo>
                  <a:lnTo>
                    <a:pt x="274059" y="37913"/>
                  </a:lnTo>
                  <a:lnTo>
                    <a:pt x="269946" y="34601"/>
                  </a:lnTo>
                  <a:lnTo>
                    <a:pt x="265730" y="31420"/>
                  </a:lnTo>
                  <a:lnTo>
                    <a:pt x="261415" y="28373"/>
                  </a:lnTo>
                  <a:lnTo>
                    <a:pt x="257007" y="25465"/>
                  </a:lnTo>
                  <a:lnTo>
                    <a:pt x="252509" y="22697"/>
                  </a:lnTo>
                  <a:lnTo>
                    <a:pt x="247925" y="20073"/>
                  </a:lnTo>
                  <a:lnTo>
                    <a:pt x="243261" y="17595"/>
                  </a:lnTo>
                  <a:lnTo>
                    <a:pt x="238521" y="15265"/>
                  </a:lnTo>
                  <a:lnTo>
                    <a:pt x="233710" y="13086"/>
                  </a:lnTo>
                  <a:lnTo>
                    <a:pt x="228833" y="11061"/>
                  </a:lnTo>
                  <a:lnTo>
                    <a:pt x="223894" y="9190"/>
                  </a:lnTo>
                  <a:lnTo>
                    <a:pt x="218898" y="7476"/>
                  </a:lnTo>
                  <a:lnTo>
                    <a:pt x="213851" y="5921"/>
                  </a:lnTo>
                  <a:lnTo>
                    <a:pt x="208757" y="4527"/>
                  </a:lnTo>
                  <a:lnTo>
                    <a:pt x="203621" y="3294"/>
                  </a:lnTo>
                  <a:lnTo>
                    <a:pt x="198449" y="2223"/>
                  </a:lnTo>
                  <a:lnTo>
                    <a:pt x="193246" y="1317"/>
                  </a:lnTo>
                  <a:lnTo>
                    <a:pt x="188017" y="575"/>
                  </a:lnTo>
                  <a:lnTo>
                    <a:pt x="182767" y="0"/>
                  </a:lnTo>
                  <a:lnTo>
                    <a:pt x="167164" y="1664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645733" y="2406772"/>
              <a:ext cx="15603" cy="167167"/>
            </a:xfrm>
            <a:custGeom>
              <a:avLst/>
              <a:pathLst>
                <a:path w="15603" h="167167">
                  <a:moveTo>
                    <a:pt x="15603" y="7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358825" y="291119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1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4" y="16153"/>
                  </a:lnTo>
                  <a:lnTo>
                    <a:pt x="90719" y="18497"/>
                  </a:lnTo>
                  <a:lnTo>
                    <a:pt x="86052" y="20991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5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4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8" y="78695"/>
                  </a:lnTo>
                  <a:lnTo>
                    <a:pt x="22588" y="83229"/>
                  </a:lnTo>
                  <a:lnTo>
                    <a:pt x="20004" y="87847"/>
                  </a:lnTo>
                  <a:lnTo>
                    <a:pt x="17567" y="92545"/>
                  </a:lnTo>
                  <a:lnTo>
                    <a:pt x="15280" y="97317"/>
                  </a:lnTo>
                  <a:lnTo>
                    <a:pt x="13145" y="102160"/>
                  </a:lnTo>
                  <a:lnTo>
                    <a:pt x="11164" y="107067"/>
                  </a:lnTo>
                  <a:lnTo>
                    <a:pt x="9340" y="112035"/>
                  </a:lnTo>
                  <a:lnTo>
                    <a:pt x="7674" y="117058"/>
                  </a:lnTo>
                  <a:lnTo>
                    <a:pt x="6168" y="122132"/>
                  </a:lnTo>
                  <a:lnTo>
                    <a:pt x="4823" y="127250"/>
                  </a:lnTo>
                  <a:lnTo>
                    <a:pt x="3641" y="132408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2"/>
                  </a:lnTo>
                  <a:lnTo>
                    <a:pt x="560" y="153338"/>
                  </a:lnTo>
                  <a:lnTo>
                    <a:pt x="206" y="158619"/>
                  </a:lnTo>
                  <a:lnTo>
                    <a:pt x="19" y="163907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2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4"/>
                  </a:lnTo>
                  <a:lnTo>
                    <a:pt x="4534" y="205891"/>
                  </a:lnTo>
                  <a:lnTo>
                    <a:pt x="5841" y="211019"/>
                  </a:lnTo>
                  <a:lnTo>
                    <a:pt x="7310" y="216104"/>
                  </a:lnTo>
                  <a:lnTo>
                    <a:pt x="8940" y="221139"/>
                  </a:lnTo>
                  <a:lnTo>
                    <a:pt x="10727" y="226120"/>
                  </a:lnTo>
                  <a:lnTo>
                    <a:pt x="12672" y="231042"/>
                  </a:lnTo>
                  <a:lnTo>
                    <a:pt x="14771" y="235900"/>
                  </a:lnTo>
                  <a:lnTo>
                    <a:pt x="17023" y="240689"/>
                  </a:lnTo>
                  <a:lnTo>
                    <a:pt x="19426" y="245404"/>
                  </a:lnTo>
                  <a:lnTo>
                    <a:pt x="21976" y="250041"/>
                  </a:lnTo>
                  <a:lnTo>
                    <a:pt x="24672" y="254595"/>
                  </a:lnTo>
                  <a:lnTo>
                    <a:pt x="27511" y="259061"/>
                  </a:lnTo>
                  <a:lnTo>
                    <a:pt x="30490" y="263436"/>
                  </a:lnTo>
                  <a:lnTo>
                    <a:pt x="33605" y="267713"/>
                  </a:lnTo>
                  <a:lnTo>
                    <a:pt x="36855" y="271890"/>
                  </a:lnTo>
                  <a:lnTo>
                    <a:pt x="40235" y="275962"/>
                  </a:lnTo>
                  <a:lnTo>
                    <a:pt x="43743" y="279925"/>
                  </a:lnTo>
                  <a:lnTo>
                    <a:pt x="47374" y="283775"/>
                  </a:lnTo>
                  <a:lnTo>
                    <a:pt x="51125" y="287508"/>
                  </a:lnTo>
                  <a:lnTo>
                    <a:pt x="54992" y="291121"/>
                  </a:lnTo>
                  <a:lnTo>
                    <a:pt x="58972" y="294609"/>
                  </a:lnTo>
                  <a:lnTo>
                    <a:pt x="63060" y="297970"/>
                  </a:lnTo>
                  <a:lnTo>
                    <a:pt x="67253" y="301199"/>
                  </a:lnTo>
                  <a:lnTo>
                    <a:pt x="71546" y="304294"/>
                  </a:lnTo>
                  <a:lnTo>
                    <a:pt x="75934" y="307252"/>
                  </a:lnTo>
                  <a:lnTo>
                    <a:pt x="80414" y="310069"/>
                  </a:lnTo>
                  <a:lnTo>
                    <a:pt x="84981" y="312743"/>
                  </a:lnTo>
                  <a:lnTo>
                    <a:pt x="89630" y="315271"/>
                  </a:lnTo>
                  <a:lnTo>
                    <a:pt x="94357" y="317651"/>
                  </a:lnTo>
                  <a:lnTo>
                    <a:pt x="99157" y="319880"/>
                  </a:lnTo>
                  <a:lnTo>
                    <a:pt x="104025" y="321956"/>
                  </a:lnTo>
                  <a:lnTo>
                    <a:pt x="108956" y="323877"/>
                  </a:lnTo>
                  <a:lnTo>
                    <a:pt x="113946" y="325640"/>
                  </a:lnTo>
                  <a:lnTo>
                    <a:pt x="118989" y="327245"/>
                  </a:lnTo>
                  <a:lnTo>
                    <a:pt x="124080" y="328690"/>
                  </a:lnTo>
                  <a:lnTo>
                    <a:pt x="129214" y="329972"/>
                  </a:lnTo>
                  <a:lnTo>
                    <a:pt x="134387" y="331091"/>
                  </a:lnTo>
                  <a:lnTo>
                    <a:pt x="139592" y="332046"/>
                  </a:lnTo>
                  <a:lnTo>
                    <a:pt x="144825" y="332836"/>
                  </a:lnTo>
                  <a:lnTo>
                    <a:pt x="150080" y="333460"/>
                  </a:lnTo>
                  <a:lnTo>
                    <a:pt x="155353" y="333917"/>
                  </a:lnTo>
                  <a:lnTo>
                    <a:pt x="160637" y="334207"/>
                  </a:lnTo>
                  <a:lnTo>
                    <a:pt x="165928" y="334330"/>
                  </a:lnTo>
                  <a:lnTo>
                    <a:pt x="171220" y="334285"/>
                  </a:lnTo>
                  <a:lnTo>
                    <a:pt x="176507" y="334073"/>
                  </a:lnTo>
                  <a:lnTo>
                    <a:pt x="181786" y="333693"/>
                  </a:lnTo>
                  <a:lnTo>
                    <a:pt x="187050" y="333146"/>
                  </a:lnTo>
                  <a:lnTo>
                    <a:pt x="192294" y="332433"/>
                  </a:lnTo>
                  <a:lnTo>
                    <a:pt x="197512" y="331555"/>
                  </a:lnTo>
                  <a:lnTo>
                    <a:pt x="202701" y="330511"/>
                  </a:lnTo>
                  <a:lnTo>
                    <a:pt x="207853" y="329304"/>
                  </a:lnTo>
                  <a:lnTo>
                    <a:pt x="212965" y="327935"/>
                  </a:lnTo>
                  <a:lnTo>
                    <a:pt x="218031" y="326404"/>
                  </a:lnTo>
                  <a:lnTo>
                    <a:pt x="223046" y="324714"/>
                  </a:lnTo>
                  <a:lnTo>
                    <a:pt x="228005" y="322866"/>
                  </a:lnTo>
                  <a:lnTo>
                    <a:pt x="232903" y="320862"/>
                  </a:lnTo>
                  <a:lnTo>
                    <a:pt x="237735" y="318703"/>
                  </a:lnTo>
                  <a:lnTo>
                    <a:pt x="242497" y="316393"/>
                  </a:lnTo>
                  <a:lnTo>
                    <a:pt x="247182" y="313934"/>
                  </a:lnTo>
                  <a:lnTo>
                    <a:pt x="251788" y="311327"/>
                  </a:lnTo>
                  <a:lnTo>
                    <a:pt x="256309" y="308576"/>
                  </a:lnTo>
                  <a:lnTo>
                    <a:pt x="260740" y="305683"/>
                  </a:lnTo>
                  <a:lnTo>
                    <a:pt x="265078" y="302651"/>
                  </a:lnTo>
                  <a:lnTo>
                    <a:pt x="269317" y="299484"/>
                  </a:lnTo>
                  <a:lnTo>
                    <a:pt x="273455" y="296183"/>
                  </a:lnTo>
                  <a:lnTo>
                    <a:pt x="277485" y="292754"/>
                  </a:lnTo>
                  <a:lnTo>
                    <a:pt x="281405" y="289199"/>
                  </a:lnTo>
                  <a:lnTo>
                    <a:pt x="285211" y="285521"/>
                  </a:lnTo>
                  <a:lnTo>
                    <a:pt x="288898" y="281725"/>
                  </a:lnTo>
                  <a:lnTo>
                    <a:pt x="292463" y="277814"/>
                  </a:lnTo>
                  <a:lnTo>
                    <a:pt x="295903" y="273792"/>
                  </a:lnTo>
                  <a:lnTo>
                    <a:pt x="299213" y="269663"/>
                  </a:lnTo>
                  <a:lnTo>
                    <a:pt x="302392" y="265431"/>
                  </a:lnTo>
                  <a:lnTo>
                    <a:pt x="305434" y="261101"/>
                  </a:lnTo>
                  <a:lnTo>
                    <a:pt x="308338" y="256677"/>
                  </a:lnTo>
                  <a:lnTo>
                    <a:pt x="311101" y="252163"/>
                  </a:lnTo>
                  <a:lnTo>
                    <a:pt x="313719" y="247564"/>
                  </a:lnTo>
                  <a:lnTo>
                    <a:pt x="316191" y="242885"/>
                  </a:lnTo>
                  <a:lnTo>
                    <a:pt x="318513" y="238129"/>
                  </a:lnTo>
                  <a:lnTo>
                    <a:pt x="320683" y="233303"/>
                  </a:lnTo>
                  <a:lnTo>
                    <a:pt x="322700" y="228410"/>
                  </a:lnTo>
                  <a:lnTo>
                    <a:pt x="324560" y="223455"/>
                  </a:lnTo>
                  <a:lnTo>
                    <a:pt x="326263" y="218445"/>
                  </a:lnTo>
                  <a:lnTo>
                    <a:pt x="327807" y="213383"/>
                  </a:lnTo>
                  <a:lnTo>
                    <a:pt x="329189" y="208274"/>
                  </a:lnTo>
                  <a:lnTo>
                    <a:pt x="330409" y="203125"/>
                  </a:lnTo>
                  <a:lnTo>
                    <a:pt x="331465" y="197939"/>
                  </a:lnTo>
                  <a:lnTo>
                    <a:pt x="332357" y="192723"/>
                  </a:lnTo>
                  <a:lnTo>
                    <a:pt x="333083" y="187480"/>
                  </a:lnTo>
                  <a:lnTo>
                    <a:pt x="333643" y="182218"/>
                  </a:lnTo>
                  <a:lnTo>
                    <a:pt x="334036" y="176940"/>
                  </a:lnTo>
                  <a:lnTo>
                    <a:pt x="334262" y="171653"/>
                  </a:lnTo>
                  <a:lnTo>
                    <a:pt x="334320" y="166361"/>
                  </a:lnTo>
                  <a:lnTo>
                    <a:pt x="334211" y="161070"/>
                  </a:lnTo>
                  <a:lnTo>
                    <a:pt x="333934" y="155785"/>
                  </a:lnTo>
                  <a:lnTo>
                    <a:pt x="333490" y="150512"/>
                  </a:lnTo>
                  <a:lnTo>
                    <a:pt x="332880" y="145255"/>
                  </a:lnTo>
                  <a:lnTo>
                    <a:pt x="332103" y="14002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2916267"/>
              <a:ext cx="164948" cy="162094"/>
            </a:xfrm>
            <a:custGeom>
              <a:avLst/>
              <a:pathLst>
                <a:path w="164948" h="162094">
                  <a:moveTo>
                    <a:pt x="164948" y="134947"/>
                  </a:moveTo>
                  <a:lnTo>
                    <a:pt x="163957" y="129493"/>
                  </a:lnTo>
                  <a:lnTo>
                    <a:pt x="162786" y="124074"/>
                  </a:lnTo>
                  <a:lnTo>
                    <a:pt x="161436" y="118698"/>
                  </a:lnTo>
                  <a:lnTo>
                    <a:pt x="159908" y="113369"/>
                  </a:lnTo>
                  <a:lnTo>
                    <a:pt x="158205" y="108094"/>
                  </a:lnTo>
                  <a:lnTo>
                    <a:pt x="156328" y="102878"/>
                  </a:lnTo>
                  <a:lnTo>
                    <a:pt x="154278" y="97727"/>
                  </a:lnTo>
                  <a:lnTo>
                    <a:pt x="152059" y="92647"/>
                  </a:lnTo>
                  <a:lnTo>
                    <a:pt x="149673" y="87644"/>
                  </a:lnTo>
                  <a:lnTo>
                    <a:pt x="147122" y="82722"/>
                  </a:lnTo>
                  <a:lnTo>
                    <a:pt x="144410" y="77888"/>
                  </a:lnTo>
                  <a:lnTo>
                    <a:pt x="141538" y="73146"/>
                  </a:lnTo>
                  <a:lnTo>
                    <a:pt x="138511" y="68502"/>
                  </a:lnTo>
                  <a:lnTo>
                    <a:pt x="135332" y="63961"/>
                  </a:lnTo>
                  <a:lnTo>
                    <a:pt x="132004" y="59528"/>
                  </a:lnTo>
                  <a:lnTo>
                    <a:pt x="128531" y="55207"/>
                  </a:lnTo>
                  <a:lnTo>
                    <a:pt x="124916" y="51004"/>
                  </a:lnTo>
                  <a:lnTo>
                    <a:pt x="121164" y="46924"/>
                  </a:lnTo>
                  <a:lnTo>
                    <a:pt x="117279" y="42970"/>
                  </a:lnTo>
                  <a:lnTo>
                    <a:pt x="113264" y="39147"/>
                  </a:lnTo>
                  <a:lnTo>
                    <a:pt x="109126" y="35459"/>
                  </a:lnTo>
                  <a:lnTo>
                    <a:pt x="104867" y="31910"/>
                  </a:lnTo>
                  <a:lnTo>
                    <a:pt x="100493" y="28505"/>
                  </a:lnTo>
                  <a:lnTo>
                    <a:pt x="96008" y="25246"/>
                  </a:lnTo>
                  <a:lnTo>
                    <a:pt x="91418" y="22138"/>
                  </a:lnTo>
                  <a:lnTo>
                    <a:pt x="86727" y="19184"/>
                  </a:lnTo>
                  <a:lnTo>
                    <a:pt x="81941" y="16387"/>
                  </a:lnTo>
                  <a:lnTo>
                    <a:pt x="77065" y="13750"/>
                  </a:lnTo>
                  <a:lnTo>
                    <a:pt x="72104" y="11276"/>
                  </a:lnTo>
                  <a:lnTo>
                    <a:pt x="67064" y="8969"/>
                  </a:lnTo>
                  <a:lnTo>
                    <a:pt x="61950" y="6829"/>
                  </a:lnTo>
                  <a:lnTo>
                    <a:pt x="56768" y="4860"/>
                  </a:lnTo>
                  <a:lnTo>
                    <a:pt x="51523" y="3065"/>
                  </a:lnTo>
                  <a:lnTo>
                    <a:pt x="46222" y="1444"/>
                  </a:lnTo>
                  <a:lnTo>
                    <a:pt x="40870" y="0"/>
                  </a:lnTo>
                  <a:lnTo>
                    <a:pt x="0" y="162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2911194"/>
              <a:ext cx="40870" cy="167167"/>
            </a:xfrm>
            <a:custGeom>
              <a:avLst/>
              <a:pathLst>
                <a:path w="40870" h="167167">
                  <a:moveTo>
                    <a:pt x="40870" y="5073"/>
                  </a:moveTo>
                  <a:lnTo>
                    <a:pt x="34165" y="3528"/>
                  </a:lnTo>
                  <a:lnTo>
                    <a:pt x="27402" y="2261"/>
                  </a:lnTo>
                  <a:lnTo>
                    <a:pt x="20592" y="1273"/>
                  </a:lnTo>
                  <a:lnTo>
                    <a:pt x="13747" y="566"/>
                  </a:lnTo>
                  <a:lnTo>
                    <a:pt x="6879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358832" y="3429590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4" y="2101"/>
                  </a:lnTo>
                  <a:lnTo>
                    <a:pt x="135497" y="3023"/>
                  </a:lnTo>
                  <a:lnTo>
                    <a:pt x="130303" y="4110"/>
                  </a:lnTo>
                  <a:lnTo>
                    <a:pt x="125146" y="5362"/>
                  </a:lnTo>
                  <a:lnTo>
                    <a:pt x="120031" y="6777"/>
                  </a:lnTo>
                  <a:lnTo>
                    <a:pt x="114964" y="8353"/>
                  </a:lnTo>
                  <a:lnTo>
                    <a:pt x="109949" y="10090"/>
                  </a:lnTo>
                  <a:lnTo>
                    <a:pt x="104992" y="11984"/>
                  </a:lnTo>
                  <a:lnTo>
                    <a:pt x="100098" y="14035"/>
                  </a:lnTo>
                  <a:lnTo>
                    <a:pt x="95271" y="16241"/>
                  </a:lnTo>
                  <a:lnTo>
                    <a:pt x="90516" y="18598"/>
                  </a:lnTo>
                  <a:lnTo>
                    <a:pt x="85839" y="21106"/>
                  </a:lnTo>
                  <a:lnTo>
                    <a:pt x="81244" y="23760"/>
                  </a:lnTo>
                  <a:lnTo>
                    <a:pt x="76735" y="26559"/>
                  </a:lnTo>
                  <a:lnTo>
                    <a:pt x="72318" y="29500"/>
                  </a:lnTo>
                  <a:lnTo>
                    <a:pt x="67996" y="32579"/>
                  </a:lnTo>
                  <a:lnTo>
                    <a:pt x="63773" y="35794"/>
                  </a:lnTo>
                  <a:lnTo>
                    <a:pt x="59656" y="39142"/>
                  </a:lnTo>
                  <a:lnTo>
                    <a:pt x="55646" y="42618"/>
                  </a:lnTo>
                  <a:lnTo>
                    <a:pt x="51749" y="46220"/>
                  </a:lnTo>
                  <a:lnTo>
                    <a:pt x="47968" y="49944"/>
                  </a:lnTo>
                  <a:lnTo>
                    <a:pt x="44307" y="53786"/>
                  </a:lnTo>
                  <a:lnTo>
                    <a:pt x="40770" y="57743"/>
                  </a:lnTo>
                  <a:lnTo>
                    <a:pt x="37360" y="61809"/>
                  </a:lnTo>
                  <a:lnTo>
                    <a:pt x="34082" y="65982"/>
                  </a:lnTo>
                  <a:lnTo>
                    <a:pt x="30937" y="70257"/>
                  </a:lnTo>
                  <a:lnTo>
                    <a:pt x="27929" y="74629"/>
                  </a:lnTo>
                  <a:lnTo>
                    <a:pt x="25062" y="79095"/>
                  </a:lnTo>
                  <a:lnTo>
                    <a:pt x="22338" y="83649"/>
                  </a:lnTo>
                  <a:lnTo>
                    <a:pt x="19760" y="88288"/>
                  </a:lnTo>
                  <a:lnTo>
                    <a:pt x="17331" y="93006"/>
                  </a:lnTo>
                  <a:lnTo>
                    <a:pt x="15052" y="97799"/>
                  </a:lnTo>
                  <a:lnTo>
                    <a:pt x="12927" y="102661"/>
                  </a:lnTo>
                  <a:lnTo>
                    <a:pt x="10957" y="107589"/>
                  </a:lnTo>
                  <a:lnTo>
                    <a:pt x="9145" y="112577"/>
                  </a:lnTo>
                  <a:lnTo>
                    <a:pt x="7492" y="117620"/>
                  </a:lnTo>
                  <a:lnTo>
                    <a:pt x="5999" y="122712"/>
                  </a:lnTo>
                  <a:lnTo>
                    <a:pt x="4670" y="127850"/>
                  </a:lnTo>
                  <a:lnTo>
                    <a:pt x="3503" y="133027"/>
                  </a:lnTo>
                  <a:lnTo>
                    <a:pt x="2502" y="138239"/>
                  </a:lnTo>
                  <a:lnTo>
                    <a:pt x="1667" y="143479"/>
                  </a:lnTo>
                  <a:lnTo>
                    <a:pt x="998" y="148744"/>
                  </a:lnTo>
                  <a:lnTo>
                    <a:pt x="497" y="154027"/>
                  </a:lnTo>
                  <a:lnTo>
                    <a:pt x="164" y="159324"/>
                  </a:lnTo>
                  <a:lnTo>
                    <a:pt x="0" y="164628"/>
                  </a:lnTo>
                  <a:lnTo>
                    <a:pt x="3" y="169935"/>
                  </a:lnTo>
                  <a:lnTo>
                    <a:pt x="175" y="175239"/>
                  </a:lnTo>
                  <a:lnTo>
                    <a:pt x="516" y="180535"/>
                  </a:lnTo>
                  <a:lnTo>
                    <a:pt x="1024" y="185817"/>
                  </a:lnTo>
                  <a:lnTo>
                    <a:pt x="1700" y="191081"/>
                  </a:lnTo>
                  <a:lnTo>
                    <a:pt x="2542" y="196320"/>
                  </a:lnTo>
                  <a:lnTo>
                    <a:pt x="3550" y="201531"/>
                  </a:lnTo>
                  <a:lnTo>
                    <a:pt x="4723" y="206706"/>
                  </a:lnTo>
                  <a:lnTo>
                    <a:pt x="6060" y="211842"/>
                  </a:lnTo>
                  <a:lnTo>
                    <a:pt x="7560" y="216932"/>
                  </a:lnTo>
                  <a:lnTo>
                    <a:pt x="9220" y="221973"/>
                  </a:lnTo>
                  <a:lnTo>
                    <a:pt x="11039" y="226958"/>
                  </a:lnTo>
                  <a:lnTo>
                    <a:pt x="13015" y="231883"/>
                  </a:lnTo>
                  <a:lnTo>
                    <a:pt x="15147" y="236743"/>
                  </a:lnTo>
                  <a:lnTo>
                    <a:pt x="17432" y="241533"/>
                  </a:lnTo>
                  <a:lnTo>
                    <a:pt x="19868" y="246248"/>
                  </a:lnTo>
                  <a:lnTo>
                    <a:pt x="22453" y="250883"/>
                  </a:lnTo>
                  <a:lnTo>
                    <a:pt x="25183" y="255433"/>
                  </a:lnTo>
                  <a:lnTo>
                    <a:pt x="28056" y="259895"/>
                  </a:lnTo>
                  <a:lnTo>
                    <a:pt x="31070" y="264263"/>
                  </a:lnTo>
                  <a:lnTo>
                    <a:pt x="34220" y="268534"/>
                  </a:lnTo>
                  <a:lnTo>
                    <a:pt x="37505" y="272702"/>
                  </a:lnTo>
                  <a:lnTo>
                    <a:pt x="40920" y="276764"/>
                  </a:lnTo>
                  <a:lnTo>
                    <a:pt x="44462" y="280715"/>
                  </a:lnTo>
                  <a:lnTo>
                    <a:pt x="48128" y="284552"/>
                  </a:lnTo>
                  <a:lnTo>
                    <a:pt x="51914" y="288271"/>
                  </a:lnTo>
                  <a:lnTo>
                    <a:pt x="55816" y="291868"/>
                  </a:lnTo>
                  <a:lnTo>
                    <a:pt x="59831" y="295339"/>
                  </a:lnTo>
                  <a:lnTo>
                    <a:pt x="63953" y="298681"/>
                  </a:lnTo>
                  <a:lnTo>
                    <a:pt x="68180" y="301890"/>
                  </a:lnTo>
                  <a:lnTo>
                    <a:pt x="72506" y="304964"/>
                  </a:lnTo>
                  <a:lnTo>
                    <a:pt x="76928" y="307898"/>
                  </a:lnTo>
                  <a:lnTo>
                    <a:pt x="81440" y="310691"/>
                  </a:lnTo>
                  <a:lnTo>
                    <a:pt x="86039" y="313339"/>
                  </a:lnTo>
                  <a:lnTo>
                    <a:pt x="90720" y="315840"/>
                  </a:lnTo>
                  <a:lnTo>
                    <a:pt x="95477" y="318191"/>
                  </a:lnTo>
                  <a:lnTo>
                    <a:pt x="100307" y="320390"/>
                  </a:lnTo>
                  <a:lnTo>
                    <a:pt x="105204" y="322434"/>
                  </a:lnTo>
                  <a:lnTo>
                    <a:pt x="110164" y="324322"/>
                  </a:lnTo>
                  <a:lnTo>
                    <a:pt x="115181" y="326052"/>
                  </a:lnTo>
                  <a:lnTo>
                    <a:pt x="120251" y="327621"/>
                  </a:lnTo>
                  <a:lnTo>
                    <a:pt x="125367" y="329029"/>
                  </a:lnTo>
                  <a:lnTo>
                    <a:pt x="130526" y="330274"/>
                  </a:lnTo>
                  <a:lnTo>
                    <a:pt x="135722" y="331354"/>
                  </a:lnTo>
                  <a:lnTo>
                    <a:pt x="140949" y="332269"/>
                  </a:lnTo>
                  <a:lnTo>
                    <a:pt x="146203" y="333017"/>
                  </a:lnTo>
                  <a:lnTo>
                    <a:pt x="151478" y="333598"/>
                  </a:lnTo>
                  <a:lnTo>
                    <a:pt x="156769" y="334012"/>
                  </a:lnTo>
                  <a:lnTo>
                    <a:pt x="162070" y="334257"/>
                  </a:lnTo>
                  <a:lnTo>
                    <a:pt x="167376" y="334334"/>
                  </a:lnTo>
                  <a:lnTo>
                    <a:pt x="172682" y="334243"/>
                  </a:lnTo>
                  <a:lnTo>
                    <a:pt x="177983" y="333983"/>
                  </a:lnTo>
                  <a:lnTo>
                    <a:pt x="183272" y="333555"/>
                  </a:lnTo>
                  <a:lnTo>
                    <a:pt x="188546" y="332959"/>
                  </a:lnTo>
                  <a:lnTo>
                    <a:pt x="193798" y="332196"/>
                  </a:lnTo>
                  <a:lnTo>
                    <a:pt x="199022" y="331267"/>
                  </a:lnTo>
                  <a:lnTo>
                    <a:pt x="204215" y="330173"/>
                  </a:lnTo>
                  <a:lnTo>
                    <a:pt x="209371" y="328914"/>
                  </a:lnTo>
                  <a:lnTo>
                    <a:pt x="214483" y="327492"/>
                  </a:lnTo>
                  <a:lnTo>
                    <a:pt x="219549" y="325909"/>
                  </a:lnTo>
                  <a:lnTo>
                    <a:pt x="224561" y="324166"/>
                  </a:lnTo>
                  <a:lnTo>
                    <a:pt x="229515" y="322264"/>
                  </a:lnTo>
                  <a:lnTo>
                    <a:pt x="234407" y="320207"/>
                  </a:lnTo>
                  <a:lnTo>
                    <a:pt x="239231" y="317995"/>
                  </a:lnTo>
                  <a:lnTo>
                    <a:pt x="243982" y="315630"/>
                  </a:lnTo>
                  <a:lnTo>
                    <a:pt x="248656" y="313117"/>
                  </a:lnTo>
                  <a:lnTo>
                    <a:pt x="253248" y="310456"/>
                  </a:lnTo>
                  <a:lnTo>
                    <a:pt x="257752" y="307651"/>
                  </a:lnTo>
                  <a:lnTo>
                    <a:pt x="262166" y="304704"/>
                  </a:lnTo>
                  <a:lnTo>
                    <a:pt x="266484" y="301619"/>
                  </a:lnTo>
                  <a:lnTo>
                    <a:pt x="270701" y="298398"/>
                  </a:lnTo>
                  <a:lnTo>
                    <a:pt x="274815" y="295045"/>
                  </a:lnTo>
                  <a:lnTo>
                    <a:pt x="278820" y="291563"/>
                  </a:lnTo>
                  <a:lnTo>
                    <a:pt x="282712" y="287955"/>
                  </a:lnTo>
                  <a:lnTo>
                    <a:pt x="286488" y="284226"/>
                  </a:lnTo>
                  <a:lnTo>
                    <a:pt x="290143" y="280379"/>
                  </a:lnTo>
                  <a:lnTo>
                    <a:pt x="293675" y="276418"/>
                  </a:lnTo>
                  <a:lnTo>
                    <a:pt x="297079" y="272347"/>
                  </a:lnTo>
                  <a:lnTo>
                    <a:pt x="300352" y="268170"/>
                  </a:lnTo>
                  <a:lnTo>
                    <a:pt x="303491" y="263891"/>
                  </a:lnTo>
                  <a:lnTo>
                    <a:pt x="306492" y="259514"/>
                  </a:lnTo>
                  <a:lnTo>
                    <a:pt x="309353" y="255045"/>
                  </a:lnTo>
                  <a:lnTo>
                    <a:pt x="312071" y="250486"/>
                  </a:lnTo>
                  <a:lnTo>
                    <a:pt x="314643" y="245844"/>
                  </a:lnTo>
                  <a:lnTo>
                    <a:pt x="317066" y="241123"/>
                  </a:lnTo>
                  <a:lnTo>
                    <a:pt x="319338" y="236327"/>
                  </a:lnTo>
                  <a:lnTo>
                    <a:pt x="321456" y="231461"/>
                  </a:lnTo>
                  <a:lnTo>
                    <a:pt x="323419" y="226531"/>
                  </a:lnTo>
                  <a:lnTo>
                    <a:pt x="325225" y="221541"/>
                  </a:lnTo>
                  <a:lnTo>
                    <a:pt x="326871" y="216496"/>
                  </a:lnTo>
                  <a:lnTo>
                    <a:pt x="328357" y="211401"/>
                  </a:lnTo>
                  <a:lnTo>
                    <a:pt x="329679" y="206262"/>
                  </a:lnTo>
                  <a:lnTo>
                    <a:pt x="330838" y="201083"/>
                  </a:lnTo>
                  <a:lnTo>
                    <a:pt x="331832" y="195870"/>
                  </a:lnTo>
                  <a:lnTo>
                    <a:pt x="332661" y="190628"/>
                  </a:lnTo>
                  <a:lnTo>
                    <a:pt x="333322" y="185363"/>
                  </a:lnTo>
                  <a:lnTo>
                    <a:pt x="333816" y="180079"/>
                  </a:lnTo>
                  <a:lnTo>
                    <a:pt x="334142" y="174782"/>
                  </a:lnTo>
                  <a:lnTo>
                    <a:pt x="334299" y="169477"/>
                  </a:lnTo>
                  <a:lnTo>
                    <a:pt x="334288" y="164171"/>
                  </a:lnTo>
                  <a:lnTo>
                    <a:pt x="334109" y="158867"/>
                  </a:lnTo>
                  <a:lnTo>
                    <a:pt x="333761" y="153571"/>
                  </a:lnTo>
                  <a:lnTo>
                    <a:pt x="333246" y="148290"/>
                  </a:lnTo>
                  <a:lnTo>
                    <a:pt x="332563" y="143027"/>
                  </a:lnTo>
                  <a:lnTo>
                    <a:pt x="331713" y="137788"/>
                  </a:lnTo>
                  <a:lnTo>
                    <a:pt x="330698" y="132580"/>
                  </a:lnTo>
                  <a:lnTo>
                    <a:pt x="329518" y="127406"/>
                  </a:lnTo>
                  <a:lnTo>
                    <a:pt x="328174" y="122272"/>
                  </a:lnTo>
                  <a:lnTo>
                    <a:pt x="326667" y="117183"/>
                  </a:lnTo>
                  <a:lnTo>
                    <a:pt x="325001" y="112145"/>
                  </a:lnTo>
                  <a:lnTo>
                    <a:pt x="323174" y="107162"/>
                  </a:lnTo>
                  <a:lnTo>
                    <a:pt x="321191" y="102240"/>
                  </a:lnTo>
                  <a:lnTo>
                    <a:pt x="319053" y="97383"/>
                  </a:lnTo>
                  <a:lnTo>
                    <a:pt x="316761" y="92596"/>
                  </a:lnTo>
                  <a:lnTo>
                    <a:pt x="314319" y="87885"/>
                  </a:lnTo>
                  <a:lnTo>
                    <a:pt x="311728" y="83253"/>
                  </a:lnTo>
                  <a:lnTo>
                    <a:pt x="308992" y="78706"/>
                  </a:lnTo>
                  <a:lnTo>
                    <a:pt x="306112" y="74249"/>
                  </a:lnTo>
                  <a:lnTo>
                    <a:pt x="303093" y="69884"/>
                  </a:lnTo>
                  <a:lnTo>
                    <a:pt x="299936" y="65618"/>
                  </a:lnTo>
                  <a:lnTo>
                    <a:pt x="296646" y="61455"/>
                  </a:lnTo>
                  <a:lnTo>
                    <a:pt x="293225" y="57397"/>
                  </a:lnTo>
                  <a:lnTo>
                    <a:pt x="289678" y="53451"/>
                  </a:lnTo>
                  <a:lnTo>
                    <a:pt x="286006" y="49619"/>
                  </a:lnTo>
                  <a:lnTo>
                    <a:pt x="282215" y="45905"/>
                  </a:lnTo>
                  <a:lnTo>
                    <a:pt x="278308" y="42314"/>
                  </a:lnTo>
                  <a:lnTo>
                    <a:pt x="274289" y="38848"/>
                  </a:lnTo>
                  <a:lnTo>
                    <a:pt x="270162" y="35512"/>
                  </a:lnTo>
                  <a:lnTo>
                    <a:pt x="265931" y="32309"/>
                  </a:lnTo>
                  <a:lnTo>
                    <a:pt x="261601" y="29241"/>
                  </a:lnTo>
                  <a:lnTo>
                    <a:pt x="257175" y="26312"/>
                  </a:lnTo>
                  <a:lnTo>
                    <a:pt x="252659" y="23526"/>
                  </a:lnTo>
                  <a:lnTo>
                    <a:pt x="248056" y="20884"/>
                  </a:lnTo>
                  <a:lnTo>
                    <a:pt x="243372" y="18389"/>
                  </a:lnTo>
                  <a:lnTo>
                    <a:pt x="238611" y="16045"/>
                  </a:lnTo>
                  <a:lnTo>
                    <a:pt x="233779" y="13853"/>
                  </a:lnTo>
                  <a:lnTo>
                    <a:pt x="228878" y="1181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35781"/>
              <a:ext cx="61730" cy="160976"/>
            </a:xfrm>
            <a:custGeom>
              <a:avLst/>
              <a:pathLst>
                <a:path w="61730" h="160976">
                  <a:moveTo>
                    <a:pt x="61730" y="5624"/>
                  </a:moveTo>
                  <a:lnTo>
                    <a:pt x="53474" y="2593"/>
                  </a:lnTo>
                  <a:lnTo>
                    <a:pt x="45070" y="0"/>
                  </a:lnTo>
                  <a:lnTo>
                    <a:pt x="0" y="1609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29590"/>
              <a:ext cx="45070" cy="167167"/>
            </a:xfrm>
            <a:custGeom>
              <a:avLst/>
              <a:pathLst>
                <a:path w="45070" h="167167">
                  <a:moveTo>
                    <a:pt x="45070" y="6190"/>
                  </a:moveTo>
                  <a:lnTo>
                    <a:pt x="38760" y="4555"/>
                  </a:lnTo>
                  <a:lnTo>
                    <a:pt x="32390" y="3168"/>
                  </a:lnTo>
                  <a:lnTo>
                    <a:pt x="25971" y="2029"/>
                  </a:lnTo>
                  <a:lnTo>
                    <a:pt x="19513" y="1142"/>
                  </a:lnTo>
                  <a:lnTo>
                    <a:pt x="13025" y="508"/>
                  </a:lnTo>
                  <a:lnTo>
                    <a:pt x="6517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478583" y="3934012"/>
              <a:ext cx="334306" cy="334334"/>
            </a:xfrm>
            <a:custGeom>
              <a:avLst/>
              <a:pathLst>
                <a:path w="334306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1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4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2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4"/>
                  </a:lnTo>
                  <a:lnTo>
                    <a:pt x="68110" y="32496"/>
                  </a:lnTo>
                  <a:lnTo>
                    <a:pt x="63891" y="35703"/>
                  </a:lnTo>
                  <a:lnTo>
                    <a:pt x="59776" y="39043"/>
                  </a:lnTo>
                  <a:lnTo>
                    <a:pt x="55768" y="42511"/>
                  </a:lnTo>
                  <a:lnTo>
                    <a:pt x="51872" y="46104"/>
                  </a:lnTo>
                  <a:lnTo>
                    <a:pt x="48093" y="49819"/>
                  </a:lnTo>
                  <a:lnTo>
                    <a:pt x="44433" y="53652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7" y="65820"/>
                  </a:lnTo>
                  <a:lnTo>
                    <a:pt x="31061" y="70085"/>
                  </a:lnTo>
                  <a:lnTo>
                    <a:pt x="28052" y="74448"/>
                  </a:lnTo>
                  <a:lnTo>
                    <a:pt x="25182" y="78904"/>
                  </a:lnTo>
                  <a:lnTo>
                    <a:pt x="22456" y="83449"/>
                  </a:lnTo>
                  <a:lnTo>
                    <a:pt x="19875" y="88078"/>
                  </a:lnTo>
                  <a:lnTo>
                    <a:pt x="17442" y="92786"/>
                  </a:lnTo>
                  <a:lnTo>
                    <a:pt x="15159" y="97569"/>
                  </a:lnTo>
                  <a:lnTo>
                    <a:pt x="13029" y="102422"/>
                  </a:lnTo>
                  <a:lnTo>
                    <a:pt x="11054" y="107340"/>
                  </a:lnTo>
                  <a:lnTo>
                    <a:pt x="9236" y="112319"/>
                  </a:lnTo>
                  <a:lnTo>
                    <a:pt x="7577" y="117352"/>
                  </a:lnTo>
                  <a:lnTo>
                    <a:pt x="6078" y="122435"/>
                  </a:lnTo>
                  <a:lnTo>
                    <a:pt x="4741" y="127564"/>
                  </a:lnTo>
                  <a:lnTo>
                    <a:pt x="3567" y="132732"/>
                  </a:lnTo>
                  <a:lnTo>
                    <a:pt x="2558" y="137935"/>
                  </a:lnTo>
                  <a:lnTo>
                    <a:pt x="1714" y="143167"/>
                  </a:lnTo>
                  <a:lnTo>
                    <a:pt x="1036" y="148423"/>
                  </a:lnTo>
                  <a:lnTo>
                    <a:pt x="525" y="153699"/>
                  </a:lnTo>
                  <a:lnTo>
                    <a:pt x="182" y="158987"/>
                  </a:lnTo>
                  <a:lnTo>
                    <a:pt x="7" y="164284"/>
                  </a:lnTo>
                  <a:lnTo>
                    <a:pt x="0" y="169584"/>
                  </a:lnTo>
                  <a:lnTo>
                    <a:pt x="160" y="174881"/>
                  </a:lnTo>
                  <a:lnTo>
                    <a:pt x="489" y="180171"/>
                  </a:lnTo>
                  <a:lnTo>
                    <a:pt x="985" y="185448"/>
                  </a:lnTo>
                  <a:lnTo>
                    <a:pt x="1648" y="190706"/>
                  </a:lnTo>
                  <a:lnTo>
                    <a:pt x="2477" y="195940"/>
                  </a:lnTo>
                  <a:lnTo>
                    <a:pt x="3472" y="201146"/>
                  </a:lnTo>
                  <a:lnTo>
                    <a:pt x="4631" y="206318"/>
                  </a:lnTo>
                  <a:lnTo>
                    <a:pt x="5954" y="211450"/>
                  </a:lnTo>
                  <a:lnTo>
                    <a:pt x="7439" y="216537"/>
                  </a:lnTo>
                  <a:lnTo>
                    <a:pt x="9084" y="221575"/>
                  </a:lnTo>
                  <a:lnTo>
                    <a:pt x="10888" y="226559"/>
                  </a:lnTo>
                  <a:lnTo>
                    <a:pt x="12849" y="231482"/>
                  </a:lnTo>
                  <a:lnTo>
                    <a:pt x="14966" y="236341"/>
                  </a:lnTo>
                  <a:lnTo>
                    <a:pt x="17235" y="241131"/>
                  </a:lnTo>
                  <a:lnTo>
                    <a:pt x="19655" y="245846"/>
                  </a:lnTo>
                  <a:lnTo>
                    <a:pt x="22223" y="250482"/>
                  </a:lnTo>
                  <a:lnTo>
                    <a:pt x="24937" y="255034"/>
                  </a:lnTo>
                  <a:lnTo>
                    <a:pt x="27794" y="259498"/>
                  </a:lnTo>
                  <a:lnTo>
                    <a:pt x="30791" y="263869"/>
                  </a:lnTo>
                  <a:lnTo>
                    <a:pt x="33925" y="268143"/>
                  </a:lnTo>
                  <a:lnTo>
                    <a:pt x="37193" y="272315"/>
                  </a:lnTo>
                  <a:lnTo>
                    <a:pt x="40591" y="276382"/>
                  </a:lnTo>
                  <a:lnTo>
                    <a:pt x="44117" y="280339"/>
                  </a:lnTo>
                  <a:lnTo>
                    <a:pt x="47766" y="284182"/>
                  </a:lnTo>
                  <a:lnTo>
                    <a:pt x="51536" y="287908"/>
                  </a:lnTo>
                  <a:lnTo>
                    <a:pt x="55421" y="291512"/>
                  </a:lnTo>
                  <a:lnTo>
                    <a:pt x="59419" y="294992"/>
                  </a:lnTo>
                  <a:lnTo>
                    <a:pt x="63525" y="298342"/>
                  </a:lnTo>
                  <a:lnTo>
                    <a:pt x="67736" y="301561"/>
                  </a:lnTo>
                  <a:lnTo>
                    <a:pt x="72046" y="304645"/>
                  </a:lnTo>
                  <a:lnTo>
                    <a:pt x="76452" y="307591"/>
                  </a:lnTo>
                  <a:lnTo>
                    <a:pt x="80949" y="310395"/>
                  </a:lnTo>
                  <a:lnTo>
                    <a:pt x="85532" y="313056"/>
                  </a:lnTo>
                  <a:lnTo>
                    <a:pt x="90198" y="315570"/>
                  </a:lnTo>
                  <a:lnTo>
                    <a:pt x="94941" y="317935"/>
                  </a:lnTo>
                  <a:lnTo>
                    <a:pt x="99757" y="320148"/>
                  </a:lnTo>
                  <a:lnTo>
                    <a:pt x="104640" y="322207"/>
                  </a:lnTo>
                  <a:lnTo>
                    <a:pt x="109586" y="324111"/>
                  </a:lnTo>
                  <a:lnTo>
                    <a:pt x="114590" y="325857"/>
                  </a:lnTo>
                  <a:lnTo>
                    <a:pt x="119647" y="327443"/>
                  </a:lnTo>
                  <a:lnTo>
                    <a:pt x="124752" y="328868"/>
                  </a:lnTo>
                  <a:lnTo>
                    <a:pt x="129899" y="330131"/>
                  </a:lnTo>
                  <a:lnTo>
                    <a:pt x="135083" y="331230"/>
                  </a:lnTo>
                  <a:lnTo>
                    <a:pt x="140300" y="332164"/>
                  </a:lnTo>
                  <a:lnTo>
                    <a:pt x="145544" y="332932"/>
                  </a:lnTo>
                  <a:lnTo>
                    <a:pt x="150810" y="333534"/>
                  </a:lnTo>
                  <a:lnTo>
                    <a:pt x="156092" y="333968"/>
                  </a:lnTo>
                  <a:lnTo>
                    <a:pt x="161385" y="334235"/>
                  </a:lnTo>
                  <a:lnTo>
                    <a:pt x="166684" y="334334"/>
                  </a:lnTo>
                  <a:lnTo>
                    <a:pt x="171983" y="334264"/>
                  </a:lnTo>
                  <a:lnTo>
                    <a:pt x="177278" y="334027"/>
                  </a:lnTo>
                  <a:lnTo>
                    <a:pt x="182562" y="333622"/>
                  </a:lnTo>
                  <a:lnTo>
                    <a:pt x="187831" y="333050"/>
                  </a:lnTo>
                  <a:lnTo>
                    <a:pt x="193079" y="332311"/>
                  </a:lnTo>
                  <a:lnTo>
                    <a:pt x="198301" y="331406"/>
                  </a:lnTo>
                  <a:lnTo>
                    <a:pt x="203492" y="330336"/>
                  </a:lnTo>
                  <a:lnTo>
                    <a:pt x="208646" y="329102"/>
                  </a:lnTo>
                  <a:lnTo>
                    <a:pt x="213758" y="327705"/>
                  </a:lnTo>
                  <a:lnTo>
                    <a:pt x="218824" y="326147"/>
                  </a:lnTo>
                  <a:lnTo>
                    <a:pt x="223838" y="324429"/>
                  </a:lnTo>
                  <a:lnTo>
                    <a:pt x="228794" y="322553"/>
                  </a:lnTo>
                  <a:lnTo>
                    <a:pt x="233689" y="320521"/>
                  </a:lnTo>
                  <a:lnTo>
                    <a:pt x="238517" y="318335"/>
                  </a:lnTo>
                  <a:lnTo>
                    <a:pt x="243273" y="315996"/>
                  </a:lnTo>
                  <a:lnTo>
                    <a:pt x="247953" y="313508"/>
                  </a:lnTo>
                  <a:lnTo>
                    <a:pt x="252551" y="310873"/>
                  </a:lnTo>
                  <a:lnTo>
                    <a:pt x="257064" y="308094"/>
                  </a:lnTo>
                  <a:lnTo>
                    <a:pt x="261486" y="305173"/>
                  </a:lnTo>
                  <a:lnTo>
                    <a:pt x="265813" y="302113"/>
                  </a:lnTo>
                  <a:lnTo>
                    <a:pt x="270041" y="298918"/>
                  </a:lnTo>
                  <a:lnTo>
                    <a:pt x="274166" y="295590"/>
                  </a:lnTo>
                  <a:lnTo>
                    <a:pt x="278183" y="292133"/>
                  </a:lnTo>
                  <a:lnTo>
                    <a:pt x="282089" y="288550"/>
                  </a:lnTo>
                  <a:lnTo>
                    <a:pt x="285879" y="284846"/>
                  </a:lnTo>
                  <a:lnTo>
                    <a:pt x="289550" y="281023"/>
                  </a:lnTo>
                  <a:lnTo>
                    <a:pt x="293097" y="277086"/>
                  </a:lnTo>
                  <a:lnTo>
                    <a:pt x="296518" y="273038"/>
                  </a:lnTo>
                  <a:lnTo>
                    <a:pt x="299809" y="268884"/>
                  </a:lnTo>
                  <a:lnTo>
                    <a:pt x="302967" y="264627"/>
                  </a:lnTo>
                  <a:lnTo>
                    <a:pt x="305988" y="260273"/>
                  </a:lnTo>
                  <a:lnTo>
                    <a:pt x="308870" y="255825"/>
                  </a:lnTo>
                  <a:lnTo>
                    <a:pt x="311609" y="251288"/>
                  </a:lnTo>
                  <a:lnTo>
                    <a:pt x="314203" y="246666"/>
                  </a:lnTo>
                  <a:lnTo>
                    <a:pt x="316649" y="241965"/>
                  </a:lnTo>
                  <a:lnTo>
                    <a:pt x="318945" y="237188"/>
                  </a:lnTo>
                  <a:lnTo>
                    <a:pt x="321089" y="232341"/>
                  </a:lnTo>
                  <a:lnTo>
                    <a:pt x="323077" y="227428"/>
                  </a:lnTo>
                  <a:lnTo>
                    <a:pt x="324909" y="222455"/>
                  </a:lnTo>
                  <a:lnTo>
                    <a:pt x="326583" y="217426"/>
                  </a:lnTo>
                  <a:lnTo>
                    <a:pt x="328096" y="212347"/>
                  </a:lnTo>
                  <a:lnTo>
                    <a:pt x="329447" y="207222"/>
                  </a:lnTo>
                  <a:lnTo>
                    <a:pt x="330635" y="202057"/>
                  </a:lnTo>
                  <a:lnTo>
                    <a:pt x="331659" y="196857"/>
                  </a:lnTo>
                  <a:lnTo>
                    <a:pt x="332518" y="191628"/>
                  </a:lnTo>
                  <a:lnTo>
                    <a:pt x="333210" y="186373"/>
                  </a:lnTo>
                  <a:lnTo>
                    <a:pt x="333735" y="181099"/>
                  </a:lnTo>
                  <a:lnTo>
                    <a:pt x="334093" y="175812"/>
                  </a:lnTo>
                  <a:lnTo>
                    <a:pt x="334283" y="170515"/>
                  </a:lnTo>
                  <a:lnTo>
                    <a:pt x="334306" y="165215"/>
                  </a:lnTo>
                  <a:lnTo>
                    <a:pt x="334160" y="159918"/>
                  </a:lnTo>
                  <a:lnTo>
                    <a:pt x="333846" y="154627"/>
                  </a:lnTo>
                  <a:lnTo>
                    <a:pt x="333365" y="149349"/>
                  </a:lnTo>
                  <a:lnTo>
                    <a:pt x="332716" y="144089"/>
                  </a:lnTo>
                  <a:lnTo>
                    <a:pt x="331901" y="138852"/>
                  </a:lnTo>
                  <a:lnTo>
                    <a:pt x="330921" y="133644"/>
                  </a:lnTo>
                  <a:lnTo>
                    <a:pt x="329776" y="128469"/>
                  </a:lnTo>
                  <a:lnTo>
                    <a:pt x="328468" y="123333"/>
                  </a:lnTo>
                  <a:lnTo>
                    <a:pt x="326997" y="118242"/>
                  </a:lnTo>
                  <a:lnTo>
                    <a:pt x="325366" y="113199"/>
                  </a:lnTo>
                  <a:lnTo>
                    <a:pt x="323576" y="108211"/>
                  </a:lnTo>
                  <a:lnTo>
                    <a:pt x="321628" y="103282"/>
                  </a:lnTo>
                  <a:lnTo>
                    <a:pt x="319525" y="98417"/>
                  </a:lnTo>
                  <a:lnTo>
                    <a:pt x="317269" y="93621"/>
                  </a:lnTo>
                  <a:lnTo>
                    <a:pt x="314863" y="88899"/>
                  </a:lnTo>
                  <a:lnTo>
                    <a:pt x="312307" y="84256"/>
                  </a:lnTo>
                  <a:lnTo>
                    <a:pt x="309606" y="79696"/>
                  </a:lnTo>
                  <a:lnTo>
                    <a:pt x="306762" y="75225"/>
                  </a:lnTo>
                  <a:lnTo>
                    <a:pt x="303777" y="70845"/>
                  </a:lnTo>
                  <a:lnTo>
                    <a:pt x="300655" y="66562"/>
                  </a:lnTo>
                  <a:lnTo>
                    <a:pt x="297399" y="62381"/>
                  </a:lnTo>
                  <a:lnTo>
                    <a:pt x="294011" y="58305"/>
                  </a:lnTo>
                  <a:lnTo>
                    <a:pt x="290497" y="54338"/>
                  </a:lnTo>
                  <a:lnTo>
                    <a:pt x="286858" y="50485"/>
                  </a:lnTo>
                  <a:lnTo>
                    <a:pt x="283099" y="46748"/>
                  </a:lnTo>
                  <a:lnTo>
                    <a:pt x="279224" y="43133"/>
                  </a:lnTo>
                  <a:lnTo>
                    <a:pt x="275235" y="39643"/>
                  </a:lnTo>
                  <a:lnTo>
                    <a:pt x="271139" y="36281"/>
                  </a:lnTo>
                  <a:lnTo>
                    <a:pt x="266937" y="33050"/>
                  </a:lnTo>
                  <a:lnTo>
                    <a:pt x="262636" y="29954"/>
                  </a:lnTo>
                  <a:lnTo>
                    <a:pt x="258238" y="26996"/>
                  </a:lnTo>
                  <a:lnTo>
                    <a:pt x="253749" y="24179"/>
                  </a:lnTo>
                  <a:lnTo>
                    <a:pt x="249173" y="21506"/>
                  </a:lnTo>
                  <a:lnTo>
                    <a:pt x="244514" y="18979"/>
                  </a:lnTo>
                  <a:lnTo>
                    <a:pt x="239778" y="16601"/>
                  </a:lnTo>
                  <a:lnTo>
                    <a:pt x="234968" y="14374"/>
                  </a:lnTo>
                  <a:lnTo>
                    <a:pt x="230091" y="12301"/>
                  </a:lnTo>
                  <a:lnTo>
                    <a:pt x="225150" y="10384"/>
                  </a:lnTo>
                  <a:lnTo>
                    <a:pt x="220151" y="8624"/>
                  </a:lnTo>
                  <a:lnTo>
                    <a:pt x="215098" y="7024"/>
                  </a:lnTo>
                  <a:lnTo>
                    <a:pt x="209998" y="5584"/>
                  </a:lnTo>
                  <a:lnTo>
                    <a:pt x="204854" y="4307"/>
                  </a:lnTo>
                  <a:lnTo>
                    <a:pt x="199672" y="3194"/>
                  </a:lnTo>
                  <a:lnTo>
                    <a:pt x="194458" y="2245"/>
                  </a:lnTo>
                  <a:lnTo>
                    <a:pt x="189216" y="1462"/>
                  </a:lnTo>
                  <a:lnTo>
                    <a:pt x="183953" y="846"/>
                  </a:lnTo>
                  <a:lnTo>
                    <a:pt x="178672" y="397"/>
                  </a:lnTo>
                  <a:lnTo>
                    <a:pt x="173379" y="116"/>
                  </a:lnTo>
                  <a:lnTo>
                    <a:pt x="168081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2"/>
              <a:ext cx="931" cy="167167"/>
            </a:xfrm>
            <a:custGeom>
              <a:avLst/>
              <a:pathLst>
                <a:path w="931" h="167167">
                  <a:moveTo>
                    <a:pt x="931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711633" y="4397268"/>
              <a:ext cx="334306" cy="334334"/>
            </a:xfrm>
            <a:custGeom>
              <a:avLst/>
              <a:pathLst>
                <a:path w="334306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1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4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2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4"/>
                  </a:lnTo>
                  <a:lnTo>
                    <a:pt x="68110" y="32496"/>
                  </a:lnTo>
                  <a:lnTo>
                    <a:pt x="63891" y="35703"/>
                  </a:lnTo>
                  <a:lnTo>
                    <a:pt x="59776" y="39043"/>
                  </a:lnTo>
                  <a:lnTo>
                    <a:pt x="55768" y="42511"/>
                  </a:lnTo>
                  <a:lnTo>
                    <a:pt x="51872" y="46104"/>
                  </a:lnTo>
                  <a:lnTo>
                    <a:pt x="48093" y="49819"/>
                  </a:lnTo>
                  <a:lnTo>
                    <a:pt x="44433" y="53652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7" y="65820"/>
                  </a:lnTo>
                  <a:lnTo>
                    <a:pt x="31061" y="70085"/>
                  </a:lnTo>
                  <a:lnTo>
                    <a:pt x="28052" y="74448"/>
                  </a:lnTo>
                  <a:lnTo>
                    <a:pt x="25182" y="78904"/>
                  </a:lnTo>
                  <a:lnTo>
                    <a:pt x="22456" y="83449"/>
                  </a:lnTo>
                  <a:lnTo>
                    <a:pt x="19875" y="88078"/>
                  </a:lnTo>
                  <a:lnTo>
                    <a:pt x="17442" y="92786"/>
                  </a:lnTo>
                  <a:lnTo>
                    <a:pt x="15159" y="97569"/>
                  </a:lnTo>
                  <a:lnTo>
                    <a:pt x="13029" y="102422"/>
                  </a:lnTo>
                  <a:lnTo>
                    <a:pt x="11054" y="107340"/>
                  </a:lnTo>
                  <a:lnTo>
                    <a:pt x="9236" y="112319"/>
                  </a:lnTo>
                  <a:lnTo>
                    <a:pt x="7577" y="117352"/>
                  </a:lnTo>
                  <a:lnTo>
                    <a:pt x="6078" y="122435"/>
                  </a:lnTo>
                  <a:lnTo>
                    <a:pt x="4741" y="127564"/>
                  </a:lnTo>
                  <a:lnTo>
                    <a:pt x="3567" y="132732"/>
                  </a:lnTo>
                  <a:lnTo>
                    <a:pt x="2558" y="137935"/>
                  </a:lnTo>
                  <a:lnTo>
                    <a:pt x="1714" y="143167"/>
                  </a:lnTo>
                  <a:lnTo>
                    <a:pt x="1036" y="148423"/>
                  </a:lnTo>
                  <a:lnTo>
                    <a:pt x="525" y="153699"/>
                  </a:lnTo>
                  <a:lnTo>
                    <a:pt x="182" y="158987"/>
                  </a:lnTo>
                  <a:lnTo>
                    <a:pt x="7" y="164284"/>
                  </a:lnTo>
                  <a:lnTo>
                    <a:pt x="0" y="169584"/>
                  </a:lnTo>
                  <a:lnTo>
                    <a:pt x="160" y="174881"/>
                  </a:lnTo>
                  <a:lnTo>
                    <a:pt x="489" y="180171"/>
                  </a:lnTo>
                  <a:lnTo>
                    <a:pt x="985" y="185448"/>
                  </a:lnTo>
                  <a:lnTo>
                    <a:pt x="1648" y="190706"/>
                  </a:lnTo>
                  <a:lnTo>
                    <a:pt x="2477" y="195940"/>
                  </a:lnTo>
                  <a:lnTo>
                    <a:pt x="3472" y="201146"/>
                  </a:lnTo>
                  <a:lnTo>
                    <a:pt x="4631" y="206318"/>
                  </a:lnTo>
                  <a:lnTo>
                    <a:pt x="5954" y="211450"/>
                  </a:lnTo>
                  <a:lnTo>
                    <a:pt x="7439" y="216537"/>
                  </a:lnTo>
                  <a:lnTo>
                    <a:pt x="9084" y="221575"/>
                  </a:lnTo>
                  <a:lnTo>
                    <a:pt x="10888" y="226559"/>
                  </a:lnTo>
                  <a:lnTo>
                    <a:pt x="12849" y="231482"/>
                  </a:lnTo>
                  <a:lnTo>
                    <a:pt x="14966" y="236341"/>
                  </a:lnTo>
                  <a:lnTo>
                    <a:pt x="17235" y="241131"/>
                  </a:lnTo>
                  <a:lnTo>
                    <a:pt x="19655" y="245846"/>
                  </a:lnTo>
                  <a:lnTo>
                    <a:pt x="22223" y="250482"/>
                  </a:lnTo>
                  <a:lnTo>
                    <a:pt x="24937" y="255034"/>
                  </a:lnTo>
                  <a:lnTo>
                    <a:pt x="27794" y="259498"/>
                  </a:lnTo>
                  <a:lnTo>
                    <a:pt x="30791" y="263869"/>
                  </a:lnTo>
                  <a:lnTo>
                    <a:pt x="33925" y="268143"/>
                  </a:lnTo>
                  <a:lnTo>
                    <a:pt x="37193" y="272315"/>
                  </a:lnTo>
                  <a:lnTo>
                    <a:pt x="40591" y="276382"/>
                  </a:lnTo>
                  <a:lnTo>
                    <a:pt x="44117" y="280339"/>
                  </a:lnTo>
                  <a:lnTo>
                    <a:pt x="47766" y="284182"/>
                  </a:lnTo>
                  <a:lnTo>
                    <a:pt x="51536" y="287908"/>
                  </a:lnTo>
                  <a:lnTo>
                    <a:pt x="55421" y="291512"/>
                  </a:lnTo>
                  <a:lnTo>
                    <a:pt x="59419" y="294992"/>
                  </a:lnTo>
                  <a:lnTo>
                    <a:pt x="63525" y="298342"/>
                  </a:lnTo>
                  <a:lnTo>
                    <a:pt x="67736" y="301561"/>
                  </a:lnTo>
                  <a:lnTo>
                    <a:pt x="72046" y="304645"/>
                  </a:lnTo>
                  <a:lnTo>
                    <a:pt x="76452" y="307591"/>
                  </a:lnTo>
                  <a:lnTo>
                    <a:pt x="80949" y="310395"/>
                  </a:lnTo>
                  <a:lnTo>
                    <a:pt x="85532" y="313056"/>
                  </a:lnTo>
                  <a:lnTo>
                    <a:pt x="90198" y="315570"/>
                  </a:lnTo>
                  <a:lnTo>
                    <a:pt x="94941" y="317935"/>
                  </a:lnTo>
                  <a:lnTo>
                    <a:pt x="99757" y="320148"/>
                  </a:lnTo>
                  <a:lnTo>
                    <a:pt x="104640" y="322207"/>
                  </a:lnTo>
                  <a:lnTo>
                    <a:pt x="109586" y="324111"/>
                  </a:lnTo>
                  <a:lnTo>
                    <a:pt x="114590" y="325857"/>
                  </a:lnTo>
                  <a:lnTo>
                    <a:pt x="119647" y="327443"/>
                  </a:lnTo>
                  <a:lnTo>
                    <a:pt x="124752" y="328868"/>
                  </a:lnTo>
                  <a:lnTo>
                    <a:pt x="129899" y="330131"/>
                  </a:lnTo>
                  <a:lnTo>
                    <a:pt x="135083" y="331230"/>
                  </a:lnTo>
                  <a:lnTo>
                    <a:pt x="140300" y="332164"/>
                  </a:lnTo>
                  <a:lnTo>
                    <a:pt x="145544" y="332932"/>
                  </a:lnTo>
                  <a:lnTo>
                    <a:pt x="150810" y="333534"/>
                  </a:lnTo>
                  <a:lnTo>
                    <a:pt x="156092" y="333968"/>
                  </a:lnTo>
                  <a:lnTo>
                    <a:pt x="161385" y="334235"/>
                  </a:lnTo>
                  <a:lnTo>
                    <a:pt x="166684" y="334334"/>
                  </a:lnTo>
                  <a:lnTo>
                    <a:pt x="171983" y="334264"/>
                  </a:lnTo>
                  <a:lnTo>
                    <a:pt x="177278" y="334027"/>
                  </a:lnTo>
                  <a:lnTo>
                    <a:pt x="182562" y="333622"/>
                  </a:lnTo>
                  <a:lnTo>
                    <a:pt x="187831" y="333050"/>
                  </a:lnTo>
                  <a:lnTo>
                    <a:pt x="193079" y="332311"/>
                  </a:lnTo>
                  <a:lnTo>
                    <a:pt x="198301" y="331406"/>
                  </a:lnTo>
                  <a:lnTo>
                    <a:pt x="203492" y="330336"/>
                  </a:lnTo>
                  <a:lnTo>
                    <a:pt x="208646" y="329102"/>
                  </a:lnTo>
                  <a:lnTo>
                    <a:pt x="213758" y="327705"/>
                  </a:lnTo>
                  <a:lnTo>
                    <a:pt x="218824" y="326147"/>
                  </a:lnTo>
                  <a:lnTo>
                    <a:pt x="223838" y="324429"/>
                  </a:lnTo>
                  <a:lnTo>
                    <a:pt x="228794" y="322553"/>
                  </a:lnTo>
                  <a:lnTo>
                    <a:pt x="233689" y="320521"/>
                  </a:lnTo>
                  <a:lnTo>
                    <a:pt x="238517" y="318335"/>
                  </a:lnTo>
                  <a:lnTo>
                    <a:pt x="243273" y="315996"/>
                  </a:lnTo>
                  <a:lnTo>
                    <a:pt x="247953" y="313508"/>
                  </a:lnTo>
                  <a:lnTo>
                    <a:pt x="252551" y="310873"/>
                  </a:lnTo>
                  <a:lnTo>
                    <a:pt x="257064" y="308094"/>
                  </a:lnTo>
                  <a:lnTo>
                    <a:pt x="261486" y="305173"/>
                  </a:lnTo>
                  <a:lnTo>
                    <a:pt x="265813" y="302113"/>
                  </a:lnTo>
                  <a:lnTo>
                    <a:pt x="270041" y="298918"/>
                  </a:lnTo>
                  <a:lnTo>
                    <a:pt x="274166" y="295590"/>
                  </a:lnTo>
                  <a:lnTo>
                    <a:pt x="278183" y="292133"/>
                  </a:lnTo>
                  <a:lnTo>
                    <a:pt x="282089" y="288550"/>
                  </a:lnTo>
                  <a:lnTo>
                    <a:pt x="285879" y="284846"/>
                  </a:lnTo>
                  <a:lnTo>
                    <a:pt x="289550" y="281023"/>
                  </a:lnTo>
                  <a:lnTo>
                    <a:pt x="293097" y="277086"/>
                  </a:lnTo>
                  <a:lnTo>
                    <a:pt x="296518" y="273038"/>
                  </a:lnTo>
                  <a:lnTo>
                    <a:pt x="299809" y="268884"/>
                  </a:lnTo>
                  <a:lnTo>
                    <a:pt x="302967" y="264627"/>
                  </a:lnTo>
                  <a:lnTo>
                    <a:pt x="305988" y="260273"/>
                  </a:lnTo>
                  <a:lnTo>
                    <a:pt x="308870" y="255825"/>
                  </a:lnTo>
                  <a:lnTo>
                    <a:pt x="311609" y="251288"/>
                  </a:lnTo>
                  <a:lnTo>
                    <a:pt x="314203" y="246666"/>
                  </a:lnTo>
                  <a:lnTo>
                    <a:pt x="316649" y="241965"/>
                  </a:lnTo>
                  <a:lnTo>
                    <a:pt x="318945" y="237188"/>
                  </a:lnTo>
                  <a:lnTo>
                    <a:pt x="321089" y="232341"/>
                  </a:lnTo>
                  <a:lnTo>
                    <a:pt x="323077" y="227428"/>
                  </a:lnTo>
                  <a:lnTo>
                    <a:pt x="324909" y="222455"/>
                  </a:lnTo>
                  <a:lnTo>
                    <a:pt x="326583" y="217426"/>
                  </a:lnTo>
                  <a:lnTo>
                    <a:pt x="328096" y="212347"/>
                  </a:lnTo>
                  <a:lnTo>
                    <a:pt x="329447" y="207222"/>
                  </a:lnTo>
                  <a:lnTo>
                    <a:pt x="330635" y="202057"/>
                  </a:lnTo>
                  <a:lnTo>
                    <a:pt x="331659" y="196857"/>
                  </a:lnTo>
                  <a:lnTo>
                    <a:pt x="332518" y="191628"/>
                  </a:lnTo>
                  <a:lnTo>
                    <a:pt x="333210" y="186373"/>
                  </a:lnTo>
                  <a:lnTo>
                    <a:pt x="333735" y="181099"/>
                  </a:lnTo>
                  <a:lnTo>
                    <a:pt x="334093" y="175812"/>
                  </a:lnTo>
                  <a:lnTo>
                    <a:pt x="334283" y="170515"/>
                  </a:lnTo>
                  <a:lnTo>
                    <a:pt x="334306" y="165215"/>
                  </a:lnTo>
                  <a:lnTo>
                    <a:pt x="334160" y="159918"/>
                  </a:lnTo>
                  <a:lnTo>
                    <a:pt x="333846" y="154627"/>
                  </a:lnTo>
                  <a:lnTo>
                    <a:pt x="333365" y="149349"/>
                  </a:lnTo>
                  <a:lnTo>
                    <a:pt x="332716" y="144089"/>
                  </a:lnTo>
                  <a:lnTo>
                    <a:pt x="331901" y="138852"/>
                  </a:lnTo>
                  <a:lnTo>
                    <a:pt x="330921" y="133644"/>
                  </a:lnTo>
                  <a:lnTo>
                    <a:pt x="329776" y="128469"/>
                  </a:lnTo>
                  <a:lnTo>
                    <a:pt x="328468" y="123333"/>
                  </a:lnTo>
                  <a:lnTo>
                    <a:pt x="326997" y="118242"/>
                  </a:lnTo>
                  <a:lnTo>
                    <a:pt x="325366" y="113199"/>
                  </a:lnTo>
                  <a:lnTo>
                    <a:pt x="323576" y="108211"/>
                  </a:lnTo>
                  <a:lnTo>
                    <a:pt x="321628" y="103282"/>
                  </a:lnTo>
                  <a:lnTo>
                    <a:pt x="319525" y="98417"/>
                  </a:lnTo>
                  <a:lnTo>
                    <a:pt x="317269" y="93621"/>
                  </a:lnTo>
                  <a:lnTo>
                    <a:pt x="314863" y="88899"/>
                  </a:lnTo>
                  <a:lnTo>
                    <a:pt x="312307" y="84256"/>
                  </a:lnTo>
                  <a:lnTo>
                    <a:pt x="309606" y="79696"/>
                  </a:lnTo>
                  <a:lnTo>
                    <a:pt x="306762" y="75225"/>
                  </a:lnTo>
                  <a:lnTo>
                    <a:pt x="303777" y="70845"/>
                  </a:lnTo>
                  <a:lnTo>
                    <a:pt x="300655" y="66562"/>
                  </a:lnTo>
                  <a:lnTo>
                    <a:pt x="297399" y="62381"/>
                  </a:lnTo>
                  <a:lnTo>
                    <a:pt x="294011" y="58305"/>
                  </a:lnTo>
                  <a:lnTo>
                    <a:pt x="290497" y="54338"/>
                  </a:lnTo>
                  <a:lnTo>
                    <a:pt x="286858" y="50485"/>
                  </a:lnTo>
                  <a:lnTo>
                    <a:pt x="283099" y="46748"/>
                  </a:lnTo>
                  <a:lnTo>
                    <a:pt x="279224" y="43133"/>
                  </a:lnTo>
                  <a:lnTo>
                    <a:pt x="275235" y="39643"/>
                  </a:lnTo>
                  <a:lnTo>
                    <a:pt x="271139" y="36281"/>
                  </a:lnTo>
                  <a:lnTo>
                    <a:pt x="266937" y="33050"/>
                  </a:lnTo>
                  <a:lnTo>
                    <a:pt x="262636" y="29954"/>
                  </a:lnTo>
                  <a:lnTo>
                    <a:pt x="258238" y="26996"/>
                  </a:lnTo>
                  <a:lnTo>
                    <a:pt x="253749" y="24179"/>
                  </a:lnTo>
                  <a:lnTo>
                    <a:pt x="249173" y="21506"/>
                  </a:lnTo>
                  <a:lnTo>
                    <a:pt x="244514" y="18979"/>
                  </a:lnTo>
                  <a:lnTo>
                    <a:pt x="239778" y="16601"/>
                  </a:lnTo>
                  <a:lnTo>
                    <a:pt x="234968" y="14374"/>
                  </a:lnTo>
                  <a:lnTo>
                    <a:pt x="230091" y="12301"/>
                  </a:lnTo>
                  <a:lnTo>
                    <a:pt x="225150" y="10384"/>
                  </a:lnTo>
                  <a:lnTo>
                    <a:pt x="220151" y="8624"/>
                  </a:lnTo>
                  <a:lnTo>
                    <a:pt x="215098" y="7024"/>
                  </a:lnTo>
                  <a:lnTo>
                    <a:pt x="209998" y="5584"/>
                  </a:lnTo>
                  <a:lnTo>
                    <a:pt x="204854" y="4307"/>
                  </a:lnTo>
                  <a:lnTo>
                    <a:pt x="199672" y="3194"/>
                  </a:lnTo>
                  <a:lnTo>
                    <a:pt x="194458" y="2245"/>
                  </a:lnTo>
                  <a:lnTo>
                    <a:pt x="189216" y="1462"/>
                  </a:lnTo>
                  <a:lnTo>
                    <a:pt x="183953" y="846"/>
                  </a:lnTo>
                  <a:lnTo>
                    <a:pt x="178672" y="397"/>
                  </a:lnTo>
                  <a:lnTo>
                    <a:pt x="173379" y="116"/>
                  </a:lnTo>
                  <a:lnTo>
                    <a:pt x="168081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68"/>
              <a:ext cx="931" cy="167167"/>
            </a:xfrm>
            <a:custGeom>
              <a:avLst/>
              <a:pathLst>
                <a:path w="931" h="167167">
                  <a:moveTo>
                    <a:pt x="931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0638" y="4794382"/>
              <a:ext cx="161928" cy="167167"/>
            </a:xfrm>
            <a:custGeom>
              <a:avLst/>
              <a:pathLst>
                <a:path w="161928" h="167167">
                  <a:moveTo>
                    <a:pt x="161928" y="0"/>
                  </a:moveTo>
                  <a:lnTo>
                    <a:pt x="156548" y="86"/>
                  </a:lnTo>
                  <a:lnTo>
                    <a:pt x="151173" y="346"/>
                  </a:lnTo>
                  <a:lnTo>
                    <a:pt x="145810" y="778"/>
                  </a:lnTo>
                  <a:lnTo>
                    <a:pt x="140463" y="1383"/>
                  </a:lnTo>
                  <a:lnTo>
                    <a:pt x="135139" y="2160"/>
                  </a:lnTo>
                  <a:lnTo>
                    <a:pt x="129842" y="3108"/>
                  </a:lnTo>
                  <a:lnTo>
                    <a:pt x="124578" y="4225"/>
                  </a:lnTo>
                  <a:lnTo>
                    <a:pt x="119354" y="5512"/>
                  </a:lnTo>
                  <a:lnTo>
                    <a:pt x="114173" y="6966"/>
                  </a:lnTo>
                  <a:lnTo>
                    <a:pt x="109042" y="8586"/>
                  </a:lnTo>
                  <a:lnTo>
                    <a:pt x="103965" y="10370"/>
                  </a:lnTo>
                  <a:lnTo>
                    <a:pt x="98949" y="12317"/>
                  </a:lnTo>
                  <a:lnTo>
                    <a:pt x="93998" y="14424"/>
                  </a:lnTo>
                  <a:lnTo>
                    <a:pt x="89117" y="16689"/>
                  </a:lnTo>
                  <a:lnTo>
                    <a:pt x="84312" y="19111"/>
                  </a:lnTo>
                  <a:lnTo>
                    <a:pt x="79587" y="21685"/>
                  </a:lnTo>
                  <a:lnTo>
                    <a:pt x="74947" y="24411"/>
                  </a:lnTo>
                  <a:lnTo>
                    <a:pt x="70398" y="27284"/>
                  </a:lnTo>
                  <a:lnTo>
                    <a:pt x="65943" y="30302"/>
                  </a:lnTo>
                  <a:lnTo>
                    <a:pt x="61588" y="33462"/>
                  </a:lnTo>
                  <a:lnTo>
                    <a:pt x="57337" y="36761"/>
                  </a:lnTo>
                  <a:lnTo>
                    <a:pt x="53194" y="40195"/>
                  </a:lnTo>
                  <a:lnTo>
                    <a:pt x="49164" y="43760"/>
                  </a:lnTo>
                  <a:lnTo>
                    <a:pt x="45251" y="47453"/>
                  </a:lnTo>
                  <a:lnTo>
                    <a:pt x="41458" y="51270"/>
                  </a:lnTo>
                  <a:lnTo>
                    <a:pt x="37791" y="55208"/>
                  </a:lnTo>
                  <a:lnTo>
                    <a:pt x="34252" y="59261"/>
                  </a:lnTo>
                  <a:lnTo>
                    <a:pt x="30845" y="63426"/>
                  </a:lnTo>
                  <a:lnTo>
                    <a:pt x="27574" y="67698"/>
                  </a:lnTo>
                  <a:lnTo>
                    <a:pt x="24442" y="72074"/>
                  </a:lnTo>
                  <a:lnTo>
                    <a:pt x="21453" y="76548"/>
                  </a:lnTo>
                  <a:lnTo>
                    <a:pt x="18609" y="81116"/>
                  </a:lnTo>
                  <a:lnTo>
                    <a:pt x="15914" y="85773"/>
                  </a:lnTo>
                  <a:lnTo>
                    <a:pt x="13370" y="90515"/>
                  </a:lnTo>
                  <a:lnTo>
                    <a:pt x="10980" y="95336"/>
                  </a:lnTo>
                  <a:lnTo>
                    <a:pt x="8747" y="100231"/>
                  </a:lnTo>
                  <a:lnTo>
                    <a:pt x="6672" y="105196"/>
                  </a:lnTo>
                  <a:lnTo>
                    <a:pt x="4758" y="110225"/>
                  </a:lnTo>
                  <a:lnTo>
                    <a:pt x="3006" y="115313"/>
                  </a:lnTo>
                  <a:lnTo>
                    <a:pt x="1420" y="120454"/>
                  </a:lnTo>
                  <a:lnTo>
                    <a:pt x="0" y="125644"/>
                  </a:lnTo>
                  <a:lnTo>
                    <a:pt x="16192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0638" y="4920027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6685" y="4920027"/>
              <a:ext cx="165881" cy="41522"/>
            </a:xfrm>
            <a:custGeom>
              <a:avLst/>
              <a:pathLst>
                <a:path w="165881" h="41522">
                  <a:moveTo>
                    <a:pt x="3953" y="0"/>
                  </a:moveTo>
                  <a:lnTo>
                    <a:pt x="2342" y="6884"/>
                  </a:lnTo>
                  <a:lnTo>
                    <a:pt x="1023" y="13831"/>
                  </a:lnTo>
                  <a:lnTo>
                    <a:pt x="0" y="20827"/>
                  </a:lnTo>
                  <a:lnTo>
                    <a:pt x="165881" y="41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5400" y="4794382"/>
              <a:ext cx="334322" cy="334328"/>
            </a:xfrm>
            <a:custGeom>
              <a:avLst/>
              <a:pathLst>
                <a:path w="334322" h="334328">
                  <a:moveTo>
                    <a:pt x="1285" y="146472"/>
                  </a:moveTo>
                  <a:lnTo>
                    <a:pt x="710" y="151760"/>
                  </a:lnTo>
                  <a:lnTo>
                    <a:pt x="304" y="157063"/>
                  </a:lnTo>
                  <a:lnTo>
                    <a:pt x="67" y="162377"/>
                  </a:lnTo>
                  <a:lnTo>
                    <a:pt x="0" y="167695"/>
                  </a:lnTo>
                  <a:lnTo>
                    <a:pt x="101" y="173013"/>
                  </a:lnTo>
                  <a:lnTo>
                    <a:pt x="371" y="178325"/>
                  </a:lnTo>
                  <a:lnTo>
                    <a:pt x="811" y="183626"/>
                  </a:lnTo>
                  <a:lnTo>
                    <a:pt x="1419" y="188910"/>
                  </a:lnTo>
                  <a:lnTo>
                    <a:pt x="2194" y="194172"/>
                  </a:lnTo>
                  <a:lnTo>
                    <a:pt x="3137" y="199407"/>
                  </a:lnTo>
                  <a:lnTo>
                    <a:pt x="4246" y="204609"/>
                  </a:lnTo>
                  <a:lnTo>
                    <a:pt x="5519" y="209773"/>
                  </a:lnTo>
                  <a:lnTo>
                    <a:pt x="6957" y="214894"/>
                  </a:lnTo>
                  <a:lnTo>
                    <a:pt x="8556" y="219967"/>
                  </a:lnTo>
                  <a:lnTo>
                    <a:pt x="10316" y="224986"/>
                  </a:lnTo>
                  <a:lnTo>
                    <a:pt x="12235" y="229947"/>
                  </a:lnTo>
                  <a:lnTo>
                    <a:pt x="14311" y="234844"/>
                  </a:lnTo>
                  <a:lnTo>
                    <a:pt x="16541" y="239672"/>
                  </a:lnTo>
                  <a:lnTo>
                    <a:pt x="18924" y="244428"/>
                  </a:lnTo>
                  <a:lnTo>
                    <a:pt x="21457" y="249105"/>
                  </a:lnTo>
                  <a:lnTo>
                    <a:pt x="24137" y="253699"/>
                  </a:lnTo>
                  <a:lnTo>
                    <a:pt x="26963" y="258205"/>
                  </a:lnTo>
                  <a:lnTo>
                    <a:pt x="29930" y="262620"/>
                  </a:lnTo>
                  <a:lnTo>
                    <a:pt x="33036" y="266937"/>
                  </a:lnTo>
                  <a:lnTo>
                    <a:pt x="36278" y="271154"/>
                  </a:lnTo>
                  <a:lnTo>
                    <a:pt x="39653" y="275265"/>
                  </a:lnTo>
                  <a:lnTo>
                    <a:pt x="43156" y="279267"/>
                  </a:lnTo>
                  <a:lnTo>
                    <a:pt x="46785" y="283156"/>
                  </a:lnTo>
                  <a:lnTo>
                    <a:pt x="50536" y="286927"/>
                  </a:lnTo>
                  <a:lnTo>
                    <a:pt x="54405" y="290577"/>
                  </a:lnTo>
                  <a:lnTo>
                    <a:pt x="58388" y="294101"/>
                  </a:lnTo>
                  <a:lnTo>
                    <a:pt x="62482" y="297498"/>
                  </a:lnTo>
                  <a:lnTo>
                    <a:pt x="66681" y="300762"/>
                  </a:lnTo>
                  <a:lnTo>
                    <a:pt x="70982" y="303891"/>
                  </a:lnTo>
                  <a:lnTo>
                    <a:pt x="75381" y="306882"/>
                  </a:lnTo>
                  <a:lnTo>
                    <a:pt x="79872" y="309732"/>
                  </a:lnTo>
                  <a:lnTo>
                    <a:pt x="84452" y="312437"/>
                  </a:lnTo>
                  <a:lnTo>
                    <a:pt x="89115" y="314994"/>
                  </a:lnTo>
                  <a:lnTo>
                    <a:pt x="93857" y="317403"/>
                  </a:lnTo>
                  <a:lnTo>
                    <a:pt x="98674" y="319659"/>
                  </a:lnTo>
                  <a:lnTo>
                    <a:pt x="103560" y="321761"/>
                  </a:lnTo>
                  <a:lnTo>
                    <a:pt x="108511" y="323706"/>
                  </a:lnTo>
                  <a:lnTo>
                    <a:pt x="113520" y="325493"/>
                  </a:lnTo>
                  <a:lnTo>
                    <a:pt x="118584" y="327119"/>
                  </a:lnTo>
                  <a:lnTo>
                    <a:pt x="123698" y="328584"/>
                  </a:lnTo>
                  <a:lnTo>
                    <a:pt x="128855" y="329885"/>
                  </a:lnTo>
                  <a:lnTo>
                    <a:pt x="134051" y="331022"/>
                  </a:lnTo>
                  <a:lnTo>
                    <a:pt x="139281" y="331992"/>
                  </a:lnTo>
                  <a:lnTo>
                    <a:pt x="144538" y="332796"/>
                  </a:lnTo>
                  <a:lnTo>
                    <a:pt x="149819" y="333432"/>
                  </a:lnTo>
                  <a:lnTo>
                    <a:pt x="155117" y="333900"/>
                  </a:lnTo>
                  <a:lnTo>
                    <a:pt x="160428" y="334199"/>
                  </a:lnTo>
                  <a:lnTo>
                    <a:pt x="165745" y="334328"/>
                  </a:lnTo>
                  <a:lnTo>
                    <a:pt x="171064" y="334289"/>
                  </a:lnTo>
                  <a:lnTo>
                    <a:pt x="176379" y="334080"/>
                  </a:lnTo>
                  <a:lnTo>
                    <a:pt x="181684" y="333703"/>
                  </a:lnTo>
                  <a:lnTo>
                    <a:pt x="186975" y="333157"/>
                  </a:lnTo>
                  <a:lnTo>
                    <a:pt x="192246" y="332442"/>
                  </a:lnTo>
                  <a:lnTo>
                    <a:pt x="197491" y="331561"/>
                  </a:lnTo>
                  <a:lnTo>
                    <a:pt x="202706" y="330513"/>
                  </a:lnTo>
                  <a:lnTo>
                    <a:pt x="207884" y="329300"/>
                  </a:lnTo>
                  <a:lnTo>
                    <a:pt x="213022" y="327922"/>
                  </a:lnTo>
                  <a:lnTo>
                    <a:pt x="218113" y="326382"/>
                  </a:lnTo>
                  <a:lnTo>
                    <a:pt x="223152" y="324680"/>
                  </a:lnTo>
                  <a:lnTo>
                    <a:pt x="228135" y="322820"/>
                  </a:lnTo>
                  <a:lnTo>
                    <a:pt x="233056" y="320801"/>
                  </a:lnTo>
                  <a:lnTo>
                    <a:pt x="237910" y="318627"/>
                  </a:lnTo>
                  <a:lnTo>
                    <a:pt x="242693" y="316300"/>
                  </a:lnTo>
                  <a:lnTo>
                    <a:pt x="247399" y="313822"/>
                  </a:lnTo>
                  <a:lnTo>
                    <a:pt x="252024" y="311195"/>
                  </a:lnTo>
                  <a:lnTo>
                    <a:pt x="256564" y="308422"/>
                  </a:lnTo>
                  <a:lnTo>
                    <a:pt x="261012" y="305507"/>
                  </a:lnTo>
                  <a:lnTo>
                    <a:pt x="265366" y="302451"/>
                  </a:lnTo>
                  <a:lnTo>
                    <a:pt x="269620" y="299258"/>
                  </a:lnTo>
                  <a:lnTo>
                    <a:pt x="273770" y="295932"/>
                  </a:lnTo>
                  <a:lnTo>
                    <a:pt x="277813" y="292476"/>
                  </a:lnTo>
                  <a:lnTo>
                    <a:pt x="281743" y="288892"/>
                  </a:lnTo>
                  <a:lnTo>
                    <a:pt x="285558" y="285185"/>
                  </a:lnTo>
                  <a:lnTo>
                    <a:pt x="289253" y="281359"/>
                  </a:lnTo>
                  <a:lnTo>
                    <a:pt x="292824" y="277417"/>
                  </a:lnTo>
                  <a:lnTo>
                    <a:pt x="296268" y="273364"/>
                  </a:lnTo>
                  <a:lnTo>
                    <a:pt x="299581" y="269203"/>
                  </a:lnTo>
                  <a:lnTo>
                    <a:pt x="302760" y="264939"/>
                  </a:lnTo>
                  <a:lnTo>
                    <a:pt x="305802" y="260575"/>
                  </a:lnTo>
                  <a:lnTo>
                    <a:pt x="308703" y="256117"/>
                  </a:lnTo>
                  <a:lnTo>
                    <a:pt x="311461" y="251570"/>
                  </a:lnTo>
                  <a:lnTo>
                    <a:pt x="314074" y="246936"/>
                  </a:lnTo>
                  <a:lnTo>
                    <a:pt x="316537" y="242222"/>
                  </a:lnTo>
                  <a:lnTo>
                    <a:pt x="318849" y="237432"/>
                  </a:lnTo>
                  <a:lnTo>
                    <a:pt x="321008" y="232571"/>
                  </a:lnTo>
                  <a:lnTo>
                    <a:pt x="323011" y="227644"/>
                  </a:lnTo>
                  <a:lnTo>
                    <a:pt x="324856" y="222655"/>
                  </a:lnTo>
                  <a:lnTo>
                    <a:pt x="326541" y="217610"/>
                  </a:lnTo>
                  <a:lnTo>
                    <a:pt x="328065" y="212514"/>
                  </a:lnTo>
                  <a:lnTo>
                    <a:pt x="329427" y="207373"/>
                  </a:lnTo>
                  <a:lnTo>
                    <a:pt x="330624" y="202190"/>
                  </a:lnTo>
                  <a:lnTo>
                    <a:pt x="331655" y="196972"/>
                  </a:lnTo>
                  <a:lnTo>
                    <a:pt x="332520" y="191724"/>
                  </a:lnTo>
                  <a:lnTo>
                    <a:pt x="333218" y="186451"/>
                  </a:lnTo>
                  <a:lnTo>
                    <a:pt x="333747" y="181159"/>
                  </a:lnTo>
                  <a:lnTo>
                    <a:pt x="334108" y="175852"/>
                  </a:lnTo>
                  <a:lnTo>
                    <a:pt x="334300" y="170537"/>
                  </a:lnTo>
                  <a:lnTo>
                    <a:pt x="334322" y="165218"/>
                  </a:lnTo>
                  <a:lnTo>
                    <a:pt x="334176" y="159901"/>
                  </a:lnTo>
                  <a:lnTo>
                    <a:pt x="333860" y="154591"/>
                  </a:lnTo>
                  <a:lnTo>
                    <a:pt x="333375" y="149295"/>
                  </a:lnTo>
                  <a:lnTo>
                    <a:pt x="332723" y="144016"/>
                  </a:lnTo>
                  <a:lnTo>
                    <a:pt x="331902" y="138761"/>
                  </a:lnTo>
                  <a:lnTo>
                    <a:pt x="330915" y="133534"/>
                  </a:lnTo>
                  <a:lnTo>
                    <a:pt x="329762" y="128342"/>
                  </a:lnTo>
                  <a:lnTo>
                    <a:pt x="328445" y="123189"/>
                  </a:lnTo>
                  <a:lnTo>
                    <a:pt x="326964" y="118080"/>
                  </a:lnTo>
                  <a:lnTo>
                    <a:pt x="325322" y="113021"/>
                  </a:lnTo>
                  <a:lnTo>
                    <a:pt x="323519" y="108017"/>
                  </a:lnTo>
                  <a:lnTo>
                    <a:pt x="321558" y="103073"/>
                  </a:lnTo>
                  <a:lnTo>
                    <a:pt x="319441" y="98193"/>
                  </a:lnTo>
                  <a:lnTo>
                    <a:pt x="317169" y="93384"/>
                  </a:lnTo>
                  <a:lnTo>
                    <a:pt x="314746" y="88649"/>
                  </a:lnTo>
                  <a:lnTo>
                    <a:pt x="312174" y="83994"/>
                  </a:lnTo>
                  <a:lnTo>
                    <a:pt x="309454" y="79423"/>
                  </a:lnTo>
                  <a:lnTo>
                    <a:pt x="306591" y="74940"/>
                  </a:lnTo>
                  <a:lnTo>
                    <a:pt x="303586" y="70551"/>
                  </a:lnTo>
                  <a:lnTo>
                    <a:pt x="300443" y="66260"/>
                  </a:lnTo>
                  <a:lnTo>
                    <a:pt x="297166" y="62071"/>
                  </a:lnTo>
                  <a:lnTo>
                    <a:pt x="293756" y="57989"/>
                  </a:lnTo>
                  <a:lnTo>
                    <a:pt x="290219" y="54017"/>
                  </a:lnTo>
                  <a:lnTo>
                    <a:pt x="286557" y="50159"/>
                  </a:lnTo>
                  <a:lnTo>
                    <a:pt x="282774" y="46420"/>
                  </a:lnTo>
                  <a:lnTo>
                    <a:pt x="278874" y="42803"/>
                  </a:lnTo>
                  <a:lnTo>
                    <a:pt x="274861" y="39312"/>
                  </a:lnTo>
                  <a:lnTo>
                    <a:pt x="270739" y="35951"/>
                  </a:lnTo>
                  <a:lnTo>
                    <a:pt x="266512" y="32722"/>
                  </a:lnTo>
                  <a:lnTo>
                    <a:pt x="262185" y="29630"/>
                  </a:lnTo>
                  <a:lnTo>
                    <a:pt x="257761" y="26677"/>
                  </a:lnTo>
                  <a:lnTo>
                    <a:pt x="253245" y="23866"/>
                  </a:lnTo>
                  <a:lnTo>
                    <a:pt x="248643" y="21200"/>
                  </a:lnTo>
                  <a:lnTo>
                    <a:pt x="243958" y="18681"/>
                  </a:lnTo>
                  <a:lnTo>
                    <a:pt x="239195" y="16313"/>
                  </a:lnTo>
                  <a:lnTo>
                    <a:pt x="234360" y="14098"/>
                  </a:lnTo>
                  <a:lnTo>
                    <a:pt x="229456" y="12038"/>
                  </a:lnTo>
                  <a:lnTo>
                    <a:pt x="224489" y="10135"/>
                  </a:lnTo>
                  <a:lnTo>
                    <a:pt x="219464" y="8391"/>
                  </a:lnTo>
                  <a:lnTo>
                    <a:pt x="214387" y="6807"/>
                  </a:lnTo>
                  <a:lnTo>
                    <a:pt x="209261" y="5386"/>
                  </a:lnTo>
                  <a:lnTo>
                    <a:pt x="204093" y="4129"/>
                  </a:lnTo>
                  <a:lnTo>
                    <a:pt x="198887" y="3037"/>
                  </a:lnTo>
                  <a:lnTo>
                    <a:pt x="193650" y="2111"/>
                  </a:lnTo>
                  <a:lnTo>
                    <a:pt x="188385" y="1352"/>
                  </a:lnTo>
                  <a:lnTo>
                    <a:pt x="183099" y="761"/>
                  </a:lnTo>
                  <a:lnTo>
                    <a:pt x="177797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7019" y="5103947"/>
              <a:ext cx="2069" cy="167167"/>
            </a:xfrm>
            <a:custGeom>
              <a:avLst/>
              <a:pathLst>
                <a:path w="2069" h="167167">
                  <a:moveTo>
                    <a:pt x="2069" y="0"/>
                  </a:moveTo>
                  <a:lnTo>
                    <a:pt x="0" y="12"/>
                  </a:lnTo>
                  <a:lnTo>
                    <a:pt x="20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7019" y="510395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461931" y="5103959"/>
              <a:ext cx="334322" cy="334321"/>
            </a:xfrm>
            <a:custGeom>
              <a:avLst/>
              <a:pathLst>
                <a:path w="334322" h="334321">
                  <a:moveTo>
                    <a:pt x="165088" y="0"/>
                  </a:moveTo>
                  <a:lnTo>
                    <a:pt x="159810" y="148"/>
                  </a:lnTo>
                  <a:lnTo>
                    <a:pt x="154540" y="464"/>
                  </a:lnTo>
                  <a:lnTo>
                    <a:pt x="149283" y="945"/>
                  </a:lnTo>
                  <a:lnTo>
                    <a:pt x="144043" y="1592"/>
                  </a:lnTo>
                  <a:lnTo>
                    <a:pt x="138826" y="2405"/>
                  </a:lnTo>
                  <a:lnTo>
                    <a:pt x="133638" y="3382"/>
                  </a:lnTo>
                  <a:lnTo>
                    <a:pt x="128483" y="4522"/>
                  </a:lnTo>
                  <a:lnTo>
                    <a:pt x="123367" y="5824"/>
                  </a:lnTo>
                  <a:lnTo>
                    <a:pt x="118294" y="7287"/>
                  </a:lnTo>
                  <a:lnTo>
                    <a:pt x="113270" y="8910"/>
                  </a:lnTo>
                  <a:lnTo>
                    <a:pt x="108300" y="10691"/>
                  </a:lnTo>
                  <a:lnTo>
                    <a:pt x="103389" y="12627"/>
                  </a:lnTo>
                  <a:lnTo>
                    <a:pt x="98541" y="14718"/>
                  </a:lnTo>
                  <a:lnTo>
                    <a:pt x="93762" y="16961"/>
                  </a:lnTo>
                  <a:lnTo>
                    <a:pt x="89055" y="19353"/>
                  </a:lnTo>
                  <a:lnTo>
                    <a:pt x="84427" y="21893"/>
                  </a:lnTo>
                  <a:lnTo>
                    <a:pt x="79881" y="24578"/>
                  </a:lnTo>
                  <a:lnTo>
                    <a:pt x="75423" y="27405"/>
                  </a:lnTo>
                  <a:lnTo>
                    <a:pt x="71055" y="30372"/>
                  </a:lnTo>
                  <a:lnTo>
                    <a:pt x="66784" y="33475"/>
                  </a:lnTo>
                  <a:lnTo>
                    <a:pt x="62613" y="36711"/>
                  </a:lnTo>
                  <a:lnTo>
                    <a:pt x="58546" y="40077"/>
                  </a:lnTo>
                  <a:lnTo>
                    <a:pt x="54587" y="43570"/>
                  </a:lnTo>
                  <a:lnTo>
                    <a:pt x="50741" y="47187"/>
                  </a:lnTo>
                  <a:lnTo>
                    <a:pt x="47010" y="50923"/>
                  </a:lnTo>
                  <a:lnTo>
                    <a:pt x="43400" y="54775"/>
                  </a:lnTo>
                  <a:lnTo>
                    <a:pt x="39913" y="58739"/>
                  </a:lnTo>
                  <a:lnTo>
                    <a:pt x="36553" y="62811"/>
                  </a:lnTo>
                  <a:lnTo>
                    <a:pt x="33323" y="66987"/>
                  </a:lnTo>
                  <a:lnTo>
                    <a:pt x="30227" y="71263"/>
                  </a:lnTo>
                  <a:lnTo>
                    <a:pt x="27267" y="75635"/>
                  </a:lnTo>
                  <a:lnTo>
                    <a:pt x="24447" y="80098"/>
                  </a:lnTo>
                  <a:lnTo>
                    <a:pt x="21769" y="84648"/>
                  </a:lnTo>
                  <a:lnTo>
                    <a:pt x="19236" y="89280"/>
                  </a:lnTo>
                  <a:lnTo>
                    <a:pt x="16851" y="93990"/>
                  </a:lnTo>
                  <a:lnTo>
                    <a:pt x="14615" y="98773"/>
                  </a:lnTo>
                  <a:lnTo>
                    <a:pt x="12532" y="103624"/>
                  </a:lnTo>
                  <a:lnTo>
                    <a:pt x="10603" y="108539"/>
                  </a:lnTo>
                  <a:lnTo>
                    <a:pt x="8830" y="113511"/>
                  </a:lnTo>
                  <a:lnTo>
                    <a:pt x="7215" y="118538"/>
                  </a:lnTo>
                  <a:lnTo>
                    <a:pt x="5760" y="123613"/>
                  </a:lnTo>
                  <a:lnTo>
                    <a:pt x="4465" y="128731"/>
                  </a:lnTo>
                  <a:lnTo>
                    <a:pt x="3333" y="133888"/>
                  </a:lnTo>
                  <a:lnTo>
                    <a:pt x="2364" y="139077"/>
                  </a:lnTo>
                  <a:lnTo>
                    <a:pt x="1560" y="144295"/>
                  </a:lnTo>
                  <a:lnTo>
                    <a:pt x="921" y="149536"/>
                  </a:lnTo>
                  <a:lnTo>
                    <a:pt x="447" y="154794"/>
                  </a:lnTo>
                  <a:lnTo>
                    <a:pt x="140" y="160065"/>
                  </a:lnTo>
                  <a:lnTo>
                    <a:pt x="0" y="165342"/>
                  </a:lnTo>
                  <a:lnTo>
                    <a:pt x="26" y="170622"/>
                  </a:lnTo>
                  <a:lnTo>
                    <a:pt x="218" y="175898"/>
                  </a:lnTo>
                  <a:lnTo>
                    <a:pt x="578" y="181165"/>
                  </a:lnTo>
                  <a:lnTo>
                    <a:pt x="1103" y="186418"/>
                  </a:lnTo>
                  <a:lnTo>
                    <a:pt x="1794" y="191652"/>
                  </a:lnTo>
                  <a:lnTo>
                    <a:pt x="2651" y="196862"/>
                  </a:lnTo>
                  <a:lnTo>
                    <a:pt x="3671" y="202042"/>
                  </a:lnTo>
                  <a:lnTo>
                    <a:pt x="4854" y="207187"/>
                  </a:lnTo>
                  <a:lnTo>
                    <a:pt x="6199" y="212292"/>
                  </a:lnTo>
                  <a:lnTo>
                    <a:pt x="7705" y="217352"/>
                  </a:lnTo>
                  <a:lnTo>
                    <a:pt x="9369" y="222362"/>
                  </a:lnTo>
                  <a:lnTo>
                    <a:pt x="11191" y="227317"/>
                  </a:lnTo>
                  <a:lnTo>
                    <a:pt x="13169" y="232212"/>
                  </a:lnTo>
                  <a:lnTo>
                    <a:pt x="15300" y="237043"/>
                  </a:lnTo>
                  <a:lnTo>
                    <a:pt x="17583" y="241803"/>
                  </a:lnTo>
                  <a:lnTo>
                    <a:pt x="20015" y="246489"/>
                  </a:lnTo>
                  <a:lnTo>
                    <a:pt x="22593" y="251096"/>
                  </a:lnTo>
                  <a:lnTo>
                    <a:pt x="25316" y="255619"/>
                  </a:lnTo>
                  <a:lnTo>
                    <a:pt x="28180" y="260054"/>
                  </a:lnTo>
                  <a:lnTo>
                    <a:pt x="31183" y="264396"/>
                  </a:lnTo>
                  <a:lnTo>
                    <a:pt x="34322" y="268642"/>
                  </a:lnTo>
                  <a:lnTo>
                    <a:pt x="37593" y="272786"/>
                  </a:lnTo>
                  <a:lnTo>
                    <a:pt x="40993" y="276824"/>
                  </a:lnTo>
                  <a:lnTo>
                    <a:pt x="44519" y="280754"/>
                  </a:lnTo>
                  <a:lnTo>
                    <a:pt x="48168" y="284570"/>
                  </a:lnTo>
                  <a:lnTo>
                    <a:pt x="51935" y="288269"/>
                  </a:lnTo>
                  <a:lnTo>
                    <a:pt x="55817" y="291847"/>
                  </a:lnTo>
                  <a:lnTo>
                    <a:pt x="59810" y="295300"/>
                  </a:lnTo>
                  <a:lnTo>
                    <a:pt x="63910" y="298626"/>
                  </a:lnTo>
                  <a:lnTo>
                    <a:pt x="68113" y="301821"/>
                  </a:lnTo>
                  <a:lnTo>
                    <a:pt x="72415" y="304882"/>
                  </a:lnTo>
                  <a:lnTo>
                    <a:pt x="76811" y="307805"/>
                  </a:lnTo>
                  <a:lnTo>
                    <a:pt x="81298" y="310587"/>
                  </a:lnTo>
                  <a:lnTo>
                    <a:pt x="85870" y="313227"/>
                  </a:lnTo>
                  <a:lnTo>
                    <a:pt x="90523" y="315721"/>
                  </a:lnTo>
                  <a:lnTo>
                    <a:pt x="95253" y="318067"/>
                  </a:lnTo>
                  <a:lnTo>
                    <a:pt x="100054" y="320262"/>
                  </a:lnTo>
                  <a:lnTo>
                    <a:pt x="104922" y="322305"/>
                  </a:lnTo>
                  <a:lnTo>
                    <a:pt x="109853" y="324193"/>
                  </a:lnTo>
                  <a:lnTo>
                    <a:pt x="114840" y="325924"/>
                  </a:lnTo>
                  <a:lnTo>
                    <a:pt x="119880" y="327497"/>
                  </a:lnTo>
                  <a:lnTo>
                    <a:pt x="124967" y="328910"/>
                  </a:lnTo>
                  <a:lnTo>
                    <a:pt x="130096" y="330162"/>
                  </a:lnTo>
                  <a:lnTo>
                    <a:pt x="135262" y="331251"/>
                  </a:lnTo>
                  <a:lnTo>
                    <a:pt x="140460" y="332176"/>
                  </a:lnTo>
                  <a:lnTo>
                    <a:pt x="145684" y="332937"/>
                  </a:lnTo>
                  <a:lnTo>
                    <a:pt x="150930" y="333532"/>
                  </a:lnTo>
                  <a:lnTo>
                    <a:pt x="156192" y="333962"/>
                  </a:lnTo>
                  <a:lnTo>
                    <a:pt x="161465" y="334225"/>
                  </a:lnTo>
                  <a:lnTo>
                    <a:pt x="166743" y="334321"/>
                  </a:lnTo>
                  <a:lnTo>
                    <a:pt x="172022" y="334251"/>
                  </a:lnTo>
                  <a:lnTo>
                    <a:pt x="177296" y="334014"/>
                  </a:lnTo>
                  <a:lnTo>
                    <a:pt x="182560" y="333610"/>
                  </a:lnTo>
                  <a:lnTo>
                    <a:pt x="187809" y="333041"/>
                  </a:lnTo>
                  <a:lnTo>
                    <a:pt x="193037" y="332306"/>
                  </a:lnTo>
                  <a:lnTo>
                    <a:pt x="198239" y="331407"/>
                  </a:lnTo>
                  <a:lnTo>
                    <a:pt x="203411" y="330343"/>
                  </a:lnTo>
                  <a:lnTo>
                    <a:pt x="208546" y="329117"/>
                  </a:lnTo>
                  <a:lnTo>
                    <a:pt x="213639" y="327729"/>
                  </a:lnTo>
                  <a:lnTo>
                    <a:pt x="218687" y="326181"/>
                  </a:lnTo>
                  <a:lnTo>
                    <a:pt x="223683" y="324475"/>
                  </a:lnTo>
                  <a:lnTo>
                    <a:pt x="228623" y="322611"/>
                  </a:lnTo>
                  <a:lnTo>
                    <a:pt x="233501" y="320593"/>
                  </a:lnTo>
                  <a:lnTo>
                    <a:pt x="238313" y="318421"/>
                  </a:lnTo>
                  <a:lnTo>
                    <a:pt x="243054" y="316099"/>
                  </a:lnTo>
                  <a:lnTo>
                    <a:pt x="247720" y="313628"/>
                  </a:lnTo>
                  <a:lnTo>
                    <a:pt x="252305" y="311011"/>
                  </a:lnTo>
                  <a:lnTo>
                    <a:pt x="256805" y="308250"/>
                  </a:lnTo>
                  <a:lnTo>
                    <a:pt x="261216" y="305349"/>
                  </a:lnTo>
                  <a:lnTo>
                    <a:pt x="265533" y="302310"/>
                  </a:lnTo>
                  <a:lnTo>
                    <a:pt x="269752" y="299136"/>
                  </a:lnTo>
                  <a:lnTo>
                    <a:pt x="273869" y="295831"/>
                  </a:lnTo>
                  <a:lnTo>
                    <a:pt x="277879" y="292397"/>
                  </a:lnTo>
                  <a:lnTo>
                    <a:pt x="281778" y="288838"/>
                  </a:lnTo>
                  <a:lnTo>
                    <a:pt x="285564" y="285158"/>
                  </a:lnTo>
                  <a:lnTo>
                    <a:pt x="289231" y="281360"/>
                  </a:lnTo>
                  <a:lnTo>
                    <a:pt x="292777" y="277448"/>
                  </a:lnTo>
                  <a:lnTo>
                    <a:pt x="296197" y="273426"/>
                  </a:lnTo>
                  <a:lnTo>
                    <a:pt x="299488" y="269298"/>
                  </a:lnTo>
                  <a:lnTo>
                    <a:pt x="302648" y="265069"/>
                  </a:lnTo>
                  <a:lnTo>
                    <a:pt x="305672" y="260741"/>
                  </a:lnTo>
                  <a:lnTo>
                    <a:pt x="308558" y="256321"/>
                  </a:lnTo>
                  <a:lnTo>
                    <a:pt x="311303" y="251811"/>
                  </a:lnTo>
                  <a:lnTo>
                    <a:pt x="313905" y="247217"/>
                  </a:lnTo>
                  <a:lnTo>
                    <a:pt x="316360" y="242543"/>
                  </a:lnTo>
                  <a:lnTo>
                    <a:pt x="318666" y="237794"/>
                  </a:lnTo>
                  <a:lnTo>
                    <a:pt x="320821" y="232974"/>
                  </a:lnTo>
                  <a:lnTo>
                    <a:pt x="322823" y="228089"/>
                  </a:lnTo>
                  <a:lnTo>
                    <a:pt x="324670" y="223143"/>
                  </a:lnTo>
                  <a:lnTo>
                    <a:pt x="326359" y="218141"/>
                  </a:lnTo>
                  <a:lnTo>
                    <a:pt x="327890" y="213089"/>
                  </a:lnTo>
                  <a:lnTo>
                    <a:pt x="329260" y="207990"/>
                  </a:lnTo>
                  <a:lnTo>
                    <a:pt x="330469" y="202851"/>
                  </a:lnTo>
                  <a:lnTo>
                    <a:pt x="331515" y="197676"/>
                  </a:lnTo>
                  <a:lnTo>
                    <a:pt x="332396" y="192471"/>
                  </a:lnTo>
                  <a:lnTo>
                    <a:pt x="333113" y="187240"/>
                  </a:lnTo>
                  <a:lnTo>
                    <a:pt x="333665" y="181990"/>
                  </a:lnTo>
                  <a:lnTo>
                    <a:pt x="334050" y="176724"/>
                  </a:lnTo>
                  <a:lnTo>
                    <a:pt x="334269" y="171449"/>
                  </a:lnTo>
                  <a:lnTo>
                    <a:pt x="334322" y="166170"/>
                  </a:lnTo>
                  <a:lnTo>
                    <a:pt x="334207" y="160892"/>
                  </a:lnTo>
                  <a:lnTo>
                    <a:pt x="333926" y="155620"/>
                  </a:lnTo>
                  <a:lnTo>
                    <a:pt x="333479" y="150359"/>
                  </a:lnTo>
                  <a:lnTo>
                    <a:pt x="332865" y="145116"/>
                  </a:lnTo>
                  <a:lnTo>
                    <a:pt x="332087" y="139894"/>
                  </a:lnTo>
                  <a:lnTo>
                    <a:pt x="331144" y="134699"/>
                  </a:lnTo>
                  <a:lnTo>
                    <a:pt x="330037" y="129537"/>
                  </a:lnTo>
                  <a:lnTo>
                    <a:pt x="328768" y="124413"/>
                  </a:lnTo>
                  <a:lnTo>
                    <a:pt x="327338" y="119330"/>
                  </a:lnTo>
                  <a:lnTo>
                    <a:pt x="325748" y="114296"/>
                  </a:lnTo>
                  <a:lnTo>
                    <a:pt x="324000" y="109315"/>
                  </a:lnTo>
                  <a:lnTo>
                    <a:pt x="322095" y="104391"/>
                  </a:lnTo>
                  <a:lnTo>
                    <a:pt x="320036" y="99529"/>
                  </a:lnTo>
                  <a:lnTo>
                    <a:pt x="317824" y="94735"/>
                  </a:lnTo>
                  <a:lnTo>
                    <a:pt x="315462" y="90014"/>
                  </a:lnTo>
                  <a:lnTo>
                    <a:pt x="312952" y="85369"/>
                  </a:lnTo>
                  <a:lnTo>
                    <a:pt x="310297" y="80806"/>
                  </a:lnTo>
                  <a:lnTo>
                    <a:pt x="307499" y="76329"/>
                  </a:lnTo>
                  <a:lnTo>
                    <a:pt x="304561" y="71943"/>
                  </a:lnTo>
                  <a:lnTo>
                    <a:pt x="301486" y="67651"/>
                  </a:lnTo>
                  <a:lnTo>
                    <a:pt x="298276" y="63459"/>
                  </a:lnTo>
                  <a:lnTo>
                    <a:pt x="294937" y="59370"/>
                  </a:lnTo>
                  <a:lnTo>
                    <a:pt x="291469" y="55389"/>
                  </a:lnTo>
                  <a:lnTo>
                    <a:pt x="287878" y="51519"/>
                  </a:lnTo>
                  <a:lnTo>
                    <a:pt x="284166" y="47765"/>
                  </a:lnTo>
                  <a:lnTo>
                    <a:pt x="280338" y="44129"/>
                  </a:lnTo>
                  <a:lnTo>
                    <a:pt x="276396" y="40617"/>
                  </a:lnTo>
                  <a:lnTo>
                    <a:pt x="272346" y="37230"/>
                  </a:lnTo>
                  <a:lnTo>
                    <a:pt x="268191" y="33973"/>
                  </a:lnTo>
                  <a:lnTo>
                    <a:pt x="263935" y="30849"/>
                  </a:lnTo>
                  <a:lnTo>
                    <a:pt x="259583" y="27861"/>
                  </a:lnTo>
                  <a:lnTo>
                    <a:pt x="255138" y="25012"/>
                  </a:lnTo>
                  <a:lnTo>
                    <a:pt x="250605" y="22305"/>
                  </a:lnTo>
                  <a:lnTo>
                    <a:pt x="245990" y="19742"/>
                  </a:lnTo>
                  <a:lnTo>
                    <a:pt x="241296" y="17326"/>
                  </a:lnTo>
                  <a:lnTo>
                    <a:pt x="236527" y="15060"/>
                  </a:lnTo>
                  <a:lnTo>
                    <a:pt x="231690" y="12945"/>
                  </a:lnTo>
                  <a:lnTo>
                    <a:pt x="226788" y="10984"/>
                  </a:lnTo>
                  <a:lnTo>
                    <a:pt x="221827" y="9179"/>
                  </a:lnTo>
                  <a:lnTo>
                    <a:pt x="216811" y="7531"/>
                  </a:lnTo>
                  <a:lnTo>
                    <a:pt x="211746" y="6043"/>
                  </a:lnTo>
                  <a:lnTo>
                    <a:pt x="206636" y="4715"/>
                  </a:lnTo>
                  <a:lnTo>
                    <a:pt x="201487" y="3550"/>
                  </a:lnTo>
                  <a:lnTo>
                    <a:pt x="196303" y="2547"/>
                  </a:lnTo>
                  <a:lnTo>
                    <a:pt x="191091" y="1709"/>
                  </a:lnTo>
                  <a:lnTo>
                    <a:pt x="185854" y="1036"/>
                  </a:lnTo>
                  <a:lnTo>
                    <a:pt x="180599" y="528"/>
                  </a:lnTo>
                  <a:lnTo>
                    <a:pt x="175331" y="187"/>
                  </a:lnTo>
                  <a:lnTo>
                    <a:pt x="170054" y="12"/>
                  </a:lnTo>
                  <a:lnTo>
                    <a:pt x="167157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9088" y="5103947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3942171" y="5309273"/>
              <a:ext cx="163722" cy="167167"/>
            </a:xfrm>
            <a:custGeom>
              <a:avLst/>
              <a:pathLst>
                <a:path w="163722" h="167167">
                  <a:moveTo>
                    <a:pt x="163722" y="0"/>
                  </a:moveTo>
                  <a:lnTo>
                    <a:pt x="158281" y="88"/>
                  </a:lnTo>
                  <a:lnTo>
                    <a:pt x="152845" y="354"/>
                  </a:lnTo>
                  <a:lnTo>
                    <a:pt x="147420" y="796"/>
                  </a:lnTo>
                  <a:lnTo>
                    <a:pt x="142013" y="1415"/>
                  </a:lnTo>
                  <a:lnTo>
                    <a:pt x="136629" y="2210"/>
                  </a:lnTo>
                  <a:lnTo>
                    <a:pt x="131274" y="3179"/>
                  </a:lnTo>
                  <a:lnTo>
                    <a:pt x="125953" y="4322"/>
                  </a:lnTo>
                  <a:lnTo>
                    <a:pt x="120672" y="5638"/>
                  </a:lnTo>
                  <a:lnTo>
                    <a:pt x="115436" y="7125"/>
                  </a:lnTo>
                  <a:lnTo>
                    <a:pt x="110252" y="8782"/>
                  </a:lnTo>
                  <a:lnTo>
                    <a:pt x="105125" y="10606"/>
                  </a:lnTo>
                  <a:lnTo>
                    <a:pt x="100059" y="12597"/>
                  </a:lnTo>
                  <a:lnTo>
                    <a:pt x="95061" y="14751"/>
                  </a:lnTo>
                  <a:lnTo>
                    <a:pt x="90136" y="17067"/>
                  </a:lnTo>
                  <a:lnTo>
                    <a:pt x="85289" y="19542"/>
                  </a:lnTo>
                  <a:lnTo>
                    <a:pt x="80525" y="22173"/>
                  </a:lnTo>
                  <a:lnTo>
                    <a:pt x="75849" y="24958"/>
                  </a:lnTo>
                  <a:lnTo>
                    <a:pt x="71267" y="27894"/>
                  </a:lnTo>
                  <a:lnTo>
                    <a:pt x="66782" y="30978"/>
                  </a:lnTo>
                  <a:lnTo>
                    <a:pt x="62400" y="34205"/>
                  </a:lnTo>
                  <a:lnTo>
                    <a:pt x="58126" y="37574"/>
                  </a:lnTo>
                  <a:lnTo>
                    <a:pt x="53963" y="41080"/>
                  </a:lnTo>
                  <a:lnTo>
                    <a:pt x="49917" y="44720"/>
                  </a:lnTo>
                  <a:lnTo>
                    <a:pt x="45991" y="48490"/>
                  </a:lnTo>
                  <a:lnTo>
                    <a:pt x="42190" y="52385"/>
                  </a:lnTo>
                  <a:lnTo>
                    <a:pt x="38518" y="56402"/>
                  </a:lnTo>
                  <a:lnTo>
                    <a:pt x="34979" y="60536"/>
                  </a:lnTo>
                  <a:lnTo>
                    <a:pt x="31576" y="64784"/>
                  </a:lnTo>
                  <a:lnTo>
                    <a:pt x="28313" y="69140"/>
                  </a:lnTo>
                  <a:lnTo>
                    <a:pt x="25194" y="73600"/>
                  </a:lnTo>
                  <a:lnTo>
                    <a:pt x="22222" y="78159"/>
                  </a:lnTo>
                  <a:lnTo>
                    <a:pt x="19399" y="82812"/>
                  </a:lnTo>
                  <a:lnTo>
                    <a:pt x="16730" y="87555"/>
                  </a:lnTo>
                  <a:lnTo>
                    <a:pt x="14216" y="92382"/>
                  </a:lnTo>
                  <a:lnTo>
                    <a:pt x="11861" y="97288"/>
                  </a:lnTo>
                  <a:lnTo>
                    <a:pt x="9667" y="102269"/>
                  </a:lnTo>
                  <a:lnTo>
                    <a:pt x="7636" y="107318"/>
                  </a:lnTo>
                  <a:lnTo>
                    <a:pt x="5770" y="112431"/>
                  </a:lnTo>
                  <a:lnTo>
                    <a:pt x="4072" y="117602"/>
                  </a:lnTo>
                  <a:lnTo>
                    <a:pt x="2543" y="122825"/>
                  </a:lnTo>
                  <a:lnTo>
                    <a:pt x="1185" y="128095"/>
                  </a:lnTo>
                  <a:lnTo>
                    <a:pt x="0" y="133407"/>
                  </a:lnTo>
                  <a:lnTo>
                    <a:pt x="16372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3938741" y="5309273"/>
              <a:ext cx="334301" cy="334334"/>
            </a:xfrm>
            <a:custGeom>
              <a:avLst/>
              <a:pathLst>
                <a:path w="334301" h="334334">
                  <a:moveTo>
                    <a:pt x="3430" y="133407"/>
                  </a:moveTo>
                  <a:lnTo>
                    <a:pt x="2442" y="138615"/>
                  </a:lnTo>
                  <a:lnTo>
                    <a:pt x="1619" y="143853"/>
                  </a:lnTo>
                  <a:lnTo>
                    <a:pt x="963" y="149113"/>
                  </a:lnTo>
                  <a:lnTo>
                    <a:pt x="474" y="154392"/>
                  </a:lnTo>
                  <a:lnTo>
                    <a:pt x="153" y="159684"/>
                  </a:lnTo>
                  <a:lnTo>
                    <a:pt x="0" y="164983"/>
                  </a:lnTo>
                  <a:lnTo>
                    <a:pt x="14" y="170284"/>
                  </a:lnTo>
                  <a:lnTo>
                    <a:pt x="197" y="175582"/>
                  </a:lnTo>
                  <a:lnTo>
                    <a:pt x="548" y="180872"/>
                  </a:lnTo>
                  <a:lnTo>
                    <a:pt x="1066" y="186148"/>
                  </a:lnTo>
                  <a:lnTo>
                    <a:pt x="1752" y="191405"/>
                  </a:lnTo>
                  <a:lnTo>
                    <a:pt x="2604" y="196638"/>
                  </a:lnTo>
                  <a:lnTo>
                    <a:pt x="3621" y="201841"/>
                  </a:lnTo>
                  <a:lnTo>
                    <a:pt x="4802" y="207009"/>
                  </a:lnTo>
                  <a:lnTo>
                    <a:pt x="6147" y="212137"/>
                  </a:lnTo>
                  <a:lnTo>
                    <a:pt x="7654" y="217219"/>
                  </a:lnTo>
                  <a:lnTo>
                    <a:pt x="9322" y="222252"/>
                  </a:lnTo>
                  <a:lnTo>
                    <a:pt x="11148" y="227229"/>
                  </a:lnTo>
                  <a:lnTo>
                    <a:pt x="13131" y="232145"/>
                  </a:lnTo>
                  <a:lnTo>
                    <a:pt x="15269" y="236996"/>
                  </a:lnTo>
                  <a:lnTo>
                    <a:pt x="17559" y="241777"/>
                  </a:lnTo>
                  <a:lnTo>
                    <a:pt x="20000" y="246483"/>
                  </a:lnTo>
                  <a:lnTo>
                    <a:pt x="22589" y="251110"/>
                  </a:lnTo>
                  <a:lnTo>
                    <a:pt x="25324" y="255651"/>
                  </a:lnTo>
                  <a:lnTo>
                    <a:pt x="28201" y="260104"/>
                  </a:lnTo>
                  <a:lnTo>
                    <a:pt x="31218" y="264464"/>
                  </a:lnTo>
                  <a:lnTo>
                    <a:pt x="34371" y="268725"/>
                  </a:lnTo>
                  <a:lnTo>
                    <a:pt x="37658" y="272884"/>
                  </a:lnTo>
                  <a:lnTo>
                    <a:pt x="41076" y="276937"/>
                  </a:lnTo>
                  <a:lnTo>
                    <a:pt x="44620" y="280880"/>
                  </a:lnTo>
                  <a:lnTo>
                    <a:pt x="48287" y="284708"/>
                  </a:lnTo>
                  <a:lnTo>
                    <a:pt x="52074" y="288418"/>
                  </a:lnTo>
                  <a:lnTo>
                    <a:pt x="55977" y="292006"/>
                  </a:lnTo>
                  <a:lnTo>
                    <a:pt x="59991" y="295469"/>
                  </a:lnTo>
                  <a:lnTo>
                    <a:pt x="64113" y="298802"/>
                  </a:lnTo>
                  <a:lnTo>
                    <a:pt x="68339" y="302003"/>
                  </a:lnTo>
                  <a:lnTo>
                    <a:pt x="72664" y="305069"/>
                  </a:lnTo>
                  <a:lnTo>
                    <a:pt x="77085" y="307996"/>
                  </a:lnTo>
                  <a:lnTo>
                    <a:pt x="81596" y="310781"/>
                  </a:lnTo>
                  <a:lnTo>
                    <a:pt x="86192" y="313421"/>
                  </a:lnTo>
                  <a:lnTo>
                    <a:pt x="90871" y="315915"/>
                  </a:lnTo>
                  <a:lnTo>
                    <a:pt x="95626" y="318259"/>
                  </a:lnTo>
                  <a:lnTo>
                    <a:pt x="100453" y="320451"/>
                  </a:lnTo>
                  <a:lnTo>
                    <a:pt x="105347" y="322489"/>
                  </a:lnTo>
                  <a:lnTo>
                    <a:pt x="110303" y="324371"/>
                  </a:lnTo>
                  <a:lnTo>
                    <a:pt x="115316" y="326094"/>
                  </a:lnTo>
                  <a:lnTo>
                    <a:pt x="120382" y="327658"/>
                  </a:lnTo>
                  <a:lnTo>
                    <a:pt x="125494" y="329061"/>
                  </a:lnTo>
                  <a:lnTo>
                    <a:pt x="130649" y="330300"/>
                  </a:lnTo>
                  <a:lnTo>
                    <a:pt x="135840" y="331376"/>
                  </a:lnTo>
                  <a:lnTo>
                    <a:pt x="141063" y="332286"/>
                  </a:lnTo>
                  <a:lnTo>
                    <a:pt x="146312" y="333030"/>
                  </a:lnTo>
                  <a:lnTo>
                    <a:pt x="151582" y="333608"/>
                  </a:lnTo>
                  <a:lnTo>
                    <a:pt x="156867" y="334018"/>
                  </a:lnTo>
                  <a:lnTo>
                    <a:pt x="162163" y="334260"/>
                  </a:lnTo>
                  <a:lnTo>
                    <a:pt x="167464" y="334334"/>
                  </a:lnTo>
                  <a:lnTo>
                    <a:pt x="172764" y="334240"/>
                  </a:lnTo>
                  <a:lnTo>
                    <a:pt x="178059" y="333978"/>
                  </a:lnTo>
                  <a:lnTo>
                    <a:pt x="183343" y="333548"/>
                  </a:lnTo>
                  <a:lnTo>
                    <a:pt x="188611" y="332951"/>
                  </a:lnTo>
                  <a:lnTo>
                    <a:pt x="193857" y="332188"/>
                  </a:lnTo>
                  <a:lnTo>
                    <a:pt x="199076" y="331258"/>
                  </a:lnTo>
                  <a:lnTo>
                    <a:pt x="204263" y="330163"/>
                  </a:lnTo>
                  <a:lnTo>
                    <a:pt x="209413" y="328904"/>
                  </a:lnTo>
                  <a:lnTo>
                    <a:pt x="214520" y="327483"/>
                  </a:lnTo>
                  <a:lnTo>
                    <a:pt x="219580" y="325900"/>
                  </a:lnTo>
                  <a:lnTo>
                    <a:pt x="224587" y="324158"/>
                  </a:lnTo>
                  <a:lnTo>
                    <a:pt x="229536" y="322258"/>
                  </a:lnTo>
                  <a:lnTo>
                    <a:pt x="234423" y="320202"/>
                  </a:lnTo>
                  <a:lnTo>
                    <a:pt x="239241" y="317992"/>
                  </a:lnTo>
                  <a:lnTo>
                    <a:pt x="243988" y="315630"/>
                  </a:lnTo>
                  <a:lnTo>
                    <a:pt x="248657" y="313119"/>
                  </a:lnTo>
                  <a:lnTo>
                    <a:pt x="253244" y="310461"/>
                  </a:lnTo>
                  <a:lnTo>
                    <a:pt x="257744" y="307659"/>
                  </a:lnTo>
                  <a:lnTo>
                    <a:pt x="262154" y="304716"/>
                  </a:lnTo>
                  <a:lnTo>
                    <a:pt x="266467" y="301635"/>
                  </a:lnTo>
                  <a:lnTo>
                    <a:pt x="270681" y="298418"/>
                  </a:lnTo>
                  <a:lnTo>
                    <a:pt x="274791" y="295069"/>
                  </a:lnTo>
                  <a:lnTo>
                    <a:pt x="278793" y="291592"/>
                  </a:lnTo>
                  <a:lnTo>
                    <a:pt x="282682" y="287989"/>
                  </a:lnTo>
                  <a:lnTo>
                    <a:pt x="286455" y="284265"/>
                  </a:lnTo>
                  <a:lnTo>
                    <a:pt x="290108" y="280423"/>
                  </a:lnTo>
                  <a:lnTo>
                    <a:pt x="293637" y="276467"/>
                  </a:lnTo>
                  <a:lnTo>
                    <a:pt x="297040" y="272402"/>
                  </a:lnTo>
                  <a:lnTo>
                    <a:pt x="300311" y="268230"/>
                  </a:lnTo>
                  <a:lnTo>
                    <a:pt x="303449" y="263957"/>
                  </a:lnTo>
                  <a:lnTo>
                    <a:pt x="306450" y="259586"/>
                  </a:lnTo>
                  <a:lnTo>
                    <a:pt x="309310" y="255123"/>
                  </a:lnTo>
                  <a:lnTo>
                    <a:pt x="312028" y="250571"/>
                  </a:lnTo>
                  <a:lnTo>
                    <a:pt x="314599" y="245935"/>
                  </a:lnTo>
                  <a:lnTo>
                    <a:pt x="317023" y="241220"/>
                  </a:lnTo>
                  <a:lnTo>
                    <a:pt x="319296" y="236431"/>
                  </a:lnTo>
                  <a:lnTo>
                    <a:pt x="321415" y="231572"/>
                  </a:lnTo>
                  <a:lnTo>
                    <a:pt x="323380" y="226648"/>
                  </a:lnTo>
                  <a:lnTo>
                    <a:pt x="325188" y="221664"/>
                  </a:lnTo>
                  <a:lnTo>
                    <a:pt x="326836" y="216625"/>
                  </a:lnTo>
                  <a:lnTo>
                    <a:pt x="328324" y="211537"/>
                  </a:lnTo>
                  <a:lnTo>
                    <a:pt x="329650" y="206404"/>
                  </a:lnTo>
                  <a:lnTo>
                    <a:pt x="330813" y="201232"/>
                  </a:lnTo>
                  <a:lnTo>
                    <a:pt x="331810" y="196025"/>
                  </a:lnTo>
                  <a:lnTo>
                    <a:pt x="332643" y="190789"/>
                  </a:lnTo>
                  <a:lnTo>
                    <a:pt x="333308" y="185530"/>
                  </a:lnTo>
                  <a:lnTo>
                    <a:pt x="333807" y="180252"/>
                  </a:lnTo>
                  <a:lnTo>
                    <a:pt x="334138" y="174961"/>
                  </a:lnTo>
                  <a:lnTo>
                    <a:pt x="334301" y="169662"/>
                  </a:lnTo>
                  <a:lnTo>
                    <a:pt x="334297" y="164361"/>
                  </a:lnTo>
                  <a:lnTo>
                    <a:pt x="334124" y="159062"/>
                  </a:lnTo>
                  <a:lnTo>
                    <a:pt x="333783" y="153772"/>
                  </a:lnTo>
                  <a:lnTo>
                    <a:pt x="333274" y="148495"/>
                  </a:lnTo>
                  <a:lnTo>
                    <a:pt x="332598" y="143237"/>
                  </a:lnTo>
                  <a:lnTo>
                    <a:pt x="331756" y="138002"/>
                  </a:lnTo>
                  <a:lnTo>
                    <a:pt x="330749" y="132798"/>
                  </a:lnTo>
                  <a:lnTo>
                    <a:pt x="329577" y="127627"/>
                  </a:lnTo>
                  <a:lnTo>
                    <a:pt x="328241" y="122497"/>
                  </a:lnTo>
                  <a:lnTo>
                    <a:pt x="326744" y="117412"/>
                  </a:lnTo>
                  <a:lnTo>
                    <a:pt x="325086" y="112376"/>
                  </a:lnTo>
                  <a:lnTo>
                    <a:pt x="323269" y="107396"/>
                  </a:lnTo>
                  <a:lnTo>
                    <a:pt x="321295" y="102475"/>
                  </a:lnTo>
                  <a:lnTo>
                    <a:pt x="319166" y="97620"/>
                  </a:lnTo>
                  <a:lnTo>
                    <a:pt x="316885" y="92835"/>
                  </a:lnTo>
                  <a:lnTo>
                    <a:pt x="314452" y="88124"/>
                  </a:lnTo>
                  <a:lnTo>
                    <a:pt x="311872" y="83493"/>
                  </a:lnTo>
                  <a:lnTo>
                    <a:pt x="309146" y="78947"/>
                  </a:lnTo>
                  <a:lnTo>
                    <a:pt x="306277" y="74488"/>
                  </a:lnTo>
                  <a:lnTo>
                    <a:pt x="303269" y="70124"/>
                  </a:lnTo>
                  <a:lnTo>
                    <a:pt x="300123" y="65856"/>
                  </a:lnTo>
                  <a:lnTo>
                    <a:pt x="296844" y="61691"/>
                  </a:lnTo>
                  <a:lnTo>
                    <a:pt x="293434" y="57631"/>
                  </a:lnTo>
                  <a:lnTo>
                    <a:pt x="289897" y="53682"/>
                  </a:lnTo>
                  <a:lnTo>
                    <a:pt x="286237" y="49847"/>
                  </a:lnTo>
                  <a:lnTo>
                    <a:pt x="282457" y="46130"/>
                  </a:lnTo>
                  <a:lnTo>
                    <a:pt x="278561" y="42535"/>
                  </a:lnTo>
                  <a:lnTo>
                    <a:pt x="274553" y="39065"/>
                  </a:lnTo>
                  <a:lnTo>
                    <a:pt x="270437" y="35724"/>
                  </a:lnTo>
                  <a:lnTo>
                    <a:pt x="266217" y="32515"/>
                  </a:lnTo>
                  <a:lnTo>
                    <a:pt x="261897" y="29441"/>
                  </a:lnTo>
                  <a:lnTo>
                    <a:pt x="257483" y="26506"/>
                  </a:lnTo>
                  <a:lnTo>
                    <a:pt x="252977" y="23713"/>
                  </a:lnTo>
                  <a:lnTo>
                    <a:pt x="248385" y="21063"/>
                  </a:lnTo>
                  <a:lnTo>
                    <a:pt x="243711" y="18561"/>
                  </a:lnTo>
                  <a:lnTo>
                    <a:pt x="238961" y="16208"/>
                  </a:lnTo>
                  <a:lnTo>
                    <a:pt x="234138" y="14007"/>
                  </a:lnTo>
                  <a:lnTo>
                    <a:pt x="229248" y="11960"/>
                  </a:lnTo>
                  <a:lnTo>
                    <a:pt x="224295" y="10069"/>
                  </a:lnTo>
                  <a:lnTo>
                    <a:pt x="219285" y="8336"/>
                  </a:lnTo>
                  <a:lnTo>
                    <a:pt x="214222" y="6763"/>
                  </a:lnTo>
                  <a:lnTo>
                    <a:pt x="209112" y="5351"/>
                  </a:lnTo>
                  <a:lnTo>
                    <a:pt x="203960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2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93354" y="5399291"/>
              <a:ext cx="23925" cy="167167"/>
            </a:xfrm>
            <a:custGeom>
              <a:avLst/>
              <a:pathLst>
                <a:path w="23925" h="167167">
                  <a:moveTo>
                    <a:pt x="23925" y="0"/>
                  </a:moveTo>
                  <a:lnTo>
                    <a:pt x="15925" y="191"/>
                  </a:lnTo>
                  <a:lnTo>
                    <a:pt x="7944" y="765"/>
                  </a:lnTo>
                  <a:lnTo>
                    <a:pt x="0" y="1720"/>
                  </a:lnTo>
                  <a:lnTo>
                    <a:pt x="2392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93354" y="5401012"/>
              <a:ext cx="23925" cy="165446"/>
            </a:xfrm>
            <a:custGeom>
              <a:avLst/>
              <a:pathLst>
                <a:path w="23925" h="165446">
                  <a:moveTo>
                    <a:pt x="0" y="0"/>
                  </a:moveTo>
                  <a:lnTo>
                    <a:pt x="23925" y="1654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93354" y="5401012"/>
              <a:ext cx="23925" cy="165446"/>
            </a:xfrm>
            <a:custGeom>
              <a:avLst/>
              <a:pathLst>
                <a:path w="23925" h="165446">
                  <a:moveTo>
                    <a:pt x="0" y="0"/>
                  </a:moveTo>
                  <a:lnTo>
                    <a:pt x="23925" y="1654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3354" y="5401012"/>
              <a:ext cx="23925" cy="165446"/>
            </a:xfrm>
            <a:custGeom>
              <a:avLst/>
              <a:pathLst>
                <a:path w="23925" h="165446">
                  <a:moveTo>
                    <a:pt x="0" y="0"/>
                  </a:moveTo>
                  <a:lnTo>
                    <a:pt x="23925" y="1654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3354" y="5401012"/>
              <a:ext cx="23925" cy="165446"/>
            </a:xfrm>
            <a:custGeom>
              <a:avLst/>
              <a:pathLst>
                <a:path w="23925" h="165446">
                  <a:moveTo>
                    <a:pt x="0" y="0"/>
                  </a:moveTo>
                  <a:lnTo>
                    <a:pt x="23925" y="1654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3354" y="5401012"/>
              <a:ext cx="23925" cy="165446"/>
            </a:xfrm>
            <a:custGeom>
              <a:avLst/>
              <a:pathLst>
                <a:path w="23925" h="165446">
                  <a:moveTo>
                    <a:pt x="0" y="0"/>
                  </a:moveTo>
                  <a:lnTo>
                    <a:pt x="23925" y="1654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3354" y="5401012"/>
              <a:ext cx="23925" cy="165446"/>
            </a:xfrm>
            <a:custGeom>
              <a:avLst/>
              <a:pathLst>
                <a:path w="23925" h="165446">
                  <a:moveTo>
                    <a:pt x="0" y="0"/>
                  </a:moveTo>
                  <a:lnTo>
                    <a:pt x="23925" y="1654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450114" y="5401012"/>
              <a:ext cx="334316" cy="332612"/>
            </a:xfrm>
            <a:custGeom>
              <a:avLst/>
              <a:pathLst>
                <a:path w="334316" h="332612">
                  <a:moveTo>
                    <a:pt x="143240" y="0"/>
                  </a:moveTo>
                  <a:lnTo>
                    <a:pt x="138023" y="838"/>
                  </a:lnTo>
                  <a:lnTo>
                    <a:pt x="132836" y="1841"/>
                  </a:lnTo>
                  <a:lnTo>
                    <a:pt x="127683" y="3008"/>
                  </a:lnTo>
                  <a:lnTo>
                    <a:pt x="122569" y="4337"/>
                  </a:lnTo>
                  <a:lnTo>
                    <a:pt x="117500" y="5826"/>
                  </a:lnTo>
                  <a:lnTo>
                    <a:pt x="112481" y="7476"/>
                  </a:lnTo>
                  <a:lnTo>
                    <a:pt x="107516" y="9283"/>
                  </a:lnTo>
                  <a:lnTo>
                    <a:pt x="102611" y="11246"/>
                  </a:lnTo>
                  <a:lnTo>
                    <a:pt x="97770" y="13363"/>
                  </a:lnTo>
                  <a:lnTo>
                    <a:pt x="92999" y="15632"/>
                  </a:lnTo>
                  <a:lnTo>
                    <a:pt x="88301" y="18050"/>
                  </a:lnTo>
                  <a:lnTo>
                    <a:pt x="83683" y="20616"/>
                  </a:lnTo>
                  <a:lnTo>
                    <a:pt x="79148" y="23327"/>
                  </a:lnTo>
                  <a:lnTo>
                    <a:pt x="74701" y="26179"/>
                  </a:lnTo>
                  <a:lnTo>
                    <a:pt x="70346" y="29171"/>
                  </a:lnTo>
                  <a:lnTo>
                    <a:pt x="66088" y="32298"/>
                  </a:lnTo>
                  <a:lnTo>
                    <a:pt x="61930" y="35559"/>
                  </a:lnTo>
                  <a:lnTo>
                    <a:pt x="57878" y="38949"/>
                  </a:lnTo>
                  <a:lnTo>
                    <a:pt x="53935" y="42466"/>
                  </a:lnTo>
                  <a:lnTo>
                    <a:pt x="50106" y="46106"/>
                  </a:lnTo>
                  <a:lnTo>
                    <a:pt x="46393" y="49865"/>
                  </a:lnTo>
                  <a:lnTo>
                    <a:pt x="42801" y="53739"/>
                  </a:lnTo>
                  <a:lnTo>
                    <a:pt x="39333" y="57725"/>
                  </a:lnTo>
                  <a:lnTo>
                    <a:pt x="35992" y="61818"/>
                  </a:lnTo>
                  <a:lnTo>
                    <a:pt x="32783" y="66015"/>
                  </a:lnTo>
                  <a:lnTo>
                    <a:pt x="29708" y="70312"/>
                  </a:lnTo>
                  <a:lnTo>
                    <a:pt x="26770" y="74703"/>
                  </a:lnTo>
                  <a:lnTo>
                    <a:pt x="23973" y="79185"/>
                  </a:lnTo>
                  <a:lnTo>
                    <a:pt x="21318" y="83753"/>
                  </a:lnTo>
                  <a:lnTo>
                    <a:pt x="18810" y="88403"/>
                  </a:lnTo>
                  <a:lnTo>
                    <a:pt x="16449" y="93130"/>
                  </a:lnTo>
                  <a:lnTo>
                    <a:pt x="14239" y="97929"/>
                  </a:lnTo>
                  <a:lnTo>
                    <a:pt x="12182" y="102795"/>
                  </a:lnTo>
                  <a:lnTo>
                    <a:pt x="10279" y="107724"/>
                  </a:lnTo>
                  <a:lnTo>
                    <a:pt x="8533" y="112711"/>
                  </a:lnTo>
                  <a:lnTo>
                    <a:pt x="6946" y="117750"/>
                  </a:lnTo>
                  <a:lnTo>
                    <a:pt x="5519" y="122837"/>
                  </a:lnTo>
                  <a:lnTo>
                    <a:pt x="4253" y="127966"/>
                  </a:lnTo>
                  <a:lnTo>
                    <a:pt x="3150" y="133133"/>
                  </a:lnTo>
                  <a:lnTo>
                    <a:pt x="2211" y="138333"/>
                  </a:lnTo>
                  <a:lnTo>
                    <a:pt x="1437" y="143559"/>
                  </a:lnTo>
                  <a:lnTo>
                    <a:pt x="828" y="148807"/>
                  </a:lnTo>
                  <a:lnTo>
                    <a:pt x="385" y="154072"/>
                  </a:lnTo>
                  <a:lnTo>
                    <a:pt x="109" y="159348"/>
                  </a:lnTo>
                  <a:lnTo>
                    <a:pt x="0" y="164630"/>
                  </a:lnTo>
                  <a:lnTo>
                    <a:pt x="57" y="169913"/>
                  </a:lnTo>
                  <a:lnTo>
                    <a:pt x="282" y="175192"/>
                  </a:lnTo>
                  <a:lnTo>
                    <a:pt x="673" y="180461"/>
                  </a:lnTo>
                  <a:lnTo>
                    <a:pt x="1231" y="185715"/>
                  </a:lnTo>
                  <a:lnTo>
                    <a:pt x="1954" y="190949"/>
                  </a:lnTo>
                  <a:lnTo>
                    <a:pt x="2843" y="196157"/>
                  </a:lnTo>
                  <a:lnTo>
                    <a:pt x="3895" y="201334"/>
                  </a:lnTo>
                  <a:lnTo>
                    <a:pt x="5111" y="206476"/>
                  </a:lnTo>
                  <a:lnTo>
                    <a:pt x="6488" y="211576"/>
                  </a:lnTo>
                  <a:lnTo>
                    <a:pt x="8027" y="216631"/>
                  </a:lnTo>
                  <a:lnTo>
                    <a:pt x="9724" y="221634"/>
                  </a:lnTo>
                  <a:lnTo>
                    <a:pt x="11578" y="226582"/>
                  </a:lnTo>
                  <a:lnTo>
                    <a:pt x="13587" y="231468"/>
                  </a:lnTo>
                  <a:lnTo>
                    <a:pt x="15751" y="236288"/>
                  </a:lnTo>
                  <a:lnTo>
                    <a:pt x="18065" y="241038"/>
                  </a:lnTo>
                  <a:lnTo>
                    <a:pt x="20528" y="245712"/>
                  </a:lnTo>
                  <a:lnTo>
                    <a:pt x="23138" y="250306"/>
                  </a:lnTo>
                  <a:lnTo>
                    <a:pt x="25892" y="254815"/>
                  </a:lnTo>
                  <a:lnTo>
                    <a:pt x="28786" y="259235"/>
                  </a:lnTo>
                  <a:lnTo>
                    <a:pt x="31819" y="263561"/>
                  </a:lnTo>
                  <a:lnTo>
                    <a:pt x="34987" y="267789"/>
                  </a:lnTo>
                  <a:lnTo>
                    <a:pt x="38288" y="271915"/>
                  </a:lnTo>
                  <a:lnTo>
                    <a:pt x="41717" y="275934"/>
                  </a:lnTo>
                  <a:lnTo>
                    <a:pt x="45271" y="279843"/>
                  </a:lnTo>
                  <a:lnTo>
                    <a:pt x="48947" y="283638"/>
                  </a:lnTo>
                  <a:lnTo>
                    <a:pt x="52741" y="287315"/>
                  </a:lnTo>
                  <a:lnTo>
                    <a:pt x="56649" y="290870"/>
                  </a:lnTo>
                  <a:lnTo>
                    <a:pt x="60668" y="294300"/>
                  </a:lnTo>
                  <a:lnTo>
                    <a:pt x="64793" y="297601"/>
                  </a:lnTo>
                  <a:lnTo>
                    <a:pt x="69021" y="300770"/>
                  </a:lnTo>
                  <a:lnTo>
                    <a:pt x="73346" y="303804"/>
                  </a:lnTo>
                  <a:lnTo>
                    <a:pt x="77765" y="306700"/>
                  </a:lnTo>
                  <a:lnTo>
                    <a:pt x="82274" y="309454"/>
                  </a:lnTo>
                  <a:lnTo>
                    <a:pt x="86867" y="312065"/>
                  </a:lnTo>
                  <a:lnTo>
                    <a:pt x="91541" y="314530"/>
                  </a:lnTo>
                  <a:lnTo>
                    <a:pt x="96290" y="316845"/>
                  </a:lnTo>
                  <a:lnTo>
                    <a:pt x="101109" y="319009"/>
                  </a:lnTo>
                  <a:lnTo>
                    <a:pt x="105995" y="321020"/>
                  </a:lnTo>
                  <a:lnTo>
                    <a:pt x="110942" y="322875"/>
                  </a:lnTo>
                  <a:lnTo>
                    <a:pt x="115945" y="324573"/>
                  </a:lnTo>
                  <a:lnTo>
                    <a:pt x="120999" y="326112"/>
                  </a:lnTo>
                  <a:lnTo>
                    <a:pt x="126100" y="327491"/>
                  </a:lnTo>
                  <a:lnTo>
                    <a:pt x="131241" y="328708"/>
                  </a:lnTo>
                  <a:lnTo>
                    <a:pt x="136418" y="329762"/>
                  </a:lnTo>
                  <a:lnTo>
                    <a:pt x="141626" y="330651"/>
                  </a:lnTo>
                  <a:lnTo>
                    <a:pt x="146860" y="331376"/>
                  </a:lnTo>
                  <a:lnTo>
                    <a:pt x="152114" y="331934"/>
                  </a:lnTo>
                  <a:lnTo>
                    <a:pt x="157382" y="332327"/>
                  </a:lnTo>
                  <a:lnTo>
                    <a:pt x="162661" y="332553"/>
                  </a:lnTo>
                  <a:lnTo>
                    <a:pt x="167944" y="332612"/>
                  </a:lnTo>
                  <a:lnTo>
                    <a:pt x="173226" y="332503"/>
                  </a:lnTo>
                  <a:lnTo>
                    <a:pt x="178503" y="332228"/>
                  </a:lnTo>
                  <a:lnTo>
                    <a:pt x="183768" y="331787"/>
                  </a:lnTo>
                  <a:lnTo>
                    <a:pt x="189016" y="331179"/>
                  </a:lnTo>
                  <a:lnTo>
                    <a:pt x="194242" y="330406"/>
                  </a:lnTo>
                  <a:lnTo>
                    <a:pt x="199442" y="329468"/>
                  </a:lnTo>
                  <a:lnTo>
                    <a:pt x="204609" y="328366"/>
                  </a:lnTo>
                  <a:lnTo>
                    <a:pt x="209739" y="327101"/>
                  </a:lnTo>
                  <a:lnTo>
                    <a:pt x="214826" y="325675"/>
                  </a:lnTo>
                  <a:lnTo>
                    <a:pt x="219866" y="324089"/>
                  </a:lnTo>
                  <a:lnTo>
                    <a:pt x="224853" y="322344"/>
                  </a:lnTo>
                  <a:lnTo>
                    <a:pt x="229782" y="320443"/>
                  </a:lnTo>
                  <a:lnTo>
                    <a:pt x="234649" y="318387"/>
                  </a:lnTo>
                  <a:lnTo>
                    <a:pt x="239448" y="316178"/>
                  </a:lnTo>
                  <a:lnTo>
                    <a:pt x="244176" y="313818"/>
                  </a:lnTo>
                  <a:lnTo>
                    <a:pt x="248826" y="311310"/>
                  </a:lnTo>
                  <a:lnTo>
                    <a:pt x="253395" y="308657"/>
                  </a:lnTo>
                  <a:lnTo>
                    <a:pt x="257877" y="305860"/>
                  </a:lnTo>
                  <a:lnTo>
                    <a:pt x="262269" y="302924"/>
                  </a:lnTo>
                  <a:lnTo>
                    <a:pt x="266566" y="299850"/>
                  </a:lnTo>
                  <a:lnTo>
                    <a:pt x="270764" y="296641"/>
                  </a:lnTo>
                  <a:lnTo>
                    <a:pt x="274858" y="293302"/>
                  </a:lnTo>
                  <a:lnTo>
                    <a:pt x="278845" y="289835"/>
                  </a:lnTo>
                  <a:lnTo>
                    <a:pt x="282720" y="286243"/>
                  </a:lnTo>
                  <a:lnTo>
                    <a:pt x="286480" y="282531"/>
                  </a:lnTo>
                  <a:lnTo>
                    <a:pt x="290120" y="278702"/>
                  </a:lnTo>
                  <a:lnTo>
                    <a:pt x="293638" y="274760"/>
                  </a:lnTo>
                  <a:lnTo>
                    <a:pt x="297029" y="270709"/>
                  </a:lnTo>
                  <a:lnTo>
                    <a:pt x="300291" y="266552"/>
                  </a:lnTo>
                  <a:lnTo>
                    <a:pt x="303419" y="262295"/>
                  </a:lnTo>
                  <a:lnTo>
                    <a:pt x="306412" y="257941"/>
                  </a:lnTo>
                  <a:lnTo>
                    <a:pt x="309265" y="253494"/>
                  </a:lnTo>
                  <a:lnTo>
                    <a:pt x="311977" y="248959"/>
                  </a:lnTo>
                  <a:lnTo>
                    <a:pt x="314544" y="244342"/>
                  </a:lnTo>
                  <a:lnTo>
                    <a:pt x="316963" y="239645"/>
                  </a:lnTo>
                  <a:lnTo>
                    <a:pt x="319233" y="234874"/>
                  </a:lnTo>
                  <a:lnTo>
                    <a:pt x="321351" y="230034"/>
                  </a:lnTo>
                  <a:lnTo>
                    <a:pt x="323315" y="225129"/>
                  </a:lnTo>
                  <a:lnTo>
                    <a:pt x="325123" y="220164"/>
                  </a:lnTo>
                  <a:lnTo>
                    <a:pt x="326774" y="215145"/>
                  </a:lnTo>
                  <a:lnTo>
                    <a:pt x="328264" y="210077"/>
                  </a:lnTo>
                  <a:lnTo>
                    <a:pt x="329594" y="204963"/>
                  </a:lnTo>
                  <a:lnTo>
                    <a:pt x="330762" y="199811"/>
                  </a:lnTo>
                  <a:lnTo>
                    <a:pt x="331766" y="194624"/>
                  </a:lnTo>
                  <a:lnTo>
                    <a:pt x="332606" y="189407"/>
                  </a:lnTo>
                  <a:lnTo>
                    <a:pt x="333281" y="184167"/>
                  </a:lnTo>
                  <a:lnTo>
                    <a:pt x="333789" y="178908"/>
                  </a:lnTo>
                  <a:lnTo>
                    <a:pt x="334132" y="173636"/>
                  </a:lnTo>
                  <a:lnTo>
                    <a:pt x="334307" y="168356"/>
                  </a:lnTo>
                  <a:lnTo>
                    <a:pt x="334316" y="163072"/>
                  </a:lnTo>
                  <a:lnTo>
                    <a:pt x="334157" y="157791"/>
                  </a:lnTo>
                  <a:lnTo>
                    <a:pt x="333832" y="152518"/>
                  </a:lnTo>
                  <a:lnTo>
                    <a:pt x="333340" y="147257"/>
                  </a:lnTo>
                  <a:lnTo>
                    <a:pt x="332682" y="142015"/>
                  </a:lnTo>
                  <a:lnTo>
                    <a:pt x="331859" y="136796"/>
                  </a:lnTo>
                  <a:lnTo>
                    <a:pt x="330871" y="131606"/>
                  </a:lnTo>
                  <a:lnTo>
                    <a:pt x="329720" y="126450"/>
                  </a:lnTo>
                  <a:lnTo>
                    <a:pt x="328407" y="121332"/>
                  </a:lnTo>
                  <a:lnTo>
                    <a:pt x="326932" y="116259"/>
                  </a:lnTo>
                  <a:lnTo>
                    <a:pt x="325298" y="111234"/>
                  </a:lnTo>
                  <a:lnTo>
                    <a:pt x="323506" y="106264"/>
                  </a:lnTo>
                  <a:lnTo>
                    <a:pt x="321557" y="101353"/>
                  </a:lnTo>
                  <a:lnTo>
                    <a:pt x="319455" y="96506"/>
                  </a:lnTo>
                  <a:lnTo>
                    <a:pt x="317200" y="91728"/>
                  </a:lnTo>
                  <a:lnTo>
                    <a:pt x="314796" y="87023"/>
                  </a:lnTo>
                  <a:lnTo>
                    <a:pt x="312244" y="82397"/>
                  </a:lnTo>
                  <a:lnTo>
                    <a:pt x="309547" y="77854"/>
                  </a:lnTo>
                  <a:lnTo>
                    <a:pt x="306708" y="73398"/>
                  </a:lnTo>
                  <a:lnTo>
                    <a:pt x="303729" y="69034"/>
                  </a:lnTo>
                  <a:lnTo>
                    <a:pt x="300614" y="64767"/>
                  </a:lnTo>
                  <a:lnTo>
                    <a:pt x="297366" y="60600"/>
                  </a:lnTo>
                  <a:lnTo>
                    <a:pt x="293988" y="56538"/>
                  </a:lnTo>
                  <a:lnTo>
                    <a:pt x="290483" y="52585"/>
                  </a:lnTo>
                  <a:lnTo>
                    <a:pt x="286854" y="48744"/>
                  </a:lnTo>
                  <a:lnTo>
                    <a:pt x="283107" y="45020"/>
                  </a:lnTo>
                  <a:lnTo>
                    <a:pt x="279243" y="41416"/>
                  </a:lnTo>
                  <a:lnTo>
                    <a:pt x="275268" y="37936"/>
                  </a:lnTo>
                  <a:lnTo>
                    <a:pt x="271184" y="34584"/>
                  </a:lnTo>
                  <a:lnTo>
                    <a:pt x="266997" y="31362"/>
                  </a:lnTo>
                  <a:lnTo>
                    <a:pt x="262710" y="28274"/>
                  </a:lnTo>
                  <a:lnTo>
                    <a:pt x="258327" y="25323"/>
                  </a:lnTo>
                  <a:lnTo>
                    <a:pt x="253854" y="22512"/>
                  </a:lnTo>
                  <a:lnTo>
                    <a:pt x="249293" y="19844"/>
                  </a:lnTo>
                  <a:lnTo>
                    <a:pt x="244651" y="17321"/>
                  </a:lnTo>
                  <a:lnTo>
                    <a:pt x="239931" y="14947"/>
                  </a:lnTo>
                  <a:lnTo>
                    <a:pt x="235139" y="12722"/>
                  </a:lnTo>
                  <a:lnTo>
                    <a:pt x="230279" y="10651"/>
                  </a:lnTo>
                  <a:lnTo>
                    <a:pt x="225356" y="8733"/>
                  </a:lnTo>
                  <a:lnTo>
                    <a:pt x="220374" y="6973"/>
                  </a:lnTo>
                  <a:lnTo>
                    <a:pt x="215340" y="5370"/>
                  </a:lnTo>
                  <a:lnTo>
                    <a:pt x="210257" y="3928"/>
                  </a:lnTo>
                  <a:lnTo>
                    <a:pt x="205131" y="2647"/>
                  </a:lnTo>
                  <a:lnTo>
                    <a:pt x="199968" y="1528"/>
                  </a:lnTo>
                  <a:lnTo>
                    <a:pt x="194771" y="574"/>
                  </a:lnTo>
                  <a:lnTo>
                    <a:pt x="167165" y="1654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617280" y="5399291"/>
              <a:ext cx="27606" cy="167167"/>
            </a:xfrm>
            <a:custGeom>
              <a:avLst/>
              <a:pathLst>
                <a:path w="27606" h="167167">
                  <a:moveTo>
                    <a:pt x="27606" y="2295"/>
                  </a:moveTo>
                  <a:lnTo>
                    <a:pt x="20746" y="1292"/>
                  </a:lnTo>
                  <a:lnTo>
                    <a:pt x="13850" y="574"/>
                  </a:lnTo>
                  <a:lnTo>
                    <a:pt x="6931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4968511" y="5369149"/>
              <a:ext cx="167165" cy="288173"/>
            </a:xfrm>
            <a:custGeom>
              <a:avLst/>
              <a:pathLst>
                <a:path w="167165" h="288173">
                  <a:moveTo>
                    <a:pt x="167165" y="0"/>
                  </a:moveTo>
                  <a:lnTo>
                    <a:pt x="161789" y="86"/>
                  </a:lnTo>
                  <a:lnTo>
                    <a:pt x="156418" y="345"/>
                  </a:lnTo>
                  <a:lnTo>
                    <a:pt x="151059" y="777"/>
                  </a:lnTo>
                  <a:lnTo>
                    <a:pt x="145716" y="1381"/>
                  </a:lnTo>
                  <a:lnTo>
                    <a:pt x="140396" y="2157"/>
                  </a:lnTo>
                  <a:lnTo>
                    <a:pt x="135103" y="3103"/>
                  </a:lnTo>
                  <a:lnTo>
                    <a:pt x="129844" y="4219"/>
                  </a:lnTo>
                  <a:lnTo>
                    <a:pt x="124623" y="5503"/>
                  </a:lnTo>
                  <a:lnTo>
                    <a:pt x="119446" y="6955"/>
                  </a:lnTo>
                  <a:lnTo>
                    <a:pt x="114318" y="8572"/>
                  </a:lnTo>
                  <a:lnTo>
                    <a:pt x="109245" y="10354"/>
                  </a:lnTo>
                  <a:lnTo>
                    <a:pt x="104232" y="12298"/>
                  </a:lnTo>
                  <a:lnTo>
                    <a:pt x="99284" y="14402"/>
                  </a:lnTo>
                  <a:lnTo>
                    <a:pt x="94407" y="16664"/>
                  </a:lnTo>
                  <a:lnTo>
                    <a:pt x="89604" y="19081"/>
                  </a:lnTo>
                  <a:lnTo>
                    <a:pt x="84882" y="21652"/>
                  </a:lnTo>
                  <a:lnTo>
                    <a:pt x="80245" y="24374"/>
                  </a:lnTo>
                  <a:lnTo>
                    <a:pt x="75698" y="27243"/>
                  </a:lnTo>
                  <a:lnTo>
                    <a:pt x="71245" y="30257"/>
                  </a:lnTo>
                  <a:lnTo>
                    <a:pt x="66892" y="33412"/>
                  </a:lnTo>
                  <a:lnTo>
                    <a:pt x="62642" y="36706"/>
                  </a:lnTo>
                  <a:lnTo>
                    <a:pt x="58501" y="40135"/>
                  </a:lnTo>
                  <a:lnTo>
                    <a:pt x="54472" y="43695"/>
                  </a:lnTo>
                  <a:lnTo>
                    <a:pt x="50560" y="47383"/>
                  </a:lnTo>
                  <a:lnTo>
                    <a:pt x="46768" y="51195"/>
                  </a:lnTo>
                  <a:lnTo>
                    <a:pt x="43100" y="55127"/>
                  </a:lnTo>
                  <a:lnTo>
                    <a:pt x="39562" y="59174"/>
                  </a:lnTo>
                  <a:lnTo>
                    <a:pt x="36155" y="63334"/>
                  </a:lnTo>
                  <a:lnTo>
                    <a:pt x="32883" y="67601"/>
                  </a:lnTo>
                  <a:lnTo>
                    <a:pt x="29751" y="71971"/>
                  </a:lnTo>
                  <a:lnTo>
                    <a:pt x="26760" y="76439"/>
                  </a:lnTo>
                  <a:lnTo>
                    <a:pt x="23915" y="81001"/>
                  </a:lnTo>
                  <a:lnTo>
                    <a:pt x="21218" y="85652"/>
                  </a:lnTo>
                  <a:lnTo>
                    <a:pt x="18672" y="90388"/>
                  </a:lnTo>
                  <a:lnTo>
                    <a:pt x="16280" y="95203"/>
                  </a:lnTo>
                  <a:lnTo>
                    <a:pt x="14044" y="100093"/>
                  </a:lnTo>
                  <a:lnTo>
                    <a:pt x="11966" y="105052"/>
                  </a:lnTo>
                  <a:lnTo>
                    <a:pt x="10049" y="110075"/>
                  </a:lnTo>
                  <a:lnTo>
                    <a:pt x="8294" y="115157"/>
                  </a:lnTo>
                  <a:lnTo>
                    <a:pt x="6703" y="120293"/>
                  </a:lnTo>
                  <a:lnTo>
                    <a:pt x="5279" y="125478"/>
                  </a:lnTo>
                  <a:lnTo>
                    <a:pt x="4022" y="130705"/>
                  </a:lnTo>
                  <a:lnTo>
                    <a:pt x="2934" y="135971"/>
                  </a:lnTo>
                  <a:lnTo>
                    <a:pt x="2016" y="141268"/>
                  </a:lnTo>
                  <a:lnTo>
                    <a:pt x="1268" y="146593"/>
                  </a:lnTo>
                  <a:lnTo>
                    <a:pt x="692" y="151938"/>
                  </a:lnTo>
                  <a:lnTo>
                    <a:pt x="289" y="157300"/>
                  </a:lnTo>
                  <a:lnTo>
                    <a:pt x="58" y="162672"/>
                  </a:lnTo>
                  <a:lnTo>
                    <a:pt x="0" y="168048"/>
                  </a:lnTo>
                  <a:lnTo>
                    <a:pt x="114" y="173423"/>
                  </a:lnTo>
                  <a:lnTo>
                    <a:pt x="402" y="178792"/>
                  </a:lnTo>
                  <a:lnTo>
                    <a:pt x="862" y="184149"/>
                  </a:lnTo>
                  <a:lnTo>
                    <a:pt x="1494" y="189489"/>
                  </a:lnTo>
                  <a:lnTo>
                    <a:pt x="2298" y="194805"/>
                  </a:lnTo>
                  <a:lnTo>
                    <a:pt x="3272" y="200093"/>
                  </a:lnTo>
                  <a:lnTo>
                    <a:pt x="4415" y="205346"/>
                  </a:lnTo>
                  <a:lnTo>
                    <a:pt x="5727" y="210560"/>
                  </a:lnTo>
                  <a:lnTo>
                    <a:pt x="7206" y="215729"/>
                  </a:lnTo>
                  <a:lnTo>
                    <a:pt x="8851" y="220848"/>
                  </a:lnTo>
                  <a:lnTo>
                    <a:pt x="10659" y="225912"/>
                  </a:lnTo>
                  <a:lnTo>
                    <a:pt x="12629" y="230915"/>
                  </a:lnTo>
                  <a:lnTo>
                    <a:pt x="14759" y="235851"/>
                  </a:lnTo>
                  <a:lnTo>
                    <a:pt x="17047" y="240717"/>
                  </a:lnTo>
                  <a:lnTo>
                    <a:pt x="19490" y="245507"/>
                  </a:lnTo>
                  <a:lnTo>
                    <a:pt x="22086" y="250215"/>
                  </a:lnTo>
                  <a:lnTo>
                    <a:pt x="24831" y="254838"/>
                  </a:lnTo>
                  <a:lnTo>
                    <a:pt x="27724" y="259370"/>
                  </a:lnTo>
                  <a:lnTo>
                    <a:pt x="30762" y="263806"/>
                  </a:lnTo>
                  <a:lnTo>
                    <a:pt x="33940" y="268143"/>
                  </a:lnTo>
                  <a:lnTo>
                    <a:pt x="37256" y="272375"/>
                  </a:lnTo>
                  <a:lnTo>
                    <a:pt x="40707" y="276498"/>
                  </a:lnTo>
                  <a:lnTo>
                    <a:pt x="44288" y="280509"/>
                  </a:lnTo>
                  <a:lnTo>
                    <a:pt x="47997" y="284402"/>
                  </a:lnTo>
                  <a:lnTo>
                    <a:pt x="51829" y="288173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20340" y="5536317"/>
              <a:ext cx="115336" cy="121006"/>
            </a:xfrm>
            <a:custGeom>
              <a:avLst/>
              <a:pathLst>
                <a:path w="115336" h="121006">
                  <a:moveTo>
                    <a:pt x="0" y="121006"/>
                  </a:moveTo>
                  <a:lnTo>
                    <a:pt x="115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20340" y="5536317"/>
              <a:ext cx="115336" cy="121006"/>
            </a:xfrm>
            <a:custGeom>
              <a:avLst/>
              <a:pathLst>
                <a:path w="115336" h="121006">
                  <a:moveTo>
                    <a:pt x="0" y="121006"/>
                  </a:moveTo>
                  <a:lnTo>
                    <a:pt x="115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20340" y="5536317"/>
              <a:ext cx="115336" cy="121006"/>
            </a:xfrm>
            <a:custGeom>
              <a:avLst/>
              <a:pathLst>
                <a:path w="115336" h="121006">
                  <a:moveTo>
                    <a:pt x="0" y="121006"/>
                  </a:moveTo>
                  <a:lnTo>
                    <a:pt x="115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20340" y="5536317"/>
              <a:ext cx="115336" cy="121006"/>
            </a:xfrm>
            <a:custGeom>
              <a:avLst/>
              <a:pathLst>
                <a:path w="115336" h="121006">
                  <a:moveTo>
                    <a:pt x="0" y="121006"/>
                  </a:moveTo>
                  <a:lnTo>
                    <a:pt x="1153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20340" y="5536317"/>
              <a:ext cx="115336" cy="121006"/>
            </a:xfrm>
            <a:custGeom>
              <a:avLst/>
              <a:pathLst>
                <a:path w="115336" h="121006">
                  <a:moveTo>
                    <a:pt x="0" y="121006"/>
                  </a:moveTo>
                  <a:lnTo>
                    <a:pt x="1153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20340" y="5536317"/>
              <a:ext cx="115336" cy="167090"/>
            </a:xfrm>
            <a:custGeom>
              <a:avLst/>
              <a:pathLst>
                <a:path w="115336" h="167090">
                  <a:moveTo>
                    <a:pt x="0" y="121006"/>
                  </a:moveTo>
                  <a:lnTo>
                    <a:pt x="4084" y="124771"/>
                  </a:lnTo>
                  <a:lnTo>
                    <a:pt x="8290" y="128399"/>
                  </a:lnTo>
                  <a:lnTo>
                    <a:pt x="12616" y="131884"/>
                  </a:lnTo>
                  <a:lnTo>
                    <a:pt x="17054" y="135224"/>
                  </a:lnTo>
                  <a:lnTo>
                    <a:pt x="21601" y="138415"/>
                  </a:lnTo>
                  <a:lnTo>
                    <a:pt x="26252" y="141453"/>
                  </a:lnTo>
                  <a:lnTo>
                    <a:pt x="31001" y="144334"/>
                  </a:lnTo>
                  <a:lnTo>
                    <a:pt x="35843" y="147057"/>
                  </a:lnTo>
                  <a:lnTo>
                    <a:pt x="40773" y="149617"/>
                  </a:lnTo>
                  <a:lnTo>
                    <a:pt x="45785" y="152011"/>
                  </a:lnTo>
                  <a:lnTo>
                    <a:pt x="50874" y="154238"/>
                  </a:lnTo>
                  <a:lnTo>
                    <a:pt x="56034" y="156295"/>
                  </a:lnTo>
                  <a:lnTo>
                    <a:pt x="61259" y="158179"/>
                  </a:lnTo>
                  <a:lnTo>
                    <a:pt x="66545" y="159888"/>
                  </a:lnTo>
                  <a:lnTo>
                    <a:pt x="71884" y="161421"/>
                  </a:lnTo>
                  <a:lnTo>
                    <a:pt x="77271" y="162776"/>
                  </a:lnTo>
                  <a:lnTo>
                    <a:pt x="82700" y="163950"/>
                  </a:lnTo>
                  <a:lnTo>
                    <a:pt x="88166" y="164944"/>
                  </a:lnTo>
                  <a:lnTo>
                    <a:pt x="93661" y="165756"/>
                  </a:lnTo>
                  <a:lnTo>
                    <a:pt x="99180" y="166384"/>
                  </a:lnTo>
                  <a:lnTo>
                    <a:pt x="104717" y="166829"/>
                  </a:lnTo>
                  <a:lnTo>
                    <a:pt x="110266" y="167090"/>
                  </a:lnTo>
                  <a:lnTo>
                    <a:pt x="1153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130606" y="5369149"/>
              <a:ext cx="172237" cy="334334"/>
            </a:xfrm>
            <a:custGeom>
              <a:avLst/>
              <a:pathLst>
                <a:path w="172237" h="334334">
                  <a:moveTo>
                    <a:pt x="0" y="334257"/>
                  </a:moveTo>
                  <a:lnTo>
                    <a:pt x="5355" y="334334"/>
                  </a:lnTo>
                  <a:lnTo>
                    <a:pt x="10710" y="334239"/>
                  </a:lnTo>
                  <a:lnTo>
                    <a:pt x="16059" y="333973"/>
                  </a:lnTo>
                  <a:lnTo>
                    <a:pt x="21397" y="333535"/>
                  </a:lnTo>
                  <a:lnTo>
                    <a:pt x="26718" y="332927"/>
                  </a:lnTo>
                  <a:lnTo>
                    <a:pt x="32017" y="332148"/>
                  </a:lnTo>
                  <a:lnTo>
                    <a:pt x="37288" y="331200"/>
                  </a:lnTo>
                  <a:lnTo>
                    <a:pt x="42526" y="330084"/>
                  </a:lnTo>
                  <a:lnTo>
                    <a:pt x="47726" y="328800"/>
                  </a:lnTo>
                  <a:lnTo>
                    <a:pt x="52881" y="327351"/>
                  </a:lnTo>
                  <a:lnTo>
                    <a:pt x="57988" y="325737"/>
                  </a:lnTo>
                  <a:lnTo>
                    <a:pt x="63041" y="323961"/>
                  </a:lnTo>
                  <a:lnTo>
                    <a:pt x="68034" y="322023"/>
                  </a:lnTo>
                  <a:lnTo>
                    <a:pt x="72962" y="319927"/>
                  </a:lnTo>
                  <a:lnTo>
                    <a:pt x="77821" y="317673"/>
                  </a:lnTo>
                  <a:lnTo>
                    <a:pt x="82605" y="315266"/>
                  </a:lnTo>
                  <a:lnTo>
                    <a:pt x="87309" y="312706"/>
                  </a:lnTo>
                  <a:lnTo>
                    <a:pt x="91929" y="309997"/>
                  </a:lnTo>
                  <a:lnTo>
                    <a:pt x="96460" y="307141"/>
                  </a:lnTo>
                  <a:lnTo>
                    <a:pt x="100897" y="304141"/>
                  </a:lnTo>
                  <a:lnTo>
                    <a:pt x="105236" y="301001"/>
                  </a:lnTo>
                  <a:lnTo>
                    <a:pt x="109472" y="297724"/>
                  </a:lnTo>
                  <a:lnTo>
                    <a:pt x="113600" y="294312"/>
                  </a:lnTo>
                  <a:lnTo>
                    <a:pt x="117618" y="290770"/>
                  </a:lnTo>
                  <a:lnTo>
                    <a:pt x="121520" y="287102"/>
                  </a:lnTo>
                  <a:lnTo>
                    <a:pt x="125302" y="283310"/>
                  </a:lnTo>
                  <a:lnTo>
                    <a:pt x="128961" y="279398"/>
                  </a:lnTo>
                  <a:lnTo>
                    <a:pt x="132492" y="275372"/>
                  </a:lnTo>
                  <a:lnTo>
                    <a:pt x="135893" y="271235"/>
                  </a:lnTo>
                  <a:lnTo>
                    <a:pt x="139160" y="266990"/>
                  </a:lnTo>
                  <a:lnTo>
                    <a:pt x="142289" y="262644"/>
                  </a:lnTo>
                  <a:lnTo>
                    <a:pt x="145277" y="258199"/>
                  </a:lnTo>
                  <a:lnTo>
                    <a:pt x="148121" y="253661"/>
                  </a:lnTo>
                  <a:lnTo>
                    <a:pt x="150818" y="249034"/>
                  </a:lnTo>
                  <a:lnTo>
                    <a:pt x="153366" y="244323"/>
                  </a:lnTo>
                  <a:lnTo>
                    <a:pt x="155762" y="239533"/>
                  </a:lnTo>
                  <a:lnTo>
                    <a:pt x="158002" y="234668"/>
                  </a:lnTo>
                  <a:lnTo>
                    <a:pt x="160086" y="229735"/>
                  </a:lnTo>
                  <a:lnTo>
                    <a:pt x="162011" y="224737"/>
                  </a:lnTo>
                  <a:lnTo>
                    <a:pt x="163775" y="219680"/>
                  </a:lnTo>
                  <a:lnTo>
                    <a:pt x="165375" y="214569"/>
                  </a:lnTo>
                  <a:lnTo>
                    <a:pt x="166812" y="209409"/>
                  </a:lnTo>
                  <a:lnTo>
                    <a:pt x="168082" y="204206"/>
                  </a:lnTo>
                  <a:lnTo>
                    <a:pt x="169185" y="198965"/>
                  </a:lnTo>
                  <a:lnTo>
                    <a:pt x="170119" y="193692"/>
                  </a:lnTo>
                  <a:lnTo>
                    <a:pt x="170884" y="188391"/>
                  </a:lnTo>
                  <a:lnTo>
                    <a:pt x="171479" y="183068"/>
                  </a:lnTo>
                  <a:lnTo>
                    <a:pt x="171903" y="177729"/>
                  </a:lnTo>
                  <a:lnTo>
                    <a:pt x="172156" y="172379"/>
                  </a:lnTo>
                  <a:lnTo>
                    <a:pt x="172237" y="167024"/>
                  </a:lnTo>
                  <a:lnTo>
                    <a:pt x="172146" y="161669"/>
                  </a:lnTo>
                  <a:lnTo>
                    <a:pt x="171885" y="156320"/>
                  </a:lnTo>
                  <a:lnTo>
                    <a:pt x="171451" y="150982"/>
                  </a:lnTo>
                  <a:lnTo>
                    <a:pt x="170848" y="145660"/>
                  </a:lnTo>
                  <a:lnTo>
                    <a:pt x="170074" y="140361"/>
                  </a:lnTo>
                  <a:lnTo>
                    <a:pt x="169130" y="135089"/>
                  </a:lnTo>
                  <a:lnTo>
                    <a:pt x="168018" y="129849"/>
                  </a:lnTo>
                  <a:lnTo>
                    <a:pt x="166739" y="124649"/>
                  </a:lnTo>
                  <a:lnTo>
                    <a:pt x="165294" y="119492"/>
                  </a:lnTo>
                  <a:lnTo>
                    <a:pt x="163685" y="114383"/>
                  </a:lnTo>
                  <a:lnTo>
                    <a:pt x="161912" y="109329"/>
                  </a:lnTo>
                  <a:lnTo>
                    <a:pt x="159979" y="104335"/>
                  </a:lnTo>
                  <a:lnTo>
                    <a:pt x="157887" y="99405"/>
                  </a:lnTo>
                  <a:lnTo>
                    <a:pt x="155638" y="94544"/>
                  </a:lnTo>
                  <a:lnTo>
                    <a:pt x="153234" y="89758"/>
                  </a:lnTo>
                  <a:lnTo>
                    <a:pt x="150678" y="85051"/>
                  </a:lnTo>
                  <a:lnTo>
                    <a:pt x="147973" y="80429"/>
                  </a:lnTo>
                  <a:lnTo>
                    <a:pt x="145121" y="75896"/>
                  </a:lnTo>
                  <a:lnTo>
                    <a:pt x="142125" y="71456"/>
                  </a:lnTo>
                  <a:lnTo>
                    <a:pt x="138989" y="67115"/>
                  </a:lnTo>
                  <a:lnTo>
                    <a:pt x="135715" y="62876"/>
                  </a:lnTo>
                  <a:lnTo>
                    <a:pt x="132307" y="58744"/>
                  </a:lnTo>
                  <a:lnTo>
                    <a:pt x="128769" y="54724"/>
                  </a:lnTo>
                  <a:lnTo>
                    <a:pt x="125103" y="50819"/>
                  </a:lnTo>
                  <a:lnTo>
                    <a:pt x="121315" y="47034"/>
                  </a:lnTo>
                  <a:lnTo>
                    <a:pt x="117407" y="43372"/>
                  </a:lnTo>
                  <a:lnTo>
                    <a:pt x="113383" y="39836"/>
                  </a:lnTo>
                  <a:lnTo>
                    <a:pt x="109249" y="36432"/>
                  </a:lnTo>
                  <a:lnTo>
                    <a:pt x="105007" y="33162"/>
                  </a:lnTo>
                  <a:lnTo>
                    <a:pt x="100663" y="30029"/>
                  </a:lnTo>
                  <a:lnTo>
                    <a:pt x="96221" y="27037"/>
                  </a:lnTo>
                  <a:lnTo>
                    <a:pt x="91685" y="24189"/>
                  </a:lnTo>
                  <a:lnTo>
                    <a:pt x="87061" y="21488"/>
                  </a:lnTo>
                  <a:lnTo>
                    <a:pt x="82352" y="18936"/>
                  </a:lnTo>
                  <a:lnTo>
                    <a:pt x="77564" y="16537"/>
                  </a:lnTo>
                  <a:lnTo>
                    <a:pt x="72701" y="14292"/>
                  </a:lnTo>
                  <a:lnTo>
                    <a:pt x="67769" y="12204"/>
                  </a:lnTo>
                  <a:lnTo>
                    <a:pt x="62773" y="10275"/>
                  </a:lnTo>
                  <a:lnTo>
                    <a:pt x="57718" y="8507"/>
                  </a:lnTo>
                  <a:lnTo>
                    <a:pt x="52608" y="6901"/>
                  </a:lnTo>
                  <a:lnTo>
                    <a:pt x="47450" y="5461"/>
                  </a:lnTo>
                  <a:lnTo>
                    <a:pt x="42248" y="4186"/>
                  </a:lnTo>
                  <a:lnTo>
                    <a:pt x="37008" y="3079"/>
                  </a:lnTo>
                  <a:lnTo>
                    <a:pt x="31735" y="2140"/>
                  </a:lnTo>
                  <a:lnTo>
                    <a:pt x="26435" y="1370"/>
                  </a:lnTo>
                  <a:lnTo>
                    <a:pt x="21113" y="771"/>
                  </a:lnTo>
                  <a:lnTo>
                    <a:pt x="15774" y="343"/>
                  </a:lnTo>
                  <a:lnTo>
                    <a:pt x="10424" y="85"/>
                  </a:lnTo>
                  <a:lnTo>
                    <a:pt x="5069" y="0"/>
                  </a:lnTo>
                  <a:lnTo>
                    <a:pt x="50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14473" y="5220472"/>
              <a:ext cx="118661" cy="167167"/>
            </a:xfrm>
            <a:custGeom>
              <a:avLst/>
              <a:pathLst>
                <a:path w="118661" h="167167">
                  <a:moveTo>
                    <a:pt x="118661" y="0"/>
                  </a:moveTo>
                  <a:lnTo>
                    <a:pt x="113165" y="90"/>
                  </a:lnTo>
                  <a:lnTo>
                    <a:pt x="107674" y="361"/>
                  </a:lnTo>
                  <a:lnTo>
                    <a:pt x="102195" y="812"/>
                  </a:lnTo>
                  <a:lnTo>
                    <a:pt x="96735" y="1444"/>
                  </a:lnTo>
                  <a:lnTo>
                    <a:pt x="91297" y="2254"/>
                  </a:lnTo>
                  <a:lnTo>
                    <a:pt x="85890" y="3243"/>
                  </a:lnTo>
                  <a:lnTo>
                    <a:pt x="80518" y="4409"/>
                  </a:lnTo>
                  <a:lnTo>
                    <a:pt x="75187" y="5752"/>
                  </a:lnTo>
                  <a:lnTo>
                    <a:pt x="69903" y="7268"/>
                  </a:lnTo>
                  <a:lnTo>
                    <a:pt x="64672" y="8958"/>
                  </a:lnTo>
                  <a:lnTo>
                    <a:pt x="59499" y="10819"/>
                  </a:lnTo>
                  <a:lnTo>
                    <a:pt x="54390" y="12848"/>
                  </a:lnTo>
                  <a:lnTo>
                    <a:pt x="49351" y="15045"/>
                  </a:lnTo>
                  <a:lnTo>
                    <a:pt x="44387" y="17406"/>
                  </a:lnTo>
                  <a:lnTo>
                    <a:pt x="39503" y="19929"/>
                  </a:lnTo>
                  <a:lnTo>
                    <a:pt x="34704" y="22612"/>
                  </a:lnTo>
                  <a:lnTo>
                    <a:pt x="29997" y="25450"/>
                  </a:lnTo>
                  <a:lnTo>
                    <a:pt x="25385" y="28442"/>
                  </a:lnTo>
                  <a:lnTo>
                    <a:pt x="20874" y="31584"/>
                  </a:lnTo>
                  <a:lnTo>
                    <a:pt x="16469" y="34873"/>
                  </a:lnTo>
                  <a:lnTo>
                    <a:pt x="12174" y="38305"/>
                  </a:lnTo>
                  <a:lnTo>
                    <a:pt x="7995" y="41875"/>
                  </a:lnTo>
                  <a:lnTo>
                    <a:pt x="3935" y="45582"/>
                  </a:lnTo>
                  <a:lnTo>
                    <a:pt x="0" y="49420"/>
                  </a:lnTo>
                  <a:lnTo>
                    <a:pt x="1186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14473" y="526989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14473" y="526989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14473" y="526989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14473" y="526989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81353" y="5269892"/>
              <a:ext cx="151782" cy="117747"/>
            </a:xfrm>
            <a:custGeom>
              <a:avLst/>
              <a:pathLst>
                <a:path w="151782" h="117747">
                  <a:moveTo>
                    <a:pt x="33120" y="0"/>
                  </a:moveTo>
                  <a:lnTo>
                    <a:pt x="29082" y="4213"/>
                  </a:lnTo>
                  <a:lnTo>
                    <a:pt x="25194" y="8565"/>
                  </a:lnTo>
                  <a:lnTo>
                    <a:pt x="21460" y="13051"/>
                  </a:lnTo>
                  <a:lnTo>
                    <a:pt x="17885" y="17664"/>
                  </a:lnTo>
                  <a:lnTo>
                    <a:pt x="14473" y="22398"/>
                  </a:lnTo>
                  <a:lnTo>
                    <a:pt x="11228" y="27250"/>
                  </a:lnTo>
                  <a:lnTo>
                    <a:pt x="8155" y="32211"/>
                  </a:lnTo>
                  <a:lnTo>
                    <a:pt x="5257" y="37276"/>
                  </a:lnTo>
                  <a:lnTo>
                    <a:pt x="2537" y="42440"/>
                  </a:lnTo>
                  <a:lnTo>
                    <a:pt x="0" y="47696"/>
                  </a:lnTo>
                  <a:lnTo>
                    <a:pt x="151782" y="117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465980" y="5220472"/>
              <a:ext cx="334304" cy="334334"/>
            </a:xfrm>
            <a:custGeom>
              <a:avLst/>
              <a:pathLst>
                <a:path w="334304" h="334334">
                  <a:moveTo>
                    <a:pt x="15372" y="97116"/>
                  </a:moveTo>
                  <a:lnTo>
                    <a:pt x="13225" y="101971"/>
                  </a:lnTo>
                  <a:lnTo>
                    <a:pt x="11232" y="106891"/>
                  </a:lnTo>
                  <a:lnTo>
                    <a:pt x="9397" y="111873"/>
                  </a:lnTo>
                  <a:lnTo>
                    <a:pt x="7721" y="116910"/>
                  </a:lnTo>
                  <a:lnTo>
                    <a:pt x="6205" y="121998"/>
                  </a:lnTo>
                  <a:lnTo>
                    <a:pt x="4852" y="127131"/>
                  </a:lnTo>
                  <a:lnTo>
                    <a:pt x="3663" y="132305"/>
                  </a:lnTo>
                  <a:lnTo>
                    <a:pt x="2638" y="137514"/>
                  </a:lnTo>
                  <a:lnTo>
                    <a:pt x="1780" y="142752"/>
                  </a:lnTo>
                  <a:lnTo>
                    <a:pt x="1088" y="148016"/>
                  </a:lnTo>
                  <a:lnTo>
                    <a:pt x="563" y="153298"/>
                  </a:lnTo>
                  <a:lnTo>
                    <a:pt x="207" y="158595"/>
                  </a:lnTo>
                  <a:lnTo>
                    <a:pt x="19" y="163900"/>
                  </a:lnTo>
                  <a:lnTo>
                    <a:pt x="0" y="169209"/>
                  </a:lnTo>
                  <a:lnTo>
                    <a:pt x="149" y="174516"/>
                  </a:lnTo>
                  <a:lnTo>
                    <a:pt x="466" y="179815"/>
                  </a:lnTo>
                  <a:lnTo>
                    <a:pt x="952" y="185101"/>
                  </a:lnTo>
                  <a:lnTo>
                    <a:pt x="1605" y="190370"/>
                  </a:lnTo>
                  <a:lnTo>
                    <a:pt x="2425" y="195614"/>
                  </a:lnTo>
                  <a:lnTo>
                    <a:pt x="3412" y="200831"/>
                  </a:lnTo>
                  <a:lnTo>
                    <a:pt x="4563" y="206013"/>
                  </a:lnTo>
                  <a:lnTo>
                    <a:pt x="5879" y="211156"/>
                  </a:lnTo>
                  <a:lnTo>
                    <a:pt x="7357" y="216255"/>
                  </a:lnTo>
                  <a:lnTo>
                    <a:pt x="8996" y="221304"/>
                  </a:lnTo>
                  <a:lnTo>
                    <a:pt x="10795" y="226299"/>
                  </a:lnTo>
                  <a:lnTo>
                    <a:pt x="12751" y="231234"/>
                  </a:lnTo>
                  <a:lnTo>
                    <a:pt x="14863" y="236104"/>
                  </a:lnTo>
                  <a:lnTo>
                    <a:pt x="17129" y="240905"/>
                  </a:lnTo>
                  <a:lnTo>
                    <a:pt x="19546" y="245632"/>
                  </a:lnTo>
                  <a:lnTo>
                    <a:pt x="22112" y="250279"/>
                  </a:lnTo>
                  <a:lnTo>
                    <a:pt x="24824" y="254842"/>
                  </a:lnTo>
                  <a:lnTo>
                    <a:pt x="27680" y="259318"/>
                  </a:lnTo>
                  <a:lnTo>
                    <a:pt x="30676" y="263700"/>
                  </a:lnTo>
                  <a:lnTo>
                    <a:pt x="33810" y="267985"/>
                  </a:lnTo>
                  <a:lnTo>
                    <a:pt x="37079" y="272168"/>
                  </a:lnTo>
                  <a:lnTo>
                    <a:pt x="40478" y="276245"/>
                  </a:lnTo>
                  <a:lnTo>
                    <a:pt x="44006" y="280212"/>
                  </a:lnTo>
                  <a:lnTo>
                    <a:pt x="47657" y="284066"/>
                  </a:lnTo>
                  <a:lnTo>
                    <a:pt x="51429" y="287801"/>
                  </a:lnTo>
                  <a:lnTo>
                    <a:pt x="55318" y="291415"/>
                  </a:lnTo>
                  <a:lnTo>
                    <a:pt x="59320" y="294903"/>
                  </a:lnTo>
                  <a:lnTo>
                    <a:pt x="63430" y="298263"/>
                  </a:lnTo>
                  <a:lnTo>
                    <a:pt x="67645" y="301490"/>
                  </a:lnTo>
                  <a:lnTo>
                    <a:pt x="71960" y="304582"/>
                  </a:lnTo>
                  <a:lnTo>
                    <a:pt x="76371" y="307536"/>
                  </a:lnTo>
                  <a:lnTo>
                    <a:pt x="80874" y="310348"/>
                  </a:lnTo>
                  <a:lnTo>
                    <a:pt x="85464" y="313015"/>
                  </a:lnTo>
                  <a:lnTo>
                    <a:pt x="90136" y="315535"/>
                  </a:lnTo>
                  <a:lnTo>
                    <a:pt x="94886" y="317906"/>
                  </a:lnTo>
                  <a:lnTo>
                    <a:pt x="99709" y="320125"/>
                  </a:lnTo>
                  <a:lnTo>
                    <a:pt x="104600" y="322189"/>
                  </a:lnTo>
                  <a:lnTo>
                    <a:pt x="109554" y="324097"/>
                  </a:lnTo>
                  <a:lnTo>
                    <a:pt x="114566" y="325847"/>
                  </a:lnTo>
                  <a:lnTo>
                    <a:pt x="119631" y="327437"/>
                  </a:lnTo>
                  <a:lnTo>
                    <a:pt x="124744" y="328865"/>
                  </a:lnTo>
                  <a:lnTo>
                    <a:pt x="129900" y="330130"/>
                  </a:lnTo>
                  <a:lnTo>
                    <a:pt x="135093" y="331231"/>
                  </a:lnTo>
                  <a:lnTo>
                    <a:pt x="140318" y="332166"/>
                  </a:lnTo>
                  <a:lnTo>
                    <a:pt x="145571" y="332935"/>
                  </a:lnTo>
                  <a:lnTo>
                    <a:pt x="150846" y="333537"/>
                  </a:lnTo>
                  <a:lnTo>
                    <a:pt x="156136" y="333971"/>
                  </a:lnTo>
                  <a:lnTo>
                    <a:pt x="161439" y="334237"/>
                  </a:lnTo>
                  <a:lnTo>
                    <a:pt x="166746" y="334334"/>
                  </a:lnTo>
                  <a:lnTo>
                    <a:pt x="172054" y="334263"/>
                  </a:lnTo>
                  <a:lnTo>
                    <a:pt x="177358" y="334023"/>
                  </a:lnTo>
                  <a:lnTo>
                    <a:pt x="182651" y="333615"/>
                  </a:lnTo>
                  <a:lnTo>
                    <a:pt x="187928" y="333039"/>
                  </a:lnTo>
                  <a:lnTo>
                    <a:pt x="193184" y="332295"/>
                  </a:lnTo>
                  <a:lnTo>
                    <a:pt x="198415" y="331386"/>
                  </a:lnTo>
                  <a:lnTo>
                    <a:pt x="203613" y="330310"/>
                  </a:lnTo>
                  <a:lnTo>
                    <a:pt x="208775" y="329070"/>
                  </a:lnTo>
                  <a:lnTo>
                    <a:pt x="213895" y="327667"/>
                  </a:lnTo>
                  <a:lnTo>
                    <a:pt x="218968" y="326102"/>
                  </a:lnTo>
                  <a:lnTo>
                    <a:pt x="223988" y="324377"/>
                  </a:lnTo>
                  <a:lnTo>
                    <a:pt x="228951" y="322493"/>
                  </a:lnTo>
                  <a:lnTo>
                    <a:pt x="233852" y="320452"/>
                  </a:lnTo>
                  <a:lnTo>
                    <a:pt x="238686" y="318257"/>
                  </a:lnTo>
                  <a:lnTo>
                    <a:pt x="243447" y="315910"/>
                  </a:lnTo>
                  <a:lnTo>
                    <a:pt x="248132" y="313412"/>
                  </a:lnTo>
                  <a:lnTo>
                    <a:pt x="252734" y="310767"/>
                  </a:lnTo>
                  <a:lnTo>
                    <a:pt x="257251" y="307977"/>
                  </a:lnTo>
                  <a:lnTo>
                    <a:pt x="261677" y="305046"/>
                  </a:lnTo>
                  <a:lnTo>
                    <a:pt x="266007" y="301975"/>
                  </a:lnTo>
                  <a:lnTo>
                    <a:pt x="270238" y="298768"/>
                  </a:lnTo>
                  <a:lnTo>
                    <a:pt x="274364" y="295428"/>
                  </a:lnTo>
                  <a:lnTo>
                    <a:pt x="278383" y="291960"/>
                  </a:lnTo>
                  <a:lnTo>
                    <a:pt x="282289" y="288365"/>
                  </a:lnTo>
                  <a:lnTo>
                    <a:pt x="286080" y="284648"/>
                  </a:lnTo>
                  <a:lnTo>
                    <a:pt x="289750" y="280813"/>
                  </a:lnTo>
                  <a:lnTo>
                    <a:pt x="293297" y="276863"/>
                  </a:lnTo>
                  <a:lnTo>
                    <a:pt x="296716" y="272802"/>
                  </a:lnTo>
                  <a:lnTo>
                    <a:pt x="300005" y="268635"/>
                  </a:lnTo>
                  <a:lnTo>
                    <a:pt x="303160" y="264365"/>
                  </a:lnTo>
                  <a:lnTo>
                    <a:pt x="306178" y="259998"/>
                  </a:lnTo>
                  <a:lnTo>
                    <a:pt x="309055" y="255536"/>
                  </a:lnTo>
                  <a:lnTo>
                    <a:pt x="311789" y="250986"/>
                  </a:lnTo>
                  <a:lnTo>
                    <a:pt x="314378" y="246351"/>
                  </a:lnTo>
                  <a:lnTo>
                    <a:pt x="316818" y="241637"/>
                  </a:lnTo>
                  <a:lnTo>
                    <a:pt x="319107" y="236847"/>
                  </a:lnTo>
                  <a:lnTo>
                    <a:pt x="321243" y="231987"/>
                  </a:lnTo>
                  <a:lnTo>
                    <a:pt x="323224" y="227062"/>
                  </a:lnTo>
                  <a:lnTo>
                    <a:pt x="325047" y="222076"/>
                  </a:lnTo>
                  <a:lnTo>
                    <a:pt x="326711" y="217035"/>
                  </a:lnTo>
                  <a:lnTo>
                    <a:pt x="328214" y="211943"/>
                  </a:lnTo>
                  <a:lnTo>
                    <a:pt x="329554" y="206807"/>
                  </a:lnTo>
                  <a:lnTo>
                    <a:pt x="330731" y="201630"/>
                  </a:lnTo>
                  <a:lnTo>
                    <a:pt x="331743" y="196419"/>
                  </a:lnTo>
                  <a:lnTo>
                    <a:pt x="332589" y="191178"/>
                  </a:lnTo>
                  <a:lnTo>
                    <a:pt x="333268" y="185913"/>
                  </a:lnTo>
                  <a:lnTo>
                    <a:pt x="333779" y="180629"/>
                  </a:lnTo>
                  <a:lnTo>
                    <a:pt x="334122" y="175331"/>
                  </a:lnTo>
                  <a:lnTo>
                    <a:pt x="334297" y="170025"/>
                  </a:lnTo>
                  <a:lnTo>
                    <a:pt x="334304" y="164717"/>
                  </a:lnTo>
                  <a:lnTo>
                    <a:pt x="334142" y="159410"/>
                  </a:lnTo>
                  <a:lnTo>
                    <a:pt x="333811" y="154112"/>
                  </a:lnTo>
                  <a:lnTo>
                    <a:pt x="333313" y="148827"/>
                  </a:lnTo>
                  <a:lnTo>
                    <a:pt x="332647" y="143560"/>
                  </a:lnTo>
                  <a:lnTo>
                    <a:pt x="331814" y="138317"/>
                  </a:lnTo>
                  <a:lnTo>
                    <a:pt x="330815" y="133103"/>
                  </a:lnTo>
                  <a:lnTo>
                    <a:pt x="329650" y="127924"/>
                  </a:lnTo>
                  <a:lnTo>
                    <a:pt x="328322" y="122784"/>
                  </a:lnTo>
                  <a:lnTo>
                    <a:pt x="326832" y="117689"/>
                  </a:lnTo>
                  <a:lnTo>
                    <a:pt x="325180" y="112644"/>
                  </a:lnTo>
                  <a:lnTo>
                    <a:pt x="323369" y="107654"/>
                  </a:lnTo>
                  <a:lnTo>
                    <a:pt x="321401" y="102723"/>
                  </a:lnTo>
                  <a:lnTo>
                    <a:pt x="319277" y="97858"/>
                  </a:lnTo>
                  <a:lnTo>
                    <a:pt x="316999" y="93063"/>
                  </a:lnTo>
                  <a:lnTo>
                    <a:pt x="314571" y="88342"/>
                  </a:lnTo>
                  <a:lnTo>
                    <a:pt x="311994" y="83701"/>
                  </a:lnTo>
                  <a:lnTo>
                    <a:pt x="309270" y="79144"/>
                  </a:lnTo>
                  <a:lnTo>
                    <a:pt x="306404" y="74676"/>
                  </a:lnTo>
                  <a:lnTo>
                    <a:pt x="303397" y="70301"/>
                  </a:lnTo>
                  <a:lnTo>
                    <a:pt x="300252" y="66024"/>
                  </a:lnTo>
                  <a:lnTo>
                    <a:pt x="296974" y="61849"/>
                  </a:lnTo>
                  <a:lnTo>
                    <a:pt x="293564" y="57780"/>
                  </a:lnTo>
                  <a:lnTo>
                    <a:pt x="290027" y="53821"/>
                  </a:lnTo>
                  <a:lnTo>
                    <a:pt x="286366" y="49977"/>
                  </a:lnTo>
                  <a:lnTo>
                    <a:pt x="282585" y="46250"/>
                  </a:lnTo>
                  <a:lnTo>
                    <a:pt x="278687" y="42646"/>
                  </a:lnTo>
                  <a:lnTo>
                    <a:pt x="274677" y="39168"/>
                  </a:lnTo>
                  <a:lnTo>
                    <a:pt x="270559" y="35818"/>
                  </a:lnTo>
                  <a:lnTo>
                    <a:pt x="266336" y="32601"/>
                  </a:lnTo>
                  <a:lnTo>
                    <a:pt x="262013" y="29519"/>
                  </a:lnTo>
                  <a:lnTo>
                    <a:pt x="257594" y="26577"/>
                  </a:lnTo>
                  <a:lnTo>
                    <a:pt x="253085" y="23776"/>
                  </a:lnTo>
                  <a:lnTo>
                    <a:pt x="248488" y="21120"/>
                  </a:lnTo>
                  <a:lnTo>
                    <a:pt x="243810" y="18611"/>
                  </a:lnTo>
                  <a:lnTo>
                    <a:pt x="239054" y="16252"/>
                  </a:lnTo>
                  <a:lnTo>
                    <a:pt x="234226" y="14045"/>
                  </a:lnTo>
                  <a:lnTo>
                    <a:pt x="229330" y="11992"/>
                  </a:lnTo>
                  <a:lnTo>
                    <a:pt x="224372" y="10096"/>
                  </a:lnTo>
                  <a:lnTo>
                    <a:pt x="219355" y="8359"/>
                  </a:lnTo>
                  <a:lnTo>
                    <a:pt x="214287" y="6781"/>
                  </a:lnTo>
                  <a:lnTo>
                    <a:pt x="209170" y="5366"/>
                  </a:lnTo>
                  <a:lnTo>
                    <a:pt x="204011" y="4113"/>
                  </a:lnTo>
                  <a:lnTo>
                    <a:pt x="198815" y="3025"/>
                  </a:lnTo>
                  <a:lnTo>
                    <a:pt x="193588" y="2103"/>
                  </a:lnTo>
                  <a:lnTo>
                    <a:pt x="188333" y="1346"/>
                  </a:lnTo>
                  <a:lnTo>
                    <a:pt x="183057" y="758"/>
                  </a:lnTo>
                  <a:lnTo>
                    <a:pt x="177765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25182" y="4961274"/>
              <a:ext cx="157657" cy="167167"/>
            </a:xfrm>
            <a:custGeom>
              <a:avLst/>
              <a:pathLst>
                <a:path w="157657" h="167167">
                  <a:moveTo>
                    <a:pt x="157657" y="0"/>
                  </a:moveTo>
                  <a:lnTo>
                    <a:pt x="152239" y="87"/>
                  </a:lnTo>
                  <a:lnTo>
                    <a:pt x="146827" y="351"/>
                  </a:lnTo>
                  <a:lnTo>
                    <a:pt x="141425" y="789"/>
                  </a:lnTo>
                  <a:lnTo>
                    <a:pt x="136041" y="1403"/>
                  </a:lnTo>
                  <a:lnTo>
                    <a:pt x="130680" y="2191"/>
                  </a:lnTo>
                  <a:lnTo>
                    <a:pt x="125347" y="3152"/>
                  </a:lnTo>
                  <a:lnTo>
                    <a:pt x="120048" y="4285"/>
                  </a:lnTo>
                  <a:lnTo>
                    <a:pt x="114788" y="5590"/>
                  </a:lnTo>
                  <a:lnTo>
                    <a:pt x="109574" y="7064"/>
                  </a:lnTo>
                  <a:lnTo>
                    <a:pt x="104410" y="8707"/>
                  </a:lnTo>
                  <a:lnTo>
                    <a:pt x="99302" y="10516"/>
                  </a:lnTo>
                  <a:lnTo>
                    <a:pt x="94255" y="12490"/>
                  </a:lnTo>
                  <a:lnTo>
                    <a:pt x="89275" y="14626"/>
                  </a:lnTo>
                  <a:lnTo>
                    <a:pt x="84367" y="16922"/>
                  </a:lnTo>
                  <a:lnTo>
                    <a:pt x="79535" y="19377"/>
                  </a:lnTo>
                  <a:lnTo>
                    <a:pt x="74786" y="21987"/>
                  </a:lnTo>
                  <a:lnTo>
                    <a:pt x="70124" y="24749"/>
                  </a:lnTo>
                  <a:lnTo>
                    <a:pt x="65554" y="27661"/>
                  </a:lnTo>
                  <a:lnTo>
                    <a:pt x="61081" y="30720"/>
                  </a:lnTo>
                  <a:lnTo>
                    <a:pt x="56709" y="33921"/>
                  </a:lnTo>
                  <a:lnTo>
                    <a:pt x="52443" y="37263"/>
                  </a:lnTo>
                  <a:lnTo>
                    <a:pt x="48288" y="40742"/>
                  </a:lnTo>
                  <a:lnTo>
                    <a:pt x="44248" y="44353"/>
                  </a:lnTo>
                  <a:lnTo>
                    <a:pt x="40327" y="48094"/>
                  </a:lnTo>
                  <a:lnTo>
                    <a:pt x="36529" y="51959"/>
                  </a:lnTo>
                  <a:lnTo>
                    <a:pt x="32859" y="55946"/>
                  </a:lnTo>
                  <a:lnTo>
                    <a:pt x="29319" y="60049"/>
                  </a:lnTo>
                  <a:lnTo>
                    <a:pt x="25915" y="64265"/>
                  </a:lnTo>
                  <a:lnTo>
                    <a:pt x="22649" y="68589"/>
                  </a:lnTo>
                  <a:lnTo>
                    <a:pt x="19524" y="73017"/>
                  </a:lnTo>
                  <a:lnTo>
                    <a:pt x="16545" y="77544"/>
                  </a:lnTo>
                  <a:lnTo>
                    <a:pt x="13715" y="82164"/>
                  </a:lnTo>
                  <a:lnTo>
                    <a:pt x="11035" y="86875"/>
                  </a:lnTo>
                  <a:lnTo>
                    <a:pt x="8510" y="91669"/>
                  </a:lnTo>
                  <a:lnTo>
                    <a:pt x="6141" y="96543"/>
                  </a:lnTo>
                  <a:lnTo>
                    <a:pt x="3932" y="101491"/>
                  </a:lnTo>
                  <a:lnTo>
                    <a:pt x="1884" y="106508"/>
                  </a:lnTo>
                  <a:lnTo>
                    <a:pt x="0" y="111589"/>
                  </a:lnTo>
                  <a:lnTo>
                    <a:pt x="1576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25182" y="5072863"/>
              <a:ext cx="157657" cy="55578"/>
            </a:xfrm>
            <a:custGeom>
              <a:avLst/>
              <a:pathLst>
                <a:path w="157657" h="55578">
                  <a:moveTo>
                    <a:pt x="0" y="0"/>
                  </a:moveTo>
                  <a:lnTo>
                    <a:pt x="157657" y="555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25182" y="5072863"/>
              <a:ext cx="157657" cy="55578"/>
            </a:xfrm>
            <a:custGeom>
              <a:avLst/>
              <a:pathLst>
                <a:path w="157657" h="55578">
                  <a:moveTo>
                    <a:pt x="0" y="0"/>
                  </a:moveTo>
                  <a:lnTo>
                    <a:pt x="157657" y="555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5182" y="5072863"/>
              <a:ext cx="157657" cy="55578"/>
            </a:xfrm>
            <a:custGeom>
              <a:avLst/>
              <a:pathLst>
                <a:path w="157657" h="55578">
                  <a:moveTo>
                    <a:pt x="0" y="0"/>
                  </a:moveTo>
                  <a:lnTo>
                    <a:pt x="157657" y="555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15674" y="5072863"/>
              <a:ext cx="167165" cy="55578"/>
            </a:xfrm>
            <a:custGeom>
              <a:avLst/>
              <a:pathLst>
                <a:path w="167165" h="55578">
                  <a:moveTo>
                    <a:pt x="9507" y="0"/>
                  </a:moveTo>
                  <a:lnTo>
                    <a:pt x="7552" y="5892"/>
                  </a:lnTo>
                  <a:lnTo>
                    <a:pt x="5817" y="11853"/>
                  </a:lnTo>
                  <a:lnTo>
                    <a:pt x="4305" y="17875"/>
                  </a:lnTo>
                  <a:lnTo>
                    <a:pt x="3017" y="23949"/>
                  </a:lnTo>
                  <a:lnTo>
                    <a:pt x="1956" y="30066"/>
                  </a:lnTo>
                  <a:lnTo>
                    <a:pt x="1122" y="36218"/>
                  </a:lnTo>
                  <a:lnTo>
                    <a:pt x="518" y="42397"/>
                  </a:lnTo>
                  <a:lnTo>
                    <a:pt x="144" y="48595"/>
                  </a:lnTo>
                  <a:lnTo>
                    <a:pt x="0" y="54801"/>
                  </a:lnTo>
                  <a:lnTo>
                    <a:pt x="167165" y="555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15674" y="4961274"/>
              <a:ext cx="334320" cy="334330"/>
            </a:xfrm>
            <a:custGeom>
              <a:avLst/>
              <a:pathLst>
                <a:path w="334320" h="334330">
                  <a:moveTo>
                    <a:pt x="0" y="166391"/>
                  </a:moveTo>
                  <a:lnTo>
                    <a:pt x="59" y="171682"/>
                  </a:lnTo>
                  <a:lnTo>
                    <a:pt x="285" y="176970"/>
                  </a:lnTo>
                  <a:lnTo>
                    <a:pt x="679" y="182247"/>
                  </a:lnTo>
                  <a:lnTo>
                    <a:pt x="1240" y="187509"/>
                  </a:lnTo>
                  <a:lnTo>
                    <a:pt x="1967" y="192751"/>
                  </a:lnTo>
                  <a:lnTo>
                    <a:pt x="2860" y="197967"/>
                  </a:lnTo>
                  <a:lnTo>
                    <a:pt x="3917" y="203152"/>
                  </a:lnTo>
                  <a:lnTo>
                    <a:pt x="5138" y="208301"/>
                  </a:lnTo>
                  <a:lnTo>
                    <a:pt x="6521" y="213409"/>
                  </a:lnTo>
                  <a:lnTo>
                    <a:pt x="8065" y="218471"/>
                  </a:lnTo>
                  <a:lnTo>
                    <a:pt x="9769" y="223481"/>
                  </a:lnTo>
                  <a:lnTo>
                    <a:pt x="11630" y="228435"/>
                  </a:lnTo>
                  <a:lnTo>
                    <a:pt x="13647" y="233327"/>
                  </a:lnTo>
                  <a:lnTo>
                    <a:pt x="15818" y="238154"/>
                  </a:lnTo>
                  <a:lnTo>
                    <a:pt x="18141" y="242908"/>
                  </a:lnTo>
                  <a:lnTo>
                    <a:pt x="20613" y="247588"/>
                  </a:lnTo>
                  <a:lnTo>
                    <a:pt x="23232" y="252186"/>
                  </a:lnTo>
                  <a:lnTo>
                    <a:pt x="25995" y="256699"/>
                  </a:lnTo>
                  <a:lnTo>
                    <a:pt x="28900" y="261123"/>
                  </a:lnTo>
                  <a:lnTo>
                    <a:pt x="31943" y="265452"/>
                  </a:lnTo>
                  <a:lnTo>
                    <a:pt x="35122" y="269683"/>
                  </a:lnTo>
                  <a:lnTo>
                    <a:pt x="38433" y="273811"/>
                  </a:lnTo>
                  <a:lnTo>
                    <a:pt x="41873" y="277832"/>
                  </a:lnTo>
                  <a:lnTo>
                    <a:pt x="45439" y="281743"/>
                  </a:lnTo>
                  <a:lnTo>
                    <a:pt x="49126" y="285538"/>
                  </a:lnTo>
                  <a:lnTo>
                    <a:pt x="52932" y="289215"/>
                  </a:lnTo>
                  <a:lnTo>
                    <a:pt x="56853" y="292770"/>
                  </a:lnTo>
                  <a:lnTo>
                    <a:pt x="60884" y="296199"/>
                  </a:lnTo>
                  <a:lnTo>
                    <a:pt x="65021" y="299498"/>
                  </a:lnTo>
                  <a:lnTo>
                    <a:pt x="69261" y="302665"/>
                  </a:lnTo>
                  <a:lnTo>
                    <a:pt x="73599" y="305696"/>
                  </a:lnTo>
                  <a:lnTo>
                    <a:pt x="78031" y="308588"/>
                  </a:lnTo>
                  <a:lnTo>
                    <a:pt x="82552" y="311339"/>
                  </a:lnTo>
                  <a:lnTo>
                    <a:pt x="87157" y="313945"/>
                  </a:lnTo>
                  <a:lnTo>
                    <a:pt x="91843" y="316404"/>
                  </a:lnTo>
                  <a:lnTo>
                    <a:pt x="96605" y="318713"/>
                  </a:lnTo>
                  <a:lnTo>
                    <a:pt x="101437" y="320870"/>
                  </a:lnTo>
                  <a:lnTo>
                    <a:pt x="106335" y="322874"/>
                  </a:lnTo>
                  <a:lnTo>
                    <a:pt x="111294" y="324721"/>
                  </a:lnTo>
                  <a:lnTo>
                    <a:pt x="116309" y="326411"/>
                  </a:lnTo>
                  <a:lnTo>
                    <a:pt x="121375" y="327941"/>
                  </a:lnTo>
                  <a:lnTo>
                    <a:pt x="126487" y="329310"/>
                  </a:lnTo>
                  <a:lnTo>
                    <a:pt x="131640" y="330516"/>
                  </a:lnTo>
                  <a:lnTo>
                    <a:pt x="136828" y="331559"/>
                  </a:lnTo>
                  <a:lnTo>
                    <a:pt x="142046" y="332436"/>
                  </a:lnTo>
                  <a:lnTo>
                    <a:pt x="147290" y="333149"/>
                  </a:lnTo>
                  <a:lnTo>
                    <a:pt x="152554" y="333695"/>
                  </a:lnTo>
                  <a:lnTo>
                    <a:pt x="157832" y="334074"/>
                  </a:lnTo>
                  <a:lnTo>
                    <a:pt x="163120" y="334285"/>
                  </a:lnTo>
                  <a:lnTo>
                    <a:pt x="168412" y="334330"/>
                  </a:lnTo>
                  <a:lnTo>
                    <a:pt x="173702" y="334207"/>
                  </a:lnTo>
                  <a:lnTo>
                    <a:pt x="178986" y="333916"/>
                  </a:lnTo>
                  <a:lnTo>
                    <a:pt x="184258" y="333458"/>
                  </a:lnTo>
                  <a:lnTo>
                    <a:pt x="189513" y="332834"/>
                  </a:lnTo>
                  <a:lnTo>
                    <a:pt x="194746" y="332043"/>
                  </a:lnTo>
                  <a:lnTo>
                    <a:pt x="199951" y="331088"/>
                  </a:lnTo>
                  <a:lnTo>
                    <a:pt x="205123" y="329968"/>
                  </a:lnTo>
                  <a:lnTo>
                    <a:pt x="210257" y="328685"/>
                  </a:lnTo>
                  <a:lnTo>
                    <a:pt x="215348" y="327240"/>
                  </a:lnTo>
                  <a:lnTo>
                    <a:pt x="220391" y="325635"/>
                  </a:lnTo>
                  <a:lnTo>
                    <a:pt x="225380" y="323871"/>
                  </a:lnTo>
                  <a:lnTo>
                    <a:pt x="230311" y="321949"/>
                  </a:lnTo>
                  <a:lnTo>
                    <a:pt x="235178" y="319873"/>
                  </a:lnTo>
                  <a:lnTo>
                    <a:pt x="239978" y="317644"/>
                  </a:lnTo>
                  <a:lnTo>
                    <a:pt x="244704" y="315264"/>
                  </a:lnTo>
                  <a:lnTo>
                    <a:pt x="249353" y="312735"/>
                  </a:lnTo>
                  <a:lnTo>
                    <a:pt x="253920" y="310061"/>
                  </a:lnTo>
                  <a:lnTo>
                    <a:pt x="258399" y="307243"/>
                  </a:lnTo>
                  <a:lnTo>
                    <a:pt x="262787" y="304285"/>
                  </a:lnTo>
                  <a:lnTo>
                    <a:pt x="267079" y="301190"/>
                  </a:lnTo>
                  <a:lnTo>
                    <a:pt x="271271" y="297960"/>
                  </a:lnTo>
                  <a:lnTo>
                    <a:pt x="275359" y="294599"/>
                  </a:lnTo>
                  <a:lnTo>
                    <a:pt x="279339" y="291111"/>
                  </a:lnTo>
                  <a:lnTo>
                    <a:pt x="283206" y="287498"/>
                  </a:lnTo>
                  <a:lnTo>
                    <a:pt x="286956" y="283765"/>
                  </a:lnTo>
                  <a:lnTo>
                    <a:pt x="290587" y="279915"/>
                  </a:lnTo>
                  <a:lnTo>
                    <a:pt x="294094" y="275952"/>
                  </a:lnTo>
                  <a:lnTo>
                    <a:pt x="297473" y="271879"/>
                  </a:lnTo>
                  <a:lnTo>
                    <a:pt x="300723" y="267702"/>
                  </a:lnTo>
                  <a:lnTo>
                    <a:pt x="303838" y="263424"/>
                  </a:lnTo>
                  <a:lnTo>
                    <a:pt x="306816" y="259050"/>
                  </a:lnTo>
                  <a:lnTo>
                    <a:pt x="309655" y="254584"/>
                  </a:lnTo>
                  <a:lnTo>
                    <a:pt x="312350" y="250030"/>
                  </a:lnTo>
                  <a:lnTo>
                    <a:pt x="314900" y="245393"/>
                  </a:lnTo>
                  <a:lnTo>
                    <a:pt x="317302" y="240677"/>
                  </a:lnTo>
                  <a:lnTo>
                    <a:pt x="319554" y="235888"/>
                  </a:lnTo>
                  <a:lnTo>
                    <a:pt x="321653" y="231030"/>
                  </a:lnTo>
                  <a:lnTo>
                    <a:pt x="323597" y="226109"/>
                  </a:lnTo>
                  <a:lnTo>
                    <a:pt x="325384" y="221128"/>
                  </a:lnTo>
                  <a:lnTo>
                    <a:pt x="327013" y="216092"/>
                  </a:lnTo>
                  <a:lnTo>
                    <a:pt x="328481" y="211008"/>
                  </a:lnTo>
                  <a:lnTo>
                    <a:pt x="329788" y="205880"/>
                  </a:lnTo>
                  <a:lnTo>
                    <a:pt x="330932" y="200713"/>
                  </a:lnTo>
                  <a:lnTo>
                    <a:pt x="331912" y="195513"/>
                  </a:lnTo>
                  <a:lnTo>
                    <a:pt x="332726" y="190284"/>
                  </a:lnTo>
                  <a:lnTo>
                    <a:pt x="333375" y="185032"/>
                  </a:lnTo>
                  <a:lnTo>
                    <a:pt x="333857" y="179762"/>
                  </a:lnTo>
                  <a:lnTo>
                    <a:pt x="334173" y="174480"/>
                  </a:lnTo>
                  <a:lnTo>
                    <a:pt x="334320" y="169190"/>
                  </a:lnTo>
                  <a:lnTo>
                    <a:pt x="334301" y="163898"/>
                  </a:lnTo>
                  <a:lnTo>
                    <a:pt x="334113" y="158609"/>
                  </a:lnTo>
                  <a:lnTo>
                    <a:pt x="333759" y="153329"/>
                  </a:lnTo>
                  <a:lnTo>
                    <a:pt x="333237" y="148063"/>
                  </a:lnTo>
                  <a:lnTo>
                    <a:pt x="332549" y="142816"/>
                  </a:lnTo>
                  <a:lnTo>
                    <a:pt x="331696" y="137593"/>
                  </a:lnTo>
                  <a:lnTo>
                    <a:pt x="330677" y="132400"/>
                  </a:lnTo>
                  <a:lnTo>
                    <a:pt x="329495" y="127242"/>
                  </a:lnTo>
                  <a:lnTo>
                    <a:pt x="328150" y="122124"/>
                  </a:lnTo>
                  <a:lnTo>
                    <a:pt x="326643" y="117051"/>
                  </a:lnTo>
                  <a:lnTo>
                    <a:pt x="324977" y="112028"/>
                  </a:lnTo>
                  <a:lnTo>
                    <a:pt x="323153" y="107060"/>
                  </a:lnTo>
                  <a:lnTo>
                    <a:pt x="321172" y="102153"/>
                  </a:lnTo>
                  <a:lnTo>
                    <a:pt x="319037" y="97311"/>
                  </a:lnTo>
                  <a:lnTo>
                    <a:pt x="316750" y="92539"/>
                  </a:lnTo>
                  <a:lnTo>
                    <a:pt x="314313" y="87841"/>
                  </a:lnTo>
                  <a:lnTo>
                    <a:pt x="311728" y="83224"/>
                  </a:lnTo>
                  <a:lnTo>
                    <a:pt x="308999" y="78690"/>
                  </a:lnTo>
                  <a:lnTo>
                    <a:pt x="306127" y="74245"/>
                  </a:lnTo>
                  <a:lnTo>
                    <a:pt x="303116" y="69893"/>
                  </a:lnTo>
                  <a:lnTo>
                    <a:pt x="299969" y="65638"/>
                  </a:lnTo>
                  <a:lnTo>
                    <a:pt x="296689" y="61486"/>
                  </a:lnTo>
                  <a:lnTo>
                    <a:pt x="293279" y="57439"/>
                  </a:lnTo>
                  <a:lnTo>
                    <a:pt x="289743" y="53502"/>
                  </a:lnTo>
                  <a:lnTo>
                    <a:pt x="286083" y="49679"/>
                  </a:lnTo>
                  <a:lnTo>
                    <a:pt x="282305" y="45974"/>
                  </a:lnTo>
                  <a:lnTo>
                    <a:pt x="278411" y="42390"/>
                  </a:lnTo>
                  <a:lnTo>
                    <a:pt x="274406" y="38931"/>
                  </a:lnTo>
                  <a:lnTo>
                    <a:pt x="270293" y="35601"/>
                  </a:lnTo>
                  <a:lnTo>
                    <a:pt x="266077" y="32403"/>
                  </a:lnTo>
                  <a:lnTo>
                    <a:pt x="261762" y="29340"/>
                  </a:lnTo>
                  <a:lnTo>
                    <a:pt x="257352" y="26414"/>
                  </a:lnTo>
                  <a:lnTo>
                    <a:pt x="252852" y="23630"/>
                  </a:lnTo>
                  <a:lnTo>
                    <a:pt x="248265" y="20990"/>
                  </a:lnTo>
                  <a:lnTo>
                    <a:pt x="243598" y="18496"/>
                  </a:lnTo>
                  <a:lnTo>
                    <a:pt x="238854" y="16151"/>
                  </a:lnTo>
                  <a:lnTo>
                    <a:pt x="234038" y="13958"/>
                  </a:lnTo>
                  <a:lnTo>
                    <a:pt x="229155" y="11918"/>
                  </a:lnTo>
                  <a:lnTo>
                    <a:pt x="224210" y="10034"/>
                  </a:lnTo>
                  <a:lnTo>
                    <a:pt x="219207" y="8307"/>
                  </a:lnTo>
                  <a:lnTo>
                    <a:pt x="214153" y="6739"/>
                  </a:lnTo>
                  <a:lnTo>
                    <a:pt x="209051" y="5332"/>
                  </a:lnTo>
                  <a:lnTo>
                    <a:pt x="203908" y="4087"/>
                  </a:lnTo>
                  <a:lnTo>
                    <a:pt x="198728" y="3006"/>
                  </a:lnTo>
                  <a:lnTo>
                    <a:pt x="193516" y="2089"/>
                  </a:lnTo>
                  <a:lnTo>
                    <a:pt x="188277" y="1338"/>
                  </a:lnTo>
                  <a:lnTo>
                    <a:pt x="183018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293389" y="4605529"/>
              <a:ext cx="327461" cy="334326"/>
            </a:xfrm>
            <a:custGeom>
              <a:avLst/>
              <a:pathLst>
                <a:path w="327461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8" y="1353"/>
                  </a:lnTo>
                  <a:lnTo>
                    <a:pt x="140662" y="2113"/>
                  </a:lnTo>
                  <a:lnTo>
                    <a:pt x="135422" y="3039"/>
                  </a:lnTo>
                  <a:lnTo>
                    <a:pt x="130214" y="4133"/>
                  </a:lnTo>
                  <a:lnTo>
                    <a:pt x="125043" y="5391"/>
                  </a:lnTo>
                  <a:lnTo>
                    <a:pt x="119916" y="6813"/>
                  </a:lnTo>
                  <a:lnTo>
                    <a:pt x="114836" y="8398"/>
                  </a:lnTo>
                  <a:lnTo>
                    <a:pt x="109809" y="10144"/>
                  </a:lnTo>
                  <a:lnTo>
                    <a:pt x="104841" y="12049"/>
                  </a:lnTo>
                  <a:lnTo>
                    <a:pt x="99935" y="14111"/>
                  </a:lnTo>
                  <a:lnTo>
                    <a:pt x="95098" y="16328"/>
                  </a:lnTo>
                  <a:lnTo>
                    <a:pt x="90333" y="18698"/>
                  </a:lnTo>
                  <a:lnTo>
                    <a:pt x="85647" y="21218"/>
                  </a:lnTo>
                  <a:lnTo>
                    <a:pt x="81043" y="23887"/>
                  </a:lnTo>
                  <a:lnTo>
                    <a:pt x="76526" y="26700"/>
                  </a:lnTo>
                  <a:lnTo>
                    <a:pt x="72101" y="29656"/>
                  </a:lnTo>
                  <a:lnTo>
                    <a:pt x="67772" y="32751"/>
                  </a:lnTo>
                  <a:lnTo>
                    <a:pt x="63545" y="35982"/>
                  </a:lnTo>
                  <a:lnTo>
                    <a:pt x="59422" y="39346"/>
                  </a:lnTo>
                  <a:lnTo>
                    <a:pt x="55408" y="42840"/>
                  </a:lnTo>
                  <a:lnTo>
                    <a:pt x="51508" y="46460"/>
                  </a:lnTo>
                  <a:lnTo>
                    <a:pt x="47724" y="50202"/>
                  </a:lnTo>
                  <a:lnTo>
                    <a:pt x="44062" y="54063"/>
                  </a:lnTo>
                  <a:lnTo>
                    <a:pt x="40525" y="58038"/>
                  </a:lnTo>
                  <a:lnTo>
                    <a:pt x="37115" y="62123"/>
                  </a:lnTo>
                  <a:lnTo>
                    <a:pt x="33838" y="66316"/>
                  </a:lnTo>
                  <a:lnTo>
                    <a:pt x="30696" y="70610"/>
                  </a:lnTo>
                  <a:lnTo>
                    <a:pt x="27691" y="75002"/>
                  </a:lnTo>
                  <a:lnTo>
                    <a:pt x="24829" y="79488"/>
                  </a:lnTo>
                  <a:lnTo>
                    <a:pt x="22110" y="84062"/>
                  </a:lnTo>
                  <a:lnTo>
                    <a:pt x="19539" y="88721"/>
                  </a:lnTo>
                  <a:lnTo>
                    <a:pt x="17117" y="93459"/>
                  </a:lnTo>
                  <a:lnTo>
                    <a:pt x="14847" y="98272"/>
                  </a:lnTo>
                  <a:lnTo>
                    <a:pt x="12731" y="103155"/>
                  </a:lnTo>
                  <a:lnTo>
                    <a:pt x="10772" y="108102"/>
                  </a:lnTo>
                  <a:lnTo>
                    <a:pt x="8971" y="113109"/>
                  </a:lnTo>
                  <a:lnTo>
                    <a:pt x="7331" y="118172"/>
                  </a:lnTo>
                  <a:lnTo>
                    <a:pt x="5852" y="123283"/>
                  </a:lnTo>
                  <a:lnTo>
                    <a:pt x="4537" y="128440"/>
                  </a:lnTo>
                  <a:lnTo>
                    <a:pt x="3387" y="133635"/>
                  </a:lnTo>
                  <a:lnTo>
                    <a:pt x="2403" y="138865"/>
                  </a:lnTo>
                  <a:lnTo>
                    <a:pt x="1585" y="144123"/>
                  </a:lnTo>
                  <a:lnTo>
                    <a:pt x="936" y="149404"/>
                  </a:lnTo>
                  <a:lnTo>
                    <a:pt x="455" y="154704"/>
                  </a:lnTo>
                  <a:lnTo>
                    <a:pt x="142" y="160016"/>
                  </a:lnTo>
                  <a:lnTo>
                    <a:pt x="0" y="165335"/>
                  </a:lnTo>
                  <a:lnTo>
                    <a:pt x="26" y="170656"/>
                  </a:lnTo>
                  <a:lnTo>
                    <a:pt x="222" y="175974"/>
                  </a:lnTo>
                  <a:lnTo>
                    <a:pt x="587" y="181283"/>
                  </a:lnTo>
                  <a:lnTo>
                    <a:pt x="1120" y="186577"/>
                  </a:lnTo>
                  <a:lnTo>
                    <a:pt x="1822" y="191852"/>
                  </a:lnTo>
                  <a:lnTo>
                    <a:pt x="2692" y="197102"/>
                  </a:lnTo>
                  <a:lnTo>
                    <a:pt x="3728" y="202321"/>
                  </a:lnTo>
                  <a:lnTo>
                    <a:pt x="4929" y="207505"/>
                  </a:lnTo>
                  <a:lnTo>
                    <a:pt x="6295" y="212648"/>
                  </a:lnTo>
                  <a:lnTo>
                    <a:pt x="7825" y="217745"/>
                  </a:lnTo>
                  <a:lnTo>
                    <a:pt x="9515" y="222791"/>
                  </a:lnTo>
                  <a:lnTo>
                    <a:pt x="11365" y="227780"/>
                  </a:lnTo>
                  <a:lnTo>
                    <a:pt x="13373" y="232708"/>
                  </a:lnTo>
                  <a:lnTo>
                    <a:pt x="15537" y="237569"/>
                  </a:lnTo>
                  <a:lnTo>
                    <a:pt x="17855" y="242359"/>
                  </a:lnTo>
                  <a:lnTo>
                    <a:pt x="20324" y="247073"/>
                  </a:lnTo>
                  <a:lnTo>
                    <a:pt x="22941" y="251706"/>
                  </a:lnTo>
                  <a:lnTo>
                    <a:pt x="25705" y="256253"/>
                  </a:lnTo>
                  <a:lnTo>
                    <a:pt x="28612" y="260710"/>
                  </a:lnTo>
                  <a:lnTo>
                    <a:pt x="31660" y="265073"/>
                  </a:lnTo>
                  <a:lnTo>
                    <a:pt x="34845" y="269336"/>
                  </a:lnTo>
                  <a:lnTo>
                    <a:pt x="38164" y="273495"/>
                  </a:lnTo>
                  <a:lnTo>
                    <a:pt x="41613" y="277547"/>
                  </a:lnTo>
                  <a:lnTo>
                    <a:pt x="45190" y="281487"/>
                  </a:lnTo>
                  <a:lnTo>
                    <a:pt x="48890" y="285311"/>
                  </a:lnTo>
                  <a:lnTo>
                    <a:pt x="52710" y="289015"/>
                  </a:lnTo>
                  <a:lnTo>
                    <a:pt x="56647" y="292596"/>
                  </a:lnTo>
                  <a:lnTo>
                    <a:pt x="60695" y="296050"/>
                  </a:lnTo>
                  <a:lnTo>
                    <a:pt x="64851" y="299373"/>
                  </a:lnTo>
                  <a:lnTo>
                    <a:pt x="69110" y="302562"/>
                  </a:lnTo>
                  <a:lnTo>
                    <a:pt x="73470" y="305614"/>
                  </a:lnTo>
                  <a:lnTo>
                    <a:pt x="77923" y="308526"/>
                  </a:lnTo>
                  <a:lnTo>
                    <a:pt x="82468" y="311294"/>
                  </a:lnTo>
                  <a:lnTo>
                    <a:pt x="87098" y="313917"/>
                  </a:lnTo>
                  <a:lnTo>
                    <a:pt x="91809" y="316391"/>
                  </a:lnTo>
                  <a:lnTo>
                    <a:pt x="96597" y="318713"/>
                  </a:lnTo>
                  <a:lnTo>
                    <a:pt x="101456" y="320882"/>
                  </a:lnTo>
                  <a:lnTo>
                    <a:pt x="106382" y="322895"/>
                  </a:lnTo>
                  <a:lnTo>
                    <a:pt x="111369" y="324751"/>
                  </a:lnTo>
                  <a:lnTo>
                    <a:pt x="116413" y="326447"/>
                  </a:lnTo>
                  <a:lnTo>
                    <a:pt x="121508" y="327981"/>
                  </a:lnTo>
                  <a:lnTo>
                    <a:pt x="126650" y="329352"/>
                  </a:lnTo>
                  <a:lnTo>
                    <a:pt x="131833" y="330560"/>
                  </a:lnTo>
                  <a:lnTo>
                    <a:pt x="137051" y="331601"/>
                  </a:lnTo>
                  <a:lnTo>
                    <a:pt x="142300" y="332476"/>
                  </a:lnTo>
                  <a:lnTo>
                    <a:pt x="147574" y="333183"/>
                  </a:lnTo>
                  <a:lnTo>
                    <a:pt x="152868" y="333723"/>
                  </a:lnTo>
                  <a:lnTo>
                    <a:pt x="158176" y="334093"/>
                  </a:lnTo>
                  <a:lnTo>
                    <a:pt x="163494" y="334294"/>
                  </a:lnTo>
                  <a:lnTo>
                    <a:pt x="168815" y="334326"/>
                  </a:lnTo>
                  <a:lnTo>
                    <a:pt x="174134" y="334189"/>
                  </a:lnTo>
                  <a:lnTo>
                    <a:pt x="179447" y="333882"/>
                  </a:lnTo>
                  <a:lnTo>
                    <a:pt x="184747" y="333406"/>
                  </a:lnTo>
                  <a:lnTo>
                    <a:pt x="190029" y="332762"/>
                  </a:lnTo>
                  <a:lnTo>
                    <a:pt x="195288" y="331950"/>
                  </a:lnTo>
                  <a:lnTo>
                    <a:pt x="200518" y="330972"/>
                  </a:lnTo>
                  <a:lnTo>
                    <a:pt x="205715" y="329827"/>
                  </a:lnTo>
                  <a:lnTo>
                    <a:pt x="210873" y="328517"/>
                  </a:lnTo>
                  <a:lnTo>
                    <a:pt x="215986" y="327044"/>
                  </a:lnTo>
                  <a:lnTo>
                    <a:pt x="221050" y="325409"/>
                  </a:lnTo>
                  <a:lnTo>
                    <a:pt x="226059" y="323613"/>
                  </a:lnTo>
                  <a:lnTo>
                    <a:pt x="231009" y="321659"/>
                  </a:lnTo>
                  <a:lnTo>
                    <a:pt x="235893" y="319549"/>
                  </a:lnTo>
                  <a:lnTo>
                    <a:pt x="240709" y="317284"/>
                  </a:lnTo>
                  <a:lnTo>
                    <a:pt x="245449" y="314867"/>
                  </a:lnTo>
                  <a:lnTo>
                    <a:pt x="250111" y="312300"/>
                  </a:lnTo>
                  <a:lnTo>
                    <a:pt x="254688" y="309586"/>
                  </a:lnTo>
                  <a:lnTo>
                    <a:pt x="259177" y="306728"/>
                  </a:lnTo>
                  <a:lnTo>
                    <a:pt x="263572" y="303729"/>
                  </a:lnTo>
                  <a:lnTo>
                    <a:pt x="267870" y="300591"/>
                  </a:lnTo>
                  <a:lnTo>
                    <a:pt x="272065" y="297318"/>
                  </a:lnTo>
                  <a:lnTo>
                    <a:pt x="276154" y="293913"/>
                  </a:lnTo>
                  <a:lnTo>
                    <a:pt x="280133" y="290379"/>
                  </a:lnTo>
                  <a:lnTo>
                    <a:pt x="283998" y="286721"/>
                  </a:lnTo>
                  <a:lnTo>
                    <a:pt x="287744" y="282942"/>
                  </a:lnTo>
                  <a:lnTo>
                    <a:pt x="291367" y="279045"/>
                  </a:lnTo>
                  <a:lnTo>
                    <a:pt x="294865" y="275035"/>
                  </a:lnTo>
                  <a:lnTo>
                    <a:pt x="298234" y="270916"/>
                  </a:lnTo>
                  <a:lnTo>
                    <a:pt x="301470" y="266691"/>
                  </a:lnTo>
                  <a:lnTo>
                    <a:pt x="304569" y="262366"/>
                  </a:lnTo>
                  <a:lnTo>
                    <a:pt x="307530" y="257944"/>
                  </a:lnTo>
                  <a:lnTo>
                    <a:pt x="310348" y="253430"/>
                  </a:lnTo>
                  <a:lnTo>
                    <a:pt x="313021" y="248829"/>
                  </a:lnTo>
                  <a:lnTo>
                    <a:pt x="315546" y="244145"/>
                  </a:lnTo>
                  <a:lnTo>
                    <a:pt x="317921" y="239383"/>
                  </a:lnTo>
                  <a:lnTo>
                    <a:pt x="320143" y="234548"/>
                  </a:lnTo>
                  <a:lnTo>
                    <a:pt x="322210" y="229645"/>
                  </a:lnTo>
                  <a:lnTo>
                    <a:pt x="324120" y="224678"/>
                  </a:lnTo>
                  <a:lnTo>
                    <a:pt x="325871" y="219653"/>
                  </a:lnTo>
                  <a:lnTo>
                    <a:pt x="327461" y="21457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772696"/>
              <a:ext cx="160304" cy="47407"/>
            </a:xfrm>
            <a:custGeom>
              <a:avLst/>
              <a:pathLst>
                <a:path w="160304" h="47407">
                  <a:moveTo>
                    <a:pt x="160304" y="474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772696"/>
              <a:ext cx="160304" cy="47407"/>
            </a:xfrm>
            <a:custGeom>
              <a:avLst/>
              <a:pathLst>
                <a:path w="160304" h="47407">
                  <a:moveTo>
                    <a:pt x="160304" y="474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75403"/>
              <a:ext cx="167147" cy="144701"/>
            </a:xfrm>
            <a:custGeom>
              <a:avLst/>
              <a:pathLst>
                <a:path w="167147" h="144701">
                  <a:moveTo>
                    <a:pt x="160304" y="144701"/>
                  </a:moveTo>
                  <a:lnTo>
                    <a:pt x="161808" y="139279"/>
                  </a:lnTo>
                  <a:lnTo>
                    <a:pt x="163130" y="133811"/>
                  </a:lnTo>
                  <a:lnTo>
                    <a:pt x="164266" y="128301"/>
                  </a:lnTo>
                  <a:lnTo>
                    <a:pt x="165216" y="122755"/>
                  </a:lnTo>
                  <a:lnTo>
                    <a:pt x="165980" y="117181"/>
                  </a:lnTo>
                  <a:lnTo>
                    <a:pt x="166555" y="111585"/>
                  </a:lnTo>
                  <a:lnTo>
                    <a:pt x="166941" y="105972"/>
                  </a:lnTo>
                  <a:lnTo>
                    <a:pt x="167139" y="100349"/>
                  </a:lnTo>
                  <a:lnTo>
                    <a:pt x="167147" y="94723"/>
                  </a:lnTo>
                  <a:lnTo>
                    <a:pt x="166966" y="89100"/>
                  </a:lnTo>
                  <a:lnTo>
                    <a:pt x="166596" y="83486"/>
                  </a:lnTo>
                  <a:lnTo>
                    <a:pt x="166037" y="77888"/>
                  </a:lnTo>
                  <a:lnTo>
                    <a:pt x="165290" y="72311"/>
                  </a:lnTo>
                  <a:lnTo>
                    <a:pt x="164356" y="66763"/>
                  </a:lnTo>
                  <a:lnTo>
                    <a:pt x="163235" y="61250"/>
                  </a:lnTo>
                  <a:lnTo>
                    <a:pt x="161930" y="55777"/>
                  </a:lnTo>
                  <a:lnTo>
                    <a:pt x="160441" y="50352"/>
                  </a:lnTo>
                  <a:lnTo>
                    <a:pt x="158771" y="44980"/>
                  </a:lnTo>
                  <a:lnTo>
                    <a:pt x="156920" y="39666"/>
                  </a:lnTo>
                  <a:lnTo>
                    <a:pt x="154892" y="34419"/>
                  </a:lnTo>
                  <a:lnTo>
                    <a:pt x="152689" y="29242"/>
                  </a:lnTo>
                  <a:lnTo>
                    <a:pt x="150312" y="24142"/>
                  </a:lnTo>
                  <a:lnTo>
                    <a:pt x="147766" y="19126"/>
                  </a:lnTo>
                  <a:lnTo>
                    <a:pt x="145052" y="14197"/>
                  </a:lnTo>
                  <a:lnTo>
                    <a:pt x="142173" y="9363"/>
                  </a:lnTo>
                  <a:lnTo>
                    <a:pt x="139134" y="4629"/>
                  </a:lnTo>
                  <a:lnTo>
                    <a:pt x="135937" y="0"/>
                  </a:lnTo>
                  <a:lnTo>
                    <a:pt x="0" y="972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605529"/>
              <a:ext cx="135937" cy="167167"/>
            </a:xfrm>
            <a:custGeom>
              <a:avLst/>
              <a:pathLst>
                <a:path w="135937" h="167167">
                  <a:moveTo>
                    <a:pt x="135937" y="69874"/>
                  </a:moveTo>
                  <a:lnTo>
                    <a:pt x="132679" y="65475"/>
                  </a:lnTo>
                  <a:lnTo>
                    <a:pt x="129278" y="61186"/>
                  </a:lnTo>
                  <a:lnTo>
                    <a:pt x="125739" y="57010"/>
                  </a:lnTo>
                  <a:lnTo>
                    <a:pt x="122066" y="52953"/>
                  </a:lnTo>
                  <a:lnTo>
                    <a:pt x="118261" y="49018"/>
                  </a:lnTo>
                  <a:lnTo>
                    <a:pt x="114329" y="45209"/>
                  </a:lnTo>
                  <a:lnTo>
                    <a:pt x="110275" y="41532"/>
                  </a:lnTo>
                  <a:lnTo>
                    <a:pt x="106103" y="37989"/>
                  </a:lnTo>
                  <a:lnTo>
                    <a:pt x="101817" y="34584"/>
                  </a:lnTo>
                  <a:lnTo>
                    <a:pt x="97422" y="31322"/>
                  </a:lnTo>
                  <a:lnTo>
                    <a:pt x="92922" y="28205"/>
                  </a:lnTo>
                  <a:lnTo>
                    <a:pt x="88323" y="25238"/>
                  </a:lnTo>
                  <a:lnTo>
                    <a:pt x="83629" y="22422"/>
                  </a:lnTo>
                  <a:lnTo>
                    <a:pt x="78845" y="19762"/>
                  </a:lnTo>
                  <a:lnTo>
                    <a:pt x="73977" y="17260"/>
                  </a:lnTo>
                  <a:lnTo>
                    <a:pt x="69030" y="14918"/>
                  </a:lnTo>
                  <a:lnTo>
                    <a:pt x="64008" y="12740"/>
                  </a:lnTo>
                  <a:lnTo>
                    <a:pt x="58918" y="10727"/>
                  </a:lnTo>
                  <a:lnTo>
                    <a:pt x="53765" y="8882"/>
                  </a:lnTo>
                  <a:lnTo>
                    <a:pt x="48554" y="7206"/>
                  </a:lnTo>
                  <a:lnTo>
                    <a:pt x="43291" y="5702"/>
                  </a:lnTo>
                  <a:lnTo>
                    <a:pt x="37982" y="4372"/>
                  </a:lnTo>
                  <a:lnTo>
                    <a:pt x="32632" y="3215"/>
                  </a:lnTo>
                  <a:lnTo>
                    <a:pt x="27247" y="2235"/>
                  </a:lnTo>
                  <a:lnTo>
                    <a:pt x="21832" y="1431"/>
                  </a:lnTo>
                  <a:lnTo>
                    <a:pt x="16395" y="805"/>
                  </a:lnTo>
                  <a:lnTo>
                    <a:pt x="10939" y="358"/>
                  </a:lnTo>
                  <a:lnTo>
                    <a:pt x="547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578739" y="4172415"/>
              <a:ext cx="318630" cy="334331"/>
            </a:xfrm>
            <a:custGeom>
              <a:avLst/>
              <a:pathLst>
                <a:path w="318630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1" y="335"/>
                  </a:lnTo>
                  <a:lnTo>
                    <a:pt x="151294" y="754"/>
                  </a:lnTo>
                  <a:lnTo>
                    <a:pt x="146032" y="1339"/>
                  </a:lnTo>
                  <a:lnTo>
                    <a:pt x="140792" y="2091"/>
                  </a:lnTo>
                  <a:lnTo>
                    <a:pt x="135577" y="3009"/>
                  </a:lnTo>
                  <a:lnTo>
                    <a:pt x="130395" y="4091"/>
                  </a:lnTo>
                  <a:lnTo>
                    <a:pt x="125249" y="5337"/>
                  </a:lnTo>
                  <a:lnTo>
                    <a:pt x="120146" y="6745"/>
                  </a:lnTo>
                  <a:lnTo>
                    <a:pt x="115089" y="8314"/>
                  </a:lnTo>
                  <a:lnTo>
                    <a:pt x="110085" y="10042"/>
                  </a:lnTo>
                  <a:lnTo>
                    <a:pt x="105138" y="11928"/>
                  </a:lnTo>
                  <a:lnTo>
                    <a:pt x="100254" y="13970"/>
                  </a:lnTo>
                  <a:lnTo>
                    <a:pt x="95436" y="16165"/>
                  </a:lnTo>
                  <a:lnTo>
                    <a:pt x="90690" y="18512"/>
                  </a:lnTo>
                  <a:lnTo>
                    <a:pt x="86021" y="21008"/>
                  </a:lnTo>
                  <a:lnTo>
                    <a:pt x="81434" y="23650"/>
                  </a:lnTo>
                  <a:lnTo>
                    <a:pt x="76932" y="26436"/>
                  </a:lnTo>
                  <a:lnTo>
                    <a:pt x="72521" y="29364"/>
                  </a:lnTo>
                  <a:lnTo>
                    <a:pt x="68205" y="32430"/>
                  </a:lnTo>
                  <a:lnTo>
                    <a:pt x="63988" y="35631"/>
                  </a:lnTo>
                  <a:lnTo>
                    <a:pt x="59874" y="38964"/>
                  </a:lnTo>
                  <a:lnTo>
                    <a:pt x="55868" y="42425"/>
                  </a:lnTo>
                  <a:lnTo>
                    <a:pt x="51974" y="46011"/>
                  </a:lnTo>
                  <a:lnTo>
                    <a:pt x="48195" y="49720"/>
                  </a:lnTo>
                  <a:lnTo>
                    <a:pt x="44536" y="53545"/>
                  </a:lnTo>
                  <a:lnTo>
                    <a:pt x="40999" y="57485"/>
                  </a:lnTo>
                  <a:lnTo>
                    <a:pt x="37589" y="61535"/>
                  </a:lnTo>
                  <a:lnTo>
                    <a:pt x="34309" y="65691"/>
                  </a:lnTo>
                  <a:lnTo>
                    <a:pt x="31162" y="69948"/>
                  </a:lnTo>
                  <a:lnTo>
                    <a:pt x="28152" y="74304"/>
                  </a:lnTo>
                  <a:lnTo>
                    <a:pt x="25281" y="78752"/>
                  </a:lnTo>
                  <a:lnTo>
                    <a:pt x="22553" y="83289"/>
                  </a:lnTo>
                  <a:lnTo>
                    <a:pt x="19969" y="87910"/>
                  </a:lnTo>
                  <a:lnTo>
                    <a:pt x="17533" y="92610"/>
                  </a:lnTo>
                  <a:lnTo>
                    <a:pt x="15247" y="97386"/>
                  </a:lnTo>
                  <a:lnTo>
                    <a:pt x="13114" y="102231"/>
                  </a:lnTo>
                  <a:lnTo>
                    <a:pt x="11134" y="107141"/>
                  </a:lnTo>
                  <a:lnTo>
                    <a:pt x="9312" y="112112"/>
                  </a:lnTo>
                  <a:lnTo>
                    <a:pt x="7648" y="117138"/>
                  </a:lnTo>
                  <a:lnTo>
                    <a:pt x="6143" y="122214"/>
                  </a:lnTo>
                  <a:lnTo>
                    <a:pt x="4801" y="127335"/>
                  </a:lnTo>
                  <a:lnTo>
                    <a:pt x="3621" y="132496"/>
                  </a:lnTo>
                  <a:lnTo>
                    <a:pt x="2605" y="137692"/>
                  </a:lnTo>
                  <a:lnTo>
                    <a:pt x="1754" y="142917"/>
                  </a:lnTo>
                  <a:lnTo>
                    <a:pt x="1069" y="148167"/>
                  </a:lnTo>
                  <a:lnTo>
                    <a:pt x="551" y="153436"/>
                  </a:lnTo>
                  <a:lnTo>
                    <a:pt x="199" y="158718"/>
                  </a:lnTo>
                  <a:lnTo>
                    <a:pt x="16" y="164009"/>
                  </a:lnTo>
                  <a:lnTo>
                    <a:pt x="0" y="169304"/>
                  </a:lnTo>
                  <a:lnTo>
                    <a:pt x="151" y="174596"/>
                  </a:lnTo>
                  <a:lnTo>
                    <a:pt x="470" y="179880"/>
                  </a:lnTo>
                  <a:lnTo>
                    <a:pt x="956" y="185152"/>
                  </a:lnTo>
                  <a:lnTo>
                    <a:pt x="1609" y="190406"/>
                  </a:lnTo>
                  <a:lnTo>
                    <a:pt x="2428" y="195636"/>
                  </a:lnTo>
                  <a:lnTo>
                    <a:pt x="3412" y="200838"/>
                  </a:lnTo>
                  <a:lnTo>
                    <a:pt x="4560" y="206007"/>
                  </a:lnTo>
                  <a:lnTo>
                    <a:pt x="5872" y="211136"/>
                  </a:lnTo>
                  <a:lnTo>
                    <a:pt x="7345" y="216221"/>
                  </a:lnTo>
                  <a:lnTo>
                    <a:pt x="8979" y="221257"/>
                  </a:lnTo>
                  <a:lnTo>
                    <a:pt x="10771" y="226239"/>
                  </a:lnTo>
                  <a:lnTo>
                    <a:pt x="12720" y="231161"/>
                  </a:lnTo>
                  <a:lnTo>
                    <a:pt x="14824" y="236019"/>
                  </a:lnTo>
                  <a:lnTo>
                    <a:pt x="17080" y="240808"/>
                  </a:lnTo>
                  <a:lnTo>
                    <a:pt x="19488" y="245524"/>
                  </a:lnTo>
                  <a:lnTo>
                    <a:pt x="22043" y="250160"/>
                  </a:lnTo>
                  <a:lnTo>
                    <a:pt x="24744" y="254714"/>
                  </a:lnTo>
                  <a:lnTo>
                    <a:pt x="27587" y="259180"/>
                  </a:lnTo>
                  <a:lnTo>
                    <a:pt x="30571" y="263553"/>
                  </a:lnTo>
                  <a:lnTo>
                    <a:pt x="33692" y="267830"/>
                  </a:lnTo>
                  <a:lnTo>
                    <a:pt x="36946" y="272005"/>
                  </a:lnTo>
                  <a:lnTo>
                    <a:pt x="40332" y="276076"/>
                  </a:lnTo>
                  <a:lnTo>
                    <a:pt x="43844" y="280037"/>
                  </a:lnTo>
                  <a:lnTo>
                    <a:pt x="47480" y="283886"/>
                  </a:lnTo>
                  <a:lnTo>
                    <a:pt x="51236" y="287617"/>
                  </a:lnTo>
                  <a:lnTo>
                    <a:pt x="55108" y="291227"/>
                  </a:lnTo>
                  <a:lnTo>
                    <a:pt x="59093" y="294713"/>
                  </a:lnTo>
                  <a:lnTo>
                    <a:pt x="63186" y="298071"/>
                  </a:lnTo>
                  <a:lnTo>
                    <a:pt x="67383" y="301297"/>
                  </a:lnTo>
                  <a:lnTo>
                    <a:pt x="71681" y="304389"/>
                  </a:lnTo>
                  <a:lnTo>
                    <a:pt x="76074" y="307344"/>
                  </a:lnTo>
                  <a:lnTo>
                    <a:pt x="80559" y="310158"/>
                  </a:lnTo>
                  <a:lnTo>
                    <a:pt x="85130" y="312828"/>
                  </a:lnTo>
                  <a:lnTo>
                    <a:pt x="89784" y="315352"/>
                  </a:lnTo>
                  <a:lnTo>
                    <a:pt x="94515" y="317728"/>
                  </a:lnTo>
                  <a:lnTo>
                    <a:pt x="99319" y="319953"/>
                  </a:lnTo>
                  <a:lnTo>
                    <a:pt x="104191" y="322024"/>
                  </a:lnTo>
                  <a:lnTo>
                    <a:pt x="109127" y="323940"/>
                  </a:lnTo>
                  <a:lnTo>
                    <a:pt x="114120" y="325699"/>
                  </a:lnTo>
                  <a:lnTo>
                    <a:pt x="119167" y="327299"/>
                  </a:lnTo>
                  <a:lnTo>
                    <a:pt x="124262" y="328738"/>
                  </a:lnTo>
                  <a:lnTo>
                    <a:pt x="129400" y="330015"/>
                  </a:lnTo>
                  <a:lnTo>
                    <a:pt x="134575" y="331129"/>
                  </a:lnTo>
                  <a:lnTo>
                    <a:pt x="139784" y="332079"/>
                  </a:lnTo>
                  <a:lnTo>
                    <a:pt x="145020" y="332863"/>
                  </a:lnTo>
                  <a:lnTo>
                    <a:pt x="150278" y="333480"/>
                  </a:lnTo>
                  <a:lnTo>
                    <a:pt x="155553" y="333931"/>
                  </a:lnTo>
                  <a:lnTo>
                    <a:pt x="160839" y="334215"/>
                  </a:lnTo>
                  <a:lnTo>
                    <a:pt x="166132" y="334331"/>
                  </a:lnTo>
                  <a:lnTo>
                    <a:pt x="171426" y="334280"/>
                  </a:lnTo>
                  <a:lnTo>
                    <a:pt x="176716" y="334061"/>
                  </a:lnTo>
                  <a:lnTo>
                    <a:pt x="181996" y="333674"/>
                  </a:lnTo>
                  <a:lnTo>
                    <a:pt x="187261" y="333121"/>
                  </a:lnTo>
                  <a:lnTo>
                    <a:pt x="192506" y="332401"/>
                  </a:lnTo>
                  <a:lnTo>
                    <a:pt x="197726" y="331515"/>
                  </a:lnTo>
                  <a:lnTo>
                    <a:pt x="202915" y="330464"/>
                  </a:lnTo>
                  <a:lnTo>
                    <a:pt x="208068" y="329250"/>
                  </a:lnTo>
                  <a:lnTo>
                    <a:pt x="213180" y="327873"/>
                  </a:lnTo>
                  <a:lnTo>
                    <a:pt x="218246" y="326335"/>
                  </a:lnTo>
                  <a:lnTo>
                    <a:pt x="223261" y="324637"/>
                  </a:lnTo>
                  <a:lnTo>
                    <a:pt x="228219" y="322782"/>
                  </a:lnTo>
                  <a:lnTo>
                    <a:pt x="233116" y="320770"/>
                  </a:lnTo>
                  <a:lnTo>
                    <a:pt x="237947" y="318604"/>
                  </a:lnTo>
                  <a:lnTo>
                    <a:pt x="242707" y="316286"/>
                  </a:lnTo>
                  <a:lnTo>
                    <a:pt x="247391" y="313819"/>
                  </a:lnTo>
                  <a:lnTo>
                    <a:pt x="251995" y="311205"/>
                  </a:lnTo>
                  <a:lnTo>
                    <a:pt x="256513" y="308446"/>
                  </a:lnTo>
                  <a:lnTo>
                    <a:pt x="260942" y="305545"/>
                  </a:lnTo>
                  <a:lnTo>
                    <a:pt x="265277" y="302506"/>
                  </a:lnTo>
                  <a:lnTo>
                    <a:pt x="269514" y="299331"/>
                  </a:lnTo>
                  <a:lnTo>
                    <a:pt x="273648" y="296023"/>
                  </a:lnTo>
                  <a:lnTo>
                    <a:pt x="277674" y="292586"/>
                  </a:lnTo>
                  <a:lnTo>
                    <a:pt x="281591" y="289024"/>
                  </a:lnTo>
                  <a:lnTo>
                    <a:pt x="285392" y="285339"/>
                  </a:lnTo>
                  <a:lnTo>
                    <a:pt x="289075" y="281535"/>
                  </a:lnTo>
                  <a:lnTo>
                    <a:pt x="292635" y="277617"/>
                  </a:lnTo>
                  <a:lnTo>
                    <a:pt x="296070" y="273588"/>
                  </a:lnTo>
                  <a:lnTo>
                    <a:pt x="299375" y="269452"/>
                  </a:lnTo>
                  <a:lnTo>
                    <a:pt x="302548" y="265214"/>
                  </a:lnTo>
                  <a:lnTo>
                    <a:pt x="305585" y="260878"/>
                  </a:lnTo>
                  <a:lnTo>
                    <a:pt x="308483" y="256447"/>
                  </a:lnTo>
                  <a:lnTo>
                    <a:pt x="311239" y="251927"/>
                  </a:lnTo>
                  <a:lnTo>
                    <a:pt x="313851" y="247322"/>
                  </a:lnTo>
                  <a:lnTo>
                    <a:pt x="316315" y="242636"/>
                  </a:lnTo>
                  <a:lnTo>
                    <a:pt x="318630" y="23787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339583"/>
              <a:ext cx="151477" cy="70707"/>
            </a:xfrm>
            <a:custGeom>
              <a:avLst/>
              <a:pathLst>
                <a:path w="151477" h="70707">
                  <a:moveTo>
                    <a:pt x="151477" y="707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263852"/>
              <a:ext cx="167167" cy="146438"/>
            </a:xfrm>
            <a:custGeom>
              <a:avLst/>
              <a:pathLst>
                <a:path w="167167" h="146438">
                  <a:moveTo>
                    <a:pt x="151477" y="146438"/>
                  </a:moveTo>
                  <a:lnTo>
                    <a:pt x="153766" y="141312"/>
                  </a:lnTo>
                  <a:lnTo>
                    <a:pt x="155881" y="136111"/>
                  </a:lnTo>
                  <a:lnTo>
                    <a:pt x="157821" y="130842"/>
                  </a:lnTo>
                  <a:lnTo>
                    <a:pt x="159583" y="125511"/>
                  </a:lnTo>
                  <a:lnTo>
                    <a:pt x="161165" y="120124"/>
                  </a:lnTo>
                  <a:lnTo>
                    <a:pt x="162565" y="114687"/>
                  </a:lnTo>
                  <a:lnTo>
                    <a:pt x="163781" y="109205"/>
                  </a:lnTo>
                  <a:lnTo>
                    <a:pt x="164813" y="103686"/>
                  </a:lnTo>
                  <a:lnTo>
                    <a:pt x="165659" y="98136"/>
                  </a:lnTo>
                  <a:lnTo>
                    <a:pt x="166318" y="92560"/>
                  </a:lnTo>
                  <a:lnTo>
                    <a:pt x="166789" y="86965"/>
                  </a:lnTo>
                  <a:lnTo>
                    <a:pt x="167072" y="81358"/>
                  </a:lnTo>
                  <a:lnTo>
                    <a:pt x="167167" y="75744"/>
                  </a:lnTo>
                  <a:lnTo>
                    <a:pt x="167073" y="70130"/>
                  </a:lnTo>
                  <a:lnTo>
                    <a:pt x="166791" y="64523"/>
                  </a:lnTo>
                  <a:lnTo>
                    <a:pt x="166320" y="58928"/>
                  </a:lnTo>
                  <a:lnTo>
                    <a:pt x="165662" y="53352"/>
                  </a:lnTo>
                  <a:lnTo>
                    <a:pt x="164817" y="47801"/>
                  </a:lnTo>
                  <a:lnTo>
                    <a:pt x="163786" y="42282"/>
                  </a:lnTo>
                  <a:lnTo>
                    <a:pt x="162571" y="36801"/>
                  </a:lnTo>
                  <a:lnTo>
                    <a:pt x="161172" y="31363"/>
                  </a:lnTo>
                  <a:lnTo>
                    <a:pt x="159591" y="25976"/>
                  </a:lnTo>
                  <a:lnTo>
                    <a:pt x="157830" y="20644"/>
                  </a:lnTo>
                  <a:lnTo>
                    <a:pt x="155891" y="15375"/>
                  </a:lnTo>
                  <a:lnTo>
                    <a:pt x="153776" y="10174"/>
                  </a:lnTo>
                  <a:lnTo>
                    <a:pt x="151488" y="5047"/>
                  </a:lnTo>
                  <a:lnTo>
                    <a:pt x="149029" y="0"/>
                  </a:lnTo>
                  <a:lnTo>
                    <a:pt x="0" y="757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745892" y="4172415"/>
              <a:ext cx="149029" cy="167167"/>
            </a:xfrm>
            <a:custGeom>
              <a:avLst/>
              <a:pathLst>
                <a:path w="149029" h="167167">
                  <a:moveTo>
                    <a:pt x="149029" y="91436"/>
                  </a:moveTo>
                  <a:lnTo>
                    <a:pt x="146500" y="86652"/>
                  </a:lnTo>
                  <a:lnTo>
                    <a:pt x="143817" y="81953"/>
                  </a:lnTo>
                  <a:lnTo>
                    <a:pt x="140984" y="77342"/>
                  </a:lnTo>
                  <a:lnTo>
                    <a:pt x="138002" y="72826"/>
                  </a:lnTo>
                  <a:lnTo>
                    <a:pt x="134877" y="68409"/>
                  </a:lnTo>
                  <a:lnTo>
                    <a:pt x="131610" y="64095"/>
                  </a:lnTo>
                  <a:lnTo>
                    <a:pt x="128205" y="59890"/>
                  </a:lnTo>
                  <a:lnTo>
                    <a:pt x="124665" y="55796"/>
                  </a:lnTo>
                  <a:lnTo>
                    <a:pt x="120995" y="51820"/>
                  </a:lnTo>
                  <a:lnTo>
                    <a:pt x="117199" y="47964"/>
                  </a:lnTo>
                  <a:lnTo>
                    <a:pt x="113279" y="44233"/>
                  </a:lnTo>
                  <a:lnTo>
                    <a:pt x="109241" y="40631"/>
                  </a:lnTo>
                  <a:lnTo>
                    <a:pt x="105088" y="37162"/>
                  </a:lnTo>
                  <a:lnTo>
                    <a:pt x="100825" y="33829"/>
                  </a:lnTo>
                  <a:lnTo>
                    <a:pt x="96457" y="30635"/>
                  </a:lnTo>
                  <a:lnTo>
                    <a:pt x="91987" y="27585"/>
                  </a:lnTo>
                  <a:lnTo>
                    <a:pt x="87421" y="24681"/>
                  </a:lnTo>
                  <a:lnTo>
                    <a:pt x="82764" y="21926"/>
                  </a:lnTo>
                  <a:lnTo>
                    <a:pt x="78020" y="19323"/>
                  </a:lnTo>
                  <a:lnTo>
                    <a:pt x="73194" y="16875"/>
                  </a:lnTo>
                  <a:lnTo>
                    <a:pt x="68291" y="14585"/>
                  </a:lnTo>
                  <a:lnTo>
                    <a:pt x="63317" y="12455"/>
                  </a:lnTo>
                  <a:lnTo>
                    <a:pt x="58276" y="10486"/>
                  </a:lnTo>
                  <a:lnTo>
                    <a:pt x="53174" y="8682"/>
                  </a:lnTo>
                  <a:lnTo>
                    <a:pt x="48017" y="7044"/>
                  </a:lnTo>
                  <a:lnTo>
                    <a:pt x="42809" y="5574"/>
                  </a:lnTo>
                  <a:lnTo>
                    <a:pt x="37557" y="4273"/>
                  </a:lnTo>
                  <a:lnTo>
                    <a:pt x="32265" y="3143"/>
                  </a:lnTo>
                  <a:lnTo>
                    <a:pt x="26939" y="2184"/>
                  </a:lnTo>
                  <a:lnTo>
                    <a:pt x="21585" y="1399"/>
                  </a:lnTo>
                  <a:lnTo>
                    <a:pt x="16209" y="787"/>
                  </a:lnTo>
                  <a:lnTo>
                    <a:pt x="10815" y="350"/>
                  </a:lnTo>
                  <a:lnTo>
                    <a:pt x="5410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756328" y="3685283"/>
              <a:ext cx="167166" cy="333442"/>
            </a:xfrm>
            <a:custGeom>
              <a:avLst/>
              <a:pathLst>
                <a:path w="167166" h="333442">
                  <a:moveTo>
                    <a:pt x="167166" y="0"/>
                  </a:moveTo>
                  <a:lnTo>
                    <a:pt x="161820" y="85"/>
                  </a:lnTo>
                  <a:lnTo>
                    <a:pt x="156481" y="341"/>
                  </a:lnTo>
                  <a:lnTo>
                    <a:pt x="151152" y="768"/>
                  </a:lnTo>
                  <a:lnTo>
                    <a:pt x="145839" y="1365"/>
                  </a:lnTo>
                  <a:lnTo>
                    <a:pt x="140548" y="2132"/>
                  </a:lnTo>
                  <a:lnTo>
                    <a:pt x="135285" y="3068"/>
                  </a:lnTo>
                  <a:lnTo>
                    <a:pt x="130054" y="4171"/>
                  </a:lnTo>
                  <a:lnTo>
                    <a:pt x="124861" y="5441"/>
                  </a:lnTo>
                  <a:lnTo>
                    <a:pt x="119711" y="6876"/>
                  </a:lnTo>
                  <a:lnTo>
                    <a:pt x="114610" y="8476"/>
                  </a:lnTo>
                  <a:lnTo>
                    <a:pt x="109563" y="10237"/>
                  </a:lnTo>
                  <a:lnTo>
                    <a:pt x="104574" y="12160"/>
                  </a:lnTo>
                  <a:lnTo>
                    <a:pt x="99650" y="14240"/>
                  </a:lnTo>
                  <a:lnTo>
                    <a:pt x="94795" y="16477"/>
                  </a:lnTo>
                  <a:lnTo>
                    <a:pt x="90013" y="18869"/>
                  </a:lnTo>
                  <a:lnTo>
                    <a:pt x="85311" y="21411"/>
                  </a:lnTo>
                  <a:lnTo>
                    <a:pt x="80692" y="24103"/>
                  </a:lnTo>
                  <a:lnTo>
                    <a:pt x="76162" y="26941"/>
                  </a:lnTo>
                  <a:lnTo>
                    <a:pt x="71724" y="29923"/>
                  </a:lnTo>
                  <a:lnTo>
                    <a:pt x="67385" y="33045"/>
                  </a:lnTo>
                  <a:lnTo>
                    <a:pt x="63147" y="36304"/>
                  </a:lnTo>
                  <a:lnTo>
                    <a:pt x="59016" y="39697"/>
                  </a:lnTo>
                  <a:lnTo>
                    <a:pt x="54995" y="43221"/>
                  </a:lnTo>
                  <a:lnTo>
                    <a:pt x="51089" y="46871"/>
                  </a:lnTo>
                  <a:lnTo>
                    <a:pt x="47302" y="50644"/>
                  </a:lnTo>
                  <a:lnTo>
                    <a:pt x="43637" y="54536"/>
                  </a:lnTo>
                  <a:lnTo>
                    <a:pt x="40099" y="58544"/>
                  </a:lnTo>
                  <a:lnTo>
                    <a:pt x="36691" y="62662"/>
                  </a:lnTo>
                  <a:lnTo>
                    <a:pt x="33416" y="66888"/>
                  </a:lnTo>
                  <a:lnTo>
                    <a:pt x="30278" y="71216"/>
                  </a:lnTo>
                  <a:lnTo>
                    <a:pt x="27280" y="75642"/>
                  </a:lnTo>
                  <a:lnTo>
                    <a:pt x="24425" y="80162"/>
                  </a:lnTo>
                  <a:lnTo>
                    <a:pt x="21715" y="84771"/>
                  </a:lnTo>
                  <a:lnTo>
                    <a:pt x="19155" y="89464"/>
                  </a:lnTo>
                  <a:lnTo>
                    <a:pt x="16746" y="94236"/>
                  </a:lnTo>
                  <a:lnTo>
                    <a:pt x="14491" y="99083"/>
                  </a:lnTo>
                  <a:lnTo>
                    <a:pt x="12392" y="104000"/>
                  </a:lnTo>
                  <a:lnTo>
                    <a:pt x="10452" y="108981"/>
                  </a:lnTo>
                  <a:lnTo>
                    <a:pt x="8671" y="114022"/>
                  </a:lnTo>
                  <a:lnTo>
                    <a:pt x="7053" y="119117"/>
                  </a:lnTo>
                  <a:lnTo>
                    <a:pt x="5598" y="124261"/>
                  </a:lnTo>
                  <a:lnTo>
                    <a:pt x="4309" y="129450"/>
                  </a:lnTo>
                  <a:lnTo>
                    <a:pt x="3186" y="134676"/>
                  </a:lnTo>
                  <a:lnTo>
                    <a:pt x="2231" y="139936"/>
                  </a:lnTo>
                  <a:lnTo>
                    <a:pt x="1445" y="145224"/>
                  </a:lnTo>
                  <a:lnTo>
                    <a:pt x="828" y="150534"/>
                  </a:lnTo>
                  <a:lnTo>
                    <a:pt x="381" y="155862"/>
                  </a:lnTo>
                  <a:lnTo>
                    <a:pt x="105" y="161201"/>
                  </a:lnTo>
                  <a:lnTo>
                    <a:pt x="0" y="166546"/>
                  </a:lnTo>
                  <a:lnTo>
                    <a:pt x="65" y="171891"/>
                  </a:lnTo>
                  <a:lnTo>
                    <a:pt x="302" y="177232"/>
                  </a:lnTo>
                  <a:lnTo>
                    <a:pt x="709" y="182562"/>
                  </a:lnTo>
                  <a:lnTo>
                    <a:pt x="1286" y="187877"/>
                  </a:lnTo>
                  <a:lnTo>
                    <a:pt x="2033" y="193171"/>
                  </a:lnTo>
                  <a:lnTo>
                    <a:pt x="2949" y="198437"/>
                  </a:lnTo>
                  <a:lnTo>
                    <a:pt x="4033" y="203672"/>
                  </a:lnTo>
                  <a:lnTo>
                    <a:pt x="5284" y="208870"/>
                  </a:lnTo>
                  <a:lnTo>
                    <a:pt x="6700" y="214025"/>
                  </a:lnTo>
                  <a:lnTo>
                    <a:pt x="8280" y="219132"/>
                  </a:lnTo>
                  <a:lnTo>
                    <a:pt x="10023" y="224186"/>
                  </a:lnTo>
                  <a:lnTo>
                    <a:pt x="11927" y="229182"/>
                  </a:lnTo>
                  <a:lnTo>
                    <a:pt x="13989" y="234114"/>
                  </a:lnTo>
                  <a:lnTo>
                    <a:pt x="16208" y="238977"/>
                  </a:lnTo>
                  <a:lnTo>
                    <a:pt x="18582" y="243768"/>
                  </a:lnTo>
                  <a:lnTo>
                    <a:pt x="21107" y="248480"/>
                  </a:lnTo>
                  <a:lnTo>
                    <a:pt x="23782" y="253108"/>
                  </a:lnTo>
                  <a:lnTo>
                    <a:pt x="26603" y="257649"/>
                  </a:lnTo>
                  <a:lnTo>
                    <a:pt x="29568" y="262098"/>
                  </a:lnTo>
                  <a:lnTo>
                    <a:pt x="32674" y="266449"/>
                  </a:lnTo>
                  <a:lnTo>
                    <a:pt x="35917" y="270699"/>
                  </a:lnTo>
                  <a:lnTo>
                    <a:pt x="39295" y="274842"/>
                  </a:lnTo>
                  <a:lnTo>
                    <a:pt x="42803" y="278876"/>
                  </a:lnTo>
                  <a:lnTo>
                    <a:pt x="46439" y="282796"/>
                  </a:lnTo>
                  <a:lnTo>
                    <a:pt x="50198" y="286597"/>
                  </a:lnTo>
                  <a:lnTo>
                    <a:pt x="54077" y="290276"/>
                  </a:lnTo>
                  <a:lnTo>
                    <a:pt x="58071" y="293829"/>
                  </a:lnTo>
                  <a:lnTo>
                    <a:pt x="62177" y="297253"/>
                  </a:lnTo>
                  <a:lnTo>
                    <a:pt x="66390" y="300543"/>
                  </a:lnTo>
                  <a:lnTo>
                    <a:pt x="70706" y="303697"/>
                  </a:lnTo>
                  <a:lnTo>
                    <a:pt x="75121" y="306712"/>
                  </a:lnTo>
                  <a:lnTo>
                    <a:pt x="79631" y="309584"/>
                  </a:lnTo>
                  <a:lnTo>
                    <a:pt x="84229" y="312310"/>
                  </a:lnTo>
                  <a:lnTo>
                    <a:pt x="88913" y="314888"/>
                  </a:lnTo>
                  <a:lnTo>
                    <a:pt x="93676" y="317314"/>
                  </a:lnTo>
                  <a:lnTo>
                    <a:pt x="98515" y="319587"/>
                  </a:lnTo>
                  <a:lnTo>
                    <a:pt x="103424" y="321705"/>
                  </a:lnTo>
                  <a:lnTo>
                    <a:pt x="108398" y="323664"/>
                  </a:lnTo>
                  <a:lnTo>
                    <a:pt x="113432" y="325463"/>
                  </a:lnTo>
                  <a:lnTo>
                    <a:pt x="118521" y="327100"/>
                  </a:lnTo>
                  <a:lnTo>
                    <a:pt x="123660" y="328574"/>
                  </a:lnTo>
                  <a:lnTo>
                    <a:pt x="128843" y="329882"/>
                  </a:lnTo>
                  <a:lnTo>
                    <a:pt x="134066" y="331025"/>
                  </a:lnTo>
                  <a:lnTo>
                    <a:pt x="139322" y="331999"/>
                  </a:lnTo>
                  <a:lnTo>
                    <a:pt x="144607" y="332805"/>
                  </a:lnTo>
                  <a:lnTo>
                    <a:pt x="149915" y="33344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06244" y="3685493"/>
              <a:ext cx="184404" cy="334120"/>
            </a:xfrm>
            <a:custGeom>
              <a:avLst/>
              <a:pathLst>
                <a:path w="184404" h="334120">
                  <a:moveTo>
                    <a:pt x="0" y="333232"/>
                  </a:moveTo>
                  <a:lnTo>
                    <a:pt x="5320" y="333698"/>
                  </a:lnTo>
                  <a:lnTo>
                    <a:pt x="10652" y="333994"/>
                  </a:lnTo>
                  <a:lnTo>
                    <a:pt x="15991" y="334120"/>
                  </a:lnTo>
                  <a:lnTo>
                    <a:pt x="21331" y="334074"/>
                  </a:lnTo>
                  <a:lnTo>
                    <a:pt x="26667" y="333859"/>
                  </a:lnTo>
                  <a:lnTo>
                    <a:pt x="31994" y="333473"/>
                  </a:lnTo>
                  <a:lnTo>
                    <a:pt x="37305" y="332917"/>
                  </a:lnTo>
                  <a:lnTo>
                    <a:pt x="42596" y="332192"/>
                  </a:lnTo>
                  <a:lnTo>
                    <a:pt x="47861" y="331298"/>
                  </a:lnTo>
                  <a:lnTo>
                    <a:pt x="53095" y="330236"/>
                  </a:lnTo>
                  <a:lnTo>
                    <a:pt x="58293" y="329008"/>
                  </a:lnTo>
                  <a:lnTo>
                    <a:pt x="63448" y="327614"/>
                  </a:lnTo>
                  <a:lnTo>
                    <a:pt x="68556" y="326056"/>
                  </a:lnTo>
                  <a:lnTo>
                    <a:pt x="73612" y="324336"/>
                  </a:lnTo>
                  <a:lnTo>
                    <a:pt x="78611" y="322456"/>
                  </a:lnTo>
                  <a:lnTo>
                    <a:pt x="83546" y="320416"/>
                  </a:lnTo>
                  <a:lnTo>
                    <a:pt x="88415" y="318220"/>
                  </a:lnTo>
                  <a:lnTo>
                    <a:pt x="93210" y="315870"/>
                  </a:lnTo>
                  <a:lnTo>
                    <a:pt x="97928" y="313367"/>
                  </a:lnTo>
                  <a:lnTo>
                    <a:pt x="102564" y="310716"/>
                  </a:lnTo>
                  <a:lnTo>
                    <a:pt x="107112" y="307917"/>
                  </a:lnTo>
                  <a:lnTo>
                    <a:pt x="111569" y="304975"/>
                  </a:lnTo>
                  <a:lnTo>
                    <a:pt x="115929" y="301892"/>
                  </a:lnTo>
                  <a:lnTo>
                    <a:pt x="120189" y="298671"/>
                  </a:lnTo>
                  <a:lnTo>
                    <a:pt x="124344" y="295315"/>
                  </a:lnTo>
                  <a:lnTo>
                    <a:pt x="128390" y="291829"/>
                  </a:lnTo>
                  <a:lnTo>
                    <a:pt x="132322" y="288215"/>
                  </a:lnTo>
                  <a:lnTo>
                    <a:pt x="136136" y="284477"/>
                  </a:lnTo>
                  <a:lnTo>
                    <a:pt x="139829" y="280620"/>
                  </a:lnTo>
                  <a:lnTo>
                    <a:pt x="143398" y="276646"/>
                  </a:lnTo>
                  <a:lnTo>
                    <a:pt x="146837" y="272561"/>
                  </a:lnTo>
                  <a:lnTo>
                    <a:pt x="150144" y="268368"/>
                  </a:lnTo>
                  <a:lnTo>
                    <a:pt x="153316" y="264071"/>
                  </a:lnTo>
                  <a:lnTo>
                    <a:pt x="156348" y="259675"/>
                  </a:lnTo>
                  <a:lnTo>
                    <a:pt x="159239" y="255184"/>
                  </a:lnTo>
                  <a:lnTo>
                    <a:pt x="161985" y="250604"/>
                  </a:lnTo>
                  <a:lnTo>
                    <a:pt x="164583" y="245938"/>
                  </a:lnTo>
                  <a:lnTo>
                    <a:pt x="167031" y="241191"/>
                  </a:lnTo>
                  <a:lnTo>
                    <a:pt x="169326" y="236369"/>
                  </a:lnTo>
                  <a:lnTo>
                    <a:pt x="171465" y="231476"/>
                  </a:lnTo>
                  <a:lnTo>
                    <a:pt x="173447" y="226517"/>
                  </a:lnTo>
                  <a:lnTo>
                    <a:pt x="175270" y="221497"/>
                  </a:lnTo>
                  <a:lnTo>
                    <a:pt x="176932" y="216422"/>
                  </a:lnTo>
                  <a:lnTo>
                    <a:pt x="178430" y="211296"/>
                  </a:lnTo>
                  <a:lnTo>
                    <a:pt x="179764" y="206125"/>
                  </a:lnTo>
                  <a:lnTo>
                    <a:pt x="180933" y="200914"/>
                  </a:lnTo>
                  <a:lnTo>
                    <a:pt x="181934" y="195668"/>
                  </a:lnTo>
                  <a:lnTo>
                    <a:pt x="182767" y="190393"/>
                  </a:lnTo>
                  <a:lnTo>
                    <a:pt x="183431" y="185094"/>
                  </a:lnTo>
                  <a:lnTo>
                    <a:pt x="183925" y="179776"/>
                  </a:lnTo>
                  <a:lnTo>
                    <a:pt x="184250" y="174445"/>
                  </a:lnTo>
                  <a:lnTo>
                    <a:pt x="184404" y="169107"/>
                  </a:lnTo>
                  <a:lnTo>
                    <a:pt x="184387" y="163767"/>
                  </a:lnTo>
                  <a:lnTo>
                    <a:pt x="184200" y="158429"/>
                  </a:lnTo>
                  <a:lnTo>
                    <a:pt x="183842" y="153101"/>
                  </a:lnTo>
                  <a:lnTo>
                    <a:pt x="183315" y="147787"/>
                  </a:lnTo>
                  <a:lnTo>
                    <a:pt x="182618" y="142492"/>
                  </a:lnTo>
                  <a:lnTo>
                    <a:pt x="181752" y="137222"/>
                  </a:lnTo>
                  <a:lnTo>
                    <a:pt x="180718" y="131983"/>
                  </a:lnTo>
                  <a:lnTo>
                    <a:pt x="179518" y="126779"/>
                  </a:lnTo>
                  <a:lnTo>
                    <a:pt x="178151" y="121616"/>
                  </a:lnTo>
                  <a:lnTo>
                    <a:pt x="176621" y="116499"/>
                  </a:lnTo>
                  <a:lnTo>
                    <a:pt x="174928" y="111434"/>
                  </a:lnTo>
                  <a:lnTo>
                    <a:pt x="173074" y="106426"/>
                  </a:lnTo>
                  <a:lnTo>
                    <a:pt x="171061" y="101480"/>
                  </a:lnTo>
                  <a:lnTo>
                    <a:pt x="168891" y="96600"/>
                  </a:lnTo>
                  <a:lnTo>
                    <a:pt x="166566" y="91792"/>
                  </a:lnTo>
                  <a:lnTo>
                    <a:pt x="164089" y="87061"/>
                  </a:lnTo>
                  <a:lnTo>
                    <a:pt x="161462" y="82411"/>
                  </a:lnTo>
                  <a:lnTo>
                    <a:pt x="158688" y="77848"/>
                  </a:lnTo>
                  <a:lnTo>
                    <a:pt x="155769" y="73375"/>
                  </a:lnTo>
                  <a:lnTo>
                    <a:pt x="152709" y="68998"/>
                  </a:lnTo>
                  <a:lnTo>
                    <a:pt x="149511" y="64721"/>
                  </a:lnTo>
                  <a:lnTo>
                    <a:pt x="146178" y="60549"/>
                  </a:lnTo>
                  <a:lnTo>
                    <a:pt x="142713" y="56485"/>
                  </a:lnTo>
                  <a:lnTo>
                    <a:pt x="139120" y="52533"/>
                  </a:lnTo>
                  <a:lnTo>
                    <a:pt x="135403" y="48699"/>
                  </a:lnTo>
                  <a:lnTo>
                    <a:pt x="131565" y="44985"/>
                  </a:lnTo>
                  <a:lnTo>
                    <a:pt x="127611" y="41396"/>
                  </a:lnTo>
                  <a:lnTo>
                    <a:pt x="123543" y="37935"/>
                  </a:lnTo>
                  <a:lnTo>
                    <a:pt x="119368" y="34605"/>
                  </a:lnTo>
                  <a:lnTo>
                    <a:pt x="115088" y="31411"/>
                  </a:lnTo>
                  <a:lnTo>
                    <a:pt x="110708" y="28355"/>
                  </a:lnTo>
                  <a:lnTo>
                    <a:pt x="106233" y="25440"/>
                  </a:lnTo>
                  <a:lnTo>
                    <a:pt x="101668" y="22670"/>
                  </a:lnTo>
                  <a:lnTo>
                    <a:pt x="97016" y="20047"/>
                  </a:lnTo>
                  <a:lnTo>
                    <a:pt x="92282" y="17574"/>
                  </a:lnTo>
                  <a:lnTo>
                    <a:pt x="87472" y="15254"/>
                  </a:lnTo>
                  <a:lnTo>
                    <a:pt x="82590" y="13088"/>
                  </a:lnTo>
                  <a:lnTo>
                    <a:pt x="77642" y="11079"/>
                  </a:lnTo>
                  <a:lnTo>
                    <a:pt x="72632" y="9230"/>
                  </a:lnTo>
                  <a:lnTo>
                    <a:pt x="67566" y="7541"/>
                  </a:lnTo>
                  <a:lnTo>
                    <a:pt x="62448" y="6015"/>
                  </a:lnTo>
                  <a:lnTo>
                    <a:pt x="57284" y="4654"/>
                  </a:lnTo>
                  <a:lnTo>
                    <a:pt x="52079" y="3458"/>
                  </a:lnTo>
                  <a:lnTo>
                    <a:pt x="46838" y="2429"/>
                  </a:lnTo>
                  <a:lnTo>
                    <a:pt x="41568" y="1568"/>
                  </a:lnTo>
                  <a:lnTo>
                    <a:pt x="36272" y="875"/>
                  </a:lnTo>
                  <a:lnTo>
                    <a:pt x="30958" y="352"/>
                  </a:lnTo>
                  <a:lnTo>
                    <a:pt x="25629" y="0"/>
                  </a:lnTo>
                  <a:lnTo>
                    <a:pt x="17250" y="1669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8378" cy="167167"/>
            </a:xfrm>
            <a:custGeom>
              <a:avLst/>
              <a:pathLst>
                <a:path w="8378" h="167167">
                  <a:moveTo>
                    <a:pt x="8378" y="2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tx95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2025-06-26T12:11:38Z</dcterms:modified>
  <cp:category/>
</cp:coreProperties>
</file>