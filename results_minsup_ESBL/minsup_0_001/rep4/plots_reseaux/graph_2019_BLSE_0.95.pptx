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4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31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36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136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19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60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42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2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0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49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30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27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41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30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19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30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35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179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39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30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159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42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2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29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41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29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269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42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49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49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4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5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41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4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74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27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4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92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35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4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97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39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4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108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38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4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108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40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4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109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51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4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112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51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4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112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51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41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35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209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39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41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250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39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35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95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31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38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237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42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24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31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31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42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243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31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4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243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235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127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32320" y="2176801"/>
              <a:ext cx="3737638" cy="1609532"/>
            </a:xfrm>
            <a:custGeom>
              <a:avLst/>
              <a:pathLst>
                <a:path w="3737638" h="1609532">
                  <a:moveTo>
                    <a:pt x="0" y="0"/>
                  </a:moveTo>
                  <a:lnTo>
                    <a:pt x="3737638" y="1609532"/>
                  </a:lnTo>
                </a:path>
              </a:pathLst>
            </a:custGeom>
            <a:ln w="136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121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235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19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121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127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269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70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75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334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45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83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199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36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199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45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36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237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48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24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44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36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36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243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45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36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243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45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27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26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136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19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69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136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136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5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100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136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179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144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159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199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136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274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249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136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279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306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136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320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332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136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321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331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136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321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331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136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5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2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19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26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92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179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247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27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19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19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138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126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120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41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9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19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140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6765332" y="2501569"/>
              <a:ext cx="138723" cy="1184847"/>
            </a:xfrm>
            <a:custGeom>
              <a:avLst/>
              <a:pathLst>
                <a:path w="138723" h="1184847">
                  <a:moveTo>
                    <a:pt x="0" y="0"/>
                  </a:moveTo>
                  <a:lnTo>
                    <a:pt x="138723" y="1184847"/>
                  </a:lnTo>
                </a:path>
              </a:pathLst>
            </a:custGeom>
            <a:ln w="53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19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209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287692" y="1862905"/>
              <a:ext cx="1772857" cy="3524076"/>
            </a:xfrm>
            <a:custGeom>
              <a:avLst/>
              <a:pathLst>
                <a:path w="1772857" h="3524076">
                  <a:moveTo>
                    <a:pt x="0" y="0"/>
                  </a:moveTo>
                  <a:lnTo>
                    <a:pt x="1772857" y="3524076"/>
                  </a:lnTo>
                </a:path>
              </a:pathLst>
            </a:custGeom>
            <a:ln w="179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250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159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19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294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274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945220" y="3170392"/>
              <a:ext cx="38558" cy="167167"/>
            </a:xfrm>
            <a:custGeom>
              <a:avLst/>
              <a:pathLst>
                <a:path w="38558" h="167167">
                  <a:moveTo>
                    <a:pt x="38558" y="0"/>
                  </a:moveTo>
                  <a:lnTo>
                    <a:pt x="32075" y="125"/>
                  </a:lnTo>
                  <a:lnTo>
                    <a:pt x="25602" y="502"/>
                  </a:lnTo>
                  <a:lnTo>
                    <a:pt x="19148" y="1130"/>
                  </a:lnTo>
                  <a:lnTo>
                    <a:pt x="12723" y="2008"/>
                  </a:lnTo>
                  <a:lnTo>
                    <a:pt x="6337" y="3134"/>
                  </a:lnTo>
                  <a:lnTo>
                    <a:pt x="0" y="4507"/>
                  </a:lnTo>
                  <a:lnTo>
                    <a:pt x="3855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816618" y="3170808"/>
              <a:ext cx="334313" cy="333918"/>
            </a:xfrm>
            <a:custGeom>
              <a:avLst/>
              <a:pathLst>
                <a:path w="334313" h="333918">
                  <a:moveTo>
                    <a:pt x="128601" y="4091"/>
                  </a:moveTo>
                  <a:lnTo>
                    <a:pt x="123475" y="5392"/>
                  </a:lnTo>
                  <a:lnTo>
                    <a:pt x="118392" y="6855"/>
                  </a:lnTo>
                  <a:lnTo>
                    <a:pt x="113358" y="8478"/>
                  </a:lnTo>
                  <a:lnTo>
                    <a:pt x="108378" y="10259"/>
                  </a:lnTo>
                  <a:lnTo>
                    <a:pt x="103457" y="12197"/>
                  </a:lnTo>
                  <a:lnTo>
                    <a:pt x="98600" y="14289"/>
                  </a:lnTo>
                  <a:lnTo>
                    <a:pt x="93811" y="16535"/>
                  </a:lnTo>
                  <a:lnTo>
                    <a:pt x="89096" y="18930"/>
                  </a:lnTo>
                  <a:lnTo>
                    <a:pt x="84459" y="21474"/>
                  </a:lnTo>
                  <a:lnTo>
                    <a:pt x="79905" y="24162"/>
                  </a:lnTo>
                  <a:lnTo>
                    <a:pt x="75438" y="26994"/>
                  </a:lnTo>
                  <a:lnTo>
                    <a:pt x="71062" y="29966"/>
                  </a:lnTo>
                  <a:lnTo>
                    <a:pt x="66783" y="33074"/>
                  </a:lnTo>
                  <a:lnTo>
                    <a:pt x="62605" y="36316"/>
                  </a:lnTo>
                  <a:lnTo>
                    <a:pt x="58531" y="39689"/>
                  </a:lnTo>
                  <a:lnTo>
                    <a:pt x="54566" y="43189"/>
                  </a:lnTo>
                  <a:lnTo>
                    <a:pt x="50713" y="46813"/>
                  </a:lnTo>
                  <a:lnTo>
                    <a:pt x="46978" y="50556"/>
                  </a:lnTo>
                  <a:lnTo>
                    <a:pt x="43362" y="54416"/>
                  </a:lnTo>
                  <a:lnTo>
                    <a:pt x="39870" y="58389"/>
                  </a:lnTo>
                  <a:lnTo>
                    <a:pt x="36506" y="62470"/>
                  </a:lnTo>
                  <a:lnTo>
                    <a:pt x="33273" y="66655"/>
                  </a:lnTo>
                  <a:lnTo>
                    <a:pt x="30173" y="70941"/>
                  </a:lnTo>
                  <a:lnTo>
                    <a:pt x="27211" y="75322"/>
                  </a:lnTo>
                  <a:lnTo>
                    <a:pt x="24389" y="79795"/>
                  </a:lnTo>
                  <a:lnTo>
                    <a:pt x="21709" y="84355"/>
                  </a:lnTo>
                  <a:lnTo>
                    <a:pt x="19176" y="88997"/>
                  </a:lnTo>
                  <a:lnTo>
                    <a:pt x="16790" y="93718"/>
                  </a:lnTo>
                  <a:lnTo>
                    <a:pt x="14555" y="98511"/>
                  </a:lnTo>
                  <a:lnTo>
                    <a:pt x="12473" y="103373"/>
                  </a:lnTo>
                  <a:lnTo>
                    <a:pt x="10545" y="108298"/>
                  </a:lnTo>
                  <a:lnTo>
                    <a:pt x="8774" y="113281"/>
                  </a:lnTo>
                  <a:lnTo>
                    <a:pt x="7162" y="118319"/>
                  </a:lnTo>
                  <a:lnTo>
                    <a:pt x="5710" y="123404"/>
                  </a:lnTo>
                  <a:lnTo>
                    <a:pt x="4420" y="128533"/>
                  </a:lnTo>
                  <a:lnTo>
                    <a:pt x="3292" y="133701"/>
                  </a:lnTo>
                  <a:lnTo>
                    <a:pt x="2329" y="138901"/>
                  </a:lnTo>
                  <a:lnTo>
                    <a:pt x="1530" y="144129"/>
                  </a:lnTo>
                  <a:lnTo>
                    <a:pt x="897" y="149380"/>
                  </a:lnTo>
                  <a:lnTo>
                    <a:pt x="431" y="154648"/>
                  </a:lnTo>
                  <a:lnTo>
                    <a:pt x="132" y="159929"/>
                  </a:lnTo>
                  <a:lnTo>
                    <a:pt x="0" y="165216"/>
                  </a:lnTo>
                  <a:lnTo>
                    <a:pt x="35" y="170505"/>
                  </a:lnTo>
                  <a:lnTo>
                    <a:pt x="237" y="175790"/>
                  </a:lnTo>
                  <a:lnTo>
                    <a:pt x="606" y="181066"/>
                  </a:lnTo>
                  <a:lnTo>
                    <a:pt x="1143" y="186327"/>
                  </a:lnTo>
                  <a:lnTo>
                    <a:pt x="1845" y="191569"/>
                  </a:lnTo>
                  <a:lnTo>
                    <a:pt x="2713" y="196786"/>
                  </a:lnTo>
                  <a:lnTo>
                    <a:pt x="3745" y="201974"/>
                  </a:lnTo>
                  <a:lnTo>
                    <a:pt x="4941" y="207125"/>
                  </a:lnTo>
                  <a:lnTo>
                    <a:pt x="6300" y="212237"/>
                  </a:lnTo>
                  <a:lnTo>
                    <a:pt x="7819" y="217303"/>
                  </a:lnTo>
                  <a:lnTo>
                    <a:pt x="9498" y="222318"/>
                  </a:lnTo>
                  <a:lnTo>
                    <a:pt x="11335" y="227278"/>
                  </a:lnTo>
                  <a:lnTo>
                    <a:pt x="13328" y="232177"/>
                  </a:lnTo>
                  <a:lnTo>
                    <a:pt x="15474" y="237010"/>
                  </a:lnTo>
                  <a:lnTo>
                    <a:pt x="17773" y="241774"/>
                  </a:lnTo>
                  <a:lnTo>
                    <a:pt x="20221" y="246462"/>
                  </a:lnTo>
                  <a:lnTo>
                    <a:pt x="22816" y="251070"/>
                  </a:lnTo>
                  <a:lnTo>
                    <a:pt x="25556" y="255594"/>
                  </a:lnTo>
                  <a:lnTo>
                    <a:pt x="28437" y="260029"/>
                  </a:lnTo>
                  <a:lnTo>
                    <a:pt x="31457" y="264371"/>
                  </a:lnTo>
                  <a:lnTo>
                    <a:pt x="34613" y="268615"/>
                  </a:lnTo>
                  <a:lnTo>
                    <a:pt x="37902" y="272757"/>
                  </a:lnTo>
                  <a:lnTo>
                    <a:pt x="41320" y="276793"/>
                  </a:lnTo>
                  <a:lnTo>
                    <a:pt x="44864" y="280719"/>
                  </a:lnTo>
                  <a:lnTo>
                    <a:pt x="48531" y="284531"/>
                  </a:lnTo>
                  <a:lnTo>
                    <a:pt x="52316" y="288224"/>
                  </a:lnTo>
                  <a:lnTo>
                    <a:pt x="56216" y="291797"/>
                  </a:lnTo>
                  <a:lnTo>
                    <a:pt x="60227" y="295244"/>
                  </a:lnTo>
                  <a:lnTo>
                    <a:pt x="64346" y="298562"/>
                  </a:lnTo>
                  <a:lnTo>
                    <a:pt x="68567" y="301748"/>
                  </a:lnTo>
                  <a:lnTo>
                    <a:pt x="72887" y="304800"/>
                  </a:lnTo>
                  <a:lnTo>
                    <a:pt x="77301" y="307713"/>
                  </a:lnTo>
                  <a:lnTo>
                    <a:pt x="81805" y="310485"/>
                  </a:lnTo>
                  <a:lnTo>
                    <a:pt x="86395" y="313113"/>
                  </a:lnTo>
                  <a:lnTo>
                    <a:pt x="91065" y="315595"/>
                  </a:lnTo>
                  <a:lnTo>
                    <a:pt x="95812" y="317928"/>
                  </a:lnTo>
                  <a:lnTo>
                    <a:pt x="100630" y="320109"/>
                  </a:lnTo>
                  <a:lnTo>
                    <a:pt x="105515" y="322137"/>
                  </a:lnTo>
                  <a:lnTo>
                    <a:pt x="110461" y="324009"/>
                  </a:lnTo>
                  <a:lnTo>
                    <a:pt x="115464" y="325724"/>
                  </a:lnTo>
                  <a:lnTo>
                    <a:pt x="120519" y="327280"/>
                  </a:lnTo>
                  <a:lnTo>
                    <a:pt x="125620" y="328675"/>
                  </a:lnTo>
                  <a:lnTo>
                    <a:pt x="130764" y="329908"/>
                  </a:lnTo>
                  <a:lnTo>
                    <a:pt x="135943" y="330978"/>
                  </a:lnTo>
                  <a:lnTo>
                    <a:pt x="141154" y="331883"/>
                  </a:lnTo>
                  <a:lnTo>
                    <a:pt x="146391" y="332623"/>
                  </a:lnTo>
                  <a:lnTo>
                    <a:pt x="151648" y="333197"/>
                  </a:lnTo>
                  <a:lnTo>
                    <a:pt x="156922" y="333604"/>
                  </a:lnTo>
                  <a:lnTo>
                    <a:pt x="162205" y="333845"/>
                  </a:lnTo>
                  <a:lnTo>
                    <a:pt x="167493" y="333918"/>
                  </a:lnTo>
                  <a:lnTo>
                    <a:pt x="172781" y="333824"/>
                  </a:lnTo>
                  <a:lnTo>
                    <a:pt x="178064" y="333562"/>
                  </a:lnTo>
                  <a:lnTo>
                    <a:pt x="183335" y="333134"/>
                  </a:lnTo>
                  <a:lnTo>
                    <a:pt x="188591" y="332539"/>
                  </a:lnTo>
                  <a:lnTo>
                    <a:pt x="193824" y="331778"/>
                  </a:lnTo>
                  <a:lnTo>
                    <a:pt x="199032" y="330852"/>
                  </a:lnTo>
                  <a:lnTo>
                    <a:pt x="204207" y="329762"/>
                  </a:lnTo>
                  <a:lnTo>
                    <a:pt x="209345" y="328508"/>
                  </a:lnTo>
                  <a:lnTo>
                    <a:pt x="214441" y="327093"/>
                  </a:lnTo>
                  <a:lnTo>
                    <a:pt x="219490" y="325517"/>
                  </a:lnTo>
                  <a:lnTo>
                    <a:pt x="224486" y="323782"/>
                  </a:lnTo>
                  <a:lnTo>
                    <a:pt x="229425" y="321890"/>
                  </a:lnTo>
                  <a:lnTo>
                    <a:pt x="234301" y="319842"/>
                  </a:lnTo>
                  <a:lnTo>
                    <a:pt x="239110" y="317642"/>
                  </a:lnTo>
                  <a:lnTo>
                    <a:pt x="243848" y="315290"/>
                  </a:lnTo>
                  <a:lnTo>
                    <a:pt x="248508" y="312790"/>
                  </a:lnTo>
                  <a:lnTo>
                    <a:pt x="253087" y="310143"/>
                  </a:lnTo>
                  <a:lnTo>
                    <a:pt x="257581" y="307353"/>
                  </a:lnTo>
                  <a:lnTo>
                    <a:pt x="261983" y="304423"/>
                  </a:lnTo>
                  <a:lnTo>
                    <a:pt x="266291" y="301354"/>
                  </a:lnTo>
                  <a:lnTo>
                    <a:pt x="270499" y="298151"/>
                  </a:lnTo>
                  <a:lnTo>
                    <a:pt x="274604" y="294816"/>
                  </a:lnTo>
                  <a:lnTo>
                    <a:pt x="278602" y="291353"/>
                  </a:lnTo>
                  <a:lnTo>
                    <a:pt x="282488" y="287765"/>
                  </a:lnTo>
                  <a:lnTo>
                    <a:pt x="286258" y="284056"/>
                  </a:lnTo>
                  <a:lnTo>
                    <a:pt x="289909" y="280230"/>
                  </a:lnTo>
                  <a:lnTo>
                    <a:pt x="293438" y="276290"/>
                  </a:lnTo>
                  <a:lnTo>
                    <a:pt x="296840" y="272241"/>
                  </a:lnTo>
                  <a:lnTo>
                    <a:pt x="300112" y="268086"/>
                  </a:lnTo>
                  <a:lnTo>
                    <a:pt x="303251" y="263829"/>
                  </a:lnTo>
                  <a:lnTo>
                    <a:pt x="306254" y="259475"/>
                  </a:lnTo>
                  <a:lnTo>
                    <a:pt x="309118" y="255029"/>
                  </a:lnTo>
                  <a:lnTo>
                    <a:pt x="311839" y="250494"/>
                  </a:lnTo>
                  <a:lnTo>
                    <a:pt x="314416" y="245875"/>
                  </a:lnTo>
                  <a:lnTo>
                    <a:pt x="316845" y="241177"/>
                  </a:lnTo>
                  <a:lnTo>
                    <a:pt x="319125" y="236405"/>
                  </a:lnTo>
                  <a:lnTo>
                    <a:pt x="321252" y="231563"/>
                  </a:lnTo>
                  <a:lnTo>
                    <a:pt x="323225" y="226656"/>
                  </a:lnTo>
                  <a:lnTo>
                    <a:pt x="325042" y="221689"/>
                  </a:lnTo>
                  <a:lnTo>
                    <a:pt x="326701" y="216667"/>
                  </a:lnTo>
                  <a:lnTo>
                    <a:pt x="328200" y="211595"/>
                  </a:lnTo>
                  <a:lnTo>
                    <a:pt x="329538" y="206478"/>
                  </a:lnTo>
                  <a:lnTo>
                    <a:pt x="330714" y="201321"/>
                  </a:lnTo>
                  <a:lnTo>
                    <a:pt x="331725" y="196130"/>
                  </a:lnTo>
                  <a:lnTo>
                    <a:pt x="332572" y="190910"/>
                  </a:lnTo>
                  <a:lnTo>
                    <a:pt x="333254" y="185665"/>
                  </a:lnTo>
                  <a:lnTo>
                    <a:pt x="333769" y="180401"/>
                  </a:lnTo>
                  <a:lnTo>
                    <a:pt x="334118" y="175124"/>
                  </a:lnTo>
                  <a:lnTo>
                    <a:pt x="334299" y="169838"/>
                  </a:lnTo>
                  <a:lnTo>
                    <a:pt x="334313" y="164549"/>
                  </a:lnTo>
                  <a:lnTo>
                    <a:pt x="334160" y="159262"/>
                  </a:lnTo>
                  <a:lnTo>
                    <a:pt x="333839" y="153983"/>
                  </a:lnTo>
                  <a:lnTo>
                    <a:pt x="333352" y="148717"/>
                  </a:lnTo>
                  <a:lnTo>
                    <a:pt x="332698" y="143469"/>
                  </a:lnTo>
                  <a:lnTo>
                    <a:pt x="331879" y="138244"/>
                  </a:lnTo>
                  <a:lnTo>
                    <a:pt x="330894" y="133047"/>
                  </a:lnTo>
                  <a:lnTo>
                    <a:pt x="329746" y="127884"/>
                  </a:lnTo>
                  <a:lnTo>
                    <a:pt x="328435" y="122760"/>
                  </a:lnTo>
                  <a:lnTo>
                    <a:pt x="326963" y="117681"/>
                  </a:lnTo>
                  <a:lnTo>
                    <a:pt x="325331" y="112650"/>
                  </a:lnTo>
                  <a:lnTo>
                    <a:pt x="323540" y="107673"/>
                  </a:lnTo>
                  <a:lnTo>
                    <a:pt x="321593" y="102756"/>
                  </a:lnTo>
                  <a:lnTo>
                    <a:pt x="319491" y="97903"/>
                  </a:lnTo>
                  <a:lnTo>
                    <a:pt x="317237" y="93118"/>
                  </a:lnTo>
                  <a:lnTo>
                    <a:pt x="314833" y="88408"/>
                  </a:lnTo>
                  <a:lnTo>
                    <a:pt x="312281" y="83775"/>
                  </a:lnTo>
                  <a:lnTo>
                    <a:pt x="309583" y="79226"/>
                  </a:lnTo>
                  <a:lnTo>
                    <a:pt x="306743" y="74764"/>
                  </a:lnTo>
                  <a:lnTo>
                    <a:pt x="303763" y="70395"/>
                  </a:lnTo>
                  <a:lnTo>
                    <a:pt x="300647" y="66122"/>
                  </a:lnTo>
                  <a:lnTo>
                    <a:pt x="297397" y="61949"/>
                  </a:lnTo>
                  <a:lnTo>
                    <a:pt x="294016" y="57882"/>
                  </a:lnTo>
                  <a:lnTo>
                    <a:pt x="290509" y="53923"/>
                  </a:lnTo>
                  <a:lnTo>
                    <a:pt x="286878" y="50078"/>
                  </a:lnTo>
                  <a:lnTo>
                    <a:pt x="283127" y="46349"/>
                  </a:lnTo>
                  <a:lnTo>
                    <a:pt x="279260" y="42741"/>
                  </a:lnTo>
                  <a:lnTo>
                    <a:pt x="275281" y="39257"/>
                  </a:lnTo>
                  <a:lnTo>
                    <a:pt x="271194" y="35900"/>
                  </a:lnTo>
                  <a:lnTo>
                    <a:pt x="267002" y="32675"/>
                  </a:lnTo>
                  <a:lnTo>
                    <a:pt x="262711" y="29583"/>
                  </a:lnTo>
                  <a:lnTo>
                    <a:pt x="258324" y="26629"/>
                  </a:lnTo>
                  <a:lnTo>
                    <a:pt x="253846" y="23815"/>
                  </a:lnTo>
                  <a:lnTo>
                    <a:pt x="249281" y="21145"/>
                  </a:lnTo>
                  <a:lnTo>
                    <a:pt x="244633" y="18620"/>
                  </a:lnTo>
                  <a:lnTo>
                    <a:pt x="239909" y="16243"/>
                  </a:lnTo>
                  <a:lnTo>
                    <a:pt x="235111" y="14017"/>
                  </a:lnTo>
                  <a:lnTo>
                    <a:pt x="230245" y="11944"/>
                  </a:lnTo>
                  <a:lnTo>
                    <a:pt x="225317" y="10026"/>
                  </a:lnTo>
                  <a:lnTo>
                    <a:pt x="220330" y="8264"/>
                  </a:lnTo>
                  <a:lnTo>
                    <a:pt x="215289" y="6662"/>
                  </a:lnTo>
                  <a:lnTo>
                    <a:pt x="210201" y="5219"/>
                  </a:lnTo>
                  <a:lnTo>
                    <a:pt x="205070" y="3939"/>
                  </a:lnTo>
                  <a:lnTo>
                    <a:pt x="199900" y="2821"/>
                  </a:lnTo>
                  <a:lnTo>
                    <a:pt x="194698" y="1867"/>
                  </a:lnTo>
                  <a:lnTo>
                    <a:pt x="189468" y="1079"/>
                  </a:lnTo>
                  <a:lnTo>
                    <a:pt x="184216" y="456"/>
                  </a:lnTo>
                  <a:lnTo>
                    <a:pt x="178947" y="0"/>
                  </a:lnTo>
                  <a:lnTo>
                    <a:pt x="167160" y="1667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83779" y="3170392"/>
              <a:ext cx="11787" cy="167167"/>
            </a:xfrm>
            <a:custGeom>
              <a:avLst/>
              <a:pathLst>
                <a:path w="11787" h="167167">
                  <a:moveTo>
                    <a:pt x="11787" y="4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61337" y="2655501"/>
              <a:ext cx="162157" cy="167167"/>
            </a:xfrm>
            <a:custGeom>
              <a:avLst/>
              <a:pathLst>
                <a:path w="162157" h="167167">
                  <a:moveTo>
                    <a:pt x="162157" y="0"/>
                  </a:moveTo>
                  <a:lnTo>
                    <a:pt x="156754" y="87"/>
                  </a:lnTo>
                  <a:lnTo>
                    <a:pt x="151357" y="349"/>
                  </a:lnTo>
                  <a:lnTo>
                    <a:pt x="145971" y="785"/>
                  </a:lnTo>
                  <a:lnTo>
                    <a:pt x="140602" y="1395"/>
                  </a:lnTo>
                  <a:lnTo>
                    <a:pt x="135255" y="2178"/>
                  </a:lnTo>
                  <a:lnTo>
                    <a:pt x="129937" y="3134"/>
                  </a:lnTo>
                  <a:lnTo>
                    <a:pt x="124652" y="4261"/>
                  </a:lnTo>
                  <a:lnTo>
                    <a:pt x="119407" y="5558"/>
                  </a:lnTo>
                  <a:lnTo>
                    <a:pt x="114206" y="7024"/>
                  </a:lnTo>
                  <a:lnTo>
                    <a:pt x="109055" y="8658"/>
                  </a:lnTo>
                  <a:lnTo>
                    <a:pt x="103960" y="10457"/>
                  </a:lnTo>
                  <a:lnTo>
                    <a:pt x="98925" y="12420"/>
                  </a:lnTo>
                  <a:lnTo>
                    <a:pt x="93957" y="14544"/>
                  </a:lnTo>
                  <a:lnTo>
                    <a:pt x="89060" y="16828"/>
                  </a:lnTo>
                  <a:lnTo>
                    <a:pt x="84239" y="19269"/>
                  </a:lnTo>
                  <a:lnTo>
                    <a:pt x="79500" y="21865"/>
                  </a:lnTo>
                  <a:lnTo>
                    <a:pt x="74847" y="24612"/>
                  </a:lnTo>
                  <a:lnTo>
                    <a:pt x="70285" y="27508"/>
                  </a:lnTo>
                  <a:lnTo>
                    <a:pt x="65819" y="30551"/>
                  </a:lnTo>
                  <a:lnTo>
                    <a:pt x="61454" y="33736"/>
                  </a:lnTo>
                  <a:lnTo>
                    <a:pt x="57194" y="37060"/>
                  </a:lnTo>
                  <a:lnTo>
                    <a:pt x="53044" y="40520"/>
                  </a:lnTo>
                  <a:lnTo>
                    <a:pt x="49008" y="44113"/>
                  </a:lnTo>
                  <a:lnTo>
                    <a:pt x="45090" y="47834"/>
                  </a:lnTo>
                  <a:lnTo>
                    <a:pt x="41294" y="51680"/>
                  </a:lnTo>
                  <a:lnTo>
                    <a:pt x="37625" y="55647"/>
                  </a:lnTo>
                  <a:lnTo>
                    <a:pt x="34085" y="59730"/>
                  </a:lnTo>
                  <a:lnTo>
                    <a:pt x="30680" y="63925"/>
                  </a:lnTo>
                  <a:lnTo>
                    <a:pt x="27412" y="68229"/>
                  </a:lnTo>
                  <a:lnTo>
                    <a:pt x="24285" y="72635"/>
                  </a:lnTo>
                  <a:lnTo>
                    <a:pt x="21301" y="77141"/>
                  </a:lnTo>
                  <a:lnTo>
                    <a:pt x="18465" y="81740"/>
                  </a:lnTo>
                  <a:lnTo>
                    <a:pt x="15779" y="86429"/>
                  </a:lnTo>
                  <a:lnTo>
                    <a:pt x="13246" y="91202"/>
                  </a:lnTo>
                  <a:lnTo>
                    <a:pt x="10869" y="96054"/>
                  </a:lnTo>
                  <a:lnTo>
                    <a:pt x="8650" y="100981"/>
                  </a:lnTo>
                  <a:lnTo>
                    <a:pt x="6591" y="105977"/>
                  </a:lnTo>
                  <a:lnTo>
                    <a:pt x="4694" y="111037"/>
                  </a:lnTo>
                  <a:lnTo>
                    <a:pt x="2963" y="116155"/>
                  </a:lnTo>
                  <a:lnTo>
                    <a:pt x="1397" y="121327"/>
                  </a:lnTo>
                  <a:lnTo>
                    <a:pt x="0" y="126547"/>
                  </a:lnTo>
                  <a:lnTo>
                    <a:pt x="16215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61337" y="2782049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6333" y="2714921"/>
              <a:ext cx="334328" cy="274906"/>
            </a:xfrm>
            <a:custGeom>
              <a:avLst/>
              <a:pathLst>
                <a:path w="334328" h="274906">
                  <a:moveTo>
                    <a:pt x="5004" y="67127"/>
                  </a:moveTo>
                  <a:lnTo>
                    <a:pt x="3799" y="72285"/>
                  </a:lnTo>
                  <a:lnTo>
                    <a:pt x="2757" y="77478"/>
                  </a:lnTo>
                  <a:lnTo>
                    <a:pt x="1881" y="82702"/>
                  </a:lnTo>
                  <a:lnTo>
                    <a:pt x="1170" y="87951"/>
                  </a:lnTo>
                  <a:lnTo>
                    <a:pt x="627" y="93219"/>
                  </a:lnTo>
                  <a:lnTo>
                    <a:pt x="250" y="98503"/>
                  </a:lnTo>
                  <a:lnTo>
                    <a:pt x="41" y="103795"/>
                  </a:lnTo>
                  <a:lnTo>
                    <a:pt x="0" y="109091"/>
                  </a:lnTo>
                  <a:lnTo>
                    <a:pt x="126" y="114387"/>
                  </a:lnTo>
                  <a:lnTo>
                    <a:pt x="420" y="119675"/>
                  </a:lnTo>
                  <a:lnTo>
                    <a:pt x="882" y="124952"/>
                  </a:lnTo>
                  <a:lnTo>
                    <a:pt x="1510" y="130211"/>
                  </a:lnTo>
                  <a:lnTo>
                    <a:pt x="2305" y="135447"/>
                  </a:lnTo>
                  <a:lnTo>
                    <a:pt x="3265" y="140656"/>
                  </a:lnTo>
                  <a:lnTo>
                    <a:pt x="4390" y="145832"/>
                  </a:lnTo>
                  <a:lnTo>
                    <a:pt x="5678" y="150970"/>
                  </a:lnTo>
                  <a:lnTo>
                    <a:pt x="7129" y="156064"/>
                  </a:lnTo>
                  <a:lnTo>
                    <a:pt x="8740" y="161109"/>
                  </a:lnTo>
                  <a:lnTo>
                    <a:pt x="10510" y="166102"/>
                  </a:lnTo>
                  <a:lnTo>
                    <a:pt x="12437" y="171035"/>
                  </a:lnTo>
                  <a:lnTo>
                    <a:pt x="14520" y="175905"/>
                  </a:lnTo>
                  <a:lnTo>
                    <a:pt x="16756" y="180707"/>
                  </a:lnTo>
                  <a:lnTo>
                    <a:pt x="19143" y="185435"/>
                  </a:lnTo>
                  <a:lnTo>
                    <a:pt x="21678" y="190085"/>
                  </a:lnTo>
                  <a:lnTo>
                    <a:pt x="24360" y="194653"/>
                  </a:lnTo>
                  <a:lnTo>
                    <a:pt x="27185" y="199133"/>
                  </a:lnTo>
                  <a:lnTo>
                    <a:pt x="30150" y="203522"/>
                  </a:lnTo>
                  <a:lnTo>
                    <a:pt x="33253" y="207815"/>
                  </a:lnTo>
                  <a:lnTo>
                    <a:pt x="36490" y="212007"/>
                  </a:lnTo>
                  <a:lnTo>
                    <a:pt x="39859" y="216094"/>
                  </a:lnTo>
                  <a:lnTo>
                    <a:pt x="43355" y="220073"/>
                  </a:lnTo>
                  <a:lnTo>
                    <a:pt x="46976" y="223939"/>
                  </a:lnTo>
                  <a:lnTo>
                    <a:pt x="50717" y="227688"/>
                  </a:lnTo>
                  <a:lnTo>
                    <a:pt x="54575" y="231317"/>
                  </a:lnTo>
                  <a:lnTo>
                    <a:pt x="58547" y="234821"/>
                  </a:lnTo>
                  <a:lnTo>
                    <a:pt x="62627" y="238199"/>
                  </a:lnTo>
                  <a:lnTo>
                    <a:pt x="66812" y="241445"/>
                  </a:lnTo>
                  <a:lnTo>
                    <a:pt x="71098" y="244557"/>
                  </a:lnTo>
                  <a:lnTo>
                    <a:pt x="75481" y="247531"/>
                  </a:lnTo>
                  <a:lnTo>
                    <a:pt x="79955" y="250366"/>
                  </a:lnTo>
                  <a:lnTo>
                    <a:pt x="84517" y="253057"/>
                  </a:lnTo>
                  <a:lnTo>
                    <a:pt x="89162" y="255602"/>
                  </a:lnTo>
                  <a:lnTo>
                    <a:pt x="93885" y="257999"/>
                  </a:lnTo>
                  <a:lnTo>
                    <a:pt x="98682" y="260245"/>
                  </a:lnTo>
                  <a:lnTo>
                    <a:pt x="103548" y="262338"/>
                  </a:lnTo>
                  <a:lnTo>
                    <a:pt x="108477" y="264276"/>
                  </a:lnTo>
                  <a:lnTo>
                    <a:pt x="113466" y="266056"/>
                  </a:lnTo>
                  <a:lnTo>
                    <a:pt x="118508" y="267678"/>
                  </a:lnTo>
                  <a:lnTo>
                    <a:pt x="123599" y="269139"/>
                  </a:lnTo>
                  <a:lnTo>
                    <a:pt x="128734" y="270438"/>
                  </a:lnTo>
                  <a:lnTo>
                    <a:pt x="133907" y="271574"/>
                  </a:lnTo>
                  <a:lnTo>
                    <a:pt x="139114" y="272545"/>
                  </a:lnTo>
                  <a:lnTo>
                    <a:pt x="144349" y="273351"/>
                  </a:lnTo>
                  <a:lnTo>
                    <a:pt x="149607" y="273991"/>
                  </a:lnTo>
                  <a:lnTo>
                    <a:pt x="154882" y="274463"/>
                  </a:lnTo>
                  <a:lnTo>
                    <a:pt x="160170" y="274769"/>
                  </a:lnTo>
                  <a:lnTo>
                    <a:pt x="165465" y="274906"/>
                  </a:lnTo>
                  <a:lnTo>
                    <a:pt x="170761" y="274876"/>
                  </a:lnTo>
                  <a:lnTo>
                    <a:pt x="176054" y="274678"/>
                  </a:lnTo>
                  <a:lnTo>
                    <a:pt x="181338" y="274313"/>
                  </a:lnTo>
                  <a:lnTo>
                    <a:pt x="186608" y="273780"/>
                  </a:lnTo>
                  <a:lnTo>
                    <a:pt x="191858" y="273080"/>
                  </a:lnTo>
                  <a:lnTo>
                    <a:pt x="197084" y="272215"/>
                  </a:lnTo>
                  <a:lnTo>
                    <a:pt x="202279" y="271185"/>
                  </a:lnTo>
                  <a:lnTo>
                    <a:pt x="207439" y="269990"/>
                  </a:lnTo>
                  <a:lnTo>
                    <a:pt x="212559" y="268633"/>
                  </a:lnTo>
                  <a:lnTo>
                    <a:pt x="217633" y="267114"/>
                  </a:lnTo>
                  <a:lnTo>
                    <a:pt x="222657" y="265435"/>
                  </a:lnTo>
                  <a:lnTo>
                    <a:pt x="227624" y="263597"/>
                  </a:lnTo>
                  <a:lnTo>
                    <a:pt x="232532" y="261604"/>
                  </a:lnTo>
                  <a:lnTo>
                    <a:pt x="237373" y="259455"/>
                  </a:lnTo>
                  <a:lnTo>
                    <a:pt x="242144" y="257155"/>
                  </a:lnTo>
                  <a:lnTo>
                    <a:pt x="246840" y="254704"/>
                  </a:lnTo>
                  <a:lnTo>
                    <a:pt x="251455" y="252106"/>
                  </a:lnTo>
                  <a:lnTo>
                    <a:pt x="255986" y="249363"/>
                  </a:lnTo>
                  <a:lnTo>
                    <a:pt x="260428" y="246478"/>
                  </a:lnTo>
                  <a:lnTo>
                    <a:pt x="264776" y="243454"/>
                  </a:lnTo>
                  <a:lnTo>
                    <a:pt x="269027" y="240293"/>
                  </a:lnTo>
                  <a:lnTo>
                    <a:pt x="273175" y="237000"/>
                  </a:lnTo>
                  <a:lnTo>
                    <a:pt x="277216" y="233576"/>
                  </a:lnTo>
                  <a:lnTo>
                    <a:pt x="281147" y="230027"/>
                  </a:lnTo>
                  <a:lnTo>
                    <a:pt x="284964" y="226354"/>
                  </a:lnTo>
                  <a:lnTo>
                    <a:pt x="288662" y="222562"/>
                  </a:lnTo>
                  <a:lnTo>
                    <a:pt x="292239" y="218656"/>
                  </a:lnTo>
                  <a:lnTo>
                    <a:pt x="295690" y="214637"/>
                  </a:lnTo>
                  <a:lnTo>
                    <a:pt x="299012" y="210512"/>
                  </a:lnTo>
                  <a:lnTo>
                    <a:pt x="302201" y="206283"/>
                  </a:lnTo>
                  <a:lnTo>
                    <a:pt x="305255" y="201956"/>
                  </a:lnTo>
                  <a:lnTo>
                    <a:pt x="308170" y="197533"/>
                  </a:lnTo>
                  <a:lnTo>
                    <a:pt x="310944" y="193021"/>
                  </a:lnTo>
                  <a:lnTo>
                    <a:pt x="313573" y="188423"/>
                  </a:lnTo>
                  <a:lnTo>
                    <a:pt x="316056" y="183744"/>
                  </a:lnTo>
                  <a:lnTo>
                    <a:pt x="318388" y="178989"/>
                  </a:lnTo>
                  <a:lnTo>
                    <a:pt x="320569" y="174162"/>
                  </a:lnTo>
                  <a:lnTo>
                    <a:pt x="322597" y="169269"/>
                  </a:lnTo>
                  <a:lnTo>
                    <a:pt x="324468" y="164314"/>
                  </a:lnTo>
                  <a:lnTo>
                    <a:pt x="326181" y="159302"/>
                  </a:lnTo>
                  <a:lnTo>
                    <a:pt x="327734" y="154238"/>
                  </a:lnTo>
                  <a:lnTo>
                    <a:pt x="329126" y="149128"/>
                  </a:lnTo>
                  <a:lnTo>
                    <a:pt x="330356" y="143976"/>
                  </a:lnTo>
                  <a:lnTo>
                    <a:pt x="331422" y="138788"/>
                  </a:lnTo>
                  <a:lnTo>
                    <a:pt x="332323" y="133568"/>
                  </a:lnTo>
                  <a:lnTo>
                    <a:pt x="333058" y="128323"/>
                  </a:lnTo>
                  <a:lnTo>
                    <a:pt x="333626" y="123057"/>
                  </a:lnTo>
                  <a:lnTo>
                    <a:pt x="334028" y="117776"/>
                  </a:lnTo>
                  <a:lnTo>
                    <a:pt x="334262" y="112484"/>
                  </a:lnTo>
                  <a:lnTo>
                    <a:pt x="334328" y="107188"/>
                  </a:lnTo>
                  <a:lnTo>
                    <a:pt x="334226" y="101892"/>
                  </a:lnTo>
                  <a:lnTo>
                    <a:pt x="333957" y="96603"/>
                  </a:lnTo>
                  <a:lnTo>
                    <a:pt x="333520" y="91324"/>
                  </a:lnTo>
                  <a:lnTo>
                    <a:pt x="332916" y="86062"/>
                  </a:lnTo>
                  <a:lnTo>
                    <a:pt x="332146" y="80822"/>
                  </a:lnTo>
                  <a:lnTo>
                    <a:pt x="331210" y="75608"/>
                  </a:lnTo>
                  <a:lnTo>
                    <a:pt x="330110" y="70427"/>
                  </a:lnTo>
                  <a:lnTo>
                    <a:pt x="328846" y="65284"/>
                  </a:lnTo>
                  <a:lnTo>
                    <a:pt x="327419" y="60183"/>
                  </a:lnTo>
                  <a:lnTo>
                    <a:pt x="325832" y="55130"/>
                  </a:lnTo>
                  <a:lnTo>
                    <a:pt x="324085" y="50129"/>
                  </a:lnTo>
                  <a:lnTo>
                    <a:pt x="322181" y="45187"/>
                  </a:lnTo>
                  <a:lnTo>
                    <a:pt x="320121" y="40307"/>
                  </a:lnTo>
                  <a:lnTo>
                    <a:pt x="317908" y="35495"/>
                  </a:lnTo>
                  <a:lnTo>
                    <a:pt x="315543" y="30755"/>
                  </a:lnTo>
                  <a:lnTo>
                    <a:pt x="313030" y="26093"/>
                  </a:lnTo>
                  <a:lnTo>
                    <a:pt x="310370" y="21513"/>
                  </a:lnTo>
                  <a:lnTo>
                    <a:pt x="307566" y="17019"/>
                  </a:lnTo>
                  <a:lnTo>
                    <a:pt x="304621" y="12617"/>
                  </a:lnTo>
                  <a:lnTo>
                    <a:pt x="301538" y="8310"/>
                  </a:lnTo>
                  <a:lnTo>
                    <a:pt x="298321" y="4103"/>
                  </a:lnTo>
                  <a:lnTo>
                    <a:pt x="294971" y="0"/>
                  </a:lnTo>
                  <a:lnTo>
                    <a:pt x="167162" y="1077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923495" y="2655501"/>
              <a:ext cx="127809" cy="167167"/>
            </a:xfrm>
            <a:custGeom>
              <a:avLst/>
              <a:pathLst>
                <a:path w="127809" h="167167">
                  <a:moveTo>
                    <a:pt x="127809" y="59419"/>
                  </a:moveTo>
                  <a:lnTo>
                    <a:pt x="124131" y="55202"/>
                  </a:lnTo>
                  <a:lnTo>
                    <a:pt x="120314" y="51110"/>
                  </a:lnTo>
                  <a:lnTo>
                    <a:pt x="116363" y="47148"/>
                  </a:lnTo>
                  <a:lnTo>
                    <a:pt x="112281" y="43321"/>
                  </a:lnTo>
                  <a:lnTo>
                    <a:pt x="108073" y="39632"/>
                  </a:lnTo>
                  <a:lnTo>
                    <a:pt x="103744" y="36086"/>
                  </a:lnTo>
                  <a:lnTo>
                    <a:pt x="99298" y="32688"/>
                  </a:lnTo>
                  <a:lnTo>
                    <a:pt x="94742" y="29440"/>
                  </a:lnTo>
                  <a:lnTo>
                    <a:pt x="90079" y="26346"/>
                  </a:lnTo>
                  <a:lnTo>
                    <a:pt x="85316" y="23410"/>
                  </a:lnTo>
                  <a:lnTo>
                    <a:pt x="80456" y="20635"/>
                  </a:lnTo>
                  <a:lnTo>
                    <a:pt x="75507" y="18024"/>
                  </a:lnTo>
                  <a:lnTo>
                    <a:pt x="70473" y="15580"/>
                  </a:lnTo>
                  <a:lnTo>
                    <a:pt x="65360" y="13307"/>
                  </a:lnTo>
                  <a:lnTo>
                    <a:pt x="60174" y="11205"/>
                  </a:lnTo>
                  <a:lnTo>
                    <a:pt x="54920" y="9279"/>
                  </a:lnTo>
                  <a:lnTo>
                    <a:pt x="49605" y="7529"/>
                  </a:lnTo>
                  <a:lnTo>
                    <a:pt x="44234" y="5958"/>
                  </a:lnTo>
                  <a:lnTo>
                    <a:pt x="38814" y="4568"/>
                  </a:lnTo>
                  <a:lnTo>
                    <a:pt x="33350" y="3360"/>
                  </a:lnTo>
                  <a:lnTo>
                    <a:pt x="27849" y="2336"/>
                  </a:lnTo>
                  <a:lnTo>
                    <a:pt x="22317" y="1496"/>
                  </a:lnTo>
                  <a:lnTo>
                    <a:pt x="16759" y="842"/>
                  </a:lnTo>
                  <a:lnTo>
                    <a:pt x="11183" y="374"/>
                  </a:lnTo>
                  <a:lnTo>
                    <a:pt x="5594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80525" y="2168369"/>
              <a:ext cx="65367" cy="167167"/>
            </a:xfrm>
            <a:custGeom>
              <a:avLst/>
              <a:pathLst>
                <a:path w="65367" h="167167">
                  <a:moveTo>
                    <a:pt x="65367" y="0"/>
                  </a:moveTo>
                  <a:lnTo>
                    <a:pt x="59263" y="111"/>
                  </a:lnTo>
                  <a:lnTo>
                    <a:pt x="53167" y="445"/>
                  </a:lnTo>
                  <a:lnTo>
                    <a:pt x="47088" y="1002"/>
                  </a:lnTo>
                  <a:lnTo>
                    <a:pt x="41032" y="1780"/>
                  </a:lnTo>
                  <a:lnTo>
                    <a:pt x="35009" y="2779"/>
                  </a:lnTo>
                  <a:lnTo>
                    <a:pt x="29027" y="3997"/>
                  </a:lnTo>
                  <a:lnTo>
                    <a:pt x="23093" y="5433"/>
                  </a:lnTo>
                  <a:lnTo>
                    <a:pt x="17216" y="7085"/>
                  </a:lnTo>
                  <a:lnTo>
                    <a:pt x="11402" y="8950"/>
                  </a:lnTo>
                  <a:lnTo>
                    <a:pt x="5661" y="11026"/>
                  </a:lnTo>
                  <a:lnTo>
                    <a:pt x="0" y="13310"/>
                  </a:lnTo>
                  <a:lnTo>
                    <a:pt x="653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80525" y="2181679"/>
              <a:ext cx="65367" cy="153857"/>
            </a:xfrm>
            <a:custGeom>
              <a:avLst/>
              <a:pathLst>
                <a:path w="65367" h="153857">
                  <a:moveTo>
                    <a:pt x="0" y="0"/>
                  </a:moveTo>
                  <a:lnTo>
                    <a:pt x="65367" y="1538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578739" y="2181679"/>
              <a:ext cx="254575" cy="321020"/>
            </a:xfrm>
            <a:custGeom>
              <a:avLst/>
              <a:pathLst>
                <a:path w="254575" h="321020">
                  <a:moveTo>
                    <a:pt x="101785" y="0"/>
                  </a:moveTo>
                  <a:lnTo>
                    <a:pt x="96905" y="2166"/>
                  </a:lnTo>
                  <a:lnTo>
                    <a:pt x="92096" y="4487"/>
                  </a:lnTo>
                  <a:lnTo>
                    <a:pt x="87364" y="6960"/>
                  </a:lnTo>
                  <a:lnTo>
                    <a:pt x="82713" y="9583"/>
                  </a:lnTo>
                  <a:lnTo>
                    <a:pt x="78148" y="12354"/>
                  </a:lnTo>
                  <a:lnTo>
                    <a:pt x="73674" y="15269"/>
                  </a:lnTo>
                  <a:lnTo>
                    <a:pt x="69296" y="18325"/>
                  </a:lnTo>
                  <a:lnTo>
                    <a:pt x="65017" y="21519"/>
                  </a:lnTo>
                  <a:lnTo>
                    <a:pt x="60843" y="24849"/>
                  </a:lnTo>
                  <a:lnTo>
                    <a:pt x="56777" y="28310"/>
                  </a:lnTo>
                  <a:lnTo>
                    <a:pt x="52823" y="31899"/>
                  </a:lnTo>
                  <a:lnTo>
                    <a:pt x="48986" y="35613"/>
                  </a:lnTo>
                  <a:lnTo>
                    <a:pt x="45270" y="39447"/>
                  </a:lnTo>
                  <a:lnTo>
                    <a:pt x="41678" y="43398"/>
                  </a:lnTo>
                  <a:lnTo>
                    <a:pt x="38215" y="47462"/>
                  </a:lnTo>
                  <a:lnTo>
                    <a:pt x="34882" y="51634"/>
                  </a:lnTo>
                  <a:lnTo>
                    <a:pt x="31685" y="55911"/>
                  </a:lnTo>
                  <a:lnTo>
                    <a:pt x="28626" y="60287"/>
                  </a:lnTo>
                  <a:lnTo>
                    <a:pt x="25708" y="64759"/>
                  </a:lnTo>
                  <a:lnTo>
                    <a:pt x="22935" y="69322"/>
                  </a:lnTo>
                  <a:lnTo>
                    <a:pt x="20309" y="73971"/>
                  </a:lnTo>
                  <a:lnTo>
                    <a:pt x="17832" y="78702"/>
                  </a:lnTo>
                  <a:lnTo>
                    <a:pt x="15508" y="83509"/>
                  </a:lnTo>
                  <a:lnTo>
                    <a:pt x="13339" y="88388"/>
                  </a:lnTo>
                  <a:lnTo>
                    <a:pt x="11326" y="93334"/>
                  </a:lnTo>
                  <a:lnTo>
                    <a:pt x="9473" y="98342"/>
                  </a:lnTo>
                  <a:lnTo>
                    <a:pt x="7780" y="103406"/>
                  </a:lnTo>
                  <a:lnTo>
                    <a:pt x="6250" y="108522"/>
                  </a:lnTo>
                  <a:lnTo>
                    <a:pt x="4884" y="113684"/>
                  </a:lnTo>
                  <a:lnTo>
                    <a:pt x="3684" y="118887"/>
                  </a:lnTo>
                  <a:lnTo>
                    <a:pt x="2651" y="124126"/>
                  </a:lnTo>
                  <a:lnTo>
                    <a:pt x="1785" y="129395"/>
                  </a:lnTo>
                  <a:lnTo>
                    <a:pt x="1088" y="134689"/>
                  </a:lnTo>
                  <a:lnTo>
                    <a:pt x="561" y="140002"/>
                  </a:lnTo>
                  <a:lnTo>
                    <a:pt x="203" y="145330"/>
                  </a:lnTo>
                  <a:lnTo>
                    <a:pt x="16" y="150666"/>
                  </a:lnTo>
                  <a:lnTo>
                    <a:pt x="0" y="156006"/>
                  </a:lnTo>
                  <a:lnTo>
                    <a:pt x="153" y="161343"/>
                  </a:lnTo>
                  <a:lnTo>
                    <a:pt x="478" y="166673"/>
                  </a:lnTo>
                  <a:lnTo>
                    <a:pt x="972" y="171990"/>
                  </a:lnTo>
                  <a:lnTo>
                    <a:pt x="1636" y="177288"/>
                  </a:lnTo>
                  <a:lnTo>
                    <a:pt x="2469" y="182563"/>
                  </a:lnTo>
                  <a:lnTo>
                    <a:pt x="3470" y="187808"/>
                  </a:lnTo>
                  <a:lnTo>
                    <a:pt x="4637" y="193018"/>
                  </a:lnTo>
                  <a:lnTo>
                    <a:pt x="5971" y="198188"/>
                  </a:lnTo>
                  <a:lnTo>
                    <a:pt x="7469" y="203314"/>
                  </a:lnTo>
                  <a:lnTo>
                    <a:pt x="9130" y="208388"/>
                  </a:lnTo>
                  <a:lnTo>
                    <a:pt x="10952" y="213407"/>
                  </a:lnTo>
                  <a:lnTo>
                    <a:pt x="12934" y="218366"/>
                  </a:lnTo>
                  <a:lnTo>
                    <a:pt x="15073" y="223258"/>
                  </a:lnTo>
                  <a:lnTo>
                    <a:pt x="17367" y="228080"/>
                  </a:lnTo>
                  <a:lnTo>
                    <a:pt x="19814" y="232826"/>
                  </a:lnTo>
                  <a:lnTo>
                    <a:pt x="22411" y="237491"/>
                  </a:lnTo>
                  <a:lnTo>
                    <a:pt x="25156" y="242071"/>
                  </a:lnTo>
                  <a:lnTo>
                    <a:pt x="28046" y="246562"/>
                  </a:lnTo>
                  <a:lnTo>
                    <a:pt x="31078" y="250957"/>
                  </a:lnTo>
                  <a:lnTo>
                    <a:pt x="34249" y="255253"/>
                  </a:lnTo>
                  <a:lnTo>
                    <a:pt x="37555" y="259446"/>
                  </a:lnTo>
                  <a:lnTo>
                    <a:pt x="40993" y="263532"/>
                  </a:lnTo>
                  <a:lnTo>
                    <a:pt x="44560" y="267505"/>
                  </a:lnTo>
                  <a:lnTo>
                    <a:pt x="48253" y="271362"/>
                  </a:lnTo>
                  <a:lnTo>
                    <a:pt x="52066" y="275100"/>
                  </a:lnTo>
                  <a:lnTo>
                    <a:pt x="55997" y="278714"/>
                  </a:lnTo>
                  <a:lnTo>
                    <a:pt x="60041" y="282200"/>
                  </a:lnTo>
                  <a:lnTo>
                    <a:pt x="64195" y="285555"/>
                  </a:lnTo>
                  <a:lnTo>
                    <a:pt x="68454" y="288777"/>
                  </a:lnTo>
                  <a:lnTo>
                    <a:pt x="72813" y="291860"/>
                  </a:lnTo>
                  <a:lnTo>
                    <a:pt x="77269" y="294803"/>
                  </a:lnTo>
                  <a:lnTo>
                    <a:pt x="81816" y="297601"/>
                  </a:lnTo>
                  <a:lnTo>
                    <a:pt x="86451" y="300254"/>
                  </a:lnTo>
                  <a:lnTo>
                    <a:pt x="91167" y="302756"/>
                  </a:lnTo>
                  <a:lnTo>
                    <a:pt x="95962" y="305107"/>
                  </a:lnTo>
                  <a:lnTo>
                    <a:pt x="100829" y="307304"/>
                  </a:lnTo>
                  <a:lnTo>
                    <a:pt x="105763" y="309344"/>
                  </a:lnTo>
                  <a:lnTo>
                    <a:pt x="110760" y="311225"/>
                  </a:lnTo>
                  <a:lnTo>
                    <a:pt x="115815" y="312946"/>
                  </a:lnTo>
                  <a:lnTo>
                    <a:pt x="120922" y="314504"/>
                  </a:lnTo>
                  <a:lnTo>
                    <a:pt x="126077" y="315899"/>
                  </a:lnTo>
                  <a:lnTo>
                    <a:pt x="131273" y="317128"/>
                  </a:lnTo>
                  <a:lnTo>
                    <a:pt x="136506" y="318191"/>
                  </a:lnTo>
                  <a:lnTo>
                    <a:pt x="141770" y="319086"/>
                  </a:lnTo>
                  <a:lnTo>
                    <a:pt x="147060" y="319812"/>
                  </a:lnTo>
                  <a:lnTo>
                    <a:pt x="152370" y="320369"/>
                  </a:lnTo>
                  <a:lnTo>
                    <a:pt x="157696" y="320756"/>
                  </a:lnTo>
                  <a:lnTo>
                    <a:pt x="163031" y="320973"/>
                  </a:lnTo>
                  <a:lnTo>
                    <a:pt x="168371" y="321020"/>
                  </a:lnTo>
                  <a:lnTo>
                    <a:pt x="173709" y="320895"/>
                  </a:lnTo>
                  <a:lnTo>
                    <a:pt x="179041" y="320601"/>
                  </a:lnTo>
                  <a:lnTo>
                    <a:pt x="184360" y="320136"/>
                  </a:lnTo>
                  <a:lnTo>
                    <a:pt x="189662" y="319502"/>
                  </a:lnTo>
                  <a:lnTo>
                    <a:pt x="194941" y="318698"/>
                  </a:lnTo>
                  <a:lnTo>
                    <a:pt x="200191" y="317727"/>
                  </a:lnTo>
                  <a:lnTo>
                    <a:pt x="205408" y="316588"/>
                  </a:lnTo>
                  <a:lnTo>
                    <a:pt x="210586" y="315283"/>
                  </a:lnTo>
                  <a:lnTo>
                    <a:pt x="215719" y="313814"/>
                  </a:lnTo>
                  <a:lnTo>
                    <a:pt x="220803" y="312181"/>
                  </a:lnTo>
                  <a:lnTo>
                    <a:pt x="225832" y="310387"/>
                  </a:lnTo>
                  <a:lnTo>
                    <a:pt x="230802" y="308433"/>
                  </a:lnTo>
                  <a:lnTo>
                    <a:pt x="235706" y="306321"/>
                  </a:lnTo>
                  <a:lnTo>
                    <a:pt x="240540" y="304054"/>
                  </a:lnTo>
                  <a:lnTo>
                    <a:pt x="245300" y="301634"/>
                  </a:lnTo>
                  <a:lnTo>
                    <a:pt x="249980" y="299062"/>
                  </a:lnTo>
                  <a:lnTo>
                    <a:pt x="254575" y="296343"/>
                  </a:lnTo>
                  <a:lnTo>
                    <a:pt x="167153" y="1538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745892" y="2168369"/>
              <a:ext cx="167166" cy="309653"/>
            </a:xfrm>
            <a:custGeom>
              <a:avLst/>
              <a:pathLst>
                <a:path w="167166" h="309653">
                  <a:moveTo>
                    <a:pt x="87421" y="309653"/>
                  </a:moveTo>
                  <a:lnTo>
                    <a:pt x="91934" y="306784"/>
                  </a:lnTo>
                  <a:lnTo>
                    <a:pt x="96353" y="303772"/>
                  </a:lnTo>
                  <a:lnTo>
                    <a:pt x="100673" y="300620"/>
                  </a:lnTo>
                  <a:lnTo>
                    <a:pt x="104890" y="297332"/>
                  </a:lnTo>
                  <a:lnTo>
                    <a:pt x="109000" y="293910"/>
                  </a:lnTo>
                  <a:lnTo>
                    <a:pt x="112998" y="290359"/>
                  </a:lnTo>
                  <a:lnTo>
                    <a:pt x="116881" y="286682"/>
                  </a:lnTo>
                  <a:lnTo>
                    <a:pt x="120643" y="282882"/>
                  </a:lnTo>
                  <a:lnTo>
                    <a:pt x="124283" y="278964"/>
                  </a:lnTo>
                  <a:lnTo>
                    <a:pt x="127795" y="274931"/>
                  </a:lnTo>
                  <a:lnTo>
                    <a:pt x="131177" y="270789"/>
                  </a:lnTo>
                  <a:lnTo>
                    <a:pt x="134424" y="266540"/>
                  </a:lnTo>
                  <a:lnTo>
                    <a:pt x="137534" y="262189"/>
                  </a:lnTo>
                  <a:lnTo>
                    <a:pt x="140503" y="257742"/>
                  </a:lnTo>
                  <a:lnTo>
                    <a:pt x="143328" y="253201"/>
                  </a:lnTo>
                  <a:lnTo>
                    <a:pt x="146006" y="248573"/>
                  </a:lnTo>
                  <a:lnTo>
                    <a:pt x="148536" y="243861"/>
                  </a:lnTo>
                  <a:lnTo>
                    <a:pt x="150913" y="239071"/>
                  </a:lnTo>
                  <a:lnTo>
                    <a:pt x="153135" y="234207"/>
                  </a:lnTo>
                  <a:lnTo>
                    <a:pt x="155201" y="229275"/>
                  </a:lnTo>
                  <a:lnTo>
                    <a:pt x="157108" y="224279"/>
                  </a:lnTo>
                  <a:lnTo>
                    <a:pt x="158855" y="219224"/>
                  </a:lnTo>
                  <a:lnTo>
                    <a:pt x="160439" y="214116"/>
                  </a:lnTo>
                  <a:lnTo>
                    <a:pt x="161858" y="208961"/>
                  </a:lnTo>
                  <a:lnTo>
                    <a:pt x="163112" y="203762"/>
                  </a:lnTo>
                  <a:lnTo>
                    <a:pt x="164199" y="198526"/>
                  </a:lnTo>
                  <a:lnTo>
                    <a:pt x="165118" y="193258"/>
                  </a:lnTo>
                  <a:lnTo>
                    <a:pt x="165868" y="187963"/>
                  </a:lnTo>
                  <a:lnTo>
                    <a:pt x="166449" y="182647"/>
                  </a:lnTo>
                  <a:lnTo>
                    <a:pt x="166859" y="177315"/>
                  </a:lnTo>
                  <a:lnTo>
                    <a:pt x="167098" y="171973"/>
                  </a:lnTo>
                  <a:lnTo>
                    <a:pt x="167166" y="166626"/>
                  </a:lnTo>
                  <a:lnTo>
                    <a:pt x="167063" y="161279"/>
                  </a:lnTo>
                  <a:lnTo>
                    <a:pt x="166789" y="155939"/>
                  </a:lnTo>
                  <a:lnTo>
                    <a:pt x="166345" y="150610"/>
                  </a:lnTo>
                  <a:lnTo>
                    <a:pt x="165730" y="145297"/>
                  </a:lnTo>
                  <a:lnTo>
                    <a:pt x="164946" y="140008"/>
                  </a:lnTo>
                  <a:lnTo>
                    <a:pt x="163993" y="134746"/>
                  </a:lnTo>
                  <a:lnTo>
                    <a:pt x="162872" y="129517"/>
                  </a:lnTo>
                  <a:lnTo>
                    <a:pt x="161584" y="124326"/>
                  </a:lnTo>
                  <a:lnTo>
                    <a:pt x="160131" y="119180"/>
                  </a:lnTo>
                  <a:lnTo>
                    <a:pt x="158515" y="114083"/>
                  </a:lnTo>
                  <a:lnTo>
                    <a:pt x="156735" y="109040"/>
                  </a:lnTo>
                  <a:lnTo>
                    <a:pt x="154796" y="104056"/>
                  </a:lnTo>
                  <a:lnTo>
                    <a:pt x="152698" y="99137"/>
                  </a:lnTo>
                  <a:lnTo>
                    <a:pt x="150444" y="94288"/>
                  </a:lnTo>
                  <a:lnTo>
                    <a:pt x="148036" y="89513"/>
                  </a:lnTo>
                  <a:lnTo>
                    <a:pt x="145476" y="84818"/>
                  </a:lnTo>
                  <a:lnTo>
                    <a:pt x="142768" y="80207"/>
                  </a:lnTo>
                  <a:lnTo>
                    <a:pt x="139914" y="75685"/>
                  </a:lnTo>
                  <a:lnTo>
                    <a:pt x="136916" y="71256"/>
                  </a:lnTo>
                  <a:lnTo>
                    <a:pt x="133778" y="66926"/>
                  </a:lnTo>
                  <a:lnTo>
                    <a:pt x="130503" y="62698"/>
                  </a:lnTo>
                  <a:lnTo>
                    <a:pt x="127095" y="58577"/>
                  </a:lnTo>
                  <a:lnTo>
                    <a:pt x="123557" y="54568"/>
                  </a:lnTo>
                  <a:lnTo>
                    <a:pt x="119892" y="50673"/>
                  </a:lnTo>
                  <a:lnTo>
                    <a:pt x="116104" y="46898"/>
                  </a:lnTo>
                  <a:lnTo>
                    <a:pt x="112198" y="43246"/>
                  </a:lnTo>
                  <a:lnTo>
                    <a:pt x="108177" y="39721"/>
                  </a:lnTo>
                  <a:lnTo>
                    <a:pt x="104045" y="36326"/>
                  </a:lnTo>
                  <a:lnTo>
                    <a:pt x="99807" y="33065"/>
                  </a:lnTo>
                  <a:lnTo>
                    <a:pt x="95467" y="29941"/>
                  </a:lnTo>
                  <a:lnTo>
                    <a:pt x="91029" y="26958"/>
                  </a:lnTo>
                  <a:lnTo>
                    <a:pt x="86497" y="24118"/>
                  </a:lnTo>
                  <a:lnTo>
                    <a:pt x="81878" y="21424"/>
                  </a:lnTo>
                  <a:lnTo>
                    <a:pt x="77174" y="18880"/>
                  </a:lnTo>
                  <a:lnTo>
                    <a:pt x="72391" y="16487"/>
                  </a:lnTo>
                  <a:lnTo>
                    <a:pt x="67535" y="14249"/>
                  </a:lnTo>
                  <a:lnTo>
                    <a:pt x="62609" y="12167"/>
                  </a:lnTo>
                  <a:lnTo>
                    <a:pt x="57619" y="10244"/>
                  </a:lnTo>
                  <a:lnTo>
                    <a:pt x="52571" y="8481"/>
                  </a:lnTo>
                  <a:lnTo>
                    <a:pt x="47468" y="6881"/>
                  </a:lnTo>
                  <a:lnTo>
                    <a:pt x="42317" y="5444"/>
                  </a:lnTo>
                  <a:lnTo>
                    <a:pt x="37122" y="4174"/>
                  </a:lnTo>
                  <a:lnTo>
                    <a:pt x="31890" y="3070"/>
                  </a:lnTo>
                  <a:lnTo>
                    <a:pt x="26625" y="2133"/>
                  </a:lnTo>
                  <a:lnTo>
                    <a:pt x="21333" y="1366"/>
                  </a:lnTo>
                  <a:lnTo>
                    <a:pt x="16018" y="769"/>
                  </a:lnTo>
                  <a:lnTo>
                    <a:pt x="10688" y="342"/>
                  </a:lnTo>
                  <a:lnTo>
                    <a:pt x="534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09036" y="1735255"/>
              <a:ext cx="51509" cy="167167"/>
            </a:xfrm>
            <a:custGeom>
              <a:avLst/>
              <a:pathLst>
                <a:path w="51509" h="167167">
                  <a:moveTo>
                    <a:pt x="51509" y="0"/>
                  </a:moveTo>
                  <a:lnTo>
                    <a:pt x="44966" y="128"/>
                  </a:lnTo>
                  <a:lnTo>
                    <a:pt x="38432" y="512"/>
                  </a:lnTo>
                  <a:lnTo>
                    <a:pt x="31919" y="1151"/>
                  </a:lnTo>
                  <a:lnTo>
                    <a:pt x="25435" y="2045"/>
                  </a:lnTo>
                  <a:lnTo>
                    <a:pt x="18992" y="3193"/>
                  </a:lnTo>
                  <a:lnTo>
                    <a:pt x="12598" y="4591"/>
                  </a:lnTo>
                  <a:lnTo>
                    <a:pt x="6264" y="6239"/>
                  </a:lnTo>
                  <a:lnTo>
                    <a:pt x="0" y="8133"/>
                  </a:lnTo>
                  <a:lnTo>
                    <a:pt x="5150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293392" y="1743389"/>
              <a:ext cx="334303" cy="326200"/>
            </a:xfrm>
            <a:custGeom>
              <a:avLst/>
              <a:pathLst>
                <a:path w="334303" h="326200">
                  <a:moveTo>
                    <a:pt x="115644" y="0"/>
                  </a:moveTo>
                  <a:lnTo>
                    <a:pt x="110620" y="1715"/>
                  </a:lnTo>
                  <a:lnTo>
                    <a:pt x="105654" y="3589"/>
                  </a:lnTo>
                  <a:lnTo>
                    <a:pt x="100750" y="5620"/>
                  </a:lnTo>
                  <a:lnTo>
                    <a:pt x="95912" y="7806"/>
                  </a:lnTo>
                  <a:lnTo>
                    <a:pt x="91147" y="10144"/>
                  </a:lnTo>
                  <a:lnTo>
                    <a:pt x="86458" y="12632"/>
                  </a:lnTo>
                  <a:lnTo>
                    <a:pt x="81850" y="15268"/>
                  </a:lnTo>
                  <a:lnTo>
                    <a:pt x="77329" y="18049"/>
                  </a:lnTo>
                  <a:lnTo>
                    <a:pt x="72898" y="20972"/>
                  </a:lnTo>
                  <a:lnTo>
                    <a:pt x="68562" y="24034"/>
                  </a:lnTo>
                  <a:lnTo>
                    <a:pt x="64325" y="27233"/>
                  </a:lnTo>
                  <a:lnTo>
                    <a:pt x="60193" y="30564"/>
                  </a:lnTo>
                  <a:lnTo>
                    <a:pt x="56168" y="34025"/>
                  </a:lnTo>
                  <a:lnTo>
                    <a:pt x="52255" y="37612"/>
                  </a:lnTo>
                  <a:lnTo>
                    <a:pt x="48457" y="41321"/>
                  </a:lnTo>
                  <a:lnTo>
                    <a:pt x="44780" y="45149"/>
                  </a:lnTo>
                  <a:lnTo>
                    <a:pt x="41226" y="49092"/>
                  </a:lnTo>
                  <a:lnTo>
                    <a:pt x="37799" y="53145"/>
                  </a:lnTo>
                  <a:lnTo>
                    <a:pt x="34502" y="57306"/>
                  </a:lnTo>
                  <a:lnTo>
                    <a:pt x="31339" y="61569"/>
                  </a:lnTo>
                  <a:lnTo>
                    <a:pt x="28313" y="65930"/>
                  </a:lnTo>
                  <a:lnTo>
                    <a:pt x="25427" y="70385"/>
                  </a:lnTo>
                  <a:lnTo>
                    <a:pt x="22684" y="74929"/>
                  </a:lnTo>
                  <a:lnTo>
                    <a:pt x="20086" y="79559"/>
                  </a:lnTo>
                  <a:lnTo>
                    <a:pt x="17637" y="84268"/>
                  </a:lnTo>
                  <a:lnTo>
                    <a:pt x="15339" y="89053"/>
                  </a:lnTo>
                  <a:lnTo>
                    <a:pt x="13193" y="93908"/>
                  </a:lnTo>
                  <a:lnTo>
                    <a:pt x="11203" y="98830"/>
                  </a:lnTo>
                  <a:lnTo>
                    <a:pt x="9370" y="103811"/>
                  </a:lnTo>
                  <a:lnTo>
                    <a:pt x="7697" y="108849"/>
                  </a:lnTo>
                  <a:lnTo>
                    <a:pt x="6184" y="113937"/>
                  </a:lnTo>
                  <a:lnTo>
                    <a:pt x="4833" y="119070"/>
                  </a:lnTo>
                  <a:lnTo>
                    <a:pt x="3646" y="124244"/>
                  </a:lnTo>
                  <a:lnTo>
                    <a:pt x="2624" y="129453"/>
                  </a:lnTo>
                  <a:lnTo>
                    <a:pt x="1768" y="134692"/>
                  </a:lnTo>
                  <a:lnTo>
                    <a:pt x="1078" y="139955"/>
                  </a:lnTo>
                  <a:lnTo>
                    <a:pt x="556" y="145238"/>
                  </a:lnTo>
                  <a:lnTo>
                    <a:pt x="202" y="150534"/>
                  </a:lnTo>
                  <a:lnTo>
                    <a:pt x="17" y="155839"/>
                  </a:lnTo>
                  <a:lnTo>
                    <a:pt x="0" y="161147"/>
                  </a:lnTo>
                  <a:lnTo>
                    <a:pt x="151" y="166453"/>
                  </a:lnTo>
                  <a:lnTo>
                    <a:pt x="471" y="171752"/>
                  </a:lnTo>
                  <a:lnTo>
                    <a:pt x="959" y="177038"/>
                  </a:lnTo>
                  <a:lnTo>
                    <a:pt x="1614" y="182305"/>
                  </a:lnTo>
                  <a:lnTo>
                    <a:pt x="2436" y="187549"/>
                  </a:lnTo>
                  <a:lnTo>
                    <a:pt x="3425" y="192765"/>
                  </a:lnTo>
                  <a:lnTo>
                    <a:pt x="4578" y="197946"/>
                  </a:lnTo>
                  <a:lnTo>
                    <a:pt x="5896" y="203088"/>
                  </a:lnTo>
                  <a:lnTo>
                    <a:pt x="7376" y="208186"/>
                  </a:lnTo>
                  <a:lnTo>
                    <a:pt x="9017" y="213234"/>
                  </a:lnTo>
                  <a:lnTo>
                    <a:pt x="10818" y="218228"/>
                  </a:lnTo>
                  <a:lnTo>
                    <a:pt x="12776" y="223161"/>
                  </a:lnTo>
                  <a:lnTo>
                    <a:pt x="14890" y="228031"/>
                  </a:lnTo>
                  <a:lnTo>
                    <a:pt x="17157" y="232830"/>
                  </a:lnTo>
                  <a:lnTo>
                    <a:pt x="19576" y="237555"/>
                  </a:lnTo>
                  <a:lnTo>
                    <a:pt x="22143" y="242201"/>
                  </a:lnTo>
                  <a:lnTo>
                    <a:pt x="24857" y="246764"/>
                  </a:lnTo>
                  <a:lnTo>
                    <a:pt x="27714" y="251237"/>
                  </a:lnTo>
                  <a:lnTo>
                    <a:pt x="30712" y="255618"/>
                  </a:lnTo>
                  <a:lnTo>
                    <a:pt x="33847" y="259901"/>
                  </a:lnTo>
                  <a:lnTo>
                    <a:pt x="37117" y="264083"/>
                  </a:lnTo>
                  <a:lnTo>
                    <a:pt x="40518" y="268159"/>
                  </a:lnTo>
                  <a:lnTo>
                    <a:pt x="44047" y="272124"/>
                  </a:lnTo>
                  <a:lnTo>
                    <a:pt x="47699" y="275976"/>
                  </a:lnTo>
                  <a:lnTo>
                    <a:pt x="51472" y="279710"/>
                  </a:lnTo>
                  <a:lnTo>
                    <a:pt x="55362" y="283322"/>
                  </a:lnTo>
                  <a:lnTo>
                    <a:pt x="59365" y="286808"/>
                  </a:lnTo>
                  <a:lnTo>
                    <a:pt x="63476" y="290166"/>
                  </a:lnTo>
                  <a:lnTo>
                    <a:pt x="67692" y="293392"/>
                  </a:lnTo>
                  <a:lnTo>
                    <a:pt x="72008" y="296482"/>
                  </a:lnTo>
                  <a:lnTo>
                    <a:pt x="76420" y="299434"/>
                  </a:lnTo>
                  <a:lnTo>
                    <a:pt x="80923" y="302244"/>
                  </a:lnTo>
                  <a:lnTo>
                    <a:pt x="85513" y="304909"/>
                  </a:lnTo>
                  <a:lnTo>
                    <a:pt x="90186" y="307428"/>
                  </a:lnTo>
                  <a:lnTo>
                    <a:pt x="94937" y="309797"/>
                  </a:lnTo>
                  <a:lnTo>
                    <a:pt x="99760" y="312014"/>
                  </a:lnTo>
                  <a:lnTo>
                    <a:pt x="104651" y="314076"/>
                  </a:lnTo>
                  <a:lnTo>
                    <a:pt x="109605" y="315982"/>
                  </a:lnTo>
                  <a:lnTo>
                    <a:pt x="114617" y="317730"/>
                  </a:lnTo>
                  <a:lnTo>
                    <a:pt x="119682" y="319319"/>
                  </a:lnTo>
                  <a:lnTo>
                    <a:pt x="124795" y="320745"/>
                  </a:lnTo>
                  <a:lnTo>
                    <a:pt x="129951" y="322008"/>
                  </a:lnTo>
                  <a:lnTo>
                    <a:pt x="135144" y="323107"/>
                  </a:lnTo>
                  <a:lnTo>
                    <a:pt x="140370" y="324041"/>
                  </a:lnTo>
                  <a:lnTo>
                    <a:pt x="145622" y="324808"/>
                  </a:lnTo>
                  <a:lnTo>
                    <a:pt x="150896" y="325408"/>
                  </a:lnTo>
                  <a:lnTo>
                    <a:pt x="156187" y="325840"/>
                  </a:lnTo>
                  <a:lnTo>
                    <a:pt x="161489" y="326105"/>
                  </a:lnTo>
                  <a:lnTo>
                    <a:pt x="166796" y="326200"/>
                  </a:lnTo>
                  <a:lnTo>
                    <a:pt x="172104" y="326127"/>
                  </a:lnTo>
                  <a:lnTo>
                    <a:pt x="177406" y="325886"/>
                  </a:lnTo>
                  <a:lnTo>
                    <a:pt x="182699" y="325476"/>
                  </a:lnTo>
                  <a:lnTo>
                    <a:pt x="187976" y="324899"/>
                  </a:lnTo>
                  <a:lnTo>
                    <a:pt x="193231" y="324154"/>
                  </a:lnTo>
                  <a:lnTo>
                    <a:pt x="198461" y="323243"/>
                  </a:lnTo>
                  <a:lnTo>
                    <a:pt x="203659" y="322166"/>
                  </a:lnTo>
                  <a:lnTo>
                    <a:pt x="208820" y="320925"/>
                  </a:lnTo>
                  <a:lnTo>
                    <a:pt x="213939" y="319520"/>
                  </a:lnTo>
                  <a:lnTo>
                    <a:pt x="219011" y="317954"/>
                  </a:lnTo>
                  <a:lnTo>
                    <a:pt x="224030" y="316227"/>
                  </a:lnTo>
                  <a:lnTo>
                    <a:pt x="228992" y="314342"/>
                  </a:lnTo>
                  <a:lnTo>
                    <a:pt x="233892" y="312301"/>
                  </a:lnTo>
                  <a:lnTo>
                    <a:pt x="238725" y="310104"/>
                  </a:lnTo>
                  <a:lnTo>
                    <a:pt x="243485" y="307756"/>
                  </a:lnTo>
                  <a:lnTo>
                    <a:pt x="248169" y="305257"/>
                  </a:lnTo>
                  <a:lnTo>
                    <a:pt x="252770" y="302611"/>
                  </a:lnTo>
                  <a:lnTo>
                    <a:pt x="257286" y="299821"/>
                  </a:lnTo>
                  <a:lnTo>
                    <a:pt x="261710" y="296888"/>
                  </a:lnTo>
                  <a:lnTo>
                    <a:pt x="266040" y="293816"/>
                  </a:lnTo>
                  <a:lnTo>
                    <a:pt x="270269" y="290609"/>
                  </a:lnTo>
                  <a:lnTo>
                    <a:pt x="274395" y="287268"/>
                  </a:lnTo>
                  <a:lnTo>
                    <a:pt x="278412" y="283799"/>
                  </a:lnTo>
                  <a:lnTo>
                    <a:pt x="282317" y="280203"/>
                  </a:lnTo>
                  <a:lnTo>
                    <a:pt x="286106" y="276486"/>
                  </a:lnTo>
                  <a:lnTo>
                    <a:pt x="289776" y="272650"/>
                  </a:lnTo>
                  <a:lnTo>
                    <a:pt x="293321" y="268699"/>
                  </a:lnTo>
                  <a:lnTo>
                    <a:pt x="296739" y="264638"/>
                  </a:lnTo>
                  <a:lnTo>
                    <a:pt x="300027" y="260471"/>
                  </a:lnTo>
                  <a:lnTo>
                    <a:pt x="303181" y="256201"/>
                  </a:lnTo>
                  <a:lnTo>
                    <a:pt x="306197" y="251833"/>
                  </a:lnTo>
                  <a:lnTo>
                    <a:pt x="309073" y="247372"/>
                  </a:lnTo>
                  <a:lnTo>
                    <a:pt x="311807" y="242821"/>
                  </a:lnTo>
                  <a:lnTo>
                    <a:pt x="314394" y="238186"/>
                  </a:lnTo>
                  <a:lnTo>
                    <a:pt x="316833" y="233471"/>
                  </a:lnTo>
                  <a:lnTo>
                    <a:pt x="319121" y="228682"/>
                  </a:lnTo>
                  <a:lnTo>
                    <a:pt x="321256" y="223821"/>
                  </a:lnTo>
                  <a:lnTo>
                    <a:pt x="323235" y="218896"/>
                  </a:lnTo>
                  <a:lnTo>
                    <a:pt x="325057" y="213910"/>
                  </a:lnTo>
                  <a:lnTo>
                    <a:pt x="326720" y="208869"/>
                  </a:lnTo>
                  <a:lnTo>
                    <a:pt x="328221" y="203778"/>
                  </a:lnTo>
                  <a:lnTo>
                    <a:pt x="329561" y="198641"/>
                  </a:lnTo>
                  <a:lnTo>
                    <a:pt x="330737" y="193465"/>
                  </a:lnTo>
                  <a:lnTo>
                    <a:pt x="331747" y="188254"/>
                  </a:lnTo>
                  <a:lnTo>
                    <a:pt x="332592" y="183013"/>
                  </a:lnTo>
                  <a:lnTo>
                    <a:pt x="333270" y="177749"/>
                  </a:lnTo>
                  <a:lnTo>
                    <a:pt x="333781" y="172465"/>
                  </a:lnTo>
                  <a:lnTo>
                    <a:pt x="334123" y="167168"/>
                  </a:lnTo>
                  <a:lnTo>
                    <a:pt x="334297" y="161862"/>
                  </a:lnTo>
                  <a:lnTo>
                    <a:pt x="334303" y="156554"/>
                  </a:lnTo>
                  <a:lnTo>
                    <a:pt x="334140" y="151248"/>
                  </a:lnTo>
                  <a:lnTo>
                    <a:pt x="333808" y="145951"/>
                  </a:lnTo>
                  <a:lnTo>
                    <a:pt x="333309" y="140666"/>
                  </a:lnTo>
                  <a:lnTo>
                    <a:pt x="332642" y="135400"/>
                  </a:lnTo>
                  <a:lnTo>
                    <a:pt x="331808" y="130157"/>
                  </a:lnTo>
                  <a:lnTo>
                    <a:pt x="330808" y="124944"/>
                  </a:lnTo>
                  <a:lnTo>
                    <a:pt x="329644" y="119765"/>
                  </a:lnTo>
                  <a:lnTo>
                    <a:pt x="328315" y="114626"/>
                  </a:lnTo>
                  <a:lnTo>
                    <a:pt x="326824" y="109532"/>
                  </a:lnTo>
                  <a:lnTo>
                    <a:pt x="325172" y="104487"/>
                  </a:lnTo>
                  <a:lnTo>
                    <a:pt x="323360" y="99497"/>
                  </a:lnTo>
                  <a:lnTo>
                    <a:pt x="321391" y="94568"/>
                  </a:lnTo>
                  <a:lnTo>
                    <a:pt x="319266" y="89703"/>
                  </a:lnTo>
                  <a:lnTo>
                    <a:pt x="316989" y="84909"/>
                  </a:lnTo>
                  <a:lnTo>
                    <a:pt x="314560" y="80189"/>
                  </a:lnTo>
                  <a:lnTo>
                    <a:pt x="311982" y="75548"/>
                  </a:lnTo>
                  <a:lnTo>
                    <a:pt x="309258" y="70992"/>
                  </a:lnTo>
                  <a:lnTo>
                    <a:pt x="306391" y="66525"/>
                  </a:lnTo>
                  <a:lnTo>
                    <a:pt x="303384" y="62151"/>
                  </a:lnTo>
                  <a:lnTo>
                    <a:pt x="300239" y="57874"/>
                  </a:lnTo>
                  <a:lnTo>
                    <a:pt x="296960" y="53700"/>
                  </a:lnTo>
                  <a:lnTo>
                    <a:pt x="293551" y="49631"/>
                  </a:lnTo>
                  <a:lnTo>
                    <a:pt x="290013" y="45673"/>
                  </a:lnTo>
                  <a:lnTo>
                    <a:pt x="286352" y="41830"/>
                  </a:lnTo>
                  <a:lnTo>
                    <a:pt x="282571" y="38104"/>
                  </a:lnTo>
                  <a:lnTo>
                    <a:pt x="278673" y="34501"/>
                  </a:lnTo>
                  <a:lnTo>
                    <a:pt x="274663" y="31023"/>
                  </a:lnTo>
                  <a:lnTo>
                    <a:pt x="270545" y="27674"/>
                  </a:lnTo>
                  <a:lnTo>
                    <a:pt x="266322" y="24458"/>
                  </a:lnTo>
                  <a:lnTo>
                    <a:pt x="261999" y="21377"/>
                  </a:lnTo>
                  <a:lnTo>
                    <a:pt x="257581" y="18435"/>
                  </a:lnTo>
                  <a:lnTo>
                    <a:pt x="253071" y="15635"/>
                  </a:lnTo>
                  <a:lnTo>
                    <a:pt x="167154" y="159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60546" y="1735255"/>
              <a:ext cx="85917" cy="167167"/>
            </a:xfrm>
            <a:custGeom>
              <a:avLst/>
              <a:pathLst>
                <a:path w="85917" h="167167">
                  <a:moveTo>
                    <a:pt x="85917" y="23769"/>
                  </a:moveTo>
                  <a:lnTo>
                    <a:pt x="81031" y="20952"/>
                  </a:lnTo>
                  <a:lnTo>
                    <a:pt x="76053" y="18302"/>
                  </a:lnTo>
                  <a:lnTo>
                    <a:pt x="70989" y="15821"/>
                  </a:lnTo>
                  <a:lnTo>
                    <a:pt x="65843" y="13513"/>
                  </a:lnTo>
                  <a:lnTo>
                    <a:pt x="60623" y="11379"/>
                  </a:lnTo>
                  <a:lnTo>
                    <a:pt x="55333" y="9423"/>
                  </a:lnTo>
                  <a:lnTo>
                    <a:pt x="49981" y="7646"/>
                  </a:lnTo>
                  <a:lnTo>
                    <a:pt x="44572" y="6051"/>
                  </a:lnTo>
                  <a:lnTo>
                    <a:pt x="39112" y="4640"/>
                  </a:lnTo>
                  <a:lnTo>
                    <a:pt x="33608" y="3413"/>
                  </a:lnTo>
                  <a:lnTo>
                    <a:pt x="28065" y="2372"/>
                  </a:lnTo>
                  <a:lnTo>
                    <a:pt x="22490" y="1519"/>
                  </a:lnTo>
                  <a:lnTo>
                    <a:pt x="16890" y="855"/>
                  </a:lnTo>
                  <a:lnTo>
                    <a:pt x="11270" y="380"/>
                  </a:lnTo>
                  <a:lnTo>
                    <a:pt x="5638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915685" y="1379510"/>
              <a:ext cx="291014" cy="334330"/>
            </a:xfrm>
            <a:custGeom>
              <a:avLst/>
              <a:pathLst>
                <a:path w="291014" h="334330">
                  <a:moveTo>
                    <a:pt x="167155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7" y="760"/>
                  </a:lnTo>
                  <a:lnTo>
                    <a:pt x="145943" y="1351"/>
                  </a:lnTo>
                  <a:lnTo>
                    <a:pt x="140680" y="2109"/>
                  </a:lnTo>
                  <a:lnTo>
                    <a:pt x="135444" y="3035"/>
                  </a:lnTo>
                  <a:lnTo>
                    <a:pt x="130240" y="4126"/>
                  </a:lnTo>
                  <a:lnTo>
                    <a:pt x="125074" y="5383"/>
                  </a:lnTo>
                  <a:lnTo>
                    <a:pt x="119950" y="6803"/>
                  </a:lnTo>
                  <a:lnTo>
                    <a:pt x="114873" y="8385"/>
                  </a:lnTo>
                  <a:lnTo>
                    <a:pt x="109850" y="10128"/>
                  </a:lnTo>
                  <a:lnTo>
                    <a:pt x="104885" y="12030"/>
                  </a:lnTo>
                  <a:lnTo>
                    <a:pt x="99982" y="14089"/>
                  </a:lnTo>
                  <a:lnTo>
                    <a:pt x="95148" y="16303"/>
                  </a:lnTo>
                  <a:lnTo>
                    <a:pt x="90387" y="18669"/>
                  </a:lnTo>
                  <a:lnTo>
                    <a:pt x="85703" y="21186"/>
                  </a:lnTo>
                  <a:lnTo>
                    <a:pt x="81101" y="23850"/>
                  </a:lnTo>
                  <a:lnTo>
                    <a:pt x="76587" y="26659"/>
                  </a:lnTo>
                  <a:lnTo>
                    <a:pt x="72164" y="29610"/>
                  </a:lnTo>
                  <a:lnTo>
                    <a:pt x="67837" y="32701"/>
                  </a:lnTo>
                  <a:lnTo>
                    <a:pt x="63611" y="35928"/>
                  </a:lnTo>
                  <a:lnTo>
                    <a:pt x="59490" y="39287"/>
                  </a:lnTo>
                  <a:lnTo>
                    <a:pt x="55477" y="42776"/>
                  </a:lnTo>
                  <a:lnTo>
                    <a:pt x="51578" y="46390"/>
                  </a:lnTo>
                  <a:lnTo>
                    <a:pt x="47795" y="50127"/>
                  </a:lnTo>
                  <a:lnTo>
                    <a:pt x="44133" y="53982"/>
                  </a:lnTo>
                  <a:lnTo>
                    <a:pt x="40596" y="57952"/>
                  </a:lnTo>
                  <a:lnTo>
                    <a:pt x="37187" y="62032"/>
                  </a:lnTo>
                  <a:lnTo>
                    <a:pt x="33909" y="66219"/>
                  </a:lnTo>
                  <a:lnTo>
                    <a:pt x="30766" y="70507"/>
                  </a:lnTo>
                  <a:lnTo>
                    <a:pt x="27761" y="74894"/>
                  </a:lnTo>
                  <a:lnTo>
                    <a:pt x="24897" y="79374"/>
                  </a:lnTo>
                  <a:lnTo>
                    <a:pt x="22176" y="83942"/>
                  </a:lnTo>
                  <a:lnTo>
                    <a:pt x="19603" y="88595"/>
                  </a:lnTo>
                  <a:lnTo>
                    <a:pt x="17179" y="93328"/>
                  </a:lnTo>
                  <a:lnTo>
                    <a:pt x="14906" y="98135"/>
                  </a:lnTo>
                  <a:lnTo>
                    <a:pt x="12788" y="103012"/>
                  </a:lnTo>
                  <a:lnTo>
                    <a:pt x="10826" y="107953"/>
                  </a:lnTo>
                  <a:lnTo>
                    <a:pt x="9022" y="112955"/>
                  </a:lnTo>
                  <a:lnTo>
                    <a:pt x="7378" y="118011"/>
                  </a:lnTo>
                  <a:lnTo>
                    <a:pt x="5895" y="123118"/>
                  </a:lnTo>
                  <a:lnTo>
                    <a:pt x="4576" y="128269"/>
                  </a:lnTo>
                  <a:lnTo>
                    <a:pt x="3421" y="133459"/>
                  </a:lnTo>
                  <a:lnTo>
                    <a:pt x="2432" y="138683"/>
                  </a:lnTo>
                  <a:lnTo>
                    <a:pt x="1609" y="143936"/>
                  </a:lnTo>
                  <a:lnTo>
                    <a:pt x="954" y="149213"/>
                  </a:lnTo>
                  <a:lnTo>
                    <a:pt x="467" y="154507"/>
                  </a:lnTo>
                  <a:lnTo>
                    <a:pt x="149" y="159815"/>
                  </a:lnTo>
                  <a:lnTo>
                    <a:pt x="0" y="165130"/>
                  </a:lnTo>
                  <a:lnTo>
                    <a:pt x="19" y="170447"/>
                  </a:lnTo>
                  <a:lnTo>
                    <a:pt x="208" y="175761"/>
                  </a:lnTo>
                  <a:lnTo>
                    <a:pt x="566" y="181066"/>
                  </a:lnTo>
                  <a:lnTo>
                    <a:pt x="1092" y="186357"/>
                  </a:lnTo>
                  <a:lnTo>
                    <a:pt x="1786" y="191628"/>
                  </a:lnTo>
                  <a:lnTo>
                    <a:pt x="2648" y="196875"/>
                  </a:lnTo>
                  <a:lnTo>
                    <a:pt x="3676" y="202092"/>
                  </a:lnTo>
                  <a:lnTo>
                    <a:pt x="4870" y="207274"/>
                  </a:lnTo>
                  <a:lnTo>
                    <a:pt x="6227" y="212414"/>
                  </a:lnTo>
                  <a:lnTo>
                    <a:pt x="7748" y="217509"/>
                  </a:lnTo>
                  <a:lnTo>
                    <a:pt x="9429" y="222554"/>
                  </a:lnTo>
                  <a:lnTo>
                    <a:pt x="11270" y="227542"/>
                  </a:lnTo>
                  <a:lnTo>
                    <a:pt x="13269" y="232469"/>
                  </a:lnTo>
                  <a:lnTo>
                    <a:pt x="15424" y="237330"/>
                  </a:lnTo>
                  <a:lnTo>
                    <a:pt x="17732" y="242120"/>
                  </a:lnTo>
                  <a:lnTo>
                    <a:pt x="20192" y="246834"/>
                  </a:lnTo>
                  <a:lnTo>
                    <a:pt x="22800" y="251468"/>
                  </a:lnTo>
                  <a:lnTo>
                    <a:pt x="25554" y="256016"/>
                  </a:lnTo>
                  <a:lnTo>
                    <a:pt x="28451" y="260474"/>
                  </a:lnTo>
                  <a:lnTo>
                    <a:pt x="31488" y="264838"/>
                  </a:lnTo>
                  <a:lnTo>
                    <a:pt x="34663" y="269103"/>
                  </a:lnTo>
                  <a:lnTo>
                    <a:pt x="37972" y="273265"/>
                  </a:lnTo>
                  <a:lnTo>
                    <a:pt x="41412" y="277320"/>
                  </a:lnTo>
                  <a:lnTo>
                    <a:pt x="44979" y="281263"/>
                  </a:lnTo>
                  <a:lnTo>
                    <a:pt x="48669" y="285091"/>
                  </a:lnTo>
                  <a:lnTo>
                    <a:pt x="52479" y="288800"/>
                  </a:lnTo>
                  <a:lnTo>
                    <a:pt x="56406" y="292385"/>
                  </a:lnTo>
                  <a:lnTo>
                    <a:pt x="60444" y="295844"/>
                  </a:lnTo>
                  <a:lnTo>
                    <a:pt x="64590" y="299173"/>
                  </a:lnTo>
                  <a:lnTo>
                    <a:pt x="68840" y="302368"/>
                  </a:lnTo>
                  <a:lnTo>
                    <a:pt x="73190" y="305426"/>
                  </a:lnTo>
                  <a:lnTo>
                    <a:pt x="77635" y="308345"/>
                  </a:lnTo>
                  <a:lnTo>
                    <a:pt x="82170" y="311120"/>
                  </a:lnTo>
                  <a:lnTo>
                    <a:pt x="86791" y="313750"/>
                  </a:lnTo>
                  <a:lnTo>
                    <a:pt x="91493" y="316232"/>
                  </a:lnTo>
                  <a:lnTo>
                    <a:pt x="96272" y="318563"/>
                  </a:lnTo>
                  <a:lnTo>
                    <a:pt x="101123" y="320740"/>
                  </a:lnTo>
                  <a:lnTo>
                    <a:pt x="106040" y="322763"/>
                  </a:lnTo>
                  <a:lnTo>
                    <a:pt x="111020" y="324628"/>
                  </a:lnTo>
                  <a:lnTo>
                    <a:pt x="116056" y="326333"/>
                  </a:lnTo>
                  <a:lnTo>
                    <a:pt x="121144" y="327878"/>
                  </a:lnTo>
                  <a:lnTo>
                    <a:pt x="126278" y="329260"/>
                  </a:lnTo>
                  <a:lnTo>
                    <a:pt x="131454" y="330478"/>
                  </a:lnTo>
                  <a:lnTo>
                    <a:pt x="136666" y="331531"/>
                  </a:lnTo>
                  <a:lnTo>
                    <a:pt x="141908" y="332417"/>
                  </a:lnTo>
                  <a:lnTo>
                    <a:pt x="147177" y="333136"/>
                  </a:lnTo>
                  <a:lnTo>
                    <a:pt x="152465" y="333688"/>
                  </a:lnTo>
                  <a:lnTo>
                    <a:pt x="157768" y="334071"/>
                  </a:lnTo>
                  <a:lnTo>
                    <a:pt x="163081" y="334285"/>
                  </a:lnTo>
                  <a:lnTo>
                    <a:pt x="168398" y="334330"/>
                  </a:lnTo>
                  <a:lnTo>
                    <a:pt x="173714" y="334206"/>
                  </a:lnTo>
                  <a:lnTo>
                    <a:pt x="179023" y="333913"/>
                  </a:lnTo>
                  <a:lnTo>
                    <a:pt x="184320" y="333451"/>
                  </a:lnTo>
                  <a:lnTo>
                    <a:pt x="189599" y="332821"/>
                  </a:lnTo>
                  <a:lnTo>
                    <a:pt x="194856" y="332023"/>
                  </a:lnTo>
                  <a:lnTo>
                    <a:pt x="200085" y="331059"/>
                  </a:lnTo>
                  <a:lnTo>
                    <a:pt x="205281" y="329929"/>
                  </a:lnTo>
                  <a:lnTo>
                    <a:pt x="210438" y="328634"/>
                  </a:lnTo>
                  <a:lnTo>
                    <a:pt x="215551" y="327175"/>
                  </a:lnTo>
                  <a:lnTo>
                    <a:pt x="220615" y="325555"/>
                  </a:lnTo>
                  <a:lnTo>
                    <a:pt x="225625" y="323775"/>
                  </a:lnTo>
                  <a:lnTo>
                    <a:pt x="230577" y="321836"/>
                  </a:lnTo>
                  <a:lnTo>
                    <a:pt x="235463" y="319741"/>
                  </a:lnTo>
                  <a:lnTo>
                    <a:pt x="240281" y="317491"/>
                  </a:lnTo>
                  <a:lnTo>
                    <a:pt x="245025" y="315090"/>
                  </a:lnTo>
                  <a:lnTo>
                    <a:pt x="249690" y="312538"/>
                  </a:lnTo>
                  <a:lnTo>
                    <a:pt x="254271" y="309840"/>
                  </a:lnTo>
                  <a:lnTo>
                    <a:pt x="258765" y="306997"/>
                  </a:lnTo>
                  <a:lnTo>
                    <a:pt x="263165" y="304013"/>
                  </a:lnTo>
                  <a:lnTo>
                    <a:pt x="267469" y="300890"/>
                  </a:lnTo>
                  <a:lnTo>
                    <a:pt x="271671" y="297632"/>
                  </a:lnTo>
                  <a:lnTo>
                    <a:pt x="275767" y="294242"/>
                  </a:lnTo>
                  <a:lnTo>
                    <a:pt x="279754" y="290724"/>
                  </a:lnTo>
                  <a:lnTo>
                    <a:pt x="283626" y="287080"/>
                  </a:lnTo>
                  <a:lnTo>
                    <a:pt x="287381" y="283316"/>
                  </a:lnTo>
                  <a:lnTo>
                    <a:pt x="291014" y="279433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23859" cy="112266"/>
            </a:xfrm>
            <a:custGeom>
              <a:avLst/>
              <a:pathLst>
                <a:path w="123859" h="112266">
                  <a:moveTo>
                    <a:pt x="123859" y="1122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24137" cy="112266"/>
            </a:xfrm>
            <a:custGeom>
              <a:avLst/>
              <a:pathLst>
                <a:path w="124137" h="112266">
                  <a:moveTo>
                    <a:pt x="123859" y="112266"/>
                  </a:moveTo>
                  <a:lnTo>
                    <a:pt x="124137" y="11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379510"/>
              <a:ext cx="167166" cy="279126"/>
            </a:xfrm>
            <a:custGeom>
              <a:avLst/>
              <a:pathLst>
                <a:path w="167166" h="279126">
                  <a:moveTo>
                    <a:pt x="124137" y="279126"/>
                  </a:moveTo>
                  <a:lnTo>
                    <a:pt x="127656" y="275096"/>
                  </a:lnTo>
                  <a:lnTo>
                    <a:pt x="131045" y="270955"/>
                  </a:lnTo>
                  <a:lnTo>
                    <a:pt x="134300" y="266708"/>
                  </a:lnTo>
                  <a:lnTo>
                    <a:pt x="137416" y="262359"/>
                  </a:lnTo>
                  <a:lnTo>
                    <a:pt x="140393" y="257913"/>
                  </a:lnTo>
                  <a:lnTo>
                    <a:pt x="143225" y="253373"/>
                  </a:lnTo>
                  <a:lnTo>
                    <a:pt x="145910" y="248745"/>
                  </a:lnTo>
                  <a:lnTo>
                    <a:pt x="148446" y="244034"/>
                  </a:lnTo>
                  <a:lnTo>
                    <a:pt x="150830" y="239243"/>
                  </a:lnTo>
                  <a:lnTo>
                    <a:pt x="153060" y="234379"/>
                  </a:lnTo>
                  <a:lnTo>
                    <a:pt x="155132" y="229446"/>
                  </a:lnTo>
                  <a:lnTo>
                    <a:pt x="157046" y="224450"/>
                  </a:lnTo>
                  <a:lnTo>
                    <a:pt x="158799" y="219394"/>
                  </a:lnTo>
                  <a:lnTo>
                    <a:pt x="160389" y="214285"/>
                  </a:lnTo>
                  <a:lnTo>
                    <a:pt x="161815" y="209128"/>
                  </a:lnTo>
                  <a:lnTo>
                    <a:pt x="163075" y="203928"/>
                  </a:lnTo>
                  <a:lnTo>
                    <a:pt x="164168" y="198690"/>
                  </a:lnTo>
                  <a:lnTo>
                    <a:pt x="165093" y="193420"/>
                  </a:lnTo>
                  <a:lnTo>
                    <a:pt x="165848" y="188123"/>
                  </a:lnTo>
                  <a:lnTo>
                    <a:pt x="166434" y="182804"/>
                  </a:lnTo>
                  <a:lnTo>
                    <a:pt x="166849" y="177470"/>
                  </a:lnTo>
                  <a:lnTo>
                    <a:pt x="167093" y="172125"/>
                  </a:lnTo>
                  <a:lnTo>
                    <a:pt x="167166" y="166775"/>
                  </a:lnTo>
                  <a:lnTo>
                    <a:pt x="167068" y="161425"/>
                  </a:lnTo>
                  <a:lnTo>
                    <a:pt x="166799" y="156081"/>
                  </a:lnTo>
                  <a:lnTo>
                    <a:pt x="166359" y="150748"/>
                  </a:lnTo>
                  <a:lnTo>
                    <a:pt x="165748" y="145433"/>
                  </a:lnTo>
                  <a:lnTo>
                    <a:pt x="164968" y="140139"/>
                  </a:lnTo>
                  <a:lnTo>
                    <a:pt x="164018" y="134874"/>
                  </a:lnTo>
                  <a:lnTo>
                    <a:pt x="162901" y="129641"/>
                  </a:lnTo>
                  <a:lnTo>
                    <a:pt x="161616" y="124447"/>
                  </a:lnTo>
                  <a:lnTo>
                    <a:pt x="160166" y="119296"/>
                  </a:lnTo>
                  <a:lnTo>
                    <a:pt x="158552" y="114195"/>
                  </a:lnTo>
                  <a:lnTo>
                    <a:pt x="156776" y="109148"/>
                  </a:lnTo>
                  <a:lnTo>
                    <a:pt x="154838" y="104160"/>
                  </a:lnTo>
                  <a:lnTo>
                    <a:pt x="152743" y="99237"/>
                  </a:lnTo>
                  <a:lnTo>
                    <a:pt x="150490" y="94383"/>
                  </a:lnTo>
                  <a:lnTo>
                    <a:pt x="148084" y="89604"/>
                  </a:lnTo>
                  <a:lnTo>
                    <a:pt x="145526" y="84905"/>
                  </a:lnTo>
                  <a:lnTo>
                    <a:pt x="142819" y="80290"/>
                  </a:lnTo>
                  <a:lnTo>
                    <a:pt x="139965" y="75763"/>
                  </a:lnTo>
                  <a:lnTo>
                    <a:pt x="136968" y="71331"/>
                  </a:lnTo>
                  <a:lnTo>
                    <a:pt x="133831" y="66996"/>
                  </a:lnTo>
                  <a:lnTo>
                    <a:pt x="130556" y="62765"/>
                  </a:lnTo>
                  <a:lnTo>
                    <a:pt x="127148" y="58640"/>
                  </a:lnTo>
                  <a:lnTo>
                    <a:pt x="123610" y="54626"/>
                  </a:lnTo>
                  <a:lnTo>
                    <a:pt x="119945" y="50728"/>
                  </a:lnTo>
                  <a:lnTo>
                    <a:pt x="116157" y="46949"/>
                  </a:lnTo>
                  <a:lnTo>
                    <a:pt x="112250" y="43293"/>
                  </a:lnTo>
                  <a:lnTo>
                    <a:pt x="108228" y="39764"/>
                  </a:lnTo>
                  <a:lnTo>
                    <a:pt x="104095" y="36365"/>
                  </a:lnTo>
                  <a:lnTo>
                    <a:pt x="99856" y="33101"/>
                  </a:lnTo>
                  <a:lnTo>
                    <a:pt x="95514" y="29974"/>
                  </a:lnTo>
                  <a:lnTo>
                    <a:pt x="91074" y="26987"/>
                  </a:lnTo>
                  <a:lnTo>
                    <a:pt x="86541" y="24144"/>
                  </a:lnTo>
                  <a:lnTo>
                    <a:pt x="81920" y="21448"/>
                  </a:lnTo>
                  <a:lnTo>
                    <a:pt x="77214" y="18901"/>
                  </a:lnTo>
                  <a:lnTo>
                    <a:pt x="72430" y="16506"/>
                  </a:lnTo>
                  <a:lnTo>
                    <a:pt x="67571" y="14265"/>
                  </a:lnTo>
                  <a:lnTo>
                    <a:pt x="62643" y="12181"/>
                  </a:lnTo>
                  <a:lnTo>
                    <a:pt x="57651" y="10255"/>
                  </a:lnTo>
                  <a:lnTo>
                    <a:pt x="52599" y="8491"/>
                  </a:lnTo>
                  <a:lnTo>
                    <a:pt x="47494" y="6888"/>
                  </a:lnTo>
                  <a:lnTo>
                    <a:pt x="42340" y="5450"/>
                  </a:lnTo>
                  <a:lnTo>
                    <a:pt x="37143" y="4178"/>
                  </a:lnTo>
                  <a:lnTo>
                    <a:pt x="31908" y="3073"/>
                  </a:lnTo>
                  <a:lnTo>
                    <a:pt x="26640" y="2136"/>
                  </a:lnTo>
                  <a:lnTo>
                    <a:pt x="21345" y="1368"/>
                  </a:lnTo>
                  <a:lnTo>
                    <a:pt x="16028" y="770"/>
                  </a:lnTo>
                  <a:lnTo>
                    <a:pt x="10694" y="342"/>
                  </a:lnTo>
                  <a:lnTo>
                    <a:pt x="534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465986" y="1120312"/>
              <a:ext cx="334302" cy="334334"/>
            </a:xfrm>
            <a:custGeom>
              <a:avLst/>
              <a:pathLst>
                <a:path w="334302" h="334334">
                  <a:moveTo>
                    <a:pt x="167148" y="0"/>
                  </a:moveTo>
                  <a:lnTo>
                    <a:pt x="161848" y="84"/>
                  </a:lnTo>
                  <a:lnTo>
                    <a:pt x="156552" y="336"/>
                  </a:lnTo>
                  <a:lnTo>
                    <a:pt x="151268" y="756"/>
                  </a:lnTo>
                  <a:lnTo>
                    <a:pt x="145999" y="1343"/>
                  </a:lnTo>
                  <a:lnTo>
                    <a:pt x="140752" y="2097"/>
                  </a:lnTo>
                  <a:lnTo>
                    <a:pt x="135531" y="3017"/>
                  </a:lnTo>
                  <a:lnTo>
                    <a:pt x="130342" y="4102"/>
                  </a:lnTo>
                  <a:lnTo>
                    <a:pt x="125190" y="5351"/>
                  </a:lnTo>
                  <a:lnTo>
                    <a:pt x="120080" y="6763"/>
                  </a:lnTo>
                  <a:lnTo>
                    <a:pt x="115017" y="8336"/>
                  </a:lnTo>
                  <a:lnTo>
                    <a:pt x="110007" y="10069"/>
                  </a:lnTo>
                  <a:lnTo>
                    <a:pt x="105055" y="11960"/>
                  </a:lnTo>
                  <a:lnTo>
                    <a:pt x="100165" y="14006"/>
                  </a:lnTo>
                  <a:lnTo>
                    <a:pt x="95342" y="16207"/>
                  </a:lnTo>
                  <a:lnTo>
                    <a:pt x="90591" y="18560"/>
                  </a:lnTo>
                  <a:lnTo>
                    <a:pt x="85918" y="21062"/>
                  </a:lnTo>
                  <a:lnTo>
                    <a:pt x="81326" y="23712"/>
                  </a:lnTo>
                  <a:lnTo>
                    <a:pt x="76820" y="26505"/>
                  </a:lnTo>
                  <a:lnTo>
                    <a:pt x="72405" y="29440"/>
                  </a:lnTo>
                  <a:lnTo>
                    <a:pt x="68086" y="32513"/>
                  </a:lnTo>
                  <a:lnTo>
                    <a:pt x="63866" y="35722"/>
                  </a:lnTo>
                  <a:lnTo>
                    <a:pt x="59750" y="39063"/>
                  </a:lnTo>
                  <a:lnTo>
                    <a:pt x="55742" y="42533"/>
                  </a:lnTo>
                  <a:lnTo>
                    <a:pt x="51846" y="46128"/>
                  </a:lnTo>
                  <a:lnTo>
                    <a:pt x="48066" y="49845"/>
                  </a:lnTo>
                  <a:lnTo>
                    <a:pt x="44406" y="53680"/>
                  </a:lnTo>
                  <a:lnTo>
                    <a:pt x="40869" y="57629"/>
                  </a:lnTo>
                  <a:lnTo>
                    <a:pt x="37459" y="61688"/>
                  </a:lnTo>
                  <a:lnTo>
                    <a:pt x="34180" y="65854"/>
                  </a:lnTo>
                  <a:lnTo>
                    <a:pt x="31034" y="70121"/>
                  </a:lnTo>
                  <a:lnTo>
                    <a:pt x="28026" y="74486"/>
                  </a:lnTo>
                  <a:lnTo>
                    <a:pt x="25157" y="78944"/>
                  </a:lnTo>
                  <a:lnTo>
                    <a:pt x="22431" y="83490"/>
                  </a:lnTo>
                  <a:lnTo>
                    <a:pt x="19850" y="88121"/>
                  </a:lnTo>
                  <a:lnTo>
                    <a:pt x="17418" y="92831"/>
                  </a:lnTo>
                  <a:lnTo>
                    <a:pt x="15136" y="97617"/>
                  </a:lnTo>
                  <a:lnTo>
                    <a:pt x="13007" y="102472"/>
                  </a:lnTo>
                  <a:lnTo>
                    <a:pt x="11033" y="107392"/>
                  </a:lnTo>
                  <a:lnTo>
                    <a:pt x="9217" y="112372"/>
                  </a:lnTo>
                  <a:lnTo>
                    <a:pt x="7559" y="117407"/>
                  </a:lnTo>
                  <a:lnTo>
                    <a:pt x="6061" y="122493"/>
                  </a:lnTo>
                  <a:lnTo>
                    <a:pt x="4725" y="127623"/>
                  </a:lnTo>
                  <a:lnTo>
                    <a:pt x="3553" y="132793"/>
                  </a:lnTo>
                  <a:lnTo>
                    <a:pt x="2546" y="137998"/>
                  </a:lnTo>
                  <a:lnTo>
                    <a:pt x="1703" y="143232"/>
                  </a:lnTo>
                  <a:lnTo>
                    <a:pt x="1028" y="148490"/>
                  </a:lnTo>
                  <a:lnTo>
                    <a:pt x="519" y="153766"/>
                  </a:lnTo>
                  <a:lnTo>
                    <a:pt x="178" y="159057"/>
                  </a:lnTo>
                  <a:lnTo>
                    <a:pt x="5" y="164355"/>
                  </a:lnTo>
                  <a:lnTo>
                    <a:pt x="0" y="169657"/>
                  </a:lnTo>
                  <a:lnTo>
                    <a:pt x="162" y="174955"/>
                  </a:lnTo>
                  <a:lnTo>
                    <a:pt x="493" y="180246"/>
                  </a:lnTo>
                  <a:lnTo>
                    <a:pt x="992" y="185524"/>
                  </a:lnTo>
                  <a:lnTo>
                    <a:pt x="1658" y="190783"/>
                  </a:lnTo>
                  <a:lnTo>
                    <a:pt x="2490" y="196019"/>
                  </a:lnTo>
                  <a:lnTo>
                    <a:pt x="3487" y="201226"/>
                  </a:lnTo>
                  <a:lnTo>
                    <a:pt x="4650" y="206398"/>
                  </a:lnTo>
                  <a:lnTo>
                    <a:pt x="5975" y="211531"/>
                  </a:lnTo>
                  <a:lnTo>
                    <a:pt x="7463" y="216619"/>
                  </a:lnTo>
                  <a:lnTo>
                    <a:pt x="9111" y="221658"/>
                  </a:lnTo>
                  <a:lnTo>
                    <a:pt x="10919" y="226641"/>
                  </a:lnTo>
                  <a:lnTo>
                    <a:pt x="12883" y="231565"/>
                  </a:lnTo>
                  <a:lnTo>
                    <a:pt x="15003" y="236424"/>
                  </a:lnTo>
                  <a:lnTo>
                    <a:pt x="17275" y="241214"/>
                  </a:lnTo>
                  <a:lnTo>
                    <a:pt x="19698" y="245929"/>
                  </a:lnTo>
                  <a:lnTo>
                    <a:pt x="22270" y="250565"/>
                  </a:lnTo>
                  <a:lnTo>
                    <a:pt x="24987" y="255117"/>
                  </a:lnTo>
                  <a:lnTo>
                    <a:pt x="27847" y="259580"/>
                  </a:lnTo>
                  <a:lnTo>
                    <a:pt x="30848" y="263951"/>
                  </a:lnTo>
                  <a:lnTo>
                    <a:pt x="33985" y="268224"/>
                  </a:lnTo>
                  <a:lnTo>
                    <a:pt x="37256" y="272395"/>
                  </a:lnTo>
                  <a:lnTo>
                    <a:pt x="40658" y="276461"/>
                  </a:lnTo>
                  <a:lnTo>
                    <a:pt x="44188" y="280417"/>
                  </a:lnTo>
                  <a:lnTo>
                    <a:pt x="47840" y="284259"/>
                  </a:lnTo>
                  <a:lnTo>
                    <a:pt x="51613" y="287983"/>
                  </a:lnTo>
                  <a:lnTo>
                    <a:pt x="55502" y="291586"/>
                  </a:lnTo>
                  <a:lnTo>
                    <a:pt x="59503" y="295063"/>
                  </a:lnTo>
                  <a:lnTo>
                    <a:pt x="63613" y="298412"/>
                  </a:lnTo>
                  <a:lnTo>
                    <a:pt x="67827" y="301629"/>
                  </a:lnTo>
                  <a:lnTo>
                    <a:pt x="72140" y="304711"/>
                  </a:lnTo>
                  <a:lnTo>
                    <a:pt x="76549" y="307654"/>
                  </a:lnTo>
                  <a:lnTo>
                    <a:pt x="81049" y="310457"/>
                  </a:lnTo>
                  <a:lnTo>
                    <a:pt x="85636" y="313115"/>
                  </a:lnTo>
                  <a:lnTo>
                    <a:pt x="90305" y="315626"/>
                  </a:lnTo>
                  <a:lnTo>
                    <a:pt x="95051" y="317988"/>
                  </a:lnTo>
                  <a:lnTo>
                    <a:pt x="99870" y="320198"/>
                  </a:lnTo>
                  <a:lnTo>
                    <a:pt x="104756" y="322254"/>
                  </a:lnTo>
                  <a:lnTo>
                    <a:pt x="109705" y="324155"/>
                  </a:lnTo>
                  <a:lnTo>
                    <a:pt x="114712" y="325897"/>
                  </a:lnTo>
                  <a:lnTo>
                    <a:pt x="119771" y="327480"/>
                  </a:lnTo>
                  <a:lnTo>
                    <a:pt x="124878" y="328902"/>
                  </a:lnTo>
                  <a:lnTo>
                    <a:pt x="130028" y="330161"/>
                  </a:lnTo>
                  <a:lnTo>
                    <a:pt x="135215" y="331256"/>
                  </a:lnTo>
                  <a:lnTo>
                    <a:pt x="140434" y="332186"/>
                  </a:lnTo>
                  <a:lnTo>
                    <a:pt x="145680" y="332950"/>
                  </a:lnTo>
                  <a:lnTo>
                    <a:pt x="150947" y="333547"/>
                  </a:lnTo>
                  <a:lnTo>
                    <a:pt x="156231" y="333978"/>
                  </a:lnTo>
                  <a:lnTo>
                    <a:pt x="161526" y="334240"/>
                  </a:lnTo>
                  <a:lnTo>
                    <a:pt x="166826" y="334334"/>
                  </a:lnTo>
                  <a:lnTo>
                    <a:pt x="172127" y="334260"/>
                  </a:lnTo>
                  <a:lnTo>
                    <a:pt x="177423" y="334018"/>
                  </a:lnTo>
                  <a:lnTo>
                    <a:pt x="182708" y="333609"/>
                  </a:lnTo>
                  <a:lnTo>
                    <a:pt x="187978" y="333032"/>
                  </a:lnTo>
                  <a:lnTo>
                    <a:pt x="193227" y="332288"/>
                  </a:lnTo>
                  <a:lnTo>
                    <a:pt x="198450" y="331378"/>
                  </a:lnTo>
                  <a:lnTo>
                    <a:pt x="203641" y="330303"/>
                  </a:lnTo>
                  <a:lnTo>
                    <a:pt x="208795" y="329064"/>
                  </a:lnTo>
                  <a:lnTo>
                    <a:pt x="213908" y="327662"/>
                  </a:lnTo>
                  <a:lnTo>
                    <a:pt x="218973" y="326098"/>
                  </a:lnTo>
                  <a:lnTo>
                    <a:pt x="223987" y="324375"/>
                  </a:lnTo>
                  <a:lnTo>
                    <a:pt x="228943" y="322494"/>
                  </a:lnTo>
                  <a:lnTo>
                    <a:pt x="233837" y="320456"/>
                  </a:lnTo>
                  <a:lnTo>
                    <a:pt x="238664" y="318265"/>
                  </a:lnTo>
                  <a:lnTo>
                    <a:pt x="243419" y="315921"/>
                  </a:lnTo>
                  <a:lnTo>
                    <a:pt x="248097" y="313428"/>
                  </a:lnTo>
                  <a:lnTo>
                    <a:pt x="252694" y="310787"/>
                  </a:lnTo>
                  <a:lnTo>
                    <a:pt x="257205" y="308003"/>
                  </a:lnTo>
                  <a:lnTo>
                    <a:pt x="261626" y="305076"/>
                  </a:lnTo>
                  <a:lnTo>
                    <a:pt x="265951" y="302011"/>
                  </a:lnTo>
                  <a:lnTo>
                    <a:pt x="270177" y="298810"/>
                  </a:lnTo>
                  <a:lnTo>
                    <a:pt x="274300" y="295477"/>
                  </a:lnTo>
                  <a:lnTo>
                    <a:pt x="278314" y="292015"/>
                  </a:lnTo>
                  <a:lnTo>
                    <a:pt x="282217" y="288428"/>
                  </a:lnTo>
                  <a:lnTo>
                    <a:pt x="286004" y="284718"/>
                  </a:lnTo>
                  <a:lnTo>
                    <a:pt x="289672" y="280890"/>
                  </a:lnTo>
                  <a:lnTo>
                    <a:pt x="293216" y="276948"/>
                  </a:lnTo>
                  <a:lnTo>
                    <a:pt x="296634" y="272895"/>
                  </a:lnTo>
                  <a:lnTo>
                    <a:pt x="299921" y="268736"/>
                  </a:lnTo>
                  <a:lnTo>
                    <a:pt x="303075" y="264475"/>
                  </a:lnTo>
                  <a:lnTo>
                    <a:pt x="306092" y="260116"/>
                  </a:lnTo>
                  <a:lnTo>
                    <a:pt x="308970" y="255664"/>
                  </a:lnTo>
                  <a:lnTo>
                    <a:pt x="311704" y="251122"/>
                  </a:lnTo>
                  <a:lnTo>
                    <a:pt x="314294" y="246496"/>
                  </a:lnTo>
                  <a:lnTo>
                    <a:pt x="316735" y="241791"/>
                  </a:lnTo>
                  <a:lnTo>
                    <a:pt x="319026" y="237010"/>
                  </a:lnTo>
                  <a:lnTo>
                    <a:pt x="321165" y="232159"/>
                  </a:lnTo>
                  <a:lnTo>
                    <a:pt x="323148" y="227243"/>
                  </a:lnTo>
                  <a:lnTo>
                    <a:pt x="324974" y="222266"/>
                  </a:lnTo>
                  <a:lnTo>
                    <a:pt x="326642" y="217234"/>
                  </a:lnTo>
                  <a:lnTo>
                    <a:pt x="328149" y="212152"/>
                  </a:lnTo>
                  <a:lnTo>
                    <a:pt x="329495" y="207024"/>
                  </a:lnTo>
                  <a:lnTo>
                    <a:pt x="330677" y="201856"/>
                  </a:lnTo>
                  <a:lnTo>
                    <a:pt x="331695" y="196653"/>
                  </a:lnTo>
                  <a:lnTo>
                    <a:pt x="332547" y="191421"/>
                  </a:lnTo>
                  <a:lnTo>
                    <a:pt x="333233" y="186164"/>
                  </a:lnTo>
                  <a:lnTo>
                    <a:pt x="333752" y="180888"/>
                  </a:lnTo>
                  <a:lnTo>
                    <a:pt x="334103" y="175599"/>
                  </a:lnTo>
                  <a:lnTo>
                    <a:pt x="334286" y="170301"/>
                  </a:lnTo>
                  <a:lnTo>
                    <a:pt x="334302" y="164999"/>
                  </a:lnTo>
                  <a:lnTo>
                    <a:pt x="334149" y="159700"/>
                  </a:lnTo>
                  <a:lnTo>
                    <a:pt x="333828" y="154409"/>
                  </a:lnTo>
                  <a:lnTo>
                    <a:pt x="333340" y="149130"/>
                  </a:lnTo>
                  <a:lnTo>
                    <a:pt x="332684" y="143869"/>
                  </a:lnTo>
                  <a:lnTo>
                    <a:pt x="331862" y="138632"/>
                  </a:lnTo>
                  <a:lnTo>
                    <a:pt x="330875" y="133424"/>
                  </a:lnTo>
                  <a:lnTo>
                    <a:pt x="329723" y="128249"/>
                  </a:lnTo>
                  <a:lnTo>
                    <a:pt x="328407" y="123114"/>
                  </a:lnTo>
                  <a:lnTo>
                    <a:pt x="326929" y="118023"/>
                  </a:lnTo>
                  <a:lnTo>
                    <a:pt x="325290" y="112981"/>
                  </a:lnTo>
                  <a:lnTo>
                    <a:pt x="323493" y="107994"/>
                  </a:lnTo>
                  <a:lnTo>
                    <a:pt x="321538" y="103066"/>
                  </a:lnTo>
                  <a:lnTo>
                    <a:pt x="319427" y="98203"/>
                  </a:lnTo>
                  <a:lnTo>
                    <a:pt x="317164" y="93409"/>
                  </a:lnTo>
                  <a:lnTo>
                    <a:pt x="314750" y="88689"/>
                  </a:lnTo>
                  <a:lnTo>
                    <a:pt x="312187" y="84049"/>
                  </a:lnTo>
                  <a:lnTo>
                    <a:pt x="309479" y="79491"/>
                  </a:lnTo>
                  <a:lnTo>
                    <a:pt x="306627" y="75022"/>
                  </a:lnTo>
                  <a:lnTo>
                    <a:pt x="303635" y="70646"/>
                  </a:lnTo>
                  <a:lnTo>
                    <a:pt x="300506" y="66367"/>
                  </a:lnTo>
                  <a:lnTo>
                    <a:pt x="297243" y="62189"/>
                  </a:lnTo>
                  <a:lnTo>
                    <a:pt x="293849" y="58117"/>
                  </a:lnTo>
                  <a:lnTo>
                    <a:pt x="290327" y="54154"/>
                  </a:lnTo>
                  <a:lnTo>
                    <a:pt x="286682" y="50305"/>
                  </a:lnTo>
                  <a:lnTo>
                    <a:pt x="282916" y="46574"/>
                  </a:lnTo>
                  <a:lnTo>
                    <a:pt x="279034" y="42963"/>
                  </a:lnTo>
                  <a:lnTo>
                    <a:pt x="275040" y="39478"/>
                  </a:lnTo>
                  <a:lnTo>
                    <a:pt x="270937" y="36121"/>
                  </a:lnTo>
                  <a:lnTo>
                    <a:pt x="266729" y="32896"/>
                  </a:lnTo>
                  <a:lnTo>
                    <a:pt x="262422" y="29806"/>
                  </a:lnTo>
                  <a:lnTo>
                    <a:pt x="258018" y="26854"/>
                  </a:lnTo>
                  <a:lnTo>
                    <a:pt x="253523" y="24043"/>
                  </a:lnTo>
                  <a:lnTo>
                    <a:pt x="248942" y="21377"/>
                  </a:lnTo>
                  <a:lnTo>
                    <a:pt x="244278" y="18856"/>
                  </a:lnTo>
                  <a:lnTo>
                    <a:pt x="239536" y="16485"/>
                  </a:lnTo>
                  <a:lnTo>
                    <a:pt x="234722" y="14266"/>
                  </a:lnTo>
                  <a:lnTo>
                    <a:pt x="229840" y="1220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32513"/>
              <a:ext cx="62691" cy="154966"/>
            </a:xfrm>
            <a:custGeom>
              <a:avLst/>
              <a:pathLst>
                <a:path w="62691" h="154966">
                  <a:moveTo>
                    <a:pt x="62691" y="0"/>
                  </a:moveTo>
                  <a:lnTo>
                    <a:pt x="0" y="1549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32320"/>
              <a:ext cx="62691" cy="155160"/>
            </a:xfrm>
            <a:custGeom>
              <a:avLst/>
              <a:pathLst>
                <a:path w="62691" h="155160">
                  <a:moveTo>
                    <a:pt x="62691" y="193"/>
                  </a:moveTo>
                  <a:lnTo>
                    <a:pt x="62211" y="0"/>
                  </a:lnTo>
                  <a:lnTo>
                    <a:pt x="0" y="155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20312"/>
              <a:ext cx="62211" cy="167167"/>
            </a:xfrm>
            <a:custGeom>
              <a:avLst/>
              <a:pathLst>
                <a:path w="62211" h="167167">
                  <a:moveTo>
                    <a:pt x="62211" y="12007"/>
                  </a:moveTo>
                  <a:lnTo>
                    <a:pt x="56796" y="9944"/>
                  </a:lnTo>
                  <a:lnTo>
                    <a:pt x="51312" y="8070"/>
                  </a:lnTo>
                  <a:lnTo>
                    <a:pt x="45768" y="6387"/>
                  </a:lnTo>
                  <a:lnTo>
                    <a:pt x="40168" y="4897"/>
                  </a:lnTo>
                  <a:lnTo>
                    <a:pt x="34519" y="3602"/>
                  </a:lnTo>
                  <a:lnTo>
                    <a:pt x="28830" y="2504"/>
                  </a:lnTo>
                  <a:lnTo>
                    <a:pt x="23105" y="1604"/>
                  </a:lnTo>
                  <a:lnTo>
                    <a:pt x="17353" y="903"/>
                  </a:lnTo>
                  <a:lnTo>
                    <a:pt x="11580" y="401"/>
                  </a:lnTo>
                  <a:lnTo>
                    <a:pt x="5793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68527" y="971635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8" y="84"/>
                  </a:lnTo>
                  <a:lnTo>
                    <a:pt x="156552" y="336"/>
                  </a:lnTo>
                  <a:lnTo>
                    <a:pt x="151267" y="756"/>
                  </a:lnTo>
                  <a:lnTo>
                    <a:pt x="145998" y="1343"/>
                  </a:lnTo>
                  <a:lnTo>
                    <a:pt x="140751" y="2097"/>
                  </a:lnTo>
                  <a:lnTo>
                    <a:pt x="135530" y="3017"/>
                  </a:lnTo>
                  <a:lnTo>
                    <a:pt x="130341" y="4102"/>
                  </a:lnTo>
                  <a:lnTo>
                    <a:pt x="125188" y="5351"/>
                  </a:lnTo>
                  <a:lnTo>
                    <a:pt x="120079" y="6763"/>
                  </a:lnTo>
                  <a:lnTo>
                    <a:pt x="115016" y="8336"/>
                  </a:lnTo>
                  <a:lnTo>
                    <a:pt x="110006" y="10069"/>
                  </a:lnTo>
                  <a:lnTo>
                    <a:pt x="105053" y="11960"/>
                  </a:lnTo>
                  <a:lnTo>
                    <a:pt x="100163" y="14007"/>
                  </a:lnTo>
                  <a:lnTo>
                    <a:pt x="95340" y="16208"/>
                  </a:lnTo>
                  <a:lnTo>
                    <a:pt x="90589" y="18561"/>
                  </a:lnTo>
                  <a:lnTo>
                    <a:pt x="85915" y="21064"/>
                  </a:lnTo>
                  <a:lnTo>
                    <a:pt x="81323" y="23713"/>
                  </a:lnTo>
                  <a:lnTo>
                    <a:pt x="76818" y="26507"/>
                  </a:lnTo>
                  <a:lnTo>
                    <a:pt x="72403" y="29442"/>
                  </a:lnTo>
                  <a:lnTo>
                    <a:pt x="68083" y="32515"/>
                  </a:lnTo>
                  <a:lnTo>
                    <a:pt x="63863" y="35724"/>
                  </a:lnTo>
                  <a:lnTo>
                    <a:pt x="59747" y="39065"/>
                  </a:lnTo>
                  <a:lnTo>
                    <a:pt x="55739" y="42536"/>
                  </a:lnTo>
                  <a:lnTo>
                    <a:pt x="51843" y="46131"/>
                  </a:lnTo>
                  <a:lnTo>
                    <a:pt x="48063" y="49848"/>
                  </a:lnTo>
                  <a:lnTo>
                    <a:pt x="44403" y="53683"/>
                  </a:lnTo>
                  <a:lnTo>
                    <a:pt x="40866" y="57632"/>
                  </a:lnTo>
                  <a:lnTo>
                    <a:pt x="37457" y="61692"/>
                  </a:lnTo>
                  <a:lnTo>
                    <a:pt x="34177" y="65857"/>
                  </a:lnTo>
                  <a:lnTo>
                    <a:pt x="31032" y="70125"/>
                  </a:lnTo>
                  <a:lnTo>
                    <a:pt x="28023" y="74490"/>
                  </a:lnTo>
                  <a:lnTo>
                    <a:pt x="25154" y="78948"/>
                  </a:lnTo>
                  <a:lnTo>
                    <a:pt x="22428" y="83495"/>
                  </a:lnTo>
                  <a:lnTo>
                    <a:pt x="19848" y="88126"/>
                  </a:lnTo>
                  <a:lnTo>
                    <a:pt x="17415" y="92836"/>
                  </a:lnTo>
                  <a:lnTo>
                    <a:pt x="15134" y="97622"/>
                  </a:lnTo>
                  <a:lnTo>
                    <a:pt x="13005" y="102477"/>
                  </a:lnTo>
                  <a:lnTo>
                    <a:pt x="11031" y="107397"/>
                  </a:lnTo>
                  <a:lnTo>
                    <a:pt x="9214" y="112378"/>
                  </a:lnTo>
                  <a:lnTo>
                    <a:pt x="7557" y="117413"/>
                  </a:lnTo>
                  <a:lnTo>
                    <a:pt x="6059" y="122499"/>
                  </a:lnTo>
                  <a:lnTo>
                    <a:pt x="4724" y="127629"/>
                  </a:lnTo>
                  <a:lnTo>
                    <a:pt x="3552" y="132800"/>
                  </a:lnTo>
                  <a:lnTo>
                    <a:pt x="2544" y="138004"/>
                  </a:lnTo>
                  <a:lnTo>
                    <a:pt x="1702" y="143239"/>
                  </a:lnTo>
                  <a:lnTo>
                    <a:pt x="1027" y="148497"/>
                  </a:lnTo>
                  <a:lnTo>
                    <a:pt x="518" y="153774"/>
                  </a:lnTo>
                  <a:lnTo>
                    <a:pt x="177" y="159064"/>
                  </a:lnTo>
                  <a:lnTo>
                    <a:pt x="4" y="164363"/>
                  </a:lnTo>
                  <a:lnTo>
                    <a:pt x="0" y="169664"/>
                  </a:lnTo>
                  <a:lnTo>
                    <a:pt x="163" y="174963"/>
                  </a:lnTo>
                  <a:lnTo>
                    <a:pt x="494" y="180254"/>
                  </a:lnTo>
                  <a:lnTo>
                    <a:pt x="993" y="185532"/>
                  </a:lnTo>
                  <a:lnTo>
                    <a:pt x="1659" y="190792"/>
                  </a:lnTo>
                  <a:lnTo>
                    <a:pt x="2491" y="196028"/>
                  </a:lnTo>
                  <a:lnTo>
                    <a:pt x="3489" y="201234"/>
                  </a:lnTo>
                  <a:lnTo>
                    <a:pt x="4652" y="206407"/>
                  </a:lnTo>
                  <a:lnTo>
                    <a:pt x="5977" y="211540"/>
                  </a:lnTo>
                  <a:lnTo>
                    <a:pt x="7466" y="216628"/>
                  </a:lnTo>
                  <a:lnTo>
                    <a:pt x="9114" y="221666"/>
                  </a:lnTo>
                  <a:lnTo>
                    <a:pt x="10922" y="226650"/>
                  </a:lnTo>
                  <a:lnTo>
                    <a:pt x="12887" y="231574"/>
                  </a:lnTo>
                  <a:lnTo>
                    <a:pt x="15006" y="236433"/>
                  </a:lnTo>
                  <a:lnTo>
                    <a:pt x="17279" y="241223"/>
                  </a:lnTo>
                  <a:lnTo>
                    <a:pt x="19703" y="245938"/>
                  </a:lnTo>
                  <a:lnTo>
                    <a:pt x="22275" y="250574"/>
                  </a:lnTo>
                  <a:lnTo>
                    <a:pt x="24993" y="255126"/>
                  </a:lnTo>
                  <a:lnTo>
                    <a:pt x="27853" y="259589"/>
                  </a:lnTo>
                  <a:lnTo>
                    <a:pt x="30854" y="263959"/>
                  </a:lnTo>
                  <a:lnTo>
                    <a:pt x="33992" y="268233"/>
                  </a:lnTo>
                  <a:lnTo>
                    <a:pt x="37263" y="272404"/>
                  </a:lnTo>
                  <a:lnTo>
                    <a:pt x="40666" y="276470"/>
                  </a:lnTo>
                  <a:lnTo>
                    <a:pt x="44195" y="280425"/>
                  </a:lnTo>
                  <a:lnTo>
                    <a:pt x="47848" y="284267"/>
                  </a:lnTo>
                  <a:lnTo>
                    <a:pt x="51622" y="287991"/>
                  </a:lnTo>
                  <a:lnTo>
                    <a:pt x="55511" y="291594"/>
                  </a:lnTo>
                  <a:lnTo>
                    <a:pt x="59513" y="295071"/>
                  </a:lnTo>
                  <a:lnTo>
                    <a:pt x="63622" y="298420"/>
                  </a:lnTo>
                  <a:lnTo>
                    <a:pt x="67837" y="301637"/>
                  </a:lnTo>
                  <a:lnTo>
                    <a:pt x="72150" y="304718"/>
                  </a:lnTo>
                  <a:lnTo>
                    <a:pt x="76560" y="307661"/>
                  </a:lnTo>
                  <a:lnTo>
                    <a:pt x="81060" y="310463"/>
                  </a:lnTo>
                  <a:lnTo>
                    <a:pt x="85648" y="313121"/>
                  </a:lnTo>
                  <a:lnTo>
                    <a:pt x="90317" y="315632"/>
                  </a:lnTo>
                  <a:lnTo>
                    <a:pt x="95063" y="317994"/>
                  </a:lnTo>
                  <a:lnTo>
                    <a:pt x="99882" y="320203"/>
                  </a:lnTo>
                  <a:lnTo>
                    <a:pt x="104768" y="322260"/>
                  </a:lnTo>
                  <a:lnTo>
                    <a:pt x="109718" y="324160"/>
                  </a:lnTo>
                  <a:lnTo>
                    <a:pt x="114725" y="325902"/>
                  </a:lnTo>
                  <a:lnTo>
                    <a:pt x="119784" y="327484"/>
                  </a:lnTo>
                  <a:lnTo>
                    <a:pt x="124892" y="328905"/>
                  </a:lnTo>
                  <a:lnTo>
                    <a:pt x="130042" y="330164"/>
                  </a:lnTo>
                  <a:lnTo>
                    <a:pt x="135229" y="331259"/>
                  </a:lnTo>
                  <a:lnTo>
                    <a:pt x="140448" y="332188"/>
                  </a:lnTo>
                  <a:lnTo>
                    <a:pt x="145694" y="332952"/>
                  </a:lnTo>
                  <a:lnTo>
                    <a:pt x="150962" y="333549"/>
                  </a:lnTo>
                  <a:lnTo>
                    <a:pt x="156246" y="333979"/>
                  </a:lnTo>
                  <a:lnTo>
                    <a:pt x="161541" y="334240"/>
                  </a:lnTo>
                  <a:lnTo>
                    <a:pt x="166842" y="334334"/>
                  </a:lnTo>
                  <a:lnTo>
                    <a:pt x="172143" y="334260"/>
                  </a:lnTo>
                  <a:lnTo>
                    <a:pt x="177439" y="334017"/>
                  </a:lnTo>
                  <a:lnTo>
                    <a:pt x="182724" y="333607"/>
                  </a:lnTo>
                  <a:lnTo>
                    <a:pt x="187994" y="333030"/>
                  </a:lnTo>
                  <a:lnTo>
                    <a:pt x="193243" y="332285"/>
                  </a:lnTo>
                  <a:lnTo>
                    <a:pt x="198466" y="331375"/>
                  </a:lnTo>
                  <a:lnTo>
                    <a:pt x="203657" y="330299"/>
                  </a:lnTo>
                  <a:lnTo>
                    <a:pt x="208811" y="329059"/>
                  </a:lnTo>
                  <a:lnTo>
                    <a:pt x="213924" y="327657"/>
                  </a:lnTo>
                  <a:lnTo>
                    <a:pt x="218989" y="326093"/>
                  </a:lnTo>
                  <a:lnTo>
                    <a:pt x="224003" y="324369"/>
                  </a:lnTo>
                  <a:lnTo>
                    <a:pt x="228959" y="322487"/>
                  </a:lnTo>
                  <a:lnTo>
                    <a:pt x="233853" y="320449"/>
                  </a:lnTo>
                  <a:lnTo>
                    <a:pt x="238680" y="318257"/>
                  </a:lnTo>
                  <a:lnTo>
                    <a:pt x="243435" y="315913"/>
                  </a:lnTo>
                  <a:lnTo>
                    <a:pt x="248113" y="313419"/>
                  </a:lnTo>
                  <a:lnTo>
                    <a:pt x="252710" y="310778"/>
                  </a:lnTo>
                  <a:lnTo>
                    <a:pt x="257221" y="307993"/>
                  </a:lnTo>
                  <a:lnTo>
                    <a:pt x="261641" y="305066"/>
                  </a:lnTo>
                  <a:lnTo>
                    <a:pt x="265966" y="302000"/>
                  </a:lnTo>
                  <a:lnTo>
                    <a:pt x="270192" y="298799"/>
                  </a:lnTo>
                  <a:lnTo>
                    <a:pt x="274314" y="295465"/>
                  </a:lnTo>
                  <a:lnTo>
                    <a:pt x="278329" y="292002"/>
                  </a:lnTo>
                  <a:lnTo>
                    <a:pt x="282231" y="288414"/>
                  </a:lnTo>
                  <a:lnTo>
                    <a:pt x="286018" y="284704"/>
                  </a:lnTo>
                  <a:lnTo>
                    <a:pt x="289685" y="280876"/>
                  </a:lnTo>
                  <a:lnTo>
                    <a:pt x="293229" y="276933"/>
                  </a:lnTo>
                  <a:lnTo>
                    <a:pt x="296646" y="272880"/>
                  </a:lnTo>
                  <a:lnTo>
                    <a:pt x="299933" y="268720"/>
                  </a:lnTo>
                  <a:lnTo>
                    <a:pt x="303087" y="264459"/>
                  </a:lnTo>
                  <a:lnTo>
                    <a:pt x="306103" y="260099"/>
                  </a:lnTo>
                  <a:lnTo>
                    <a:pt x="308980" y="255646"/>
                  </a:lnTo>
                  <a:lnTo>
                    <a:pt x="311715" y="251104"/>
                  </a:lnTo>
                  <a:lnTo>
                    <a:pt x="314304" y="246478"/>
                  </a:lnTo>
                  <a:lnTo>
                    <a:pt x="316745" y="241772"/>
                  </a:lnTo>
                  <a:lnTo>
                    <a:pt x="319035" y="236991"/>
                  </a:lnTo>
                  <a:lnTo>
                    <a:pt x="321173" y="232139"/>
                  </a:lnTo>
                  <a:lnTo>
                    <a:pt x="323155" y="227223"/>
                  </a:lnTo>
                  <a:lnTo>
                    <a:pt x="324981" y="222246"/>
                  </a:lnTo>
                  <a:lnTo>
                    <a:pt x="326649" y="217213"/>
                  </a:lnTo>
                  <a:lnTo>
                    <a:pt x="328155" y="212130"/>
                  </a:lnTo>
                  <a:lnTo>
                    <a:pt x="329500" y="207002"/>
                  </a:lnTo>
                  <a:lnTo>
                    <a:pt x="330682" y="201834"/>
                  </a:lnTo>
                  <a:lnTo>
                    <a:pt x="331699" y="196631"/>
                  </a:lnTo>
                  <a:lnTo>
                    <a:pt x="332550" y="191399"/>
                  </a:lnTo>
                  <a:lnTo>
                    <a:pt x="333235" y="186142"/>
                  </a:lnTo>
                  <a:lnTo>
                    <a:pt x="333754" y="180866"/>
                  </a:lnTo>
                  <a:lnTo>
                    <a:pt x="334104" y="175576"/>
                  </a:lnTo>
                  <a:lnTo>
                    <a:pt x="334287" y="170277"/>
                  </a:lnTo>
                  <a:lnTo>
                    <a:pt x="334301" y="164976"/>
                  </a:lnTo>
                  <a:lnTo>
                    <a:pt x="334148" y="159677"/>
                  </a:lnTo>
                  <a:lnTo>
                    <a:pt x="333826" y="154385"/>
                  </a:lnTo>
                  <a:lnTo>
                    <a:pt x="333337" y="149106"/>
                  </a:lnTo>
                  <a:lnTo>
                    <a:pt x="332681" y="143846"/>
                  </a:lnTo>
                  <a:lnTo>
                    <a:pt x="331858" y="138608"/>
                  </a:lnTo>
                  <a:lnTo>
                    <a:pt x="330870" y="133400"/>
                  </a:lnTo>
                  <a:lnTo>
                    <a:pt x="329717" y="128225"/>
                  </a:lnTo>
                  <a:lnTo>
                    <a:pt x="328400" y="123090"/>
                  </a:lnTo>
                  <a:lnTo>
                    <a:pt x="326921" y="117999"/>
                  </a:lnTo>
                  <a:lnTo>
                    <a:pt x="325282" y="1129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084593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083713"/>
              <a:ext cx="158133" cy="55089"/>
            </a:xfrm>
            <a:custGeom>
              <a:avLst/>
              <a:pathLst>
                <a:path w="158133" h="55089">
                  <a:moveTo>
                    <a:pt x="158133" y="880"/>
                  </a:moveTo>
                  <a:lnTo>
                    <a:pt x="157829" y="0"/>
                  </a:lnTo>
                  <a:lnTo>
                    <a:pt x="0" y="550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971635"/>
              <a:ext cx="157829" cy="167167"/>
            </a:xfrm>
            <a:custGeom>
              <a:avLst/>
              <a:pathLst>
                <a:path w="157829" h="167167">
                  <a:moveTo>
                    <a:pt x="157829" y="112077"/>
                  </a:moveTo>
                  <a:lnTo>
                    <a:pt x="155955" y="106978"/>
                  </a:lnTo>
                  <a:lnTo>
                    <a:pt x="153917" y="101942"/>
                  </a:lnTo>
                  <a:lnTo>
                    <a:pt x="151717" y="96975"/>
                  </a:lnTo>
                  <a:lnTo>
                    <a:pt x="149356" y="92082"/>
                  </a:lnTo>
                  <a:lnTo>
                    <a:pt x="146837" y="87269"/>
                  </a:lnTo>
                  <a:lnTo>
                    <a:pt x="144163" y="82540"/>
                  </a:lnTo>
                  <a:lnTo>
                    <a:pt x="141337" y="77900"/>
                  </a:lnTo>
                  <a:lnTo>
                    <a:pt x="138362" y="73355"/>
                  </a:lnTo>
                  <a:lnTo>
                    <a:pt x="135241" y="68908"/>
                  </a:lnTo>
                  <a:lnTo>
                    <a:pt x="131977" y="64566"/>
                  </a:lnTo>
                  <a:lnTo>
                    <a:pt x="128573" y="60332"/>
                  </a:lnTo>
                  <a:lnTo>
                    <a:pt x="125034" y="56210"/>
                  </a:lnTo>
                  <a:lnTo>
                    <a:pt x="121362" y="52206"/>
                  </a:lnTo>
                  <a:lnTo>
                    <a:pt x="117563" y="48323"/>
                  </a:lnTo>
                  <a:lnTo>
                    <a:pt x="113639" y="44566"/>
                  </a:lnTo>
                  <a:lnTo>
                    <a:pt x="109595" y="40938"/>
                  </a:lnTo>
                  <a:lnTo>
                    <a:pt x="105436" y="37444"/>
                  </a:lnTo>
                  <a:lnTo>
                    <a:pt x="101165" y="34086"/>
                  </a:lnTo>
                  <a:lnTo>
                    <a:pt x="96787" y="30869"/>
                  </a:lnTo>
                  <a:lnTo>
                    <a:pt x="92307" y="27796"/>
                  </a:lnTo>
                  <a:lnTo>
                    <a:pt x="87730" y="24870"/>
                  </a:lnTo>
                  <a:lnTo>
                    <a:pt x="83060" y="22095"/>
                  </a:lnTo>
                  <a:lnTo>
                    <a:pt x="78302" y="19472"/>
                  </a:lnTo>
                  <a:lnTo>
                    <a:pt x="73462" y="17006"/>
                  </a:lnTo>
                  <a:lnTo>
                    <a:pt x="68544" y="14698"/>
                  </a:lnTo>
                  <a:lnTo>
                    <a:pt x="63553" y="12552"/>
                  </a:lnTo>
                  <a:lnTo>
                    <a:pt x="58496" y="10568"/>
                  </a:lnTo>
                  <a:lnTo>
                    <a:pt x="53376" y="8750"/>
                  </a:lnTo>
                  <a:lnTo>
                    <a:pt x="48201" y="7099"/>
                  </a:lnTo>
                  <a:lnTo>
                    <a:pt x="42974" y="5618"/>
                  </a:lnTo>
                  <a:lnTo>
                    <a:pt x="37702" y="4307"/>
                  </a:lnTo>
                  <a:lnTo>
                    <a:pt x="32390" y="3168"/>
                  </a:lnTo>
                  <a:lnTo>
                    <a:pt x="27044" y="2202"/>
                  </a:lnTo>
                  <a:lnTo>
                    <a:pt x="21670" y="1410"/>
                  </a:lnTo>
                  <a:lnTo>
                    <a:pt x="16272" y="793"/>
                  </a:lnTo>
                  <a:lnTo>
                    <a:pt x="10857" y="353"/>
                  </a:lnTo>
                  <a:lnTo>
                    <a:pt x="543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537473" y="941493"/>
              <a:ext cx="79807" cy="167167"/>
            </a:xfrm>
            <a:custGeom>
              <a:avLst/>
              <a:pathLst>
                <a:path w="79807" h="167167">
                  <a:moveTo>
                    <a:pt x="79807" y="0"/>
                  </a:moveTo>
                  <a:lnTo>
                    <a:pt x="73865" y="105"/>
                  </a:lnTo>
                  <a:lnTo>
                    <a:pt x="67931" y="422"/>
                  </a:lnTo>
                  <a:lnTo>
                    <a:pt x="62012" y="949"/>
                  </a:lnTo>
                  <a:lnTo>
                    <a:pt x="56115" y="1687"/>
                  </a:lnTo>
                  <a:lnTo>
                    <a:pt x="50249" y="2633"/>
                  </a:lnTo>
                  <a:lnTo>
                    <a:pt x="44419" y="3788"/>
                  </a:lnTo>
                  <a:lnTo>
                    <a:pt x="38635" y="5149"/>
                  </a:lnTo>
                  <a:lnTo>
                    <a:pt x="32902" y="6715"/>
                  </a:lnTo>
                  <a:lnTo>
                    <a:pt x="27229" y="8483"/>
                  </a:lnTo>
                  <a:lnTo>
                    <a:pt x="21622" y="10452"/>
                  </a:lnTo>
                  <a:lnTo>
                    <a:pt x="16089" y="12619"/>
                  </a:lnTo>
                  <a:lnTo>
                    <a:pt x="10636" y="14982"/>
                  </a:lnTo>
                  <a:lnTo>
                    <a:pt x="5271" y="17536"/>
                  </a:lnTo>
                  <a:lnTo>
                    <a:pt x="0" y="20280"/>
                  </a:lnTo>
                  <a:lnTo>
                    <a:pt x="7980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37473" y="961773"/>
              <a:ext cx="79807" cy="146886"/>
            </a:xfrm>
            <a:custGeom>
              <a:avLst/>
              <a:pathLst>
                <a:path w="79807" h="146886">
                  <a:moveTo>
                    <a:pt x="0" y="0"/>
                  </a:moveTo>
                  <a:lnTo>
                    <a:pt x="79807" y="1468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450113" y="961773"/>
              <a:ext cx="334330" cy="314039"/>
            </a:xfrm>
            <a:custGeom>
              <a:avLst/>
              <a:pathLst>
                <a:path w="334330" h="314039">
                  <a:moveTo>
                    <a:pt x="87359" y="0"/>
                  </a:moveTo>
                  <a:lnTo>
                    <a:pt x="82753" y="2597"/>
                  </a:lnTo>
                  <a:lnTo>
                    <a:pt x="78231" y="5340"/>
                  </a:lnTo>
                  <a:lnTo>
                    <a:pt x="73799" y="8224"/>
                  </a:lnTo>
                  <a:lnTo>
                    <a:pt x="69459" y="11246"/>
                  </a:lnTo>
                  <a:lnTo>
                    <a:pt x="65218" y="14405"/>
                  </a:lnTo>
                  <a:lnTo>
                    <a:pt x="61078" y="17696"/>
                  </a:lnTo>
                  <a:lnTo>
                    <a:pt x="57045" y="21116"/>
                  </a:lnTo>
                  <a:lnTo>
                    <a:pt x="53122" y="24662"/>
                  </a:lnTo>
                  <a:lnTo>
                    <a:pt x="49313" y="28331"/>
                  </a:lnTo>
                  <a:lnTo>
                    <a:pt x="45622" y="32118"/>
                  </a:lnTo>
                  <a:lnTo>
                    <a:pt x="42052" y="36020"/>
                  </a:lnTo>
                  <a:lnTo>
                    <a:pt x="38608" y="40033"/>
                  </a:lnTo>
                  <a:lnTo>
                    <a:pt x="35292" y="44153"/>
                  </a:lnTo>
                  <a:lnTo>
                    <a:pt x="32109" y="48376"/>
                  </a:lnTo>
                  <a:lnTo>
                    <a:pt x="29060" y="52697"/>
                  </a:lnTo>
                  <a:lnTo>
                    <a:pt x="26150" y="57112"/>
                  </a:lnTo>
                  <a:lnTo>
                    <a:pt x="23381" y="61618"/>
                  </a:lnTo>
                  <a:lnTo>
                    <a:pt x="20756" y="66209"/>
                  </a:lnTo>
                  <a:lnTo>
                    <a:pt x="18277" y="70880"/>
                  </a:lnTo>
                  <a:lnTo>
                    <a:pt x="15948" y="75628"/>
                  </a:lnTo>
                  <a:lnTo>
                    <a:pt x="13769" y="80446"/>
                  </a:lnTo>
                  <a:lnTo>
                    <a:pt x="11744" y="85332"/>
                  </a:lnTo>
                  <a:lnTo>
                    <a:pt x="9875" y="90279"/>
                  </a:lnTo>
                  <a:lnTo>
                    <a:pt x="8163" y="95282"/>
                  </a:lnTo>
                  <a:lnTo>
                    <a:pt x="6611" y="100338"/>
                  </a:lnTo>
                  <a:lnTo>
                    <a:pt x="5219" y="105439"/>
                  </a:lnTo>
                  <a:lnTo>
                    <a:pt x="3989" y="110583"/>
                  </a:lnTo>
                  <a:lnTo>
                    <a:pt x="2922" y="115762"/>
                  </a:lnTo>
                  <a:lnTo>
                    <a:pt x="2020" y="120973"/>
                  </a:lnTo>
                  <a:lnTo>
                    <a:pt x="1283" y="126210"/>
                  </a:lnTo>
                  <a:lnTo>
                    <a:pt x="712" y="131467"/>
                  </a:lnTo>
                  <a:lnTo>
                    <a:pt x="307" y="136740"/>
                  </a:lnTo>
                  <a:lnTo>
                    <a:pt x="70" y="142023"/>
                  </a:lnTo>
                  <a:lnTo>
                    <a:pt x="0" y="147311"/>
                  </a:lnTo>
                  <a:lnTo>
                    <a:pt x="97" y="152598"/>
                  </a:lnTo>
                  <a:lnTo>
                    <a:pt x="361" y="157880"/>
                  </a:lnTo>
                  <a:lnTo>
                    <a:pt x="792" y="163151"/>
                  </a:lnTo>
                  <a:lnTo>
                    <a:pt x="1390" y="168405"/>
                  </a:lnTo>
                  <a:lnTo>
                    <a:pt x="2153" y="173638"/>
                  </a:lnTo>
                  <a:lnTo>
                    <a:pt x="3082" y="178844"/>
                  </a:lnTo>
                  <a:lnTo>
                    <a:pt x="4175" y="184019"/>
                  </a:lnTo>
                  <a:lnTo>
                    <a:pt x="5431" y="189156"/>
                  </a:lnTo>
                  <a:lnTo>
                    <a:pt x="6849" y="194250"/>
                  </a:lnTo>
                  <a:lnTo>
                    <a:pt x="8428" y="199298"/>
                  </a:lnTo>
                  <a:lnTo>
                    <a:pt x="10165" y="204292"/>
                  </a:lnTo>
                  <a:lnTo>
                    <a:pt x="12059" y="209230"/>
                  </a:lnTo>
                  <a:lnTo>
                    <a:pt x="14109" y="214105"/>
                  </a:lnTo>
                  <a:lnTo>
                    <a:pt x="16312" y="218913"/>
                  </a:lnTo>
                  <a:lnTo>
                    <a:pt x="18665" y="223648"/>
                  </a:lnTo>
                  <a:lnTo>
                    <a:pt x="21168" y="228307"/>
                  </a:lnTo>
                  <a:lnTo>
                    <a:pt x="23816" y="232884"/>
                  </a:lnTo>
                  <a:lnTo>
                    <a:pt x="26608" y="237376"/>
                  </a:lnTo>
                  <a:lnTo>
                    <a:pt x="29541" y="241776"/>
                  </a:lnTo>
                  <a:lnTo>
                    <a:pt x="32611" y="246082"/>
                  </a:lnTo>
                  <a:lnTo>
                    <a:pt x="35816" y="250289"/>
                  </a:lnTo>
                  <a:lnTo>
                    <a:pt x="39152" y="254392"/>
                  </a:lnTo>
                  <a:lnTo>
                    <a:pt x="42617" y="258387"/>
                  </a:lnTo>
                  <a:lnTo>
                    <a:pt x="46206" y="262271"/>
                  </a:lnTo>
                  <a:lnTo>
                    <a:pt x="49916" y="266039"/>
                  </a:lnTo>
                  <a:lnTo>
                    <a:pt x="53744" y="269688"/>
                  </a:lnTo>
                  <a:lnTo>
                    <a:pt x="57685" y="273215"/>
                  </a:lnTo>
                  <a:lnTo>
                    <a:pt x="61736" y="276614"/>
                  </a:lnTo>
                  <a:lnTo>
                    <a:pt x="65892" y="279884"/>
                  </a:lnTo>
                  <a:lnTo>
                    <a:pt x="70149" y="283021"/>
                  </a:lnTo>
                  <a:lnTo>
                    <a:pt x="74504" y="286022"/>
                  </a:lnTo>
                  <a:lnTo>
                    <a:pt x="78951" y="288883"/>
                  </a:lnTo>
                  <a:lnTo>
                    <a:pt x="83487" y="291602"/>
                  </a:lnTo>
                  <a:lnTo>
                    <a:pt x="88106" y="294177"/>
                  </a:lnTo>
                  <a:lnTo>
                    <a:pt x="92805" y="296604"/>
                  </a:lnTo>
                  <a:lnTo>
                    <a:pt x="97578" y="298881"/>
                  </a:lnTo>
                  <a:lnTo>
                    <a:pt x="102420" y="301006"/>
                  </a:lnTo>
                  <a:lnTo>
                    <a:pt x="107328" y="302977"/>
                  </a:lnTo>
                  <a:lnTo>
                    <a:pt x="112295" y="304792"/>
                  </a:lnTo>
                  <a:lnTo>
                    <a:pt x="117317" y="306448"/>
                  </a:lnTo>
                  <a:lnTo>
                    <a:pt x="122389" y="307945"/>
                  </a:lnTo>
                  <a:lnTo>
                    <a:pt x="127506" y="309281"/>
                  </a:lnTo>
                  <a:lnTo>
                    <a:pt x="132663" y="310454"/>
                  </a:lnTo>
                  <a:lnTo>
                    <a:pt x="137854" y="311464"/>
                  </a:lnTo>
                  <a:lnTo>
                    <a:pt x="143074" y="312309"/>
                  </a:lnTo>
                  <a:lnTo>
                    <a:pt x="148319" y="312988"/>
                  </a:lnTo>
                  <a:lnTo>
                    <a:pt x="153582" y="313501"/>
                  </a:lnTo>
                  <a:lnTo>
                    <a:pt x="158859" y="313847"/>
                  </a:lnTo>
                  <a:lnTo>
                    <a:pt x="164144" y="314027"/>
                  </a:lnTo>
                  <a:lnTo>
                    <a:pt x="169433" y="314039"/>
                  </a:lnTo>
                  <a:lnTo>
                    <a:pt x="174719" y="313883"/>
                  </a:lnTo>
                  <a:lnTo>
                    <a:pt x="179997" y="313561"/>
                  </a:lnTo>
                  <a:lnTo>
                    <a:pt x="185263" y="313072"/>
                  </a:lnTo>
                  <a:lnTo>
                    <a:pt x="190510" y="312416"/>
                  </a:lnTo>
                  <a:lnTo>
                    <a:pt x="195735" y="311595"/>
                  </a:lnTo>
                  <a:lnTo>
                    <a:pt x="200930" y="310609"/>
                  </a:lnTo>
                  <a:lnTo>
                    <a:pt x="206092" y="309459"/>
                  </a:lnTo>
                  <a:lnTo>
                    <a:pt x="211215" y="308146"/>
                  </a:lnTo>
                  <a:lnTo>
                    <a:pt x="216294" y="306672"/>
                  </a:lnTo>
                  <a:lnTo>
                    <a:pt x="221323" y="305038"/>
                  </a:lnTo>
                  <a:lnTo>
                    <a:pt x="226299" y="303246"/>
                  </a:lnTo>
                  <a:lnTo>
                    <a:pt x="231215" y="301297"/>
                  </a:lnTo>
                  <a:lnTo>
                    <a:pt x="236067" y="299194"/>
                  </a:lnTo>
                  <a:lnTo>
                    <a:pt x="240850" y="296939"/>
                  </a:lnTo>
                  <a:lnTo>
                    <a:pt x="245560" y="294533"/>
                  </a:lnTo>
                  <a:lnTo>
                    <a:pt x="250191" y="291979"/>
                  </a:lnTo>
                  <a:lnTo>
                    <a:pt x="254738" y="289281"/>
                  </a:lnTo>
                  <a:lnTo>
                    <a:pt x="259199" y="286439"/>
                  </a:lnTo>
                  <a:lnTo>
                    <a:pt x="263567" y="283458"/>
                  </a:lnTo>
                  <a:lnTo>
                    <a:pt x="267838" y="280341"/>
                  </a:lnTo>
                  <a:lnTo>
                    <a:pt x="272009" y="277090"/>
                  </a:lnTo>
                  <a:lnTo>
                    <a:pt x="276075" y="273708"/>
                  </a:lnTo>
                  <a:lnTo>
                    <a:pt x="280032" y="270200"/>
                  </a:lnTo>
                  <a:lnTo>
                    <a:pt x="283876" y="266568"/>
                  </a:lnTo>
                  <a:lnTo>
                    <a:pt x="287604" y="262817"/>
                  </a:lnTo>
                  <a:lnTo>
                    <a:pt x="291210" y="258949"/>
                  </a:lnTo>
                  <a:lnTo>
                    <a:pt x="294693" y="254969"/>
                  </a:lnTo>
                  <a:lnTo>
                    <a:pt x="298048" y="250882"/>
                  </a:lnTo>
                  <a:lnTo>
                    <a:pt x="301272" y="246690"/>
                  </a:lnTo>
                  <a:lnTo>
                    <a:pt x="304362" y="242398"/>
                  </a:lnTo>
                  <a:lnTo>
                    <a:pt x="307314" y="238010"/>
                  </a:lnTo>
                  <a:lnTo>
                    <a:pt x="310126" y="233532"/>
                  </a:lnTo>
                  <a:lnTo>
                    <a:pt x="312796" y="228966"/>
                  </a:lnTo>
                  <a:lnTo>
                    <a:pt x="315319" y="224319"/>
                  </a:lnTo>
                  <a:lnTo>
                    <a:pt x="317694" y="219594"/>
                  </a:lnTo>
                  <a:lnTo>
                    <a:pt x="319919" y="214796"/>
                  </a:lnTo>
                  <a:lnTo>
                    <a:pt x="321990" y="209931"/>
                  </a:lnTo>
                  <a:lnTo>
                    <a:pt x="323907" y="205002"/>
                  </a:lnTo>
                  <a:lnTo>
                    <a:pt x="325667" y="200015"/>
                  </a:lnTo>
                  <a:lnTo>
                    <a:pt x="327268" y="194975"/>
                  </a:lnTo>
                  <a:lnTo>
                    <a:pt x="328709" y="189886"/>
                  </a:lnTo>
                  <a:lnTo>
                    <a:pt x="329988" y="184755"/>
                  </a:lnTo>
                  <a:lnTo>
                    <a:pt x="331104" y="179586"/>
                  </a:lnTo>
                  <a:lnTo>
                    <a:pt x="332057" y="174384"/>
                  </a:lnTo>
                  <a:lnTo>
                    <a:pt x="332844" y="169155"/>
                  </a:lnTo>
                  <a:lnTo>
                    <a:pt x="333465" y="163903"/>
                  </a:lnTo>
                  <a:lnTo>
                    <a:pt x="333921" y="158634"/>
                  </a:lnTo>
                  <a:lnTo>
                    <a:pt x="334209" y="153354"/>
                  </a:lnTo>
                  <a:lnTo>
                    <a:pt x="334330" y="148067"/>
                  </a:lnTo>
                  <a:lnTo>
                    <a:pt x="334283" y="142779"/>
                  </a:lnTo>
                  <a:lnTo>
                    <a:pt x="334070" y="137495"/>
                  </a:lnTo>
                  <a:lnTo>
                    <a:pt x="333689" y="132220"/>
                  </a:lnTo>
                  <a:lnTo>
                    <a:pt x="333142" y="126960"/>
                  </a:lnTo>
                  <a:lnTo>
                    <a:pt x="332429" y="121720"/>
                  </a:lnTo>
                  <a:lnTo>
                    <a:pt x="331550" y="116505"/>
                  </a:lnTo>
                  <a:lnTo>
                    <a:pt x="330507" y="111321"/>
                  </a:lnTo>
                  <a:lnTo>
                    <a:pt x="329300" y="106172"/>
                  </a:lnTo>
                  <a:lnTo>
                    <a:pt x="327931" y="101064"/>
                  </a:lnTo>
                  <a:lnTo>
                    <a:pt x="326401" y="96002"/>
                  </a:lnTo>
                  <a:lnTo>
                    <a:pt x="324712" y="90991"/>
                  </a:lnTo>
                  <a:lnTo>
                    <a:pt x="322865" y="86035"/>
                  </a:lnTo>
                  <a:lnTo>
                    <a:pt x="320862" y="81141"/>
                  </a:lnTo>
                  <a:lnTo>
                    <a:pt x="318706" y="76312"/>
                  </a:lnTo>
                  <a:lnTo>
                    <a:pt x="316398" y="71554"/>
                  </a:lnTo>
                  <a:lnTo>
                    <a:pt x="313940" y="66871"/>
                  </a:lnTo>
                  <a:lnTo>
                    <a:pt x="311336" y="62269"/>
                  </a:lnTo>
                  <a:lnTo>
                    <a:pt x="308587" y="57751"/>
                  </a:lnTo>
                  <a:lnTo>
                    <a:pt x="167166" y="1468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617280" y="941493"/>
              <a:ext cx="141420" cy="167167"/>
            </a:xfrm>
            <a:custGeom>
              <a:avLst/>
              <a:pathLst>
                <a:path w="141420" h="167167">
                  <a:moveTo>
                    <a:pt x="141420" y="78031"/>
                  </a:moveTo>
                  <a:lnTo>
                    <a:pt x="138446" y="73479"/>
                  </a:lnTo>
                  <a:lnTo>
                    <a:pt x="135326" y="69026"/>
                  </a:lnTo>
                  <a:lnTo>
                    <a:pt x="132063" y="64677"/>
                  </a:lnTo>
                  <a:lnTo>
                    <a:pt x="128659" y="60436"/>
                  </a:lnTo>
                  <a:lnTo>
                    <a:pt x="125120" y="56308"/>
                  </a:lnTo>
                  <a:lnTo>
                    <a:pt x="121448" y="52297"/>
                  </a:lnTo>
                  <a:lnTo>
                    <a:pt x="117648" y="48408"/>
                  </a:lnTo>
                  <a:lnTo>
                    <a:pt x="113723" y="44644"/>
                  </a:lnTo>
                  <a:lnTo>
                    <a:pt x="109678" y="41010"/>
                  </a:lnTo>
                  <a:lnTo>
                    <a:pt x="105517" y="37510"/>
                  </a:lnTo>
                  <a:lnTo>
                    <a:pt x="101245" y="34147"/>
                  </a:lnTo>
                  <a:lnTo>
                    <a:pt x="96865" y="30924"/>
                  </a:lnTo>
                  <a:lnTo>
                    <a:pt x="92382" y="27846"/>
                  </a:lnTo>
                  <a:lnTo>
                    <a:pt x="87802" y="24915"/>
                  </a:lnTo>
                  <a:lnTo>
                    <a:pt x="83129" y="22135"/>
                  </a:lnTo>
                  <a:lnTo>
                    <a:pt x="78368" y="19508"/>
                  </a:lnTo>
                  <a:lnTo>
                    <a:pt x="73525" y="17037"/>
                  </a:lnTo>
                  <a:lnTo>
                    <a:pt x="68603" y="14725"/>
                  </a:lnTo>
                  <a:lnTo>
                    <a:pt x="63609" y="12575"/>
                  </a:lnTo>
                  <a:lnTo>
                    <a:pt x="58547" y="10588"/>
                  </a:lnTo>
                  <a:lnTo>
                    <a:pt x="53424" y="8766"/>
                  </a:lnTo>
                  <a:lnTo>
                    <a:pt x="48244" y="7112"/>
                  </a:lnTo>
                  <a:lnTo>
                    <a:pt x="43013" y="5628"/>
                  </a:lnTo>
                  <a:lnTo>
                    <a:pt x="37736" y="4315"/>
                  </a:lnTo>
                  <a:lnTo>
                    <a:pt x="32420" y="3173"/>
                  </a:lnTo>
                  <a:lnTo>
                    <a:pt x="27069" y="2206"/>
                  </a:lnTo>
                  <a:lnTo>
                    <a:pt x="21689" y="1413"/>
                  </a:lnTo>
                  <a:lnTo>
                    <a:pt x="16287" y="795"/>
                  </a:lnTo>
                  <a:lnTo>
                    <a:pt x="10867" y="353"/>
                  </a:lnTo>
                  <a:lnTo>
                    <a:pt x="543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011270" y="1031511"/>
              <a:ext cx="94624" cy="167167"/>
            </a:xfrm>
            <a:custGeom>
              <a:avLst/>
              <a:pathLst>
                <a:path w="94624" h="167167">
                  <a:moveTo>
                    <a:pt x="94624" y="0"/>
                  </a:moveTo>
                  <a:lnTo>
                    <a:pt x="89037" y="93"/>
                  </a:lnTo>
                  <a:lnTo>
                    <a:pt x="83456" y="373"/>
                  </a:lnTo>
                  <a:lnTo>
                    <a:pt x="77888" y="839"/>
                  </a:lnTo>
                  <a:lnTo>
                    <a:pt x="72338" y="1492"/>
                  </a:lnTo>
                  <a:lnTo>
                    <a:pt x="66813" y="2329"/>
                  </a:lnTo>
                  <a:lnTo>
                    <a:pt x="61320" y="3351"/>
                  </a:lnTo>
                  <a:lnTo>
                    <a:pt x="55863" y="4555"/>
                  </a:lnTo>
                  <a:lnTo>
                    <a:pt x="50450" y="5941"/>
                  </a:lnTo>
                  <a:lnTo>
                    <a:pt x="45087" y="7508"/>
                  </a:lnTo>
                  <a:lnTo>
                    <a:pt x="39778" y="9253"/>
                  </a:lnTo>
                  <a:lnTo>
                    <a:pt x="34531" y="11174"/>
                  </a:lnTo>
                  <a:lnTo>
                    <a:pt x="29351" y="13269"/>
                  </a:lnTo>
                  <a:lnTo>
                    <a:pt x="24244" y="15537"/>
                  </a:lnTo>
                  <a:lnTo>
                    <a:pt x="19216" y="17974"/>
                  </a:lnTo>
                  <a:lnTo>
                    <a:pt x="14272" y="20577"/>
                  </a:lnTo>
                  <a:lnTo>
                    <a:pt x="9417" y="23345"/>
                  </a:lnTo>
                  <a:lnTo>
                    <a:pt x="4658" y="26273"/>
                  </a:lnTo>
                  <a:lnTo>
                    <a:pt x="0" y="29358"/>
                  </a:lnTo>
                  <a:lnTo>
                    <a:pt x="9462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4011270" y="1060870"/>
              <a:ext cx="94624" cy="137808"/>
            </a:xfrm>
            <a:custGeom>
              <a:avLst/>
              <a:pathLst>
                <a:path w="94624" h="137808">
                  <a:moveTo>
                    <a:pt x="0" y="0"/>
                  </a:moveTo>
                  <a:lnTo>
                    <a:pt x="94624" y="1378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38730" y="1060870"/>
              <a:ext cx="167164" cy="259880"/>
            </a:xfrm>
            <a:custGeom>
              <a:avLst/>
              <a:pathLst>
                <a:path w="167164" h="259880">
                  <a:moveTo>
                    <a:pt x="72540" y="0"/>
                  </a:moveTo>
                  <a:lnTo>
                    <a:pt x="68111" y="3148"/>
                  </a:lnTo>
                  <a:lnTo>
                    <a:pt x="63787" y="6438"/>
                  </a:lnTo>
                  <a:lnTo>
                    <a:pt x="59572" y="9867"/>
                  </a:lnTo>
                  <a:lnTo>
                    <a:pt x="55471" y="13431"/>
                  </a:lnTo>
                  <a:lnTo>
                    <a:pt x="51488" y="17127"/>
                  </a:lnTo>
                  <a:lnTo>
                    <a:pt x="47627" y="20950"/>
                  </a:lnTo>
                  <a:lnTo>
                    <a:pt x="43892" y="24896"/>
                  </a:lnTo>
                  <a:lnTo>
                    <a:pt x="40288" y="28962"/>
                  </a:lnTo>
                  <a:lnTo>
                    <a:pt x="36817" y="33143"/>
                  </a:lnTo>
                  <a:lnTo>
                    <a:pt x="33485" y="37435"/>
                  </a:lnTo>
                  <a:lnTo>
                    <a:pt x="30293" y="41832"/>
                  </a:lnTo>
                  <a:lnTo>
                    <a:pt x="27246" y="46331"/>
                  </a:lnTo>
                  <a:lnTo>
                    <a:pt x="24347" y="50926"/>
                  </a:lnTo>
                  <a:lnTo>
                    <a:pt x="21599" y="55614"/>
                  </a:lnTo>
                  <a:lnTo>
                    <a:pt x="19005" y="60388"/>
                  </a:lnTo>
                  <a:lnTo>
                    <a:pt x="16567" y="65244"/>
                  </a:lnTo>
                  <a:lnTo>
                    <a:pt x="14288" y="70176"/>
                  </a:lnTo>
                  <a:lnTo>
                    <a:pt x="12171" y="75180"/>
                  </a:lnTo>
                  <a:lnTo>
                    <a:pt x="10218" y="80251"/>
                  </a:lnTo>
                  <a:lnTo>
                    <a:pt x="8430" y="85382"/>
                  </a:lnTo>
                  <a:lnTo>
                    <a:pt x="6810" y="90568"/>
                  </a:lnTo>
                  <a:lnTo>
                    <a:pt x="5360" y="95804"/>
                  </a:lnTo>
                  <a:lnTo>
                    <a:pt x="4080" y="101085"/>
                  </a:lnTo>
                  <a:lnTo>
                    <a:pt x="2973" y="106405"/>
                  </a:lnTo>
                  <a:lnTo>
                    <a:pt x="2039" y="111757"/>
                  </a:lnTo>
                  <a:lnTo>
                    <a:pt x="1279" y="117137"/>
                  </a:lnTo>
                  <a:lnTo>
                    <a:pt x="695" y="122539"/>
                  </a:lnTo>
                  <a:lnTo>
                    <a:pt x="287" y="127958"/>
                  </a:lnTo>
                  <a:lnTo>
                    <a:pt x="55" y="133386"/>
                  </a:lnTo>
                  <a:lnTo>
                    <a:pt x="0" y="138819"/>
                  </a:lnTo>
                  <a:lnTo>
                    <a:pt x="121" y="144252"/>
                  </a:lnTo>
                  <a:lnTo>
                    <a:pt x="418" y="149677"/>
                  </a:lnTo>
                  <a:lnTo>
                    <a:pt x="892" y="155090"/>
                  </a:lnTo>
                  <a:lnTo>
                    <a:pt x="1542" y="160484"/>
                  </a:lnTo>
                  <a:lnTo>
                    <a:pt x="2366" y="165855"/>
                  </a:lnTo>
                  <a:lnTo>
                    <a:pt x="3365" y="171196"/>
                  </a:lnTo>
                  <a:lnTo>
                    <a:pt x="4536" y="176502"/>
                  </a:lnTo>
                  <a:lnTo>
                    <a:pt x="5880" y="181766"/>
                  </a:lnTo>
                  <a:lnTo>
                    <a:pt x="7393" y="186985"/>
                  </a:lnTo>
                  <a:lnTo>
                    <a:pt x="9076" y="192151"/>
                  </a:lnTo>
                  <a:lnTo>
                    <a:pt x="10926" y="197260"/>
                  </a:lnTo>
                  <a:lnTo>
                    <a:pt x="12940" y="202306"/>
                  </a:lnTo>
                  <a:lnTo>
                    <a:pt x="15118" y="207284"/>
                  </a:lnTo>
                  <a:lnTo>
                    <a:pt x="17456" y="212189"/>
                  </a:lnTo>
                  <a:lnTo>
                    <a:pt x="19953" y="217015"/>
                  </a:lnTo>
                  <a:lnTo>
                    <a:pt x="22604" y="221758"/>
                  </a:lnTo>
                  <a:lnTo>
                    <a:pt x="25409" y="226411"/>
                  </a:lnTo>
                  <a:lnTo>
                    <a:pt x="28364" y="230971"/>
                  </a:lnTo>
                  <a:lnTo>
                    <a:pt x="31465" y="235433"/>
                  </a:lnTo>
                  <a:lnTo>
                    <a:pt x="34709" y="239792"/>
                  </a:lnTo>
                  <a:lnTo>
                    <a:pt x="38093" y="244042"/>
                  </a:lnTo>
                  <a:lnTo>
                    <a:pt x="41614" y="248181"/>
                  </a:lnTo>
                  <a:lnTo>
                    <a:pt x="45267" y="252203"/>
                  </a:lnTo>
                  <a:lnTo>
                    <a:pt x="49049" y="256104"/>
                  </a:lnTo>
                  <a:lnTo>
                    <a:pt x="52956" y="259880"/>
                  </a:lnTo>
                  <a:lnTo>
                    <a:pt x="167164" y="1378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91687" y="1031511"/>
              <a:ext cx="281370" cy="334318"/>
            </a:xfrm>
            <a:custGeom>
              <a:avLst/>
              <a:pathLst>
                <a:path w="281370" h="334318">
                  <a:moveTo>
                    <a:pt x="0" y="289239"/>
                  </a:moveTo>
                  <a:lnTo>
                    <a:pt x="3953" y="292821"/>
                  </a:lnTo>
                  <a:lnTo>
                    <a:pt x="8019" y="296276"/>
                  </a:lnTo>
                  <a:lnTo>
                    <a:pt x="12193" y="299598"/>
                  </a:lnTo>
                  <a:lnTo>
                    <a:pt x="16471" y="302786"/>
                  </a:lnTo>
                  <a:lnTo>
                    <a:pt x="20848" y="305836"/>
                  </a:lnTo>
                  <a:lnTo>
                    <a:pt x="25321" y="308744"/>
                  </a:lnTo>
                  <a:lnTo>
                    <a:pt x="29884" y="311509"/>
                  </a:lnTo>
                  <a:lnTo>
                    <a:pt x="34533" y="314126"/>
                  </a:lnTo>
                  <a:lnTo>
                    <a:pt x="39263" y="316594"/>
                  </a:lnTo>
                  <a:lnTo>
                    <a:pt x="44069" y="318909"/>
                  </a:lnTo>
                  <a:lnTo>
                    <a:pt x="48947" y="321070"/>
                  </a:lnTo>
                  <a:lnTo>
                    <a:pt x="53891" y="323074"/>
                  </a:lnTo>
                  <a:lnTo>
                    <a:pt x="58897" y="324919"/>
                  </a:lnTo>
                  <a:lnTo>
                    <a:pt x="63959" y="326604"/>
                  </a:lnTo>
                  <a:lnTo>
                    <a:pt x="69072" y="328126"/>
                  </a:lnTo>
                  <a:lnTo>
                    <a:pt x="74232" y="329484"/>
                  </a:lnTo>
                  <a:lnTo>
                    <a:pt x="79432" y="330677"/>
                  </a:lnTo>
                  <a:lnTo>
                    <a:pt x="84667" y="331704"/>
                  </a:lnTo>
                  <a:lnTo>
                    <a:pt x="89932" y="332563"/>
                  </a:lnTo>
                  <a:lnTo>
                    <a:pt x="95223" y="333253"/>
                  </a:lnTo>
                  <a:lnTo>
                    <a:pt x="100532" y="333774"/>
                  </a:lnTo>
                  <a:lnTo>
                    <a:pt x="105856" y="334126"/>
                  </a:lnTo>
                  <a:lnTo>
                    <a:pt x="111188" y="334307"/>
                  </a:lnTo>
                  <a:lnTo>
                    <a:pt x="116523" y="334318"/>
                  </a:lnTo>
                  <a:lnTo>
                    <a:pt x="121855" y="334159"/>
                  </a:lnTo>
                  <a:lnTo>
                    <a:pt x="127180" y="333830"/>
                  </a:lnTo>
                  <a:lnTo>
                    <a:pt x="132492" y="333331"/>
                  </a:lnTo>
                  <a:lnTo>
                    <a:pt x="137785" y="332663"/>
                  </a:lnTo>
                  <a:lnTo>
                    <a:pt x="143054" y="331827"/>
                  </a:lnTo>
                  <a:lnTo>
                    <a:pt x="148293" y="330822"/>
                  </a:lnTo>
                  <a:lnTo>
                    <a:pt x="153498" y="329651"/>
                  </a:lnTo>
                  <a:lnTo>
                    <a:pt x="158663" y="328315"/>
                  </a:lnTo>
                  <a:lnTo>
                    <a:pt x="163783" y="326814"/>
                  </a:lnTo>
                  <a:lnTo>
                    <a:pt x="168852" y="325151"/>
                  </a:lnTo>
                  <a:lnTo>
                    <a:pt x="173866" y="323326"/>
                  </a:lnTo>
                  <a:lnTo>
                    <a:pt x="178818" y="321343"/>
                  </a:lnTo>
                  <a:lnTo>
                    <a:pt x="183705" y="319203"/>
                  </a:lnTo>
                  <a:lnTo>
                    <a:pt x="188521" y="316908"/>
                  </a:lnTo>
                  <a:lnTo>
                    <a:pt x="193262" y="314460"/>
                  </a:lnTo>
                  <a:lnTo>
                    <a:pt x="197922" y="311863"/>
                  </a:lnTo>
                  <a:lnTo>
                    <a:pt x="202496" y="309117"/>
                  </a:lnTo>
                  <a:lnTo>
                    <a:pt x="206981" y="306228"/>
                  </a:lnTo>
                  <a:lnTo>
                    <a:pt x="211371" y="303197"/>
                  </a:lnTo>
                  <a:lnTo>
                    <a:pt x="215663" y="300027"/>
                  </a:lnTo>
                  <a:lnTo>
                    <a:pt x="219850" y="296722"/>
                  </a:lnTo>
                  <a:lnTo>
                    <a:pt x="223931" y="293285"/>
                  </a:lnTo>
                  <a:lnTo>
                    <a:pt x="227899" y="289719"/>
                  </a:lnTo>
                  <a:lnTo>
                    <a:pt x="231752" y="286029"/>
                  </a:lnTo>
                  <a:lnTo>
                    <a:pt x="235485" y="282217"/>
                  </a:lnTo>
                  <a:lnTo>
                    <a:pt x="239095" y="278289"/>
                  </a:lnTo>
                  <a:lnTo>
                    <a:pt x="242577" y="274247"/>
                  </a:lnTo>
                  <a:lnTo>
                    <a:pt x="245929" y="270096"/>
                  </a:lnTo>
                  <a:lnTo>
                    <a:pt x="249146" y="265840"/>
                  </a:lnTo>
                  <a:lnTo>
                    <a:pt x="252226" y="261484"/>
                  </a:lnTo>
                  <a:lnTo>
                    <a:pt x="255165" y="257032"/>
                  </a:lnTo>
                  <a:lnTo>
                    <a:pt x="257961" y="252488"/>
                  </a:lnTo>
                  <a:lnTo>
                    <a:pt x="260611" y="247857"/>
                  </a:lnTo>
                  <a:lnTo>
                    <a:pt x="263111" y="243144"/>
                  </a:lnTo>
                  <a:lnTo>
                    <a:pt x="265460" y="238354"/>
                  </a:lnTo>
                  <a:lnTo>
                    <a:pt x="267654" y="233491"/>
                  </a:lnTo>
                  <a:lnTo>
                    <a:pt x="269692" y="228561"/>
                  </a:lnTo>
                  <a:lnTo>
                    <a:pt x="271572" y="223568"/>
                  </a:lnTo>
                  <a:lnTo>
                    <a:pt x="273292" y="218518"/>
                  </a:lnTo>
                  <a:lnTo>
                    <a:pt x="274850" y="213415"/>
                  </a:lnTo>
                  <a:lnTo>
                    <a:pt x="276244" y="208266"/>
                  </a:lnTo>
                  <a:lnTo>
                    <a:pt x="277473" y="203074"/>
                  </a:lnTo>
                  <a:lnTo>
                    <a:pt x="278535" y="197846"/>
                  </a:lnTo>
                  <a:lnTo>
                    <a:pt x="279430" y="192586"/>
                  </a:lnTo>
                  <a:lnTo>
                    <a:pt x="280157" y="187301"/>
                  </a:lnTo>
                  <a:lnTo>
                    <a:pt x="280715" y="181995"/>
                  </a:lnTo>
                  <a:lnTo>
                    <a:pt x="281104" y="176675"/>
                  </a:lnTo>
                  <a:lnTo>
                    <a:pt x="281322" y="171344"/>
                  </a:lnTo>
                  <a:lnTo>
                    <a:pt x="281370" y="166009"/>
                  </a:lnTo>
                  <a:lnTo>
                    <a:pt x="281248" y="160675"/>
                  </a:lnTo>
                  <a:lnTo>
                    <a:pt x="280956" y="155348"/>
                  </a:lnTo>
                  <a:lnTo>
                    <a:pt x="280494" y="150033"/>
                  </a:lnTo>
                  <a:lnTo>
                    <a:pt x="279863" y="144736"/>
                  </a:lnTo>
                  <a:lnTo>
                    <a:pt x="279063" y="139461"/>
                  </a:lnTo>
                  <a:lnTo>
                    <a:pt x="278094" y="134215"/>
                  </a:lnTo>
                  <a:lnTo>
                    <a:pt x="276959" y="129002"/>
                  </a:lnTo>
                  <a:lnTo>
                    <a:pt x="275659" y="123828"/>
                  </a:lnTo>
                  <a:lnTo>
                    <a:pt x="274194" y="118698"/>
                  </a:lnTo>
                  <a:lnTo>
                    <a:pt x="272565" y="113617"/>
                  </a:lnTo>
                  <a:lnTo>
                    <a:pt x="270776" y="108591"/>
                  </a:lnTo>
                  <a:lnTo>
                    <a:pt x="268827" y="103625"/>
                  </a:lnTo>
                  <a:lnTo>
                    <a:pt x="266721" y="98723"/>
                  </a:lnTo>
                  <a:lnTo>
                    <a:pt x="264459" y="93891"/>
                  </a:lnTo>
                  <a:lnTo>
                    <a:pt x="262044" y="89134"/>
                  </a:lnTo>
                  <a:lnTo>
                    <a:pt x="259479" y="84456"/>
                  </a:lnTo>
                  <a:lnTo>
                    <a:pt x="256766" y="79863"/>
                  </a:lnTo>
                  <a:lnTo>
                    <a:pt x="253907" y="75358"/>
                  </a:lnTo>
                  <a:lnTo>
                    <a:pt x="250906" y="70947"/>
                  </a:lnTo>
                  <a:lnTo>
                    <a:pt x="247766" y="66634"/>
                  </a:lnTo>
                  <a:lnTo>
                    <a:pt x="244490" y="62423"/>
                  </a:lnTo>
                  <a:lnTo>
                    <a:pt x="241081" y="58319"/>
                  </a:lnTo>
                  <a:lnTo>
                    <a:pt x="237544" y="54326"/>
                  </a:lnTo>
                  <a:lnTo>
                    <a:pt x="233880" y="50448"/>
                  </a:lnTo>
                  <a:lnTo>
                    <a:pt x="230094" y="46688"/>
                  </a:lnTo>
                  <a:lnTo>
                    <a:pt x="226191" y="43052"/>
                  </a:lnTo>
                  <a:lnTo>
                    <a:pt x="222173" y="39542"/>
                  </a:lnTo>
                  <a:lnTo>
                    <a:pt x="218046" y="36161"/>
                  </a:lnTo>
                  <a:lnTo>
                    <a:pt x="213812" y="32915"/>
                  </a:lnTo>
                  <a:lnTo>
                    <a:pt x="209478" y="29804"/>
                  </a:lnTo>
                  <a:lnTo>
                    <a:pt x="205046" y="26834"/>
                  </a:lnTo>
                  <a:lnTo>
                    <a:pt x="200522" y="24007"/>
                  </a:lnTo>
                  <a:lnTo>
                    <a:pt x="195909" y="21326"/>
                  </a:lnTo>
                  <a:lnTo>
                    <a:pt x="191214" y="18793"/>
                  </a:lnTo>
                  <a:lnTo>
                    <a:pt x="186440" y="16411"/>
                  </a:lnTo>
                  <a:lnTo>
                    <a:pt x="181593" y="14183"/>
                  </a:lnTo>
                  <a:lnTo>
                    <a:pt x="176676" y="12110"/>
                  </a:lnTo>
                  <a:lnTo>
                    <a:pt x="171697" y="10196"/>
                  </a:lnTo>
                  <a:lnTo>
                    <a:pt x="166659" y="8441"/>
                  </a:lnTo>
                  <a:lnTo>
                    <a:pt x="161567" y="6849"/>
                  </a:lnTo>
                  <a:lnTo>
                    <a:pt x="156427" y="5419"/>
                  </a:lnTo>
                  <a:lnTo>
                    <a:pt x="151244" y="4154"/>
                  </a:lnTo>
                  <a:lnTo>
                    <a:pt x="146023" y="3055"/>
                  </a:lnTo>
                  <a:lnTo>
                    <a:pt x="140770" y="2123"/>
                  </a:lnTo>
                  <a:lnTo>
                    <a:pt x="135490" y="1360"/>
                  </a:lnTo>
                  <a:lnTo>
                    <a:pt x="130188" y="765"/>
                  </a:lnTo>
                  <a:lnTo>
                    <a:pt x="124870" y="340"/>
                  </a:lnTo>
                  <a:lnTo>
                    <a:pt x="119541" y="85"/>
                  </a:lnTo>
                  <a:lnTo>
                    <a:pt x="114207" y="0"/>
                  </a:lnTo>
                  <a:lnTo>
                    <a:pt x="11420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461923" y="1236837"/>
              <a:ext cx="175956" cy="334324"/>
            </a:xfrm>
            <a:custGeom>
              <a:avLst/>
              <a:pathLst>
                <a:path w="175956" h="334324">
                  <a:moveTo>
                    <a:pt x="167164" y="0"/>
                  </a:moveTo>
                  <a:lnTo>
                    <a:pt x="161826" y="85"/>
                  </a:lnTo>
                  <a:lnTo>
                    <a:pt x="156492" y="341"/>
                  </a:lnTo>
                  <a:lnTo>
                    <a:pt x="151170" y="766"/>
                  </a:lnTo>
                  <a:lnTo>
                    <a:pt x="145864" y="1362"/>
                  </a:lnTo>
                  <a:lnTo>
                    <a:pt x="140579" y="2127"/>
                  </a:lnTo>
                  <a:lnTo>
                    <a:pt x="135322" y="3060"/>
                  </a:lnTo>
                  <a:lnTo>
                    <a:pt x="130097" y="4161"/>
                  </a:lnTo>
                  <a:lnTo>
                    <a:pt x="124910" y="5428"/>
                  </a:lnTo>
                  <a:lnTo>
                    <a:pt x="119766" y="6860"/>
                  </a:lnTo>
                  <a:lnTo>
                    <a:pt x="114671" y="8455"/>
                  </a:lnTo>
                  <a:lnTo>
                    <a:pt x="109629" y="10213"/>
                  </a:lnTo>
                  <a:lnTo>
                    <a:pt x="104646" y="12130"/>
                  </a:lnTo>
                  <a:lnTo>
                    <a:pt x="99726" y="14206"/>
                  </a:lnTo>
                  <a:lnTo>
                    <a:pt x="94876" y="16438"/>
                  </a:lnTo>
                  <a:lnTo>
                    <a:pt x="90099" y="18823"/>
                  </a:lnTo>
                  <a:lnTo>
                    <a:pt x="85400" y="21360"/>
                  </a:lnTo>
                  <a:lnTo>
                    <a:pt x="80785" y="24046"/>
                  </a:lnTo>
                  <a:lnTo>
                    <a:pt x="76259" y="26877"/>
                  </a:lnTo>
                  <a:lnTo>
                    <a:pt x="71825" y="29852"/>
                  </a:lnTo>
                  <a:lnTo>
                    <a:pt x="67488" y="32967"/>
                  </a:lnTo>
                  <a:lnTo>
                    <a:pt x="63253" y="36219"/>
                  </a:lnTo>
                  <a:lnTo>
                    <a:pt x="59124" y="39604"/>
                  </a:lnTo>
                  <a:lnTo>
                    <a:pt x="55105" y="43120"/>
                  </a:lnTo>
                  <a:lnTo>
                    <a:pt x="51201" y="46762"/>
                  </a:lnTo>
                  <a:lnTo>
                    <a:pt x="47414" y="50527"/>
                  </a:lnTo>
                  <a:lnTo>
                    <a:pt x="43750" y="54411"/>
                  </a:lnTo>
                  <a:lnTo>
                    <a:pt x="40212" y="58410"/>
                  </a:lnTo>
                  <a:lnTo>
                    <a:pt x="36804" y="62520"/>
                  </a:lnTo>
                  <a:lnTo>
                    <a:pt x="33528" y="66736"/>
                  </a:lnTo>
                  <a:lnTo>
                    <a:pt x="30389" y="71055"/>
                  </a:lnTo>
                  <a:lnTo>
                    <a:pt x="27389" y="75473"/>
                  </a:lnTo>
                  <a:lnTo>
                    <a:pt x="24532" y="79983"/>
                  </a:lnTo>
                  <a:lnTo>
                    <a:pt x="21820" y="84583"/>
                  </a:lnTo>
                  <a:lnTo>
                    <a:pt x="19257" y="89267"/>
                  </a:lnTo>
                  <a:lnTo>
                    <a:pt x="16845" y="94030"/>
                  </a:lnTo>
                  <a:lnTo>
                    <a:pt x="14586" y="98868"/>
                  </a:lnTo>
                  <a:lnTo>
                    <a:pt x="12482" y="103776"/>
                  </a:lnTo>
                  <a:lnTo>
                    <a:pt x="10537" y="108748"/>
                  </a:lnTo>
                  <a:lnTo>
                    <a:pt x="8751" y="113780"/>
                  </a:lnTo>
                  <a:lnTo>
                    <a:pt x="7127" y="118867"/>
                  </a:lnTo>
                  <a:lnTo>
                    <a:pt x="5666" y="124002"/>
                  </a:lnTo>
                  <a:lnTo>
                    <a:pt x="4370" y="129182"/>
                  </a:lnTo>
                  <a:lnTo>
                    <a:pt x="3240" y="134401"/>
                  </a:lnTo>
                  <a:lnTo>
                    <a:pt x="2277" y="139653"/>
                  </a:lnTo>
                  <a:lnTo>
                    <a:pt x="1482" y="144933"/>
                  </a:lnTo>
                  <a:lnTo>
                    <a:pt x="857" y="150235"/>
                  </a:lnTo>
                  <a:lnTo>
                    <a:pt x="401" y="155555"/>
                  </a:lnTo>
                  <a:lnTo>
                    <a:pt x="115" y="160887"/>
                  </a:lnTo>
                  <a:lnTo>
                    <a:pt x="0" y="166225"/>
                  </a:lnTo>
                  <a:lnTo>
                    <a:pt x="55" y="171564"/>
                  </a:lnTo>
                  <a:lnTo>
                    <a:pt x="280" y="176899"/>
                  </a:lnTo>
                  <a:lnTo>
                    <a:pt x="676" y="182224"/>
                  </a:lnTo>
                  <a:lnTo>
                    <a:pt x="1242" y="187533"/>
                  </a:lnTo>
                  <a:lnTo>
                    <a:pt x="1977" y="192822"/>
                  </a:lnTo>
                  <a:lnTo>
                    <a:pt x="2881" y="198084"/>
                  </a:lnTo>
                  <a:lnTo>
                    <a:pt x="3952" y="203315"/>
                  </a:lnTo>
                  <a:lnTo>
                    <a:pt x="5190" y="208509"/>
                  </a:lnTo>
                  <a:lnTo>
                    <a:pt x="6593" y="213661"/>
                  </a:lnTo>
                  <a:lnTo>
                    <a:pt x="8159" y="218765"/>
                  </a:lnTo>
                  <a:lnTo>
                    <a:pt x="9888" y="223817"/>
                  </a:lnTo>
                  <a:lnTo>
                    <a:pt x="11778" y="228811"/>
                  </a:lnTo>
                  <a:lnTo>
                    <a:pt x="13826" y="233742"/>
                  </a:lnTo>
                  <a:lnTo>
                    <a:pt x="16030" y="238605"/>
                  </a:lnTo>
                  <a:lnTo>
                    <a:pt x="18389" y="243396"/>
                  </a:lnTo>
                  <a:lnTo>
                    <a:pt x="20899" y="248108"/>
                  </a:lnTo>
                  <a:lnTo>
                    <a:pt x="23559" y="252738"/>
                  </a:lnTo>
                  <a:lnTo>
                    <a:pt x="26365" y="257281"/>
                  </a:lnTo>
                  <a:lnTo>
                    <a:pt x="29315" y="261731"/>
                  </a:lnTo>
                  <a:lnTo>
                    <a:pt x="32405" y="266086"/>
                  </a:lnTo>
                  <a:lnTo>
                    <a:pt x="35633" y="270339"/>
                  </a:lnTo>
                  <a:lnTo>
                    <a:pt x="38995" y="274487"/>
                  </a:lnTo>
                  <a:lnTo>
                    <a:pt x="42488" y="278526"/>
                  </a:lnTo>
                  <a:lnTo>
                    <a:pt x="46108" y="282451"/>
                  </a:lnTo>
                  <a:lnTo>
                    <a:pt x="49851" y="286258"/>
                  </a:lnTo>
                  <a:lnTo>
                    <a:pt x="53715" y="289944"/>
                  </a:lnTo>
                  <a:lnTo>
                    <a:pt x="57694" y="293504"/>
                  </a:lnTo>
                  <a:lnTo>
                    <a:pt x="61784" y="296936"/>
                  </a:lnTo>
                  <a:lnTo>
                    <a:pt x="65982" y="300235"/>
                  </a:lnTo>
                  <a:lnTo>
                    <a:pt x="70284" y="303399"/>
                  </a:lnTo>
                  <a:lnTo>
                    <a:pt x="74684" y="306423"/>
                  </a:lnTo>
                  <a:lnTo>
                    <a:pt x="79179" y="309306"/>
                  </a:lnTo>
                  <a:lnTo>
                    <a:pt x="83763" y="312043"/>
                  </a:lnTo>
                  <a:lnTo>
                    <a:pt x="88432" y="314633"/>
                  </a:lnTo>
                  <a:lnTo>
                    <a:pt x="93182" y="317072"/>
                  </a:lnTo>
                  <a:lnTo>
                    <a:pt x="98007" y="319358"/>
                  </a:lnTo>
                  <a:lnTo>
                    <a:pt x="102903" y="321489"/>
                  </a:lnTo>
                  <a:lnTo>
                    <a:pt x="107864" y="323463"/>
                  </a:lnTo>
                  <a:lnTo>
                    <a:pt x="112886" y="325277"/>
                  </a:lnTo>
                  <a:lnTo>
                    <a:pt x="117963" y="326930"/>
                  </a:lnTo>
                  <a:lnTo>
                    <a:pt x="123091" y="328420"/>
                  </a:lnTo>
                  <a:lnTo>
                    <a:pt x="128263" y="329745"/>
                  </a:lnTo>
                  <a:lnTo>
                    <a:pt x="133475" y="330905"/>
                  </a:lnTo>
                  <a:lnTo>
                    <a:pt x="138722" y="331897"/>
                  </a:lnTo>
                  <a:lnTo>
                    <a:pt x="143997" y="332721"/>
                  </a:lnTo>
                  <a:lnTo>
                    <a:pt x="149296" y="333377"/>
                  </a:lnTo>
                  <a:lnTo>
                    <a:pt x="154613" y="333863"/>
                  </a:lnTo>
                  <a:lnTo>
                    <a:pt x="159943" y="334178"/>
                  </a:lnTo>
                  <a:lnTo>
                    <a:pt x="165281" y="334324"/>
                  </a:lnTo>
                  <a:lnTo>
                    <a:pt x="170620" y="334299"/>
                  </a:lnTo>
                  <a:lnTo>
                    <a:pt x="175956" y="33410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629088" y="1404005"/>
              <a:ext cx="8791" cy="166936"/>
            </a:xfrm>
            <a:custGeom>
              <a:avLst/>
              <a:pathLst>
                <a:path w="8791" h="166936">
                  <a:moveTo>
                    <a:pt x="8791" y="1669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629088" y="1239693"/>
              <a:ext cx="167152" cy="331248"/>
            </a:xfrm>
            <a:custGeom>
              <a:avLst/>
              <a:pathLst>
                <a:path w="167152" h="331248">
                  <a:moveTo>
                    <a:pt x="8791" y="331248"/>
                  </a:moveTo>
                  <a:lnTo>
                    <a:pt x="14113" y="330882"/>
                  </a:lnTo>
                  <a:lnTo>
                    <a:pt x="19420" y="330347"/>
                  </a:lnTo>
                  <a:lnTo>
                    <a:pt x="24708" y="329643"/>
                  </a:lnTo>
                  <a:lnTo>
                    <a:pt x="29970" y="328770"/>
                  </a:lnTo>
                  <a:lnTo>
                    <a:pt x="35202" y="327730"/>
                  </a:lnTo>
                  <a:lnTo>
                    <a:pt x="40398" y="326524"/>
                  </a:lnTo>
                  <a:lnTo>
                    <a:pt x="45553" y="325153"/>
                  </a:lnTo>
                  <a:lnTo>
                    <a:pt x="50662" y="323617"/>
                  </a:lnTo>
                  <a:lnTo>
                    <a:pt x="55719" y="321920"/>
                  </a:lnTo>
                  <a:lnTo>
                    <a:pt x="60719" y="320062"/>
                  </a:lnTo>
                  <a:lnTo>
                    <a:pt x="65657" y="318045"/>
                  </a:lnTo>
                  <a:lnTo>
                    <a:pt x="70529" y="315872"/>
                  </a:lnTo>
                  <a:lnTo>
                    <a:pt x="75328" y="313545"/>
                  </a:lnTo>
                  <a:lnTo>
                    <a:pt x="80051" y="311065"/>
                  </a:lnTo>
                  <a:lnTo>
                    <a:pt x="84693" y="308437"/>
                  </a:lnTo>
                  <a:lnTo>
                    <a:pt x="89248" y="305661"/>
                  </a:lnTo>
                  <a:lnTo>
                    <a:pt x="93712" y="302742"/>
                  </a:lnTo>
                  <a:lnTo>
                    <a:pt x="98081" y="299681"/>
                  </a:lnTo>
                  <a:lnTo>
                    <a:pt x="102350" y="296483"/>
                  </a:lnTo>
                  <a:lnTo>
                    <a:pt x="106515" y="293150"/>
                  </a:lnTo>
                  <a:lnTo>
                    <a:pt x="110572" y="289686"/>
                  </a:lnTo>
                  <a:lnTo>
                    <a:pt x="114516" y="286094"/>
                  </a:lnTo>
                  <a:lnTo>
                    <a:pt x="118343" y="282379"/>
                  </a:lnTo>
                  <a:lnTo>
                    <a:pt x="122049" y="278543"/>
                  </a:lnTo>
                  <a:lnTo>
                    <a:pt x="125632" y="274591"/>
                  </a:lnTo>
                  <a:lnTo>
                    <a:pt x="129086" y="270526"/>
                  </a:lnTo>
                  <a:lnTo>
                    <a:pt x="132410" y="266353"/>
                  </a:lnTo>
                  <a:lnTo>
                    <a:pt x="135598" y="262077"/>
                  </a:lnTo>
                  <a:lnTo>
                    <a:pt x="138648" y="257701"/>
                  </a:lnTo>
                  <a:lnTo>
                    <a:pt x="141557" y="253230"/>
                  </a:lnTo>
                  <a:lnTo>
                    <a:pt x="144322" y="248668"/>
                  </a:lnTo>
                  <a:lnTo>
                    <a:pt x="146940" y="244020"/>
                  </a:lnTo>
                  <a:lnTo>
                    <a:pt x="149408" y="239292"/>
                  </a:lnTo>
                  <a:lnTo>
                    <a:pt x="151724" y="234486"/>
                  </a:lnTo>
                  <a:lnTo>
                    <a:pt x="153886" y="229610"/>
                  </a:lnTo>
                  <a:lnTo>
                    <a:pt x="155891" y="224667"/>
                  </a:lnTo>
                  <a:lnTo>
                    <a:pt x="157737" y="219662"/>
                  </a:lnTo>
                  <a:lnTo>
                    <a:pt x="159423" y="214601"/>
                  </a:lnTo>
                  <a:lnTo>
                    <a:pt x="160946" y="209489"/>
                  </a:lnTo>
                  <a:lnTo>
                    <a:pt x="162306" y="204331"/>
                  </a:lnTo>
                  <a:lnTo>
                    <a:pt x="163500" y="199132"/>
                  </a:lnTo>
                  <a:lnTo>
                    <a:pt x="164528" y="193898"/>
                  </a:lnTo>
                  <a:lnTo>
                    <a:pt x="165388" y="188634"/>
                  </a:lnTo>
                  <a:lnTo>
                    <a:pt x="166080" y="183345"/>
                  </a:lnTo>
                  <a:lnTo>
                    <a:pt x="166603" y="178036"/>
                  </a:lnTo>
                  <a:lnTo>
                    <a:pt x="166956" y="172713"/>
                  </a:lnTo>
                  <a:lnTo>
                    <a:pt x="167139" y="167382"/>
                  </a:lnTo>
                  <a:lnTo>
                    <a:pt x="167152" y="162048"/>
                  </a:lnTo>
                  <a:lnTo>
                    <a:pt x="166994" y="156716"/>
                  </a:lnTo>
                  <a:lnTo>
                    <a:pt x="166667" y="151392"/>
                  </a:lnTo>
                  <a:lnTo>
                    <a:pt x="166170" y="146081"/>
                  </a:lnTo>
                  <a:lnTo>
                    <a:pt x="165504" y="140789"/>
                  </a:lnTo>
                  <a:lnTo>
                    <a:pt x="164669" y="135520"/>
                  </a:lnTo>
                  <a:lnTo>
                    <a:pt x="163666" y="130281"/>
                  </a:lnTo>
                  <a:lnTo>
                    <a:pt x="162497" y="125076"/>
                  </a:lnTo>
                  <a:lnTo>
                    <a:pt x="161163" y="119912"/>
                  </a:lnTo>
                  <a:lnTo>
                    <a:pt x="159664" y="114792"/>
                  </a:lnTo>
                  <a:lnTo>
                    <a:pt x="158003" y="109724"/>
                  </a:lnTo>
                  <a:lnTo>
                    <a:pt x="156181" y="104710"/>
                  </a:lnTo>
                  <a:lnTo>
                    <a:pt x="154200" y="99757"/>
                  </a:lnTo>
                  <a:lnTo>
                    <a:pt x="152062" y="94871"/>
                  </a:lnTo>
                  <a:lnTo>
                    <a:pt x="149769" y="90054"/>
                  </a:lnTo>
                  <a:lnTo>
                    <a:pt x="147323" y="85314"/>
                  </a:lnTo>
                  <a:lnTo>
                    <a:pt x="144728" y="80653"/>
                  </a:lnTo>
                  <a:lnTo>
                    <a:pt x="141985" y="76078"/>
                  </a:lnTo>
                  <a:lnTo>
                    <a:pt x="139097" y="71593"/>
                  </a:lnTo>
                  <a:lnTo>
                    <a:pt x="136068" y="67202"/>
                  </a:lnTo>
                  <a:lnTo>
                    <a:pt x="132901" y="62911"/>
                  </a:lnTo>
                  <a:lnTo>
                    <a:pt x="129598" y="58722"/>
                  </a:lnTo>
                  <a:lnTo>
                    <a:pt x="126163" y="54641"/>
                  </a:lnTo>
                  <a:lnTo>
                    <a:pt x="122600" y="50671"/>
                  </a:lnTo>
                  <a:lnTo>
                    <a:pt x="118912" y="46818"/>
                  </a:lnTo>
                  <a:lnTo>
                    <a:pt x="115102" y="43083"/>
                  </a:lnTo>
                  <a:lnTo>
                    <a:pt x="111176" y="39473"/>
                  </a:lnTo>
                  <a:lnTo>
                    <a:pt x="107136" y="35989"/>
                  </a:lnTo>
                  <a:lnTo>
                    <a:pt x="102988" y="32636"/>
                  </a:lnTo>
                  <a:lnTo>
                    <a:pt x="98734" y="29417"/>
                  </a:lnTo>
                  <a:lnTo>
                    <a:pt x="94380" y="26336"/>
                  </a:lnTo>
                  <a:lnTo>
                    <a:pt x="89930" y="23395"/>
                  </a:lnTo>
                  <a:lnTo>
                    <a:pt x="85388" y="20597"/>
                  </a:lnTo>
                  <a:lnTo>
                    <a:pt x="80759" y="17946"/>
                  </a:lnTo>
                  <a:lnTo>
                    <a:pt x="76048" y="15444"/>
                  </a:lnTo>
                  <a:lnTo>
                    <a:pt x="71260" y="13094"/>
                  </a:lnTo>
                  <a:lnTo>
                    <a:pt x="66399" y="10897"/>
                  </a:lnTo>
                  <a:lnTo>
                    <a:pt x="61470" y="8857"/>
                  </a:lnTo>
                  <a:lnTo>
                    <a:pt x="56479" y="6974"/>
                  </a:lnTo>
                  <a:lnTo>
                    <a:pt x="51430" y="5253"/>
                  </a:lnTo>
                  <a:lnTo>
                    <a:pt x="46329" y="3693"/>
                  </a:lnTo>
                  <a:lnTo>
                    <a:pt x="41181" y="2296"/>
                  </a:lnTo>
                  <a:lnTo>
                    <a:pt x="35991" y="1065"/>
                  </a:lnTo>
                  <a:lnTo>
                    <a:pt x="30764" y="0"/>
                  </a:lnTo>
                  <a:lnTo>
                    <a:pt x="0" y="1643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629088" y="1236837"/>
              <a:ext cx="30764" cy="167167"/>
            </a:xfrm>
            <a:custGeom>
              <a:avLst/>
              <a:pathLst>
                <a:path w="30764" h="167167">
                  <a:moveTo>
                    <a:pt x="30764" y="2855"/>
                  </a:moveTo>
                  <a:lnTo>
                    <a:pt x="23131" y="1608"/>
                  </a:lnTo>
                  <a:lnTo>
                    <a:pt x="15448" y="715"/>
                  </a:lnTo>
                  <a:lnTo>
                    <a:pt x="7732" y="17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89614" y="1546402"/>
              <a:ext cx="122952" cy="167167"/>
            </a:xfrm>
            <a:custGeom>
              <a:avLst/>
              <a:pathLst>
                <a:path w="122952" h="167167">
                  <a:moveTo>
                    <a:pt x="122952" y="0"/>
                  </a:moveTo>
                  <a:lnTo>
                    <a:pt x="117427" y="91"/>
                  </a:lnTo>
                  <a:lnTo>
                    <a:pt x="111908" y="365"/>
                  </a:lnTo>
                  <a:lnTo>
                    <a:pt x="106401" y="821"/>
                  </a:lnTo>
                  <a:lnTo>
                    <a:pt x="100912" y="1459"/>
                  </a:lnTo>
                  <a:lnTo>
                    <a:pt x="95448" y="2278"/>
                  </a:lnTo>
                  <a:lnTo>
                    <a:pt x="90013" y="3277"/>
                  </a:lnTo>
                  <a:lnTo>
                    <a:pt x="84614" y="4455"/>
                  </a:lnTo>
                  <a:lnTo>
                    <a:pt x="79258" y="5811"/>
                  </a:lnTo>
                  <a:lnTo>
                    <a:pt x="73949" y="7343"/>
                  </a:lnTo>
                  <a:lnTo>
                    <a:pt x="68693" y="9050"/>
                  </a:lnTo>
                  <a:lnTo>
                    <a:pt x="63497" y="10930"/>
                  </a:lnTo>
                  <a:lnTo>
                    <a:pt x="58366" y="12980"/>
                  </a:lnTo>
                  <a:lnTo>
                    <a:pt x="53305" y="15199"/>
                  </a:lnTo>
                  <a:lnTo>
                    <a:pt x="48321" y="17584"/>
                  </a:lnTo>
                  <a:lnTo>
                    <a:pt x="43418" y="20132"/>
                  </a:lnTo>
                  <a:lnTo>
                    <a:pt x="38601" y="22841"/>
                  </a:lnTo>
                  <a:lnTo>
                    <a:pt x="33877" y="25708"/>
                  </a:lnTo>
                  <a:lnTo>
                    <a:pt x="29251" y="28729"/>
                  </a:lnTo>
                  <a:lnTo>
                    <a:pt x="24727" y="31901"/>
                  </a:lnTo>
                  <a:lnTo>
                    <a:pt x="20310" y="35222"/>
                  </a:lnTo>
                  <a:lnTo>
                    <a:pt x="16005" y="38686"/>
                  </a:lnTo>
                  <a:lnTo>
                    <a:pt x="11817" y="42291"/>
                  </a:lnTo>
                  <a:lnTo>
                    <a:pt x="7751" y="46032"/>
                  </a:lnTo>
                  <a:lnTo>
                    <a:pt x="3810" y="49906"/>
                  </a:lnTo>
                  <a:lnTo>
                    <a:pt x="0" y="53907"/>
                  </a:lnTo>
                  <a:lnTo>
                    <a:pt x="12295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9614" y="1600310"/>
              <a:ext cx="122952" cy="113259"/>
            </a:xfrm>
            <a:custGeom>
              <a:avLst/>
              <a:pathLst>
                <a:path w="122952" h="113259">
                  <a:moveTo>
                    <a:pt x="0" y="0"/>
                  </a:moveTo>
                  <a:lnTo>
                    <a:pt x="122952" y="1132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45412" y="1571736"/>
              <a:ext cx="334319" cy="308996"/>
            </a:xfrm>
            <a:custGeom>
              <a:avLst/>
              <a:pathLst>
                <a:path w="334319" h="308996">
                  <a:moveTo>
                    <a:pt x="44201" y="28573"/>
                  </a:moveTo>
                  <a:lnTo>
                    <a:pt x="40661" y="32541"/>
                  </a:lnTo>
                  <a:lnTo>
                    <a:pt x="37249" y="36620"/>
                  </a:lnTo>
                  <a:lnTo>
                    <a:pt x="33968" y="40805"/>
                  </a:lnTo>
                  <a:lnTo>
                    <a:pt x="30822" y="45092"/>
                  </a:lnTo>
                  <a:lnTo>
                    <a:pt x="27814" y="49477"/>
                  </a:lnTo>
                  <a:lnTo>
                    <a:pt x="24947" y="53956"/>
                  </a:lnTo>
                  <a:lnTo>
                    <a:pt x="22224" y="58523"/>
                  </a:lnTo>
                  <a:lnTo>
                    <a:pt x="19648" y="63175"/>
                  </a:lnTo>
                  <a:lnTo>
                    <a:pt x="17220" y="67907"/>
                  </a:lnTo>
                  <a:lnTo>
                    <a:pt x="14945" y="72713"/>
                  </a:lnTo>
                  <a:lnTo>
                    <a:pt x="12824" y="77589"/>
                  </a:lnTo>
                  <a:lnTo>
                    <a:pt x="10858" y="82530"/>
                  </a:lnTo>
                  <a:lnTo>
                    <a:pt x="9051" y="87531"/>
                  </a:lnTo>
                  <a:lnTo>
                    <a:pt x="7404" y="92588"/>
                  </a:lnTo>
                  <a:lnTo>
                    <a:pt x="5919" y="97693"/>
                  </a:lnTo>
                  <a:lnTo>
                    <a:pt x="4596" y="102844"/>
                  </a:lnTo>
                  <a:lnTo>
                    <a:pt x="3438" y="108034"/>
                  </a:lnTo>
                  <a:lnTo>
                    <a:pt x="2446" y="113259"/>
                  </a:lnTo>
                  <a:lnTo>
                    <a:pt x="1621" y="118512"/>
                  </a:lnTo>
                  <a:lnTo>
                    <a:pt x="963" y="123789"/>
                  </a:lnTo>
                  <a:lnTo>
                    <a:pt x="473" y="129084"/>
                  </a:lnTo>
                  <a:lnTo>
                    <a:pt x="152" y="134392"/>
                  </a:lnTo>
                  <a:lnTo>
                    <a:pt x="0" y="139707"/>
                  </a:lnTo>
                  <a:lnTo>
                    <a:pt x="16" y="145025"/>
                  </a:lnTo>
                  <a:lnTo>
                    <a:pt x="203" y="150339"/>
                  </a:lnTo>
                  <a:lnTo>
                    <a:pt x="558" y="155645"/>
                  </a:lnTo>
                  <a:lnTo>
                    <a:pt x="1081" y="160937"/>
                  </a:lnTo>
                  <a:lnTo>
                    <a:pt x="1773" y="166209"/>
                  </a:lnTo>
                  <a:lnTo>
                    <a:pt x="2632" y="171457"/>
                  </a:lnTo>
                  <a:lnTo>
                    <a:pt x="3657" y="176675"/>
                  </a:lnTo>
                  <a:lnTo>
                    <a:pt x="4848" y="181858"/>
                  </a:lnTo>
                  <a:lnTo>
                    <a:pt x="6204" y="187000"/>
                  </a:lnTo>
                  <a:lnTo>
                    <a:pt x="7722" y="192096"/>
                  </a:lnTo>
                  <a:lnTo>
                    <a:pt x="9401" y="197142"/>
                  </a:lnTo>
                  <a:lnTo>
                    <a:pt x="11240" y="202131"/>
                  </a:lnTo>
                  <a:lnTo>
                    <a:pt x="13237" y="207060"/>
                  </a:lnTo>
                  <a:lnTo>
                    <a:pt x="15389" y="211922"/>
                  </a:lnTo>
                  <a:lnTo>
                    <a:pt x="17695" y="216714"/>
                  </a:lnTo>
                  <a:lnTo>
                    <a:pt x="20153" y="221430"/>
                  </a:lnTo>
                  <a:lnTo>
                    <a:pt x="22759" y="226065"/>
                  </a:lnTo>
                  <a:lnTo>
                    <a:pt x="25511" y="230615"/>
                  </a:lnTo>
                  <a:lnTo>
                    <a:pt x="28407" y="235076"/>
                  </a:lnTo>
                  <a:lnTo>
                    <a:pt x="31442" y="239441"/>
                  </a:lnTo>
                  <a:lnTo>
                    <a:pt x="34616" y="243708"/>
                  </a:lnTo>
                  <a:lnTo>
                    <a:pt x="37923" y="247873"/>
                  </a:lnTo>
                  <a:lnTo>
                    <a:pt x="41361" y="251929"/>
                  </a:lnTo>
                  <a:lnTo>
                    <a:pt x="44927" y="255875"/>
                  </a:lnTo>
                  <a:lnTo>
                    <a:pt x="48616" y="259704"/>
                  </a:lnTo>
                  <a:lnTo>
                    <a:pt x="52425" y="263415"/>
                  </a:lnTo>
                  <a:lnTo>
                    <a:pt x="56350" y="267003"/>
                  </a:lnTo>
                  <a:lnTo>
                    <a:pt x="60387" y="270464"/>
                  </a:lnTo>
                  <a:lnTo>
                    <a:pt x="64533" y="273794"/>
                  </a:lnTo>
                  <a:lnTo>
                    <a:pt x="68782" y="276992"/>
                  </a:lnTo>
                  <a:lnTo>
                    <a:pt x="73131" y="280052"/>
                  </a:lnTo>
                  <a:lnTo>
                    <a:pt x="77574" y="282973"/>
                  </a:lnTo>
                  <a:lnTo>
                    <a:pt x="82109" y="285750"/>
                  </a:lnTo>
                  <a:lnTo>
                    <a:pt x="86729" y="288383"/>
                  </a:lnTo>
                  <a:lnTo>
                    <a:pt x="91431" y="290866"/>
                  </a:lnTo>
                  <a:lnTo>
                    <a:pt x="96210" y="293200"/>
                  </a:lnTo>
                  <a:lnTo>
                    <a:pt x="101060" y="295379"/>
                  </a:lnTo>
                  <a:lnTo>
                    <a:pt x="105978" y="297404"/>
                  </a:lnTo>
                  <a:lnTo>
                    <a:pt x="110957" y="299271"/>
                  </a:lnTo>
                  <a:lnTo>
                    <a:pt x="115993" y="300979"/>
                  </a:lnTo>
                  <a:lnTo>
                    <a:pt x="121080" y="302525"/>
                  </a:lnTo>
                  <a:lnTo>
                    <a:pt x="126215" y="303910"/>
                  </a:lnTo>
                  <a:lnTo>
                    <a:pt x="131391" y="305130"/>
                  </a:lnTo>
                  <a:lnTo>
                    <a:pt x="136603" y="306185"/>
                  </a:lnTo>
                  <a:lnTo>
                    <a:pt x="141846" y="307073"/>
                  </a:lnTo>
                  <a:lnTo>
                    <a:pt x="147114" y="307794"/>
                  </a:lnTo>
                  <a:lnTo>
                    <a:pt x="152403" y="308348"/>
                  </a:lnTo>
                  <a:lnTo>
                    <a:pt x="157707" y="308733"/>
                  </a:lnTo>
                  <a:lnTo>
                    <a:pt x="163020" y="308949"/>
                  </a:lnTo>
                  <a:lnTo>
                    <a:pt x="168337" y="308996"/>
                  </a:lnTo>
                  <a:lnTo>
                    <a:pt x="173654" y="308874"/>
                  </a:lnTo>
                  <a:lnTo>
                    <a:pt x="178963" y="308582"/>
                  </a:lnTo>
                  <a:lnTo>
                    <a:pt x="184261" y="308122"/>
                  </a:lnTo>
                  <a:lnTo>
                    <a:pt x="189542" y="307494"/>
                  </a:lnTo>
                  <a:lnTo>
                    <a:pt x="194799" y="306698"/>
                  </a:lnTo>
                  <a:lnTo>
                    <a:pt x="200029" y="305735"/>
                  </a:lnTo>
                  <a:lnTo>
                    <a:pt x="205226" y="304607"/>
                  </a:lnTo>
                  <a:lnTo>
                    <a:pt x="210384" y="303313"/>
                  </a:lnTo>
                  <a:lnTo>
                    <a:pt x="215498" y="301857"/>
                  </a:lnTo>
                  <a:lnTo>
                    <a:pt x="220563" y="300238"/>
                  </a:lnTo>
                  <a:lnTo>
                    <a:pt x="225575" y="298459"/>
                  </a:lnTo>
                  <a:lnTo>
                    <a:pt x="230527" y="296522"/>
                  </a:lnTo>
                  <a:lnTo>
                    <a:pt x="235415" y="294428"/>
                  </a:lnTo>
                  <a:lnTo>
                    <a:pt x="240234" y="292179"/>
                  </a:lnTo>
                  <a:lnTo>
                    <a:pt x="244979" y="289779"/>
                  </a:lnTo>
                  <a:lnTo>
                    <a:pt x="249645" y="287229"/>
                  </a:lnTo>
                  <a:lnTo>
                    <a:pt x="254228" y="284531"/>
                  </a:lnTo>
                  <a:lnTo>
                    <a:pt x="258723" y="281690"/>
                  </a:lnTo>
                  <a:lnTo>
                    <a:pt x="263125" y="278706"/>
                  </a:lnTo>
                  <a:lnTo>
                    <a:pt x="267430" y="275585"/>
                  </a:lnTo>
                  <a:lnTo>
                    <a:pt x="271633" y="272328"/>
                  </a:lnTo>
                  <a:lnTo>
                    <a:pt x="275731" y="268938"/>
                  </a:lnTo>
                  <a:lnTo>
                    <a:pt x="279719" y="265421"/>
                  </a:lnTo>
                  <a:lnTo>
                    <a:pt x="283593" y="261778"/>
                  </a:lnTo>
                  <a:lnTo>
                    <a:pt x="287349" y="258014"/>
                  </a:lnTo>
                  <a:lnTo>
                    <a:pt x="290983" y="254132"/>
                  </a:lnTo>
                  <a:lnTo>
                    <a:pt x="294492" y="250136"/>
                  </a:lnTo>
                  <a:lnTo>
                    <a:pt x="297873" y="246031"/>
                  </a:lnTo>
                  <a:lnTo>
                    <a:pt x="301121" y="241821"/>
                  </a:lnTo>
                  <a:lnTo>
                    <a:pt x="304233" y="237509"/>
                  </a:lnTo>
                  <a:lnTo>
                    <a:pt x="307207" y="233101"/>
                  </a:lnTo>
                  <a:lnTo>
                    <a:pt x="310039" y="228600"/>
                  </a:lnTo>
                  <a:lnTo>
                    <a:pt x="312727" y="224011"/>
                  </a:lnTo>
                  <a:lnTo>
                    <a:pt x="315267" y="219340"/>
                  </a:lnTo>
                  <a:lnTo>
                    <a:pt x="317657" y="214589"/>
                  </a:lnTo>
                  <a:lnTo>
                    <a:pt x="319895" y="209766"/>
                  </a:lnTo>
                  <a:lnTo>
                    <a:pt x="321979" y="204873"/>
                  </a:lnTo>
                  <a:lnTo>
                    <a:pt x="323905" y="199917"/>
                  </a:lnTo>
                  <a:lnTo>
                    <a:pt x="325674" y="194902"/>
                  </a:lnTo>
                  <a:lnTo>
                    <a:pt x="327281" y="189833"/>
                  </a:lnTo>
                  <a:lnTo>
                    <a:pt x="328727" y="184715"/>
                  </a:lnTo>
                  <a:lnTo>
                    <a:pt x="330009" y="179555"/>
                  </a:lnTo>
                  <a:lnTo>
                    <a:pt x="331127" y="174356"/>
                  </a:lnTo>
                  <a:lnTo>
                    <a:pt x="332078" y="169124"/>
                  </a:lnTo>
                  <a:lnTo>
                    <a:pt x="332863" y="163864"/>
                  </a:lnTo>
                  <a:lnTo>
                    <a:pt x="333480" y="158583"/>
                  </a:lnTo>
                  <a:lnTo>
                    <a:pt x="333928" y="153284"/>
                  </a:lnTo>
                  <a:lnTo>
                    <a:pt x="334208" y="147974"/>
                  </a:lnTo>
                  <a:lnTo>
                    <a:pt x="334319" y="142657"/>
                  </a:lnTo>
                  <a:lnTo>
                    <a:pt x="334260" y="137340"/>
                  </a:lnTo>
                  <a:lnTo>
                    <a:pt x="334033" y="132027"/>
                  </a:lnTo>
                  <a:lnTo>
                    <a:pt x="333637" y="126724"/>
                  </a:lnTo>
                  <a:lnTo>
                    <a:pt x="333072" y="121436"/>
                  </a:lnTo>
                  <a:lnTo>
                    <a:pt x="332339" y="116169"/>
                  </a:lnTo>
                  <a:lnTo>
                    <a:pt x="331439" y="110928"/>
                  </a:lnTo>
                  <a:lnTo>
                    <a:pt x="330373" y="105719"/>
                  </a:lnTo>
                  <a:lnTo>
                    <a:pt x="329142" y="100545"/>
                  </a:lnTo>
                  <a:lnTo>
                    <a:pt x="327747" y="95414"/>
                  </a:lnTo>
                  <a:lnTo>
                    <a:pt x="326189" y="90330"/>
                  </a:lnTo>
                  <a:lnTo>
                    <a:pt x="324471" y="85297"/>
                  </a:lnTo>
                  <a:lnTo>
                    <a:pt x="322593" y="80322"/>
                  </a:lnTo>
                  <a:lnTo>
                    <a:pt x="320558" y="75409"/>
                  </a:lnTo>
                  <a:lnTo>
                    <a:pt x="318368" y="70564"/>
                  </a:lnTo>
                  <a:lnTo>
                    <a:pt x="316024" y="65790"/>
                  </a:lnTo>
                  <a:lnTo>
                    <a:pt x="313530" y="61094"/>
                  </a:lnTo>
                  <a:lnTo>
                    <a:pt x="310888" y="56479"/>
                  </a:lnTo>
                  <a:lnTo>
                    <a:pt x="308101" y="51950"/>
                  </a:lnTo>
                  <a:lnTo>
                    <a:pt x="305170" y="47513"/>
                  </a:lnTo>
                  <a:lnTo>
                    <a:pt x="302101" y="43170"/>
                  </a:lnTo>
                  <a:lnTo>
                    <a:pt x="298894" y="38928"/>
                  </a:lnTo>
                  <a:lnTo>
                    <a:pt x="295555" y="34790"/>
                  </a:lnTo>
                  <a:lnTo>
                    <a:pt x="292085" y="30760"/>
                  </a:lnTo>
                  <a:lnTo>
                    <a:pt x="288489" y="26843"/>
                  </a:lnTo>
                  <a:lnTo>
                    <a:pt x="284770" y="23042"/>
                  </a:lnTo>
                  <a:lnTo>
                    <a:pt x="280932" y="19361"/>
                  </a:lnTo>
                  <a:lnTo>
                    <a:pt x="276979" y="15804"/>
                  </a:lnTo>
                  <a:lnTo>
                    <a:pt x="272915" y="12374"/>
                  </a:lnTo>
                  <a:lnTo>
                    <a:pt x="268744" y="9076"/>
                  </a:lnTo>
                  <a:lnTo>
                    <a:pt x="264470" y="5912"/>
                  </a:lnTo>
                  <a:lnTo>
                    <a:pt x="260098" y="2885"/>
                  </a:lnTo>
                  <a:lnTo>
                    <a:pt x="255631" y="0"/>
                  </a:lnTo>
                  <a:lnTo>
                    <a:pt x="167153" y="1418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212566" y="1546402"/>
              <a:ext cx="88477" cy="167167"/>
            </a:xfrm>
            <a:custGeom>
              <a:avLst/>
              <a:pathLst>
                <a:path w="88477" h="167167">
                  <a:moveTo>
                    <a:pt x="88477" y="25334"/>
                  </a:moveTo>
                  <a:lnTo>
                    <a:pt x="83481" y="22336"/>
                  </a:lnTo>
                  <a:lnTo>
                    <a:pt x="78382" y="19515"/>
                  </a:lnTo>
                  <a:lnTo>
                    <a:pt x="73189" y="16873"/>
                  </a:lnTo>
                  <a:lnTo>
                    <a:pt x="67906" y="14413"/>
                  </a:lnTo>
                  <a:lnTo>
                    <a:pt x="62541" y="12139"/>
                  </a:lnTo>
                  <a:lnTo>
                    <a:pt x="57100" y="10054"/>
                  </a:lnTo>
                  <a:lnTo>
                    <a:pt x="51589" y="8159"/>
                  </a:lnTo>
                  <a:lnTo>
                    <a:pt x="46016" y="6458"/>
                  </a:lnTo>
                  <a:lnTo>
                    <a:pt x="40387" y="4952"/>
                  </a:lnTo>
                  <a:lnTo>
                    <a:pt x="34709" y="3643"/>
                  </a:lnTo>
                  <a:lnTo>
                    <a:pt x="28989" y="2532"/>
                  </a:lnTo>
                  <a:lnTo>
                    <a:pt x="23233" y="1622"/>
                  </a:lnTo>
                  <a:lnTo>
                    <a:pt x="17450" y="913"/>
                  </a:lnTo>
                  <a:lnTo>
                    <a:pt x="11645" y="406"/>
                  </a:lnTo>
                  <a:lnTo>
                    <a:pt x="5826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91979" y="1943516"/>
              <a:ext cx="86803" cy="167167"/>
            </a:xfrm>
            <a:custGeom>
              <a:avLst/>
              <a:pathLst>
                <a:path w="86803" h="167167">
                  <a:moveTo>
                    <a:pt x="86803" y="0"/>
                  </a:moveTo>
                  <a:lnTo>
                    <a:pt x="81100" y="97"/>
                  </a:lnTo>
                  <a:lnTo>
                    <a:pt x="75403" y="389"/>
                  </a:lnTo>
                  <a:lnTo>
                    <a:pt x="69720" y="875"/>
                  </a:lnTo>
                  <a:lnTo>
                    <a:pt x="64056" y="1554"/>
                  </a:lnTo>
                  <a:lnTo>
                    <a:pt x="58419" y="2427"/>
                  </a:lnTo>
                  <a:lnTo>
                    <a:pt x="52815" y="3491"/>
                  </a:lnTo>
                  <a:lnTo>
                    <a:pt x="47251" y="4746"/>
                  </a:lnTo>
                  <a:lnTo>
                    <a:pt x="41732" y="6190"/>
                  </a:lnTo>
                  <a:lnTo>
                    <a:pt x="36266" y="7821"/>
                  </a:lnTo>
                  <a:lnTo>
                    <a:pt x="30859" y="9638"/>
                  </a:lnTo>
                  <a:lnTo>
                    <a:pt x="25517" y="11639"/>
                  </a:lnTo>
                  <a:lnTo>
                    <a:pt x="20247" y="13820"/>
                  </a:lnTo>
                  <a:lnTo>
                    <a:pt x="15054" y="16180"/>
                  </a:lnTo>
                  <a:lnTo>
                    <a:pt x="9944" y="18716"/>
                  </a:lnTo>
                  <a:lnTo>
                    <a:pt x="4924" y="21425"/>
                  </a:lnTo>
                  <a:lnTo>
                    <a:pt x="0" y="24303"/>
                  </a:lnTo>
                  <a:lnTo>
                    <a:pt x="8680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91979" y="1967820"/>
              <a:ext cx="86803" cy="142863"/>
            </a:xfrm>
            <a:custGeom>
              <a:avLst/>
              <a:pathLst>
                <a:path w="86803" h="142863">
                  <a:moveTo>
                    <a:pt x="0" y="0"/>
                  </a:moveTo>
                  <a:lnTo>
                    <a:pt x="86803" y="1428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91891" y="1967874"/>
              <a:ext cx="86892" cy="142810"/>
            </a:xfrm>
            <a:custGeom>
              <a:avLst/>
              <a:pathLst>
                <a:path w="86892" h="142810">
                  <a:moveTo>
                    <a:pt x="0" y="0"/>
                  </a:moveTo>
                  <a:lnTo>
                    <a:pt x="86892" y="1428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11624" y="1943516"/>
              <a:ext cx="334310" cy="334333"/>
            </a:xfrm>
            <a:custGeom>
              <a:avLst/>
              <a:pathLst>
                <a:path w="334310" h="334333">
                  <a:moveTo>
                    <a:pt x="80266" y="24357"/>
                  </a:moveTo>
                  <a:lnTo>
                    <a:pt x="75785" y="27182"/>
                  </a:lnTo>
                  <a:lnTo>
                    <a:pt x="71395" y="30148"/>
                  </a:lnTo>
                  <a:lnTo>
                    <a:pt x="67101" y="33251"/>
                  </a:lnTo>
                  <a:lnTo>
                    <a:pt x="62907" y="36489"/>
                  </a:lnTo>
                  <a:lnTo>
                    <a:pt x="58819" y="39858"/>
                  </a:lnTo>
                  <a:lnTo>
                    <a:pt x="54839" y="43355"/>
                  </a:lnTo>
                  <a:lnTo>
                    <a:pt x="50972" y="46977"/>
                  </a:lnTo>
                  <a:lnTo>
                    <a:pt x="47222" y="50719"/>
                  </a:lnTo>
                  <a:lnTo>
                    <a:pt x="43592" y="54578"/>
                  </a:lnTo>
                  <a:lnTo>
                    <a:pt x="40086" y="58550"/>
                  </a:lnTo>
                  <a:lnTo>
                    <a:pt x="36708" y="62632"/>
                  </a:lnTo>
                  <a:lnTo>
                    <a:pt x="33461" y="66818"/>
                  </a:lnTo>
                  <a:lnTo>
                    <a:pt x="30348" y="71105"/>
                  </a:lnTo>
                  <a:lnTo>
                    <a:pt x="27373" y="75489"/>
                  </a:lnTo>
                  <a:lnTo>
                    <a:pt x="24538" y="79964"/>
                  </a:lnTo>
                  <a:lnTo>
                    <a:pt x="21846" y="84527"/>
                  </a:lnTo>
                  <a:lnTo>
                    <a:pt x="19301" y="89174"/>
                  </a:lnTo>
                  <a:lnTo>
                    <a:pt x="16903" y="93898"/>
                  </a:lnTo>
                  <a:lnTo>
                    <a:pt x="14657" y="98696"/>
                  </a:lnTo>
                  <a:lnTo>
                    <a:pt x="12564" y="103563"/>
                  </a:lnTo>
                  <a:lnTo>
                    <a:pt x="10626" y="108494"/>
                  </a:lnTo>
                  <a:lnTo>
                    <a:pt x="8845" y="113484"/>
                  </a:lnTo>
                  <a:lnTo>
                    <a:pt x="7224" y="118528"/>
                  </a:lnTo>
                  <a:lnTo>
                    <a:pt x="5763" y="123620"/>
                  </a:lnTo>
                  <a:lnTo>
                    <a:pt x="4464" y="128756"/>
                  </a:lnTo>
                  <a:lnTo>
                    <a:pt x="3328" y="133931"/>
                  </a:lnTo>
                  <a:lnTo>
                    <a:pt x="2357" y="139139"/>
                  </a:lnTo>
                  <a:lnTo>
                    <a:pt x="1552" y="144376"/>
                  </a:lnTo>
                  <a:lnTo>
                    <a:pt x="913" y="149635"/>
                  </a:lnTo>
                  <a:lnTo>
                    <a:pt x="441" y="154912"/>
                  </a:lnTo>
                  <a:lnTo>
                    <a:pt x="136" y="160201"/>
                  </a:lnTo>
                  <a:lnTo>
                    <a:pt x="0" y="165497"/>
                  </a:lnTo>
                  <a:lnTo>
                    <a:pt x="31" y="170795"/>
                  </a:lnTo>
                  <a:lnTo>
                    <a:pt x="229" y="176089"/>
                  </a:lnTo>
                  <a:lnTo>
                    <a:pt x="596" y="181375"/>
                  </a:lnTo>
                  <a:lnTo>
                    <a:pt x="1130" y="186646"/>
                  </a:lnTo>
                  <a:lnTo>
                    <a:pt x="1831" y="191897"/>
                  </a:lnTo>
                  <a:lnTo>
                    <a:pt x="2697" y="197124"/>
                  </a:lnTo>
                  <a:lnTo>
                    <a:pt x="3729" y="202320"/>
                  </a:lnTo>
                  <a:lnTo>
                    <a:pt x="4925" y="207481"/>
                  </a:lnTo>
                  <a:lnTo>
                    <a:pt x="6284" y="212602"/>
                  </a:lnTo>
                  <a:lnTo>
                    <a:pt x="7805" y="217677"/>
                  </a:lnTo>
                  <a:lnTo>
                    <a:pt x="9485" y="222701"/>
                  </a:lnTo>
                  <a:lnTo>
                    <a:pt x="11324" y="227670"/>
                  </a:lnTo>
                  <a:lnTo>
                    <a:pt x="13320" y="232578"/>
                  </a:lnTo>
                  <a:lnTo>
                    <a:pt x="15470" y="237420"/>
                  </a:lnTo>
                  <a:lnTo>
                    <a:pt x="17772" y="242191"/>
                  </a:lnTo>
                  <a:lnTo>
                    <a:pt x="20225" y="246887"/>
                  </a:lnTo>
                  <a:lnTo>
                    <a:pt x="22825" y="251503"/>
                  </a:lnTo>
                  <a:lnTo>
                    <a:pt x="25570" y="256035"/>
                  </a:lnTo>
                  <a:lnTo>
                    <a:pt x="28457" y="260477"/>
                  </a:lnTo>
                  <a:lnTo>
                    <a:pt x="31483" y="264825"/>
                  </a:lnTo>
                  <a:lnTo>
                    <a:pt x="34646" y="269076"/>
                  </a:lnTo>
                  <a:lnTo>
                    <a:pt x="37942" y="273224"/>
                  </a:lnTo>
                  <a:lnTo>
                    <a:pt x="41368" y="277265"/>
                  </a:lnTo>
                  <a:lnTo>
                    <a:pt x="44920" y="281196"/>
                  </a:lnTo>
                  <a:lnTo>
                    <a:pt x="48594" y="285012"/>
                  </a:lnTo>
                  <a:lnTo>
                    <a:pt x="52388" y="288710"/>
                  </a:lnTo>
                  <a:lnTo>
                    <a:pt x="56297" y="292286"/>
                  </a:lnTo>
                  <a:lnTo>
                    <a:pt x="60318" y="295736"/>
                  </a:lnTo>
                  <a:lnTo>
                    <a:pt x="64446" y="299057"/>
                  </a:lnTo>
                  <a:lnTo>
                    <a:pt x="68677" y="302246"/>
                  </a:lnTo>
                  <a:lnTo>
                    <a:pt x="73007" y="305299"/>
                  </a:lnTo>
                  <a:lnTo>
                    <a:pt x="77431" y="308213"/>
                  </a:lnTo>
                  <a:lnTo>
                    <a:pt x="81946" y="310985"/>
                  </a:lnTo>
                  <a:lnTo>
                    <a:pt x="86546" y="313613"/>
                  </a:lnTo>
                  <a:lnTo>
                    <a:pt x="91227" y="316094"/>
                  </a:lnTo>
                  <a:lnTo>
                    <a:pt x="95984" y="318426"/>
                  </a:lnTo>
                  <a:lnTo>
                    <a:pt x="100813" y="320605"/>
                  </a:lnTo>
                  <a:lnTo>
                    <a:pt x="105709" y="322630"/>
                  </a:lnTo>
                  <a:lnTo>
                    <a:pt x="110666" y="324500"/>
                  </a:lnTo>
                  <a:lnTo>
                    <a:pt x="115680" y="326211"/>
                  </a:lnTo>
                  <a:lnTo>
                    <a:pt x="120746" y="327762"/>
                  </a:lnTo>
                  <a:lnTo>
                    <a:pt x="125858" y="329152"/>
                  </a:lnTo>
                  <a:lnTo>
                    <a:pt x="131012" y="330380"/>
                  </a:lnTo>
                  <a:lnTo>
                    <a:pt x="136202" y="331443"/>
                  </a:lnTo>
                  <a:lnTo>
                    <a:pt x="141423" y="332342"/>
                  </a:lnTo>
                  <a:lnTo>
                    <a:pt x="146670" y="333074"/>
                  </a:lnTo>
                  <a:lnTo>
                    <a:pt x="151938" y="333640"/>
                  </a:lnTo>
                  <a:lnTo>
                    <a:pt x="157221" y="334039"/>
                  </a:lnTo>
                  <a:lnTo>
                    <a:pt x="162514" y="334270"/>
                  </a:lnTo>
                  <a:lnTo>
                    <a:pt x="167812" y="334333"/>
                  </a:lnTo>
                  <a:lnTo>
                    <a:pt x="173108" y="334228"/>
                  </a:lnTo>
                  <a:lnTo>
                    <a:pt x="178399" y="333956"/>
                  </a:lnTo>
                  <a:lnTo>
                    <a:pt x="183679" y="333516"/>
                  </a:lnTo>
                  <a:lnTo>
                    <a:pt x="188942" y="332909"/>
                  </a:lnTo>
                  <a:lnTo>
                    <a:pt x="194183" y="332135"/>
                  </a:lnTo>
                  <a:lnTo>
                    <a:pt x="199397" y="331196"/>
                  </a:lnTo>
                  <a:lnTo>
                    <a:pt x="204579" y="330092"/>
                  </a:lnTo>
                  <a:lnTo>
                    <a:pt x="209723" y="328825"/>
                  </a:lnTo>
                  <a:lnTo>
                    <a:pt x="214824" y="327395"/>
                  </a:lnTo>
                  <a:lnTo>
                    <a:pt x="219878" y="325804"/>
                  </a:lnTo>
                  <a:lnTo>
                    <a:pt x="224878" y="324054"/>
                  </a:lnTo>
                  <a:lnTo>
                    <a:pt x="229821" y="322146"/>
                  </a:lnTo>
                  <a:lnTo>
                    <a:pt x="234700" y="320082"/>
                  </a:lnTo>
                  <a:lnTo>
                    <a:pt x="239512" y="317865"/>
                  </a:lnTo>
                  <a:lnTo>
                    <a:pt x="244251" y="315497"/>
                  </a:lnTo>
                  <a:lnTo>
                    <a:pt x="248913" y="312979"/>
                  </a:lnTo>
                  <a:lnTo>
                    <a:pt x="253492" y="310315"/>
                  </a:lnTo>
                  <a:lnTo>
                    <a:pt x="257985" y="307508"/>
                  </a:lnTo>
                  <a:lnTo>
                    <a:pt x="262387" y="304559"/>
                  </a:lnTo>
                  <a:lnTo>
                    <a:pt x="266693" y="301472"/>
                  </a:lnTo>
                  <a:lnTo>
                    <a:pt x="270899" y="298251"/>
                  </a:lnTo>
                  <a:lnTo>
                    <a:pt x="275000" y="294898"/>
                  </a:lnTo>
                  <a:lnTo>
                    <a:pt x="278994" y="291416"/>
                  </a:lnTo>
                  <a:lnTo>
                    <a:pt x="282875" y="287810"/>
                  </a:lnTo>
                  <a:lnTo>
                    <a:pt x="286640" y="284082"/>
                  </a:lnTo>
                  <a:lnTo>
                    <a:pt x="290285" y="280237"/>
                  </a:lnTo>
                  <a:lnTo>
                    <a:pt x="293806" y="276279"/>
                  </a:lnTo>
                  <a:lnTo>
                    <a:pt x="297200" y="272211"/>
                  </a:lnTo>
                  <a:lnTo>
                    <a:pt x="300463" y="268037"/>
                  </a:lnTo>
                  <a:lnTo>
                    <a:pt x="303593" y="263763"/>
                  </a:lnTo>
                  <a:lnTo>
                    <a:pt x="306585" y="259391"/>
                  </a:lnTo>
                  <a:lnTo>
                    <a:pt x="309437" y="254926"/>
                  </a:lnTo>
                  <a:lnTo>
                    <a:pt x="312147" y="250373"/>
                  </a:lnTo>
                  <a:lnTo>
                    <a:pt x="314711" y="245737"/>
                  </a:lnTo>
                  <a:lnTo>
                    <a:pt x="317127" y="241022"/>
                  </a:lnTo>
                  <a:lnTo>
                    <a:pt x="319392" y="236233"/>
                  </a:lnTo>
                  <a:lnTo>
                    <a:pt x="321504" y="231374"/>
                  </a:lnTo>
                  <a:lnTo>
                    <a:pt x="323461" y="226451"/>
                  </a:lnTo>
                  <a:lnTo>
                    <a:pt x="325261" y="221468"/>
                  </a:lnTo>
                  <a:lnTo>
                    <a:pt x="326902" y="216431"/>
                  </a:lnTo>
                  <a:lnTo>
                    <a:pt x="328383" y="211344"/>
                  </a:lnTo>
                  <a:lnTo>
                    <a:pt x="329702" y="206213"/>
                  </a:lnTo>
                  <a:lnTo>
                    <a:pt x="330858" y="201042"/>
                  </a:lnTo>
                  <a:lnTo>
                    <a:pt x="331849" y="195838"/>
                  </a:lnTo>
                  <a:lnTo>
                    <a:pt x="332675" y="190605"/>
                  </a:lnTo>
                  <a:lnTo>
                    <a:pt x="333334" y="185348"/>
                  </a:lnTo>
                  <a:lnTo>
                    <a:pt x="333827" y="180073"/>
                  </a:lnTo>
                  <a:lnTo>
                    <a:pt x="334152" y="174785"/>
                  </a:lnTo>
                  <a:lnTo>
                    <a:pt x="334310" y="169489"/>
                  </a:lnTo>
                  <a:lnTo>
                    <a:pt x="334300" y="164192"/>
                  </a:lnTo>
                  <a:lnTo>
                    <a:pt x="334121" y="158897"/>
                  </a:lnTo>
                  <a:lnTo>
                    <a:pt x="333775" y="153610"/>
                  </a:lnTo>
                  <a:lnTo>
                    <a:pt x="333262" y="148337"/>
                  </a:lnTo>
                  <a:lnTo>
                    <a:pt x="332582" y="143083"/>
                  </a:lnTo>
                  <a:lnTo>
                    <a:pt x="331736" y="137853"/>
                  </a:lnTo>
                  <a:lnTo>
                    <a:pt x="330724" y="132652"/>
                  </a:lnTo>
                  <a:lnTo>
                    <a:pt x="329548" y="127487"/>
                  </a:lnTo>
                  <a:lnTo>
                    <a:pt x="328209" y="122361"/>
                  </a:lnTo>
                  <a:lnTo>
                    <a:pt x="326709" y="117280"/>
                  </a:lnTo>
                  <a:lnTo>
                    <a:pt x="325048" y="112249"/>
                  </a:lnTo>
                  <a:lnTo>
                    <a:pt x="323228" y="107273"/>
                  </a:lnTo>
                  <a:lnTo>
                    <a:pt x="321252" y="102358"/>
                  </a:lnTo>
                  <a:lnTo>
                    <a:pt x="319121" y="97507"/>
                  </a:lnTo>
                  <a:lnTo>
                    <a:pt x="316837" y="92727"/>
                  </a:lnTo>
                  <a:lnTo>
                    <a:pt x="314403" y="88021"/>
                  </a:lnTo>
                  <a:lnTo>
                    <a:pt x="311821" y="83395"/>
                  </a:lnTo>
                  <a:lnTo>
                    <a:pt x="309094" y="78853"/>
                  </a:lnTo>
                  <a:lnTo>
                    <a:pt x="306224" y="74399"/>
                  </a:lnTo>
                  <a:lnTo>
                    <a:pt x="303214" y="70039"/>
                  </a:lnTo>
                  <a:lnTo>
                    <a:pt x="300068" y="65777"/>
                  </a:lnTo>
                  <a:lnTo>
                    <a:pt x="296789" y="61616"/>
                  </a:lnTo>
                  <a:lnTo>
                    <a:pt x="293379" y="57561"/>
                  </a:lnTo>
                  <a:lnTo>
                    <a:pt x="289842" y="53616"/>
                  </a:lnTo>
                  <a:lnTo>
                    <a:pt x="286182" y="49786"/>
                  </a:lnTo>
                  <a:lnTo>
                    <a:pt x="282403" y="46073"/>
                  </a:lnTo>
                  <a:lnTo>
                    <a:pt x="278508" y="42482"/>
                  </a:lnTo>
                  <a:lnTo>
                    <a:pt x="274501" y="39016"/>
                  </a:lnTo>
                  <a:lnTo>
                    <a:pt x="270386" y="35679"/>
                  </a:lnTo>
                  <a:lnTo>
                    <a:pt x="266167" y="32474"/>
                  </a:lnTo>
                  <a:lnTo>
                    <a:pt x="261849" y="29404"/>
                  </a:lnTo>
                  <a:lnTo>
                    <a:pt x="257436" y="26473"/>
                  </a:lnTo>
                  <a:lnTo>
                    <a:pt x="252933" y="23682"/>
                  </a:lnTo>
                  <a:lnTo>
                    <a:pt x="248343" y="21037"/>
                  </a:lnTo>
                  <a:lnTo>
                    <a:pt x="243671" y="18537"/>
                  </a:lnTo>
                  <a:lnTo>
                    <a:pt x="238923" y="16187"/>
                  </a:lnTo>
                  <a:lnTo>
                    <a:pt x="234103" y="13989"/>
                  </a:lnTo>
                  <a:lnTo>
                    <a:pt x="229215" y="11945"/>
                  </a:lnTo>
                  <a:lnTo>
                    <a:pt x="224265" y="10056"/>
                  </a:lnTo>
                  <a:lnTo>
                    <a:pt x="219258" y="8325"/>
                  </a:lnTo>
                  <a:lnTo>
                    <a:pt x="214198" y="6754"/>
                  </a:lnTo>
                  <a:lnTo>
                    <a:pt x="209091" y="5344"/>
                  </a:lnTo>
                  <a:lnTo>
                    <a:pt x="203942" y="4097"/>
                  </a:lnTo>
                  <a:lnTo>
                    <a:pt x="198756" y="3013"/>
                  </a:lnTo>
                  <a:lnTo>
                    <a:pt x="193539" y="2094"/>
                  </a:lnTo>
                  <a:lnTo>
                    <a:pt x="188295" y="1341"/>
                  </a:lnTo>
                  <a:lnTo>
                    <a:pt x="183029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45559" y="2406772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45559" y="244011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478571" y="2408691"/>
              <a:ext cx="334323" cy="332411"/>
            </a:xfrm>
            <a:custGeom>
              <a:avLst/>
              <a:pathLst>
                <a:path w="334323" h="332411">
                  <a:moveTo>
                    <a:pt x="66987" y="31419"/>
                  </a:moveTo>
                  <a:lnTo>
                    <a:pt x="62792" y="34665"/>
                  </a:lnTo>
                  <a:lnTo>
                    <a:pt x="58702" y="38041"/>
                  </a:lnTo>
                  <a:lnTo>
                    <a:pt x="54722" y="41546"/>
                  </a:lnTo>
                  <a:lnTo>
                    <a:pt x="50854" y="45175"/>
                  </a:lnTo>
                  <a:lnTo>
                    <a:pt x="47104" y="48925"/>
                  </a:lnTo>
                  <a:lnTo>
                    <a:pt x="43474" y="52792"/>
                  </a:lnTo>
                  <a:lnTo>
                    <a:pt x="39969" y="56772"/>
                  </a:lnTo>
                  <a:lnTo>
                    <a:pt x="36592" y="60862"/>
                  </a:lnTo>
                  <a:lnTo>
                    <a:pt x="33346" y="65057"/>
                  </a:lnTo>
                  <a:lnTo>
                    <a:pt x="30235" y="69352"/>
                  </a:lnTo>
                  <a:lnTo>
                    <a:pt x="27262" y="73744"/>
                  </a:lnTo>
                  <a:lnTo>
                    <a:pt x="24429" y="78228"/>
                  </a:lnTo>
                  <a:lnTo>
                    <a:pt x="21741" y="82800"/>
                  </a:lnTo>
                  <a:lnTo>
                    <a:pt x="19198" y="87454"/>
                  </a:lnTo>
                  <a:lnTo>
                    <a:pt x="16805" y="92187"/>
                  </a:lnTo>
                  <a:lnTo>
                    <a:pt x="14563" y="96994"/>
                  </a:lnTo>
                  <a:lnTo>
                    <a:pt x="12475" y="101869"/>
                  </a:lnTo>
                  <a:lnTo>
                    <a:pt x="10542" y="106808"/>
                  </a:lnTo>
                  <a:lnTo>
                    <a:pt x="8767" y="111806"/>
                  </a:lnTo>
                  <a:lnTo>
                    <a:pt x="7151" y="116857"/>
                  </a:lnTo>
                  <a:lnTo>
                    <a:pt x="5697" y="121958"/>
                  </a:lnTo>
                  <a:lnTo>
                    <a:pt x="4405" y="127102"/>
                  </a:lnTo>
                  <a:lnTo>
                    <a:pt x="3276" y="132284"/>
                  </a:lnTo>
                  <a:lnTo>
                    <a:pt x="2313" y="137499"/>
                  </a:lnTo>
                  <a:lnTo>
                    <a:pt x="1516" y="142743"/>
                  </a:lnTo>
                  <a:lnTo>
                    <a:pt x="885" y="148009"/>
                  </a:lnTo>
                  <a:lnTo>
                    <a:pt x="422" y="153292"/>
                  </a:lnTo>
                  <a:lnTo>
                    <a:pt x="127" y="158588"/>
                  </a:lnTo>
                  <a:lnTo>
                    <a:pt x="0" y="163890"/>
                  </a:lnTo>
                  <a:lnTo>
                    <a:pt x="41" y="169193"/>
                  </a:lnTo>
                  <a:lnTo>
                    <a:pt x="250" y="174493"/>
                  </a:lnTo>
                  <a:lnTo>
                    <a:pt x="627" y="179783"/>
                  </a:lnTo>
                  <a:lnTo>
                    <a:pt x="1172" y="185059"/>
                  </a:lnTo>
                  <a:lnTo>
                    <a:pt x="1884" y="190315"/>
                  </a:lnTo>
                  <a:lnTo>
                    <a:pt x="2762" y="195545"/>
                  </a:lnTo>
                  <a:lnTo>
                    <a:pt x="3806" y="200745"/>
                  </a:lnTo>
                  <a:lnTo>
                    <a:pt x="5014" y="205909"/>
                  </a:lnTo>
                  <a:lnTo>
                    <a:pt x="6386" y="211032"/>
                  </a:lnTo>
                  <a:lnTo>
                    <a:pt x="7919" y="216110"/>
                  </a:lnTo>
                  <a:lnTo>
                    <a:pt x="9613" y="221136"/>
                  </a:lnTo>
                  <a:lnTo>
                    <a:pt x="11465" y="226105"/>
                  </a:lnTo>
                  <a:lnTo>
                    <a:pt x="13474" y="231014"/>
                  </a:lnTo>
                  <a:lnTo>
                    <a:pt x="15638" y="235856"/>
                  </a:lnTo>
                  <a:lnTo>
                    <a:pt x="17954" y="240627"/>
                  </a:lnTo>
                  <a:lnTo>
                    <a:pt x="20420" y="245323"/>
                  </a:lnTo>
                  <a:lnTo>
                    <a:pt x="23034" y="249938"/>
                  </a:lnTo>
                  <a:lnTo>
                    <a:pt x="25793" y="254467"/>
                  </a:lnTo>
                  <a:lnTo>
                    <a:pt x="28695" y="258907"/>
                  </a:lnTo>
                  <a:lnTo>
                    <a:pt x="31736" y="263252"/>
                  </a:lnTo>
                  <a:lnTo>
                    <a:pt x="34913" y="267499"/>
                  </a:lnTo>
                  <a:lnTo>
                    <a:pt x="38223" y="271643"/>
                  </a:lnTo>
                  <a:lnTo>
                    <a:pt x="41663" y="275679"/>
                  </a:lnTo>
                  <a:lnTo>
                    <a:pt x="45229" y="279605"/>
                  </a:lnTo>
                  <a:lnTo>
                    <a:pt x="48918" y="283416"/>
                  </a:lnTo>
                  <a:lnTo>
                    <a:pt x="52727" y="287107"/>
                  </a:lnTo>
                  <a:lnTo>
                    <a:pt x="56650" y="290676"/>
                  </a:lnTo>
                  <a:lnTo>
                    <a:pt x="60684" y="294119"/>
                  </a:lnTo>
                  <a:lnTo>
                    <a:pt x="64826" y="297431"/>
                  </a:lnTo>
                  <a:lnTo>
                    <a:pt x="69071" y="300611"/>
                  </a:lnTo>
                  <a:lnTo>
                    <a:pt x="73414" y="303655"/>
                  </a:lnTo>
                  <a:lnTo>
                    <a:pt x="77852" y="306559"/>
                  </a:lnTo>
                  <a:lnTo>
                    <a:pt x="82380" y="309321"/>
                  </a:lnTo>
                  <a:lnTo>
                    <a:pt x="86993" y="311938"/>
                  </a:lnTo>
                  <a:lnTo>
                    <a:pt x="91687" y="314407"/>
                  </a:lnTo>
                  <a:lnTo>
                    <a:pt x="96456" y="316727"/>
                  </a:lnTo>
                  <a:lnTo>
                    <a:pt x="101297" y="318893"/>
                  </a:lnTo>
                  <a:lnTo>
                    <a:pt x="106205" y="320905"/>
                  </a:lnTo>
                  <a:lnTo>
                    <a:pt x="111173" y="322761"/>
                  </a:lnTo>
                  <a:lnTo>
                    <a:pt x="116198" y="324458"/>
                  </a:lnTo>
                  <a:lnTo>
                    <a:pt x="121274" y="325994"/>
                  </a:lnTo>
                  <a:lnTo>
                    <a:pt x="126397" y="327369"/>
                  </a:lnTo>
                  <a:lnTo>
                    <a:pt x="131560" y="328581"/>
                  </a:lnTo>
                  <a:lnTo>
                    <a:pt x="136759" y="329628"/>
                  </a:lnTo>
                  <a:lnTo>
                    <a:pt x="141989" y="330509"/>
                  </a:lnTo>
                  <a:lnTo>
                    <a:pt x="147245" y="331225"/>
                  </a:lnTo>
                  <a:lnTo>
                    <a:pt x="152520" y="331773"/>
                  </a:lnTo>
                  <a:lnTo>
                    <a:pt x="157810" y="332154"/>
                  </a:lnTo>
                  <a:lnTo>
                    <a:pt x="163109" y="332366"/>
                  </a:lnTo>
                  <a:lnTo>
                    <a:pt x="168413" y="332411"/>
                  </a:lnTo>
                  <a:lnTo>
                    <a:pt x="173715" y="332287"/>
                  </a:lnTo>
                  <a:lnTo>
                    <a:pt x="179011" y="331995"/>
                  </a:lnTo>
                  <a:lnTo>
                    <a:pt x="184294" y="331535"/>
                  </a:lnTo>
                  <a:lnTo>
                    <a:pt x="189561" y="330908"/>
                  </a:lnTo>
                  <a:lnTo>
                    <a:pt x="194805" y="330114"/>
                  </a:lnTo>
                  <a:lnTo>
                    <a:pt x="200021" y="329154"/>
                  </a:lnTo>
                  <a:lnTo>
                    <a:pt x="205204" y="328029"/>
                  </a:lnTo>
                  <a:lnTo>
                    <a:pt x="210349" y="326741"/>
                  </a:lnTo>
                  <a:lnTo>
                    <a:pt x="215450" y="325289"/>
                  </a:lnTo>
                  <a:lnTo>
                    <a:pt x="220503" y="323677"/>
                  </a:lnTo>
                  <a:lnTo>
                    <a:pt x="225501" y="321905"/>
                  </a:lnTo>
                  <a:lnTo>
                    <a:pt x="230442" y="319975"/>
                  </a:lnTo>
                  <a:lnTo>
                    <a:pt x="235318" y="317890"/>
                  </a:lnTo>
                  <a:lnTo>
                    <a:pt x="240126" y="315651"/>
                  </a:lnTo>
                  <a:lnTo>
                    <a:pt x="244861" y="313261"/>
                  </a:lnTo>
                  <a:lnTo>
                    <a:pt x="249517" y="310721"/>
                  </a:lnTo>
                  <a:lnTo>
                    <a:pt x="254090" y="308036"/>
                  </a:lnTo>
                  <a:lnTo>
                    <a:pt x="258576" y="305206"/>
                  </a:lnTo>
                  <a:lnTo>
                    <a:pt x="262970" y="302236"/>
                  </a:lnTo>
                  <a:lnTo>
                    <a:pt x="267267" y="299128"/>
                  </a:lnTo>
                  <a:lnTo>
                    <a:pt x="271464" y="295885"/>
                  </a:lnTo>
                  <a:lnTo>
                    <a:pt x="275556" y="292510"/>
                  </a:lnTo>
                  <a:lnTo>
                    <a:pt x="279538" y="289007"/>
                  </a:lnTo>
                  <a:lnTo>
                    <a:pt x="283408" y="285380"/>
                  </a:lnTo>
                  <a:lnTo>
                    <a:pt x="287160" y="281632"/>
                  </a:lnTo>
                  <a:lnTo>
                    <a:pt x="290792" y="277767"/>
                  </a:lnTo>
                  <a:lnTo>
                    <a:pt x="294299" y="273788"/>
                  </a:lnTo>
                  <a:lnTo>
                    <a:pt x="297678" y="269701"/>
                  </a:lnTo>
                  <a:lnTo>
                    <a:pt x="300926" y="265508"/>
                  </a:lnTo>
                  <a:lnTo>
                    <a:pt x="304039" y="261214"/>
                  </a:lnTo>
                  <a:lnTo>
                    <a:pt x="307015" y="256823"/>
                  </a:lnTo>
                  <a:lnTo>
                    <a:pt x="309849" y="252341"/>
                  </a:lnTo>
                  <a:lnTo>
                    <a:pt x="312540" y="247770"/>
                  </a:lnTo>
                  <a:lnTo>
                    <a:pt x="315085" y="243117"/>
                  </a:lnTo>
                  <a:lnTo>
                    <a:pt x="317481" y="238385"/>
                  </a:lnTo>
                  <a:lnTo>
                    <a:pt x="319725" y="233580"/>
                  </a:lnTo>
                  <a:lnTo>
                    <a:pt x="321816" y="228706"/>
                  </a:lnTo>
                  <a:lnTo>
                    <a:pt x="323751" y="223768"/>
                  </a:lnTo>
                  <a:lnTo>
                    <a:pt x="325529" y="218771"/>
                  </a:lnTo>
                  <a:lnTo>
                    <a:pt x="327147" y="213720"/>
                  </a:lnTo>
                  <a:lnTo>
                    <a:pt x="328604" y="208620"/>
                  </a:lnTo>
                  <a:lnTo>
                    <a:pt x="329899" y="203477"/>
                  </a:lnTo>
                  <a:lnTo>
                    <a:pt x="331030" y="198295"/>
                  </a:lnTo>
                  <a:lnTo>
                    <a:pt x="331996" y="193080"/>
                  </a:lnTo>
                  <a:lnTo>
                    <a:pt x="332796" y="187837"/>
                  </a:lnTo>
                  <a:lnTo>
                    <a:pt x="333429" y="182572"/>
                  </a:lnTo>
                  <a:lnTo>
                    <a:pt x="333895" y="177289"/>
                  </a:lnTo>
                  <a:lnTo>
                    <a:pt x="334193" y="171993"/>
                  </a:lnTo>
                  <a:lnTo>
                    <a:pt x="334323" y="166691"/>
                  </a:lnTo>
                  <a:lnTo>
                    <a:pt x="334284" y="161388"/>
                  </a:lnTo>
                  <a:lnTo>
                    <a:pt x="334078" y="156088"/>
                  </a:lnTo>
                  <a:lnTo>
                    <a:pt x="333703" y="150797"/>
                  </a:lnTo>
                  <a:lnTo>
                    <a:pt x="333161" y="145522"/>
                  </a:lnTo>
                  <a:lnTo>
                    <a:pt x="332452" y="140266"/>
                  </a:lnTo>
                  <a:lnTo>
                    <a:pt x="331576" y="135035"/>
                  </a:lnTo>
                  <a:lnTo>
                    <a:pt x="330535" y="129834"/>
                  </a:lnTo>
                  <a:lnTo>
                    <a:pt x="329329" y="124669"/>
                  </a:lnTo>
                  <a:lnTo>
                    <a:pt x="327960" y="119545"/>
                  </a:lnTo>
                  <a:lnTo>
                    <a:pt x="326429" y="114467"/>
                  </a:lnTo>
                  <a:lnTo>
                    <a:pt x="324738" y="109440"/>
                  </a:lnTo>
                  <a:lnTo>
                    <a:pt x="322889" y="104470"/>
                  </a:lnTo>
                  <a:lnTo>
                    <a:pt x="320882" y="99560"/>
                  </a:lnTo>
                  <a:lnTo>
                    <a:pt x="318721" y="94717"/>
                  </a:lnTo>
                  <a:lnTo>
                    <a:pt x="316407" y="89944"/>
                  </a:lnTo>
                  <a:lnTo>
                    <a:pt x="313943" y="85248"/>
                  </a:lnTo>
                  <a:lnTo>
                    <a:pt x="311332" y="80632"/>
                  </a:lnTo>
                  <a:lnTo>
                    <a:pt x="308575" y="76101"/>
                  </a:lnTo>
                  <a:lnTo>
                    <a:pt x="305676" y="71660"/>
                  </a:lnTo>
                  <a:lnTo>
                    <a:pt x="302637" y="67313"/>
                  </a:lnTo>
                  <a:lnTo>
                    <a:pt x="299462" y="63064"/>
                  </a:lnTo>
                  <a:lnTo>
                    <a:pt x="296154" y="58919"/>
                  </a:lnTo>
                  <a:lnTo>
                    <a:pt x="292716" y="54880"/>
                  </a:lnTo>
                  <a:lnTo>
                    <a:pt x="289152" y="50953"/>
                  </a:lnTo>
                  <a:lnTo>
                    <a:pt x="285464" y="47141"/>
                  </a:lnTo>
                  <a:lnTo>
                    <a:pt x="281658" y="43447"/>
                  </a:lnTo>
                  <a:lnTo>
                    <a:pt x="277737" y="39876"/>
                  </a:lnTo>
                  <a:lnTo>
                    <a:pt x="273704" y="36432"/>
                  </a:lnTo>
                  <a:lnTo>
                    <a:pt x="269564" y="33117"/>
                  </a:lnTo>
                  <a:lnTo>
                    <a:pt x="265321" y="29935"/>
                  </a:lnTo>
                  <a:lnTo>
                    <a:pt x="260979" y="26889"/>
                  </a:lnTo>
                  <a:lnTo>
                    <a:pt x="256542" y="23982"/>
                  </a:lnTo>
                  <a:lnTo>
                    <a:pt x="252016" y="21218"/>
                  </a:lnTo>
                  <a:lnTo>
                    <a:pt x="247404" y="18599"/>
                  </a:lnTo>
                  <a:lnTo>
                    <a:pt x="242712" y="16127"/>
                  </a:lnTo>
                  <a:lnTo>
                    <a:pt x="237943" y="13805"/>
                  </a:lnTo>
                  <a:lnTo>
                    <a:pt x="233104" y="11636"/>
                  </a:lnTo>
                  <a:lnTo>
                    <a:pt x="228197" y="9622"/>
                  </a:lnTo>
                  <a:lnTo>
                    <a:pt x="223230" y="7764"/>
                  </a:lnTo>
                  <a:lnTo>
                    <a:pt x="218206" y="6064"/>
                  </a:lnTo>
                  <a:lnTo>
                    <a:pt x="213130" y="4525"/>
                  </a:lnTo>
                  <a:lnTo>
                    <a:pt x="208008" y="3148"/>
                  </a:lnTo>
                  <a:lnTo>
                    <a:pt x="202846" y="1934"/>
                  </a:lnTo>
                  <a:lnTo>
                    <a:pt x="197647" y="884"/>
                  </a:lnTo>
                  <a:lnTo>
                    <a:pt x="192417" y="0"/>
                  </a:lnTo>
                  <a:lnTo>
                    <a:pt x="167161" y="1652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645733" y="2406772"/>
              <a:ext cx="25256" cy="167167"/>
            </a:xfrm>
            <a:custGeom>
              <a:avLst/>
              <a:pathLst>
                <a:path w="25256" h="167167">
                  <a:moveTo>
                    <a:pt x="25256" y="1918"/>
                  </a:moveTo>
                  <a:lnTo>
                    <a:pt x="16873" y="853"/>
                  </a:lnTo>
                  <a:lnTo>
                    <a:pt x="8447" y="2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358827" y="2911194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50" y="1350"/>
                  </a:lnTo>
                  <a:lnTo>
                    <a:pt x="140690" y="2107"/>
                  </a:lnTo>
                  <a:lnTo>
                    <a:pt x="135456" y="3032"/>
                  </a:lnTo>
                  <a:lnTo>
                    <a:pt x="130254" y="4123"/>
                  </a:lnTo>
                  <a:lnTo>
                    <a:pt x="125090" y="5378"/>
                  </a:lnTo>
                  <a:lnTo>
                    <a:pt x="119968" y="6797"/>
                  </a:lnTo>
                  <a:lnTo>
                    <a:pt x="114894" y="8378"/>
                  </a:lnTo>
                  <a:lnTo>
                    <a:pt x="109872" y="10120"/>
                  </a:lnTo>
                  <a:lnTo>
                    <a:pt x="104909" y="12020"/>
                  </a:lnTo>
                  <a:lnTo>
                    <a:pt x="100008" y="14077"/>
                  </a:lnTo>
                  <a:lnTo>
                    <a:pt x="95176" y="16289"/>
                  </a:lnTo>
                  <a:lnTo>
                    <a:pt x="90416" y="18653"/>
                  </a:lnTo>
                  <a:lnTo>
                    <a:pt x="85733" y="21168"/>
                  </a:lnTo>
                  <a:lnTo>
                    <a:pt x="81133" y="23830"/>
                  </a:lnTo>
                  <a:lnTo>
                    <a:pt x="76620" y="26637"/>
                  </a:lnTo>
                  <a:lnTo>
                    <a:pt x="72199" y="29586"/>
                  </a:lnTo>
                  <a:lnTo>
                    <a:pt x="67873" y="32674"/>
                  </a:lnTo>
                  <a:lnTo>
                    <a:pt x="63648" y="35898"/>
                  </a:lnTo>
                  <a:lnTo>
                    <a:pt x="59527" y="39255"/>
                  </a:lnTo>
                  <a:lnTo>
                    <a:pt x="55515" y="42741"/>
                  </a:lnTo>
                  <a:lnTo>
                    <a:pt x="51616" y="46352"/>
                  </a:lnTo>
                  <a:lnTo>
                    <a:pt x="47834" y="50086"/>
                  </a:lnTo>
                  <a:lnTo>
                    <a:pt x="44172" y="53938"/>
                  </a:lnTo>
                  <a:lnTo>
                    <a:pt x="40635" y="57905"/>
                  </a:lnTo>
                  <a:lnTo>
                    <a:pt x="37226" y="61982"/>
                  </a:lnTo>
                  <a:lnTo>
                    <a:pt x="33948" y="66166"/>
                  </a:lnTo>
                  <a:lnTo>
                    <a:pt x="30804" y="70451"/>
                  </a:lnTo>
                  <a:lnTo>
                    <a:pt x="27799" y="74835"/>
                  </a:lnTo>
                  <a:lnTo>
                    <a:pt x="24934" y="79311"/>
                  </a:lnTo>
                  <a:lnTo>
                    <a:pt x="22213" y="83877"/>
                  </a:lnTo>
                  <a:lnTo>
                    <a:pt x="19638" y="88526"/>
                  </a:lnTo>
                  <a:lnTo>
                    <a:pt x="17213" y="93256"/>
                  </a:lnTo>
                  <a:lnTo>
                    <a:pt x="14939" y="98059"/>
                  </a:lnTo>
                  <a:lnTo>
                    <a:pt x="12819" y="102933"/>
                  </a:lnTo>
                  <a:lnTo>
                    <a:pt x="10855" y="107872"/>
                  </a:lnTo>
                  <a:lnTo>
                    <a:pt x="9049" y="112870"/>
                  </a:lnTo>
                  <a:lnTo>
                    <a:pt x="7403" y="117924"/>
                  </a:lnTo>
                  <a:lnTo>
                    <a:pt x="5918" y="123027"/>
                  </a:lnTo>
                  <a:lnTo>
                    <a:pt x="4597" y="128175"/>
                  </a:lnTo>
                  <a:lnTo>
                    <a:pt x="3439" y="133362"/>
                  </a:lnTo>
                  <a:lnTo>
                    <a:pt x="2447" y="138584"/>
                  </a:lnTo>
                  <a:lnTo>
                    <a:pt x="1622" y="143834"/>
                  </a:lnTo>
                  <a:lnTo>
                    <a:pt x="964" y="149108"/>
                  </a:lnTo>
                  <a:lnTo>
                    <a:pt x="474" y="154400"/>
                  </a:lnTo>
                  <a:lnTo>
                    <a:pt x="152" y="159705"/>
                  </a:lnTo>
                  <a:lnTo>
                    <a:pt x="0" y="165018"/>
                  </a:lnTo>
                  <a:lnTo>
                    <a:pt x="16" y="170332"/>
                  </a:lnTo>
                  <a:lnTo>
                    <a:pt x="201" y="175644"/>
                  </a:lnTo>
                  <a:lnTo>
                    <a:pt x="555" y="180947"/>
                  </a:lnTo>
                  <a:lnTo>
                    <a:pt x="1077" y="186236"/>
                  </a:lnTo>
                  <a:lnTo>
                    <a:pt x="1767" y="191506"/>
                  </a:lnTo>
                  <a:lnTo>
                    <a:pt x="2624" y="196751"/>
                  </a:lnTo>
                  <a:lnTo>
                    <a:pt x="3648" y="201967"/>
                  </a:lnTo>
                  <a:lnTo>
                    <a:pt x="4837" y="207147"/>
                  </a:lnTo>
                  <a:lnTo>
                    <a:pt x="6190" y="212286"/>
                  </a:lnTo>
                  <a:lnTo>
                    <a:pt x="7705" y="217380"/>
                  </a:lnTo>
                  <a:lnTo>
                    <a:pt x="9382" y="222424"/>
                  </a:lnTo>
                  <a:lnTo>
                    <a:pt x="11219" y="227411"/>
                  </a:lnTo>
                  <a:lnTo>
                    <a:pt x="13213" y="232338"/>
                  </a:lnTo>
                  <a:lnTo>
                    <a:pt x="15362" y="237199"/>
                  </a:lnTo>
                  <a:lnTo>
                    <a:pt x="17665" y="241989"/>
                  </a:lnTo>
                  <a:lnTo>
                    <a:pt x="20119" y="246703"/>
                  </a:lnTo>
                  <a:lnTo>
                    <a:pt x="22722" y="251337"/>
                  </a:lnTo>
                  <a:lnTo>
                    <a:pt x="25471" y="255886"/>
                  </a:lnTo>
                  <a:lnTo>
                    <a:pt x="28362" y="260345"/>
                  </a:lnTo>
                  <a:lnTo>
                    <a:pt x="31395" y="264710"/>
                  </a:lnTo>
                  <a:lnTo>
                    <a:pt x="34564" y="268976"/>
                  </a:lnTo>
                  <a:lnTo>
                    <a:pt x="37868" y="273140"/>
                  </a:lnTo>
                  <a:lnTo>
                    <a:pt x="41302" y="277196"/>
                  </a:lnTo>
                  <a:lnTo>
                    <a:pt x="44863" y="281141"/>
                  </a:lnTo>
                  <a:lnTo>
                    <a:pt x="48548" y="284971"/>
                  </a:lnTo>
                  <a:lnTo>
                    <a:pt x="52353" y="288682"/>
                  </a:lnTo>
                  <a:lnTo>
                    <a:pt x="56274" y="292270"/>
                  </a:lnTo>
                  <a:lnTo>
                    <a:pt x="60307" y="295731"/>
                  </a:lnTo>
                  <a:lnTo>
                    <a:pt x="64448" y="299063"/>
                  </a:lnTo>
                  <a:lnTo>
                    <a:pt x="68693" y="302261"/>
                  </a:lnTo>
                  <a:lnTo>
                    <a:pt x="73037" y="305323"/>
                  </a:lnTo>
                  <a:lnTo>
                    <a:pt x="77476" y="308245"/>
                  </a:lnTo>
                  <a:lnTo>
                    <a:pt x="82006" y="311024"/>
                  </a:lnTo>
                  <a:lnTo>
                    <a:pt x="86623" y="313659"/>
                  </a:lnTo>
                  <a:lnTo>
                    <a:pt x="91320" y="316145"/>
                  </a:lnTo>
                  <a:lnTo>
                    <a:pt x="96094" y="318480"/>
                  </a:lnTo>
                  <a:lnTo>
                    <a:pt x="100940" y="320662"/>
                  </a:lnTo>
                  <a:lnTo>
                    <a:pt x="105853" y="322690"/>
                  </a:lnTo>
                  <a:lnTo>
                    <a:pt x="110828" y="324560"/>
                  </a:lnTo>
                  <a:lnTo>
                    <a:pt x="115860" y="326271"/>
                  </a:lnTo>
                  <a:lnTo>
                    <a:pt x="120944" y="327821"/>
                  </a:lnTo>
                  <a:lnTo>
                    <a:pt x="126074" y="329209"/>
                  </a:lnTo>
                  <a:lnTo>
                    <a:pt x="131246" y="330433"/>
                  </a:lnTo>
                  <a:lnTo>
                    <a:pt x="136455" y="331491"/>
                  </a:lnTo>
                  <a:lnTo>
                    <a:pt x="141694" y="332384"/>
                  </a:lnTo>
                  <a:lnTo>
                    <a:pt x="146959" y="333110"/>
                  </a:lnTo>
                  <a:lnTo>
                    <a:pt x="152244" y="333668"/>
                  </a:lnTo>
                  <a:lnTo>
                    <a:pt x="157545" y="334058"/>
                  </a:lnTo>
                  <a:lnTo>
                    <a:pt x="162855" y="334279"/>
                  </a:lnTo>
                  <a:lnTo>
                    <a:pt x="168170" y="334331"/>
                  </a:lnTo>
                  <a:lnTo>
                    <a:pt x="173483" y="334214"/>
                  </a:lnTo>
                  <a:lnTo>
                    <a:pt x="178790" y="333929"/>
                  </a:lnTo>
                  <a:lnTo>
                    <a:pt x="184086" y="333475"/>
                  </a:lnTo>
                  <a:lnTo>
                    <a:pt x="189364" y="332852"/>
                  </a:lnTo>
                  <a:lnTo>
                    <a:pt x="194620" y="332062"/>
                  </a:lnTo>
                  <a:lnTo>
                    <a:pt x="199848" y="331106"/>
                  </a:lnTo>
                  <a:lnTo>
                    <a:pt x="205043" y="329984"/>
                  </a:lnTo>
                  <a:lnTo>
                    <a:pt x="210199" y="328697"/>
                  </a:lnTo>
                  <a:lnTo>
                    <a:pt x="215313" y="327247"/>
                  </a:lnTo>
                  <a:lnTo>
                    <a:pt x="220377" y="325635"/>
                  </a:lnTo>
                  <a:lnTo>
                    <a:pt x="225388" y="323863"/>
                  </a:lnTo>
                  <a:lnTo>
                    <a:pt x="230340" y="321933"/>
                  </a:lnTo>
                  <a:lnTo>
                    <a:pt x="235228" y="319846"/>
                  </a:lnTo>
                  <a:lnTo>
                    <a:pt x="240047" y="317605"/>
                  </a:lnTo>
                  <a:lnTo>
                    <a:pt x="244792" y="315211"/>
                  </a:lnTo>
                  <a:lnTo>
                    <a:pt x="249459" y="312668"/>
                  </a:lnTo>
                  <a:lnTo>
                    <a:pt x="254043" y="309978"/>
                  </a:lnTo>
                  <a:lnTo>
                    <a:pt x="258539" y="307144"/>
                  </a:lnTo>
                  <a:lnTo>
                    <a:pt x="262942" y="304168"/>
                  </a:lnTo>
                  <a:lnTo>
                    <a:pt x="267249" y="301054"/>
                  </a:lnTo>
                  <a:lnTo>
                    <a:pt x="271455" y="297804"/>
                  </a:lnTo>
                  <a:lnTo>
                    <a:pt x="275555" y="294423"/>
                  </a:lnTo>
                  <a:lnTo>
                    <a:pt x="279546" y="290912"/>
                  </a:lnTo>
                  <a:lnTo>
                    <a:pt x="283423" y="287277"/>
                  </a:lnTo>
                  <a:lnTo>
                    <a:pt x="287182" y="283520"/>
                  </a:lnTo>
                  <a:lnTo>
                    <a:pt x="290820" y="279646"/>
                  </a:lnTo>
                  <a:lnTo>
                    <a:pt x="294333" y="275657"/>
                  </a:lnTo>
                  <a:lnTo>
                    <a:pt x="297718" y="271560"/>
                  </a:lnTo>
                  <a:lnTo>
                    <a:pt x="300970" y="267356"/>
                  </a:lnTo>
                  <a:lnTo>
                    <a:pt x="304088" y="263052"/>
                  </a:lnTo>
                  <a:lnTo>
                    <a:pt x="307067" y="258650"/>
                  </a:lnTo>
                  <a:lnTo>
                    <a:pt x="309904" y="254156"/>
                  </a:lnTo>
                  <a:lnTo>
                    <a:pt x="312597" y="249574"/>
                  </a:lnTo>
                  <a:lnTo>
                    <a:pt x="315143" y="244909"/>
                  </a:lnTo>
                  <a:lnTo>
                    <a:pt x="317540" y="240165"/>
                  </a:lnTo>
                  <a:lnTo>
                    <a:pt x="319785" y="235348"/>
                  </a:lnTo>
                  <a:lnTo>
                    <a:pt x="321875" y="230461"/>
                  </a:lnTo>
                  <a:lnTo>
                    <a:pt x="323809" y="225511"/>
                  </a:lnTo>
                  <a:lnTo>
                    <a:pt x="325584" y="220501"/>
                  </a:lnTo>
                  <a:lnTo>
                    <a:pt x="327200" y="215438"/>
                  </a:lnTo>
                  <a:lnTo>
                    <a:pt x="328653" y="210326"/>
                  </a:lnTo>
                  <a:lnTo>
                    <a:pt x="329944" y="205170"/>
                  </a:lnTo>
                  <a:lnTo>
                    <a:pt x="331069" y="199976"/>
                  </a:lnTo>
                  <a:lnTo>
                    <a:pt x="332030" y="194748"/>
                  </a:lnTo>
                  <a:lnTo>
                    <a:pt x="332823" y="189493"/>
                  </a:lnTo>
                  <a:lnTo>
                    <a:pt x="333449" y="184215"/>
                  </a:lnTo>
                  <a:lnTo>
                    <a:pt x="333907" y="178920"/>
                  </a:lnTo>
                  <a:lnTo>
                    <a:pt x="334196" y="173613"/>
                  </a:lnTo>
                  <a:lnTo>
                    <a:pt x="334317" y="168300"/>
                  </a:lnTo>
                  <a:lnTo>
                    <a:pt x="334268" y="162985"/>
                  </a:lnTo>
                  <a:lnTo>
                    <a:pt x="334051" y="157675"/>
                  </a:lnTo>
                  <a:lnTo>
                    <a:pt x="333665" y="152374"/>
                  </a:lnTo>
                  <a:lnTo>
                    <a:pt x="333110" y="14708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58283"/>
              <a:ext cx="165957" cy="20078"/>
            </a:xfrm>
            <a:custGeom>
              <a:avLst/>
              <a:pathLst>
                <a:path w="165957" h="20078">
                  <a:moveTo>
                    <a:pt x="165957" y="0"/>
                  </a:moveTo>
                  <a:lnTo>
                    <a:pt x="0" y="200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2923629"/>
              <a:ext cx="165957" cy="154733"/>
            </a:xfrm>
            <a:custGeom>
              <a:avLst/>
              <a:pathLst>
                <a:path w="165957" h="154733">
                  <a:moveTo>
                    <a:pt x="165957" y="134654"/>
                  </a:moveTo>
                  <a:lnTo>
                    <a:pt x="165199" y="129157"/>
                  </a:lnTo>
                  <a:lnTo>
                    <a:pt x="164259" y="123688"/>
                  </a:lnTo>
                  <a:lnTo>
                    <a:pt x="163138" y="118253"/>
                  </a:lnTo>
                  <a:lnTo>
                    <a:pt x="161838" y="112859"/>
                  </a:lnTo>
                  <a:lnTo>
                    <a:pt x="160359" y="107511"/>
                  </a:lnTo>
                  <a:lnTo>
                    <a:pt x="158703" y="102215"/>
                  </a:lnTo>
                  <a:lnTo>
                    <a:pt x="156873" y="96976"/>
                  </a:lnTo>
                  <a:lnTo>
                    <a:pt x="154869" y="91801"/>
                  </a:lnTo>
                  <a:lnTo>
                    <a:pt x="152695" y="86696"/>
                  </a:lnTo>
                  <a:lnTo>
                    <a:pt x="150353" y="81666"/>
                  </a:lnTo>
                  <a:lnTo>
                    <a:pt x="147845" y="76716"/>
                  </a:lnTo>
                  <a:lnTo>
                    <a:pt x="145174" y="71852"/>
                  </a:lnTo>
                  <a:lnTo>
                    <a:pt x="142344" y="67079"/>
                  </a:lnTo>
                  <a:lnTo>
                    <a:pt x="139356" y="62403"/>
                  </a:lnTo>
                  <a:lnTo>
                    <a:pt x="136215" y="57829"/>
                  </a:lnTo>
                  <a:lnTo>
                    <a:pt x="132924" y="53361"/>
                  </a:lnTo>
                  <a:lnTo>
                    <a:pt x="129486" y="49005"/>
                  </a:lnTo>
                  <a:lnTo>
                    <a:pt x="125906" y="44766"/>
                  </a:lnTo>
                  <a:lnTo>
                    <a:pt x="122186" y="40648"/>
                  </a:lnTo>
                  <a:lnTo>
                    <a:pt x="118333" y="36655"/>
                  </a:lnTo>
                  <a:lnTo>
                    <a:pt x="114349" y="32793"/>
                  </a:lnTo>
                  <a:lnTo>
                    <a:pt x="110238" y="29065"/>
                  </a:lnTo>
                  <a:lnTo>
                    <a:pt x="106007" y="25475"/>
                  </a:lnTo>
                  <a:lnTo>
                    <a:pt x="101659" y="22028"/>
                  </a:lnTo>
                  <a:lnTo>
                    <a:pt x="97198" y="18727"/>
                  </a:lnTo>
                  <a:lnTo>
                    <a:pt x="92631" y="15576"/>
                  </a:lnTo>
                  <a:lnTo>
                    <a:pt x="87961" y="12579"/>
                  </a:lnTo>
                  <a:lnTo>
                    <a:pt x="83195" y="9738"/>
                  </a:lnTo>
                  <a:lnTo>
                    <a:pt x="78336" y="7056"/>
                  </a:lnTo>
                  <a:lnTo>
                    <a:pt x="73392" y="4538"/>
                  </a:lnTo>
                  <a:lnTo>
                    <a:pt x="68367" y="2185"/>
                  </a:lnTo>
                  <a:lnTo>
                    <a:pt x="63266" y="0"/>
                  </a:lnTo>
                  <a:lnTo>
                    <a:pt x="0" y="1547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2911194"/>
              <a:ext cx="63266" cy="167167"/>
            </a:xfrm>
            <a:custGeom>
              <a:avLst/>
              <a:pathLst>
                <a:path w="63266" h="167167">
                  <a:moveTo>
                    <a:pt x="63266" y="12434"/>
                  </a:moveTo>
                  <a:lnTo>
                    <a:pt x="57768" y="10298"/>
                  </a:lnTo>
                  <a:lnTo>
                    <a:pt x="52198" y="8358"/>
                  </a:lnTo>
                  <a:lnTo>
                    <a:pt x="46563" y="6615"/>
                  </a:lnTo>
                  <a:lnTo>
                    <a:pt x="40870" y="5073"/>
                  </a:lnTo>
                  <a:lnTo>
                    <a:pt x="35127" y="3732"/>
                  </a:lnTo>
                  <a:lnTo>
                    <a:pt x="29339" y="2594"/>
                  </a:lnTo>
                  <a:lnTo>
                    <a:pt x="23515" y="1662"/>
                  </a:lnTo>
                  <a:lnTo>
                    <a:pt x="17662" y="935"/>
                  </a:lnTo>
                  <a:lnTo>
                    <a:pt x="11787" y="416"/>
                  </a:lnTo>
                  <a:lnTo>
                    <a:pt x="589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358833" y="3429590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8" y="336"/>
                  </a:lnTo>
                  <a:lnTo>
                    <a:pt x="151261" y="756"/>
                  </a:lnTo>
                  <a:lnTo>
                    <a:pt x="145991" y="1344"/>
                  </a:lnTo>
                  <a:lnTo>
                    <a:pt x="140742" y="2098"/>
                  </a:lnTo>
                  <a:lnTo>
                    <a:pt x="135519" y="3019"/>
                  </a:lnTo>
                  <a:lnTo>
                    <a:pt x="130328" y="4105"/>
                  </a:lnTo>
                  <a:lnTo>
                    <a:pt x="125175" y="5355"/>
                  </a:lnTo>
                  <a:lnTo>
                    <a:pt x="120063" y="6767"/>
                  </a:lnTo>
                  <a:lnTo>
                    <a:pt x="114999" y="8341"/>
                  </a:lnTo>
                  <a:lnTo>
                    <a:pt x="109987" y="10075"/>
                  </a:lnTo>
                  <a:lnTo>
                    <a:pt x="105033" y="11968"/>
                  </a:lnTo>
                  <a:lnTo>
                    <a:pt x="100142" y="14016"/>
                  </a:lnTo>
                  <a:lnTo>
                    <a:pt x="95318" y="16218"/>
                  </a:lnTo>
                  <a:lnTo>
                    <a:pt x="90566" y="18573"/>
                  </a:lnTo>
                  <a:lnTo>
                    <a:pt x="85891" y="21076"/>
                  </a:lnTo>
                  <a:lnTo>
                    <a:pt x="81298" y="23727"/>
                  </a:lnTo>
                  <a:lnTo>
                    <a:pt x="76791" y="26523"/>
                  </a:lnTo>
                  <a:lnTo>
                    <a:pt x="72376" y="29459"/>
                  </a:lnTo>
                  <a:lnTo>
                    <a:pt x="68056" y="32535"/>
                  </a:lnTo>
                  <a:lnTo>
                    <a:pt x="63835" y="35746"/>
                  </a:lnTo>
                  <a:lnTo>
                    <a:pt x="59718" y="39089"/>
                  </a:lnTo>
                  <a:lnTo>
                    <a:pt x="55710" y="42561"/>
                  </a:lnTo>
                  <a:lnTo>
                    <a:pt x="51814" y="46158"/>
                  </a:lnTo>
                  <a:lnTo>
                    <a:pt x="48033" y="49877"/>
                  </a:lnTo>
                  <a:lnTo>
                    <a:pt x="44373" y="53715"/>
                  </a:lnTo>
                  <a:lnTo>
                    <a:pt x="40836" y="57666"/>
                  </a:lnTo>
                  <a:lnTo>
                    <a:pt x="37426" y="61727"/>
                  </a:lnTo>
                  <a:lnTo>
                    <a:pt x="34147" y="65895"/>
                  </a:lnTo>
                  <a:lnTo>
                    <a:pt x="31002" y="70165"/>
                  </a:lnTo>
                  <a:lnTo>
                    <a:pt x="27993" y="74532"/>
                  </a:lnTo>
                  <a:lnTo>
                    <a:pt x="25125" y="78993"/>
                  </a:lnTo>
                  <a:lnTo>
                    <a:pt x="22400" y="83542"/>
                  </a:lnTo>
                  <a:lnTo>
                    <a:pt x="19820" y="88175"/>
                  </a:lnTo>
                  <a:lnTo>
                    <a:pt x="17389" y="92888"/>
                  </a:lnTo>
                  <a:lnTo>
                    <a:pt x="15108" y="97676"/>
                  </a:lnTo>
                  <a:lnTo>
                    <a:pt x="12980" y="102533"/>
                  </a:lnTo>
                  <a:lnTo>
                    <a:pt x="11008" y="107456"/>
                  </a:lnTo>
                  <a:lnTo>
                    <a:pt x="9192" y="112438"/>
                  </a:lnTo>
                  <a:lnTo>
                    <a:pt x="7536" y="117476"/>
                  </a:lnTo>
                  <a:lnTo>
                    <a:pt x="6040" y="122564"/>
                  </a:lnTo>
                  <a:lnTo>
                    <a:pt x="4706" y="127696"/>
                  </a:lnTo>
                  <a:lnTo>
                    <a:pt x="3536" y="132869"/>
                  </a:lnTo>
                  <a:lnTo>
                    <a:pt x="2530" y="138076"/>
                  </a:lnTo>
                  <a:lnTo>
                    <a:pt x="1690" y="143312"/>
                  </a:lnTo>
                  <a:lnTo>
                    <a:pt x="1017" y="148572"/>
                  </a:lnTo>
                  <a:lnTo>
                    <a:pt x="511" y="153851"/>
                  </a:lnTo>
                  <a:lnTo>
                    <a:pt x="172" y="159143"/>
                  </a:lnTo>
                  <a:lnTo>
                    <a:pt x="2" y="164443"/>
                  </a:lnTo>
                  <a:lnTo>
                    <a:pt x="0" y="169747"/>
                  </a:lnTo>
                  <a:lnTo>
                    <a:pt x="165" y="175047"/>
                  </a:lnTo>
                  <a:lnTo>
                    <a:pt x="499" y="180340"/>
                  </a:lnTo>
                  <a:lnTo>
                    <a:pt x="1001" y="185619"/>
                  </a:lnTo>
                  <a:lnTo>
                    <a:pt x="1670" y="190880"/>
                  </a:lnTo>
                  <a:lnTo>
                    <a:pt x="2505" y="196117"/>
                  </a:lnTo>
                  <a:lnTo>
                    <a:pt x="3506" y="201324"/>
                  </a:lnTo>
                  <a:lnTo>
                    <a:pt x="4672" y="206498"/>
                  </a:lnTo>
                  <a:lnTo>
                    <a:pt x="6002" y="211631"/>
                  </a:lnTo>
                  <a:lnTo>
                    <a:pt x="7493" y="216721"/>
                  </a:lnTo>
                  <a:lnTo>
                    <a:pt x="9145" y="221760"/>
                  </a:lnTo>
                  <a:lnTo>
                    <a:pt x="10956" y="226744"/>
                  </a:lnTo>
                  <a:lnTo>
                    <a:pt x="12925" y="231668"/>
                  </a:lnTo>
                  <a:lnTo>
                    <a:pt x="15048" y="236528"/>
                  </a:lnTo>
                  <a:lnTo>
                    <a:pt x="17325" y="241317"/>
                  </a:lnTo>
                  <a:lnTo>
                    <a:pt x="19752" y="246032"/>
                  </a:lnTo>
                  <a:lnTo>
                    <a:pt x="22328" y="250668"/>
                  </a:lnTo>
                  <a:lnTo>
                    <a:pt x="25049" y="255219"/>
                  </a:lnTo>
                  <a:lnTo>
                    <a:pt x="27914" y="259682"/>
                  </a:lnTo>
                  <a:lnTo>
                    <a:pt x="30918" y="264052"/>
                  </a:lnTo>
                  <a:lnTo>
                    <a:pt x="34060" y="268324"/>
                  </a:lnTo>
                  <a:lnTo>
                    <a:pt x="37336" y="272495"/>
                  </a:lnTo>
                  <a:lnTo>
                    <a:pt x="40742" y="276559"/>
                  </a:lnTo>
                  <a:lnTo>
                    <a:pt x="44275" y="280514"/>
                  </a:lnTo>
                  <a:lnTo>
                    <a:pt x="47932" y="284354"/>
                  </a:lnTo>
                  <a:lnTo>
                    <a:pt x="51709" y="288076"/>
                  </a:lnTo>
                  <a:lnTo>
                    <a:pt x="55603" y="291677"/>
                  </a:lnTo>
                  <a:lnTo>
                    <a:pt x="59608" y="295153"/>
                  </a:lnTo>
                  <a:lnTo>
                    <a:pt x="63722" y="298499"/>
                  </a:lnTo>
                  <a:lnTo>
                    <a:pt x="67940" y="301714"/>
                  </a:lnTo>
                  <a:lnTo>
                    <a:pt x="72257" y="304793"/>
                  </a:lnTo>
                  <a:lnTo>
                    <a:pt x="76671" y="307733"/>
                  </a:lnTo>
                  <a:lnTo>
                    <a:pt x="81175" y="310533"/>
                  </a:lnTo>
                  <a:lnTo>
                    <a:pt x="85765" y="313187"/>
                  </a:lnTo>
                  <a:lnTo>
                    <a:pt x="90438" y="315695"/>
                  </a:lnTo>
                  <a:lnTo>
                    <a:pt x="95188" y="318054"/>
                  </a:lnTo>
                  <a:lnTo>
                    <a:pt x="100010" y="320260"/>
                  </a:lnTo>
                  <a:lnTo>
                    <a:pt x="104900" y="322313"/>
                  </a:lnTo>
                  <a:lnTo>
                    <a:pt x="109852" y="324209"/>
                  </a:lnTo>
                  <a:lnTo>
                    <a:pt x="114862" y="325948"/>
                  </a:lnTo>
                  <a:lnTo>
                    <a:pt x="119925" y="327526"/>
                  </a:lnTo>
                  <a:lnTo>
                    <a:pt x="125035" y="328943"/>
                  </a:lnTo>
                  <a:lnTo>
                    <a:pt x="130188" y="330198"/>
                  </a:lnTo>
                  <a:lnTo>
                    <a:pt x="135378" y="331288"/>
                  </a:lnTo>
                  <a:lnTo>
                    <a:pt x="140600" y="332213"/>
                  </a:lnTo>
                  <a:lnTo>
                    <a:pt x="145848" y="332972"/>
                  </a:lnTo>
                  <a:lnTo>
                    <a:pt x="151118" y="333564"/>
                  </a:lnTo>
                  <a:lnTo>
                    <a:pt x="156404" y="333989"/>
                  </a:lnTo>
                  <a:lnTo>
                    <a:pt x="161701" y="334246"/>
                  </a:lnTo>
                  <a:lnTo>
                    <a:pt x="167003" y="334334"/>
                  </a:lnTo>
                  <a:lnTo>
                    <a:pt x="172306" y="334255"/>
                  </a:lnTo>
                  <a:lnTo>
                    <a:pt x="177603" y="334007"/>
                  </a:lnTo>
                  <a:lnTo>
                    <a:pt x="182890" y="333591"/>
                  </a:lnTo>
                  <a:lnTo>
                    <a:pt x="188161" y="333008"/>
                  </a:lnTo>
                  <a:lnTo>
                    <a:pt x="193411" y="332258"/>
                  </a:lnTo>
                  <a:lnTo>
                    <a:pt x="198634" y="331342"/>
                  </a:lnTo>
                  <a:lnTo>
                    <a:pt x="203826" y="330261"/>
                  </a:lnTo>
                  <a:lnTo>
                    <a:pt x="208980" y="329015"/>
                  </a:lnTo>
                  <a:lnTo>
                    <a:pt x="214093" y="327607"/>
                  </a:lnTo>
                  <a:lnTo>
                    <a:pt x="219158" y="326037"/>
                  </a:lnTo>
                  <a:lnTo>
                    <a:pt x="224171" y="324308"/>
                  </a:lnTo>
                  <a:lnTo>
                    <a:pt x="229127" y="322420"/>
                  </a:lnTo>
                  <a:lnTo>
                    <a:pt x="234020" y="320376"/>
                  </a:lnTo>
                  <a:lnTo>
                    <a:pt x="238846" y="318177"/>
                  </a:lnTo>
                  <a:lnTo>
                    <a:pt x="243600" y="315827"/>
                  </a:lnTo>
                  <a:lnTo>
                    <a:pt x="248277" y="313327"/>
                  </a:lnTo>
                  <a:lnTo>
                    <a:pt x="252873" y="310680"/>
                  </a:lnTo>
                  <a:lnTo>
                    <a:pt x="257382" y="307889"/>
                  </a:lnTo>
                  <a:lnTo>
                    <a:pt x="261800" y="304956"/>
                  </a:lnTo>
                  <a:lnTo>
                    <a:pt x="266123" y="301884"/>
                  </a:lnTo>
                  <a:lnTo>
                    <a:pt x="270346" y="298677"/>
                  </a:lnTo>
                  <a:lnTo>
                    <a:pt x="274465" y="295338"/>
                  </a:lnTo>
                  <a:lnTo>
                    <a:pt x="278477" y="291869"/>
                  </a:lnTo>
                  <a:lnTo>
                    <a:pt x="282376" y="288275"/>
                  </a:lnTo>
                  <a:lnTo>
                    <a:pt x="286160" y="284559"/>
                  </a:lnTo>
                  <a:lnTo>
                    <a:pt x="289824" y="280725"/>
                  </a:lnTo>
                  <a:lnTo>
                    <a:pt x="293364" y="276777"/>
                  </a:lnTo>
                  <a:lnTo>
                    <a:pt x="296777" y="272718"/>
                  </a:lnTo>
                  <a:lnTo>
                    <a:pt x="300060" y="268553"/>
                  </a:lnTo>
                  <a:lnTo>
                    <a:pt x="303209" y="264286"/>
                  </a:lnTo>
                  <a:lnTo>
                    <a:pt x="306221" y="259922"/>
                  </a:lnTo>
                  <a:lnTo>
                    <a:pt x="309093" y="255464"/>
                  </a:lnTo>
                  <a:lnTo>
                    <a:pt x="311822" y="250917"/>
                  </a:lnTo>
                  <a:lnTo>
                    <a:pt x="314406" y="246286"/>
                  </a:lnTo>
                  <a:lnTo>
                    <a:pt x="316841" y="241575"/>
                  </a:lnTo>
                  <a:lnTo>
                    <a:pt x="319126" y="236789"/>
                  </a:lnTo>
                  <a:lnTo>
                    <a:pt x="321258" y="231933"/>
                  </a:lnTo>
                  <a:lnTo>
                    <a:pt x="323235" y="227013"/>
                  </a:lnTo>
                  <a:lnTo>
                    <a:pt x="325055" y="222031"/>
                  </a:lnTo>
                  <a:lnTo>
                    <a:pt x="326716" y="216995"/>
                  </a:lnTo>
                  <a:lnTo>
                    <a:pt x="328216" y="211909"/>
                  </a:lnTo>
                  <a:lnTo>
                    <a:pt x="329554" y="206777"/>
                  </a:lnTo>
                  <a:lnTo>
                    <a:pt x="330729" y="201606"/>
                  </a:lnTo>
                  <a:lnTo>
                    <a:pt x="331739" y="196400"/>
                  </a:lnTo>
                  <a:lnTo>
                    <a:pt x="332583" y="191164"/>
                  </a:lnTo>
                  <a:lnTo>
                    <a:pt x="333261" y="185905"/>
                  </a:lnTo>
                  <a:lnTo>
                    <a:pt x="333772" y="180626"/>
                  </a:lnTo>
                  <a:lnTo>
                    <a:pt x="334115" y="175334"/>
                  </a:lnTo>
                  <a:lnTo>
                    <a:pt x="334290" y="170034"/>
                  </a:lnTo>
                  <a:lnTo>
                    <a:pt x="334297" y="164731"/>
                  </a:lnTo>
                  <a:lnTo>
                    <a:pt x="334135" y="159430"/>
                  </a:lnTo>
                  <a:lnTo>
                    <a:pt x="333806" y="154138"/>
                  </a:lnTo>
                  <a:lnTo>
                    <a:pt x="333309" y="148858"/>
                  </a:lnTo>
                  <a:lnTo>
                    <a:pt x="332644" y="143597"/>
                  </a:lnTo>
                  <a:lnTo>
                    <a:pt x="331814" y="138359"/>
                  </a:lnTo>
                  <a:lnTo>
                    <a:pt x="330817" y="133150"/>
                  </a:lnTo>
                  <a:lnTo>
                    <a:pt x="329656" y="127976"/>
                  </a:lnTo>
                  <a:lnTo>
                    <a:pt x="328331" y="122841"/>
                  </a:lnTo>
                  <a:lnTo>
                    <a:pt x="326844" y="117751"/>
                  </a:lnTo>
                  <a:lnTo>
                    <a:pt x="325196" y="112710"/>
                  </a:lnTo>
                  <a:lnTo>
                    <a:pt x="323389" y="107724"/>
                  </a:lnTo>
                  <a:lnTo>
                    <a:pt x="321425" y="102798"/>
                  </a:lnTo>
                  <a:lnTo>
                    <a:pt x="319306" y="97937"/>
                  </a:lnTo>
                  <a:lnTo>
                    <a:pt x="317033" y="93146"/>
                  </a:lnTo>
                  <a:lnTo>
                    <a:pt x="314610" y="88429"/>
                  </a:lnTo>
                  <a:lnTo>
                    <a:pt x="312038" y="83791"/>
                  </a:lnTo>
                  <a:lnTo>
                    <a:pt x="309320" y="79237"/>
                  </a:lnTo>
                  <a:lnTo>
                    <a:pt x="306460" y="74772"/>
                  </a:lnTo>
                  <a:lnTo>
                    <a:pt x="303459" y="70399"/>
                  </a:lnTo>
                  <a:lnTo>
                    <a:pt x="300321" y="66124"/>
                  </a:lnTo>
                  <a:lnTo>
                    <a:pt x="297049" y="61951"/>
                  </a:lnTo>
                  <a:lnTo>
                    <a:pt x="293646" y="57883"/>
                  </a:lnTo>
                  <a:lnTo>
                    <a:pt x="290116" y="53926"/>
                  </a:lnTo>
                  <a:lnTo>
                    <a:pt x="286462" y="50082"/>
                  </a:lnTo>
                  <a:lnTo>
                    <a:pt x="282689" y="46357"/>
                  </a:lnTo>
                  <a:lnTo>
                    <a:pt x="278798" y="42753"/>
                  </a:lnTo>
                  <a:lnTo>
                    <a:pt x="274796" y="39274"/>
                  </a:lnTo>
                  <a:lnTo>
                    <a:pt x="270685" y="3592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65514"/>
              <a:ext cx="103538" cy="131243"/>
            </a:xfrm>
            <a:custGeom>
              <a:avLst/>
              <a:pathLst>
                <a:path w="103538" h="131243">
                  <a:moveTo>
                    <a:pt x="103538" y="0"/>
                  </a:moveTo>
                  <a:lnTo>
                    <a:pt x="0" y="1312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65514"/>
              <a:ext cx="103538" cy="131243"/>
            </a:xfrm>
            <a:custGeom>
              <a:avLst/>
              <a:pathLst>
                <a:path w="103538" h="131243">
                  <a:moveTo>
                    <a:pt x="103538" y="0"/>
                  </a:moveTo>
                  <a:lnTo>
                    <a:pt x="0" y="1312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65514"/>
              <a:ext cx="103538" cy="131243"/>
            </a:xfrm>
            <a:custGeom>
              <a:avLst/>
              <a:pathLst>
                <a:path w="103538" h="131243">
                  <a:moveTo>
                    <a:pt x="103538" y="0"/>
                  </a:moveTo>
                  <a:lnTo>
                    <a:pt x="0" y="1312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65514"/>
              <a:ext cx="103538" cy="131243"/>
            </a:xfrm>
            <a:custGeom>
              <a:avLst/>
              <a:pathLst>
                <a:path w="103538" h="131243">
                  <a:moveTo>
                    <a:pt x="103538" y="0"/>
                  </a:moveTo>
                  <a:lnTo>
                    <a:pt x="0" y="1312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65514"/>
              <a:ext cx="103538" cy="131243"/>
            </a:xfrm>
            <a:custGeom>
              <a:avLst/>
              <a:pathLst>
                <a:path w="103538" h="131243">
                  <a:moveTo>
                    <a:pt x="103538" y="0"/>
                  </a:moveTo>
                  <a:lnTo>
                    <a:pt x="0" y="1312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65514"/>
              <a:ext cx="103538" cy="131243"/>
            </a:xfrm>
            <a:custGeom>
              <a:avLst/>
              <a:pathLst>
                <a:path w="103538" h="131243">
                  <a:moveTo>
                    <a:pt x="103538" y="0"/>
                  </a:moveTo>
                  <a:lnTo>
                    <a:pt x="0" y="1312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65514"/>
              <a:ext cx="103538" cy="131243"/>
            </a:xfrm>
            <a:custGeom>
              <a:avLst/>
              <a:pathLst>
                <a:path w="103538" h="131243">
                  <a:moveTo>
                    <a:pt x="103538" y="0"/>
                  </a:moveTo>
                  <a:lnTo>
                    <a:pt x="0" y="1312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65514"/>
              <a:ext cx="103538" cy="131243"/>
            </a:xfrm>
            <a:custGeom>
              <a:avLst/>
              <a:pathLst>
                <a:path w="103538" h="131243">
                  <a:moveTo>
                    <a:pt x="103538" y="0"/>
                  </a:moveTo>
                  <a:lnTo>
                    <a:pt x="0" y="1312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65514"/>
              <a:ext cx="103538" cy="131243"/>
            </a:xfrm>
            <a:custGeom>
              <a:avLst/>
              <a:pathLst>
                <a:path w="103538" h="131243">
                  <a:moveTo>
                    <a:pt x="103538" y="0"/>
                  </a:moveTo>
                  <a:lnTo>
                    <a:pt x="0" y="1312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65514"/>
              <a:ext cx="103538" cy="131243"/>
            </a:xfrm>
            <a:custGeom>
              <a:avLst/>
              <a:pathLst>
                <a:path w="103538" h="131243">
                  <a:moveTo>
                    <a:pt x="103538" y="0"/>
                  </a:moveTo>
                  <a:lnTo>
                    <a:pt x="0" y="1312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65514"/>
              <a:ext cx="103538" cy="131243"/>
            </a:xfrm>
            <a:custGeom>
              <a:avLst/>
              <a:pathLst>
                <a:path w="103538" h="131243">
                  <a:moveTo>
                    <a:pt x="103538" y="0"/>
                  </a:moveTo>
                  <a:lnTo>
                    <a:pt x="0" y="1312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65514"/>
              <a:ext cx="103538" cy="131243"/>
            </a:xfrm>
            <a:custGeom>
              <a:avLst/>
              <a:pathLst>
                <a:path w="103538" h="131243">
                  <a:moveTo>
                    <a:pt x="103538" y="0"/>
                  </a:moveTo>
                  <a:lnTo>
                    <a:pt x="0" y="1312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57045"/>
              <a:ext cx="103538" cy="139712"/>
            </a:xfrm>
            <a:custGeom>
              <a:avLst/>
              <a:pathLst>
                <a:path w="103538" h="139712">
                  <a:moveTo>
                    <a:pt x="103538" y="8469"/>
                  </a:moveTo>
                  <a:lnTo>
                    <a:pt x="91789" y="0"/>
                  </a:lnTo>
                  <a:lnTo>
                    <a:pt x="0" y="1397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29590"/>
              <a:ext cx="91789" cy="167167"/>
            </a:xfrm>
            <a:custGeom>
              <a:avLst/>
              <a:pathLst>
                <a:path w="91789" h="167167">
                  <a:moveTo>
                    <a:pt x="91789" y="27454"/>
                  </a:moveTo>
                  <a:lnTo>
                    <a:pt x="86959" y="24398"/>
                  </a:lnTo>
                  <a:lnTo>
                    <a:pt x="82028" y="21509"/>
                  </a:lnTo>
                  <a:lnTo>
                    <a:pt x="77000" y="18790"/>
                  </a:lnTo>
                  <a:lnTo>
                    <a:pt x="71883" y="16244"/>
                  </a:lnTo>
                  <a:lnTo>
                    <a:pt x="66681" y="13875"/>
                  </a:lnTo>
                  <a:lnTo>
                    <a:pt x="61402" y="11685"/>
                  </a:lnTo>
                  <a:lnTo>
                    <a:pt x="56051" y="9677"/>
                  </a:lnTo>
                  <a:lnTo>
                    <a:pt x="50634" y="7853"/>
                  </a:lnTo>
                  <a:lnTo>
                    <a:pt x="45158" y="6215"/>
                  </a:lnTo>
                  <a:lnTo>
                    <a:pt x="39630" y="4765"/>
                  </a:lnTo>
                  <a:lnTo>
                    <a:pt x="34055" y="3505"/>
                  </a:lnTo>
                  <a:lnTo>
                    <a:pt x="28440" y="2437"/>
                  </a:lnTo>
                  <a:lnTo>
                    <a:pt x="22792" y="1561"/>
                  </a:lnTo>
                  <a:lnTo>
                    <a:pt x="17117" y="878"/>
                  </a:lnTo>
                  <a:lnTo>
                    <a:pt x="11422" y="390"/>
                  </a:lnTo>
                  <a:lnTo>
                    <a:pt x="5714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478585" y="3934012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8" y="336"/>
                  </a:lnTo>
                  <a:lnTo>
                    <a:pt x="151262" y="756"/>
                  </a:lnTo>
                  <a:lnTo>
                    <a:pt x="145992" y="1344"/>
                  </a:lnTo>
                  <a:lnTo>
                    <a:pt x="140743" y="2098"/>
                  </a:lnTo>
                  <a:lnTo>
                    <a:pt x="135521" y="3018"/>
                  </a:lnTo>
                  <a:lnTo>
                    <a:pt x="130330" y="4104"/>
                  </a:lnTo>
                  <a:lnTo>
                    <a:pt x="125177" y="5354"/>
                  </a:lnTo>
                  <a:lnTo>
                    <a:pt x="120066" y="6767"/>
                  </a:lnTo>
                  <a:lnTo>
                    <a:pt x="115002" y="8341"/>
                  </a:lnTo>
                  <a:lnTo>
                    <a:pt x="109990" y="10074"/>
                  </a:lnTo>
                  <a:lnTo>
                    <a:pt x="105036" y="11966"/>
                  </a:lnTo>
                  <a:lnTo>
                    <a:pt x="100145" y="14015"/>
                  </a:lnTo>
                  <a:lnTo>
                    <a:pt x="95321" y="16217"/>
                  </a:lnTo>
                  <a:lnTo>
                    <a:pt x="90570" y="18571"/>
                  </a:lnTo>
                  <a:lnTo>
                    <a:pt x="85895" y="21074"/>
                  </a:lnTo>
                  <a:lnTo>
                    <a:pt x="81302" y="23725"/>
                  </a:lnTo>
                  <a:lnTo>
                    <a:pt x="76796" y="26520"/>
                  </a:lnTo>
                  <a:lnTo>
                    <a:pt x="72380" y="29457"/>
                  </a:lnTo>
                  <a:lnTo>
                    <a:pt x="68060" y="32532"/>
                  </a:lnTo>
                  <a:lnTo>
                    <a:pt x="63839" y="35742"/>
                  </a:lnTo>
                  <a:lnTo>
                    <a:pt x="59723" y="39085"/>
                  </a:lnTo>
                  <a:lnTo>
                    <a:pt x="55715" y="42557"/>
                  </a:lnTo>
                  <a:lnTo>
                    <a:pt x="51818" y="46154"/>
                  </a:lnTo>
                  <a:lnTo>
                    <a:pt x="48038" y="49873"/>
                  </a:lnTo>
                  <a:lnTo>
                    <a:pt x="44378" y="53710"/>
                  </a:lnTo>
                  <a:lnTo>
                    <a:pt x="40841" y="57661"/>
                  </a:lnTo>
                  <a:lnTo>
                    <a:pt x="37431" y="61722"/>
                  </a:lnTo>
                  <a:lnTo>
                    <a:pt x="34152" y="65889"/>
                  </a:lnTo>
                  <a:lnTo>
                    <a:pt x="31006" y="70158"/>
                  </a:lnTo>
                  <a:lnTo>
                    <a:pt x="27998" y="74525"/>
                  </a:lnTo>
                  <a:lnTo>
                    <a:pt x="25130" y="78985"/>
                  </a:lnTo>
                  <a:lnTo>
                    <a:pt x="22404" y="83534"/>
                  </a:lnTo>
                  <a:lnTo>
                    <a:pt x="19824" y="88167"/>
                  </a:lnTo>
                  <a:lnTo>
                    <a:pt x="17393" y="92880"/>
                  </a:lnTo>
                  <a:lnTo>
                    <a:pt x="15112" y="97667"/>
                  </a:lnTo>
                  <a:lnTo>
                    <a:pt x="12984" y="102524"/>
                  </a:lnTo>
                  <a:lnTo>
                    <a:pt x="11011" y="107446"/>
                  </a:lnTo>
                  <a:lnTo>
                    <a:pt x="9196" y="112429"/>
                  </a:lnTo>
                  <a:lnTo>
                    <a:pt x="7539" y="117466"/>
                  </a:lnTo>
                  <a:lnTo>
                    <a:pt x="6043" y="122554"/>
                  </a:lnTo>
                  <a:lnTo>
                    <a:pt x="4709" y="127686"/>
                  </a:lnTo>
                  <a:lnTo>
                    <a:pt x="3538" y="132858"/>
                  </a:lnTo>
                  <a:lnTo>
                    <a:pt x="2533" y="138064"/>
                  </a:lnTo>
                  <a:lnTo>
                    <a:pt x="1692" y="143300"/>
                  </a:lnTo>
                  <a:lnTo>
                    <a:pt x="1019" y="148560"/>
                  </a:lnTo>
                  <a:lnTo>
                    <a:pt x="512" y="153839"/>
                  </a:lnTo>
                  <a:lnTo>
                    <a:pt x="173" y="159131"/>
                  </a:lnTo>
                  <a:lnTo>
                    <a:pt x="2" y="164431"/>
                  </a:lnTo>
                  <a:lnTo>
                    <a:pt x="0" y="169734"/>
                  </a:lnTo>
                  <a:lnTo>
                    <a:pt x="165" y="175034"/>
                  </a:lnTo>
                  <a:lnTo>
                    <a:pt x="499" y="180326"/>
                  </a:lnTo>
                  <a:lnTo>
                    <a:pt x="1000" y="185605"/>
                  </a:lnTo>
                  <a:lnTo>
                    <a:pt x="1668" y="190866"/>
                  </a:lnTo>
                  <a:lnTo>
                    <a:pt x="2503" y="196102"/>
                  </a:lnTo>
                  <a:lnTo>
                    <a:pt x="3504" y="201310"/>
                  </a:lnTo>
                  <a:lnTo>
                    <a:pt x="4669" y="206483"/>
                  </a:lnTo>
                  <a:lnTo>
                    <a:pt x="5998" y="211617"/>
                  </a:lnTo>
                  <a:lnTo>
                    <a:pt x="7489" y="216706"/>
                  </a:lnTo>
                  <a:lnTo>
                    <a:pt x="9140" y="221745"/>
                  </a:lnTo>
                  <a:lnTo>
                    <a:pt x="10951" y="226729"/>
                  </a:lnTo>
                  <a:lnTo>
                    <a:pt x="12919" y="231653"/>
                  </a:lnTo>
                  <a:lnTo>
                    <a:pt x="15042" y="236513"/>
                  </a:lnTo>
                  <a:lnTo>
                    <a:pt x="17318" y="241302"/>
                  </a:lnTo>
                  <a:lnTo>
                    <a:pt x="19744" y="246017"/>
                  </a:lnTo>
                  <a:lnTo>
                    <a:pt x="22319" y="250653"/>
                  </a:lnTo>
                  <a:lnTo>
                    <a:pt x="25040" y="255204"/>
                  </a:lnTo>
                  <a:lnTo>
                    <a:pt x="27904" y="259667"/>
                  </a:lnTo>
                  <a:lnTo>
                    <a:pt x="30908" y="264037"/>
                  </a:lnTo>
                  <a:lnTo>
                    <a:pt x="34049" y="268310"/>
                  </a:lnTo>
                  <a:lnTo>
                    <a:pt x="37324" y="272480"/>
                  </a:lnTo>
                  <a:lnTo>
                    <a:pt x="40730" y="276545"/>
                  </a:lnTo>
                  <a:lnTo>
                    <a:pt x="44263" y="280500"/>
                  </a:lnTo>
                  <a:lnTo>
                    <a:pt x="47919" y="284340"/>
                  </a:lnTo>
                  <a:lnTo>
                    <a:pt x="51696" y="288063"/>
                  </a:lnTo>
                  <a:lnTo>
                    <a:pt x="55588" y="291664"/>
                  </a:lnTo>
                  <a:lnTo>
                    <a:pt x="59593" y="295140"/>
                  </a:lnTo>
                  <a:lnTo>
                    <a:pt x="63706" y="298487"/>
                  </a:lnTo>
                  <a:lnTo>
                    <a:pt x="67923" y="301702"/>
                  </a:lnTo>
                  <a:lnTo>
                    <a:pt x="72240" y="304781"/>
                  </a:lnTo>
                  <a:lnTo>
                    <a:pt x="76653" y="307722"/>
                  </a:lnTo>
                  <a:lnTo>
                    <a:pt x="81157" y="310522"/>
                  </a:lnTo>
                  <a:lnTo>
                    <a:pt x="85747" y="313177"/>
                  </a:lnTo>
                  <a:lnTo>
                    <a:pt x="90419" y="315685"/>
                  </a:lnTo>
                  <a:lnTo>
                    <a:pt x="95168" y="318044"/>
                  </a:lnTo>
                  <a:lnTo>
                    <a:pt x="99990" y="320251"/>
                  </a:lnTo>
                  <a:lnTo>
                    <a:pt x="104879" y="322304"/>
                  </a:lnTo>
                  <a:lnTo>
                    <a:pt x="109831" y="324201"/>
                  </a:lnTo>
                  <a:lnTo>
                    <a:pt x="114841" y="325940"/>
                  </a:lnTo>
                  <a:lnTo>
                    <a:pt x="119903" y="327519"/>
                  </a:lnTo>
                  <a:lnTo>
                    <a:pt x="125013" y="328937"/>
                  </a:lnTo>
                  <a:lnTo>
                    <a:pt x="130165" y="330192"/>
                  </a:lnTo>
                  <a:lnTo>
                    <a:pt x="135354" y="331283"/>
                  </a:lnTo>
                  <a:lnTo>
                    <a:pt x="140576" y="332209"/>
                  </a:lnTo>
                  <a:lnTo>
                    <a:pt x="145824" y="332969"/>
                  </a:lnTo>
                  <a:lnTo>
                    <a:pt x="151093" y="333562"/>
                  </a:lnTo>
                  <a:lnTo>
                    <a:pt x="156379" y="333987"/>
                  </a:lnTo>
                  <a:lnTo>
                    <a:pt x="161676" y="334245"/>
                  </a:lnTo>
                  <a:lnTo>
                    <a:pt x="166978" y="334334"/>
                  </a:lnTo>
                  <a:lnTo>
                    <a:pt x="172280" y="334256"/>
                  </a:lnTo>
                  <a:lnTo>
                    <a:pt x="177577" y="334009"/>
                  </a:lnTo>
                  <a:lnTo>
                    <a:pt x="182864" y="333594"/>
                  </a:lnTo>
                  <a:lnTo>
                    <a:pt x="188134" y="333012"/>
                  </a:lnTo>
                  <a:lnTo>
                    <a:pt x="193384" y="332263"/>
                  </a:lnTo>
                  <a:lnTo>
                    <a:pt x="198607" y="331347"/>
                  </a:lnTo>
                  <a:lnTo>
                    <a:pt x="203799" y="330267"/>
                  </a:lnTo>
                  <a:lnTo>
                    <a:pt x="208954" y="329022"/>
                  </a:lnTo>
                  <a:lnTo>
                    <a:pt x="214066" y="327615"/>
                  </a:lnTo>
                  <a:lnTo>
                    <a:pt x="219132" y="326046"/>
                  </a:lnTo>
                  <a:lnTo>
                    <a:pt x="224145" y="324317"/>
                  </a:lnTo>
                  <a:lnTo>
                    <a:pt x="229101" y="322430"/>
                  </a:lnTo>
                  <a:lnTo>
                    <a:pt x="233994" y="320387"/>
                  </a:lnTo>
                  <a:lnTo>
                    <a:pt x="238820" y="318190"/>
                  </a:lnTo>
                  <a:lnTo>
                    <a:pt x="243574" y="315841"/>
                  </a:lnTo>
                  <a:lnTo>
                    <a:pt x="248251" y="313342"/>
                  </a:lnTo>
                  <a:lnTo>
                    <a:pt x="252847" y="310696"/>
                  </a:lnTo>
                  <a:lnTo>
                    <a:pt x="257356" y="307905"/>
                  </a:lnTo>
                  <a:lnTo>
                    <a:pt x="261775" y="304973"/>
                  </a:lnTo>
                  <a:lnTo>
                    <a:pt x="266098" y="301903"/>
                  </a:lnTo>
                  <a:lnTo>
                    <a:pt x="270322" y="298696"/>
                  </a:lnTo>
                  <a:lnTo>
                    <a:pt x="274442" y="295358"/>
                  </a:lnTo>
                  <a:lnTo>
                    <a:pt x="278453" y="291890"/>
                  </a:lnTo>
                  <a:lnTo>
                    <a:pt x="282353" y="288297"/>
                  </a:lnTo>
                  <a:lnTo>
                    <a:pt x="286137" y="284582"/>
                  </a:lnTo>
                  <a:lnTo>
                    <a:pt x="289802" y="280749"/>
                  </a:lnTo>
                  <a:lnTo>
                    <a:pt x="293343" y="276801"/>
                  </a:lnTo>
                  <a:lnTo>
                    <a:pt x="296756" y="272744"/>
                  </a:lnTo>
                  <a:lnTo>
                    <a:pt x="300040" y="268580"/>
                  </a:lnTo>
                  <a:lnTo>
                    <a:pt x="303190" y="264313"/>
                  </a:lnTo>
                  <a:lnTo>
                    <a:pt x="306202" y="259950"/>
                  </a:lnTo>
                  <a:lnTo>
                    <a:pt x="309075" y="255492"/>
                  </a:lnTo>
                  <a:lnTo>
                    <a:pt x="311805" y="250946"/>
                  </a:lnTo>
                  <a:lnTo>
                    <a:pt x="314390" y="246316"/>
                  </a:lnTo>
                  <a:lnTo>
                    <a:pt x="316826" y="241606"/>
                  </a:lnTo>
                  <a:lnTo>
                    <a:pt x="319112" y="236821"/>
                  </a:lnTo>
                  <a:lnTo>
                    <a:pt x="321245" y="231966"/>
                  </a:lnTo>
                  <a:lnTo>
                    <a:pt x="323222" y="227046"/>
                  </a:lnTo>
                  <a:lnTo>
                    <a:pt x="325043" y="222065"/>
                  </a:lnTo>
                  <a:lnTo>
                    <a:pt x="326705" y="217030"/>
                  </a:lnTo>
                  <a:lnTo>
                    <a:pt x="328206" y="211944"/>
                  </a:lnTo>
                  <a:lnTo>
                    <a:pt x="329545" y="206813"/>
                  </a:lnTo>
                  <a:lnTo>
                    <a:pt x="330721" y="201642"/>
                  </a:lnTo>
                  <a:lnTo>
                    <a:pt x="331732" y="196436"/>
                  </a:lnTo>
                  <a:lnTo>
                    <a:pt x="332578" y="191201"/>
                  </a:lnTo>
                  <a:lnTo>
                    <a:pt x="333257" y="185942"/>
                  </a:lnTo>
                  <a:lnTo>
                    <a:pt x="333769" y="180664"/>
                  </a:lnTo>
                  <a:lnTo>
                    <a:pt x="334113" y="175373"/>
                  </a:lnTo>
                  <a:lnTo>
                    <a:pt x="334289" y="170073"/>
                  </a:lnTo>
                  <a:lnTo>
                    <a:pt x="334297" y="164770"/>
                  </a:lnTo>
                  <a:lnTo>
                    <a:pt x="334137" y="159469"/>
                  </a:lnTo>
                  <a:lnTo>
                    <a:pt x="333809" y="154177"/>
                  </a:lnTo>
                  <a:lnTo>
                    <a:pt x="333313" y="148897"/>
                  </a:lnTo>
                  <a:lnTo>
                    <a:pt x="332650" y="143636"/>
                  </a:lnTo>
                  <a:lnTo>
                    <a:pt x="331821" y="138398"/>
                  </a:lnTo>
                  <a:lnTo>
                    <a:pt x="330825" y="133190"/>
                  </a:lnTo>
                  <a:lnTo>
                    <a:pt x="329665" y="128015"/>
                  </a:lnTo>
                  <a:lnTo>
                    <a:pt x="328342" y="122880"/>
                  </a:lnTo>
                  <a:lnTo>
                    <a:pt x="326856" y="117790"/>
                  </a:lnTo>
                  <a:lnTo>
                    <a:pt x="325209" y="112749"/>
                  </a:lnTo>
                  <a:lnTo>
                    <a:pt x="323404" y="107763"/>
                  </a:lnTo>
                  <a:lnTo>
                    <a:pt x="321441" y="102837"/>
                  </a:lnTo>
                  <a:lnTo>
                    <a:pt x="319323" y="97976"/>
                  </a:lnTo>
                  <a:lnTo>
                    <a:pt x="317052" y="93184"/>
                  </a:lnTo>
                  <a:lnTo>
                    <a:pt x="314630" y="88466"/>
                  </a:lnTo>
                  <a:lnTo>
                    <a:pt x="312060" y="83828"/>
                  </a:lnTo>
                  <a:lnTo>
                    <a:pt x="309343" y="79274"/>
                  </a:lnTo>
                  <a:lnTo>
                    <a:pt x="306484" y="74808"/>
                  </a:lnTo>
                  <a:lnTo>
                    <a:pt x="303485" y="70435"/>
                  </a:lnTo>
                  <a:lnTo>
                    <a:pt x="300348" y="66159"/>
                  </a:lnTo>
                  <a:lnTo>
                    <a:pt x="297077" y="61985"/>
                  </a:lnTo>
                  <a:lnTo>
                    <a:pt x="293676" y="57917"/>
                  </a:lnTo>
                  <a:lnTo>
                    <a:pt x="290147" y="53959"/>
                  </a:lnTo>
                  <a:lnTo>
                    <a:pt x="286494" y="50115"/>
                  </a:lnTo>
                  <a:lnTo>
                    <a:pt x="282722" y="46388"/>
                  </a:lnTo>
                  <a:lnTo>
                    <a:pt x="278833" y="42783"/>
                  </a:lnTo>
                  <a:lnTo>
                    <a:pt x="274831" y="39303"/>
                  </a:lnTo>
                  <a:lnTo>
                    <a:pt x="270721" y="35952"/>
                  </a:lnTo>
                  <a:lnTo>
                    <a:pt x="266508" y="32733"/>
                  </a:lnTo>
                  <a:lnTo>
                    <a:pt x="262194" y="29649"/>
                  </a:lnTo>
                  <a:lnTo>
                    <a:pt x="257784" y="26704"/>
                  </a:lnTo>
                  <a:lnTo>
                    <a:pt x="253283" y="23900"/>
                  </a:lnTo>
                  <a:lnTo>
                    <a:pt x="248696" y="21240"/>
                  </a:lnTo>
                  <a:lnTo>
                    <a:pt x="244026" y="18726"/>
                  </a:lnTo>
                  <a:lnTo>
                    <a:pt x="239279" y="16363"/>
                  </a:lnTo>
                  <a:lnTo>
                    <a:pt x="234460" y="14151"/>
                  </a:lnTo>
                  <a:lnTo>
                    <a:pt x="229573" y="12093"/>
                  </a:lnTo>
                  <a:lnTo>
                    <a:pt x="224623" y="10191"/>
                  </a:lnTo>
                  <a:lnTo>
                    <a:pt x="219615" y="8447"/>
                  </a:lnTo>
                  <a:lnTo>
                    <a:pt x="214554" y="6862"/>
                  </a:lnTo>
                  <a:lnTo>
                    <a:pt x="209446" y="5439"/>
                  </a:lnTo>
                  <a:lnTo>
                    <a:pt x="204295" y="417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8192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8192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8192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8192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8192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8192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8192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8192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8192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8192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8192"/>
              <a:ext cx="37147" cy="162987"/>
            </a:xfrm>
            <a:custGeom>
              <a:avLst/>
              <a:pathLst>
                <a:path w="37147" h="162987">
                  <a:moveTo>
                    <a:pt x="37147" y="0"/>
                  </a:moveTo>
                  <a:lnTo>
                    <a:pt x="0" y="1629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7876"/>
              <a:ext cx="37147" cy="163303"/>
            </a:xfrm>
            <a:custGeom>
              <a:avLst/>
              <a:pathLst>
                <a:path w="37147" h="163303">
                  <a:moveTo>
                    <a:pt x="37147" y="315"/>
                  </a:moveTo>
                  <a:lnTo>
                    <a:pt x="35733" y="0"/>
                  </a:lnTo>
                  <a:lnTo>
                    <a:pt x="0" y="1633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012"/>
              <a:ext cx="35733" cy="167167"/>
            </a:xfrm>
            <a:custGeom>
              <a:avLst/>
              <a:pathLst>
                <a:path w="35733" h="167167">
                  <a:moveTo>
                    <a:pt x="35733" y="3863"/>
                  </a:moveTo>
                  <a:lnTo>
                    <a:pt x="28667" y="2476"/>
                  </a:lnTo>
                  <a:lnTo>
                    <a:pt x="21546" y="1394"/>
                  </a:lnTo>
                  <a:lnTo>
                    <a:pt x="14386" y="620"/>
                  </a:lnTo>
                  <a:lnTo>
                    <a:pt x="7200" y="15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711624" y="4397268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5" y="83"/>
                  </a:lnTo>
                  <a:lnTo>
                    <a:pt x="156597" y="334"/>
                  </a:lnTo>
                  <a:lnTo>
                    <a:pt x="151329" y="751"/>
                  </a:lnTo>
                  <a:lnTo>
                    <a:pt x="146077" y="1334"/>
                  </a:lnTo>
                  <a:lnTo>
                    <a:pt x="140846" y="2083"/>
                  </a:lnTo>
                  <a:lnTo>
                    <a:pt x="135641" y="2998"/>
                  </a:lnTo>
                  <a:lnTo>
                    <a:pt x="130468" y="4076"/>
                  </a:lnTo>
                  <a:lnTo>
                    <a:pt x="125331" y="5317"/>
                  </a:lnTo>
                  <a:lnTo>
                    <a:pt x="120237" y="6720"/>
                  </a:lnTo>
                  <a:lnTo>
                    <a:pt x="115189" y="8283"/>
                  </a:lnTo>
                  <a:lnTo>
                    <a:pt x="110193" y="10005"/>
                  </a:lnTo>
                  <a:lnTo>
                    <a:pt x="105254" y="11884"/>
                  </a:lnTo>
                  <a:lnTo>
                    <a:pt x="100377" y="13918"/>
                  </a:lnTo>
                  <a:lnTo>
                    <a:pt x="95566" y="16106"/>
                  </a:lnTo>
                  <a:lnTo>
                    <a:pt x="90827" y="18444"/>
                  </a:lnTo>
                  <a:lnTo>
                    <a:pt x="86165" y="20931"/>
                  </a:lnTo>
                  <a:lnTo>
                    <a:pt x="81583" y="23564"/>
                  </a:lnTo>
                  <a:lnTo>
                    <a:pt x="77087" y="26341"/>
                  </a:lnTo>
                  <a:lnTo>
                    <a:pt x="72681" y="29258"/>
                  </a:lnTo>
                  <a:lnTo>
                    <a:pt x="68369" y="32313"/>
                  </a:lnTo>
                  <a:lnTo>
                    <a:pt x="64156" y="35503"/>
                  </a:lnTo>
                  <a:lnTo>
                    <a:pt x="60046" y="38824"/>
                  </a:lnTo>
                  <a:lnTo>
                    <a:pt x="56043" y="42274"/>
                  </a:lnTo>
                  <a:lnTo>
                    <a:pt x="52151" y="45849"/>
                  </a:lnTo>
                  <a:lnTo>
                    <a:pt x="48374" y="49544"/>
                  </a:lnTo>
                  <a:lnTo>
                    <a:pt x="44715" y="53358"/>
                  </a:lnTo>
                  <a:lnTo>
                    <a:pt x="41179" y="57285"/>
                  </a:lnTo>
                  <a:lnTo>
                    <a:pt x="37769" y="61321"/>
                  </a:lnTo>
                  <a:lnTo>
                    <a:pt x="34488" y="65464"/>
                  </a:lnTo>
                  <a:lnTo>
                    <a:pt x="31340" y="69708"/>
                  </a:lnTo>
                  <a:lnTo>
                    <a:pt x="28328" y="74050"/>
                  </a:lnTo>
                  <a:lnTo>
                    <a:pt x="25454" y="78484"/>
                  </a:lnTo>
                  <a:lnTo>
                    <a:pt x="22722" y="83007"/>
                  </a:lnTo>
                  <a:lnTo>
                    <a:pt x="20134" y="87615"/>
                  </a:lnTo>
                  <a:lnTo>
                    <a:pt x="17693" y="92302"/>
                  </a:lnTo>
                  <a:lnTo>
                    <a:pt x="15401" y="97063"/>
                  </a:lnTo>
                  <a:lnTo>
                    <a:pt x="13261" y="101895"/>
                  </a:lnTo>
                  <a:lnTo>
                    <a:pt x="11275" y="106792"/>
                  </a:lnTo>
                  <a:lnTo>
                    <a:pt x="9445" y="111749"/>
                  </a:lnTo>
                  <a:lnTo>
                    <a:pt x="7772" y="116762"/>
                  </a:lnTo>
                  <a:lnTo>
                    <a:pt x="6258" y="121825"/>
                  </a:lnTo>
                  <a:lnTo>
                    <a:pt x="4905" y="126933"/>
                  </a:lnTo>
                  <a:lnTo>
                    <a:pt x="3715" y="132081"/>
                  </a:lnTo>
                  <a:lnTo>
                    <a:pt x="2687" y="137265"/>
                  </a:lnTo>
                  <a:lnTo>
                    <a:pt x="1825" y="142478"/>
                  </a:lnTo>
                  <a:lnTo>
                    <a:pt x="1127" y="147717"/>
                  </a:lnTo>
                  <a:lnTo>
                    <a:pt x="595" y="152974"/>
                  </a:lnTo>
                  <a:lnTo>
                    <a:pt x="230" y="158246"/>
                  </a:lnTo>
                  <a:lnTo>
                    <a:pt x="31" y="163526"/>
                  </a:lnTo>
                  <a:lnTo>
                    <a:pt x="0" y="168811"/>
                  </a:lnTo>
                  <a:lnTo>
                    <a:pt x="135" y="174093"/>
                  </a:lnTo>
                  <a:lnTo>
                    <a:pt x="437" y="179369"/>
                  </a:lnTo>
                  <a:lnTo>
                    <a:pt x="906" y="184633"/>
                  </a:lnTo>
                  <a:lnTo>
                    <a:pt x="1541" y="189879"/>
                  </a:lnTo>
                  <a:lnTo>
                    <a:pt x="2342" y="195102"/>
                  </a:lnTo>
                  <a:lnTo>
                    <a:pt x="3307" y="200298"/>
                  </a:lnTo>
                  <a:lnTo>
                    <a:pt x="4436" y="205460"/>
                  </a:lnTo>
                  <a:lnTo>
                    <a:pt x="5728" y="210584"/>
                  </a:lnTo>
                  <a:lnTo>
                    <a:pt x="7181" y="215665"/>
                  </a:lnTo>
                  <a:lnTo>
                    <a:pt x="8794" y="220697"/>
                  </a:lnTo>
                  <a:lnTo>
                    <a:pt x="10565" y="225676"/>
                  </a:lnTo>
                  <a:lnTo>
                    <a:pt x="12492" y="230596"/>
                  </a:lnTo>
                  <a:lnTo>
                    <a:pt x="14575" y="235453"/>
                  </a:lnTo>
                  <a:lnTo>
                    <a:pt x="16809" y="240242"/>
                  </a:lnTo>
                  <a:lnTo>
                    <a:pt x="19194" y="244957"/>
                  </a:lnTo>
                  <a:lnTo>
                    <a:pt x="21727" y="249595"/>
                  </a:lnTo>
                  <a:lnTo>
                    <a:pt x="24405" y="254151"/>
                  </a:lnTo>
                  <a:lnTo>
                    <a:pt x="27225" y="258619"/>
                  </a:lnTo>
                  <a:lnTo>
                    <a:pt x="30186" y="262997"/>
                  </a:lnTo>
                  <a:lnTo>
                    <a:pt x="33283" y="267278"/>
                  </a:lnTo>
                  <a:lnTo>
                    <a:pt x="36514" y="271459"/>
                  </a:lnTo>
                  <a:lnTo>
                    <a:pt x="39876" y="275537"/>
                  </a:lnTo>
                  <a:lnTo>
                    <a:pt x="43365" y="279506"/>
                  </a:lnTo>
                  <a:lnTo>
                    <a:pt x="46977" y="283362"/>
                  </a:lnTo>
                  <a:lnTo>
                    <a:pt x="50710" y="287103"/>
                  </a:lnTo>
                  <a:lnTo>
                    <a:pt x="54559" y="290724"/>
                  </a:lnTo>
                  <a:lnTo>
                    <a:pt x="58521" y="294221"/>
                  </a:lnTo>
                  <a:lnTo>
                    <a:pt x="62591" y="297591"/>
                  </a:lnTo>
                  <a:lnTo>
                    <a:pt x="66765" y="300831"/>
                  </a:lnTo>
                  <a:lnTo>
                    <a:pt x="71040" y="303937"/>
                  </a:lnTo>
                  <a:lnTo>
                    <a:pt x="75411" y="306907"/>
                  </a:lnTo>
                  <a:lnTo>
                    <a:pt x="79874" y="309737"/>
                  </a:lnTo>
                  <a:lnTo>
                    <a:pt x="84424" y="312425"/>
                  </a:lnTo>
                  <a:lnTo>
                    <a:pt x="89056" y="314967"/>
                  </a:lnTo>
                  <a:lnTo>
                    <a:pt x="93767" y="317362"/>
                  </a:lnTo>
                  <a:lnTo>
                    <a:pt x="98551" y="319607"/>
                  </a:lnTo>
                  <a:lnTo>
                    <a:pt x="103403" y="321699"/>
                  </a:lnTo>
                  <a:lnTo>
                    <a:pt x="108320" y="323637"/>
                  </a:lnTo>
                  <a:lnTo>
                    <a:pt x="113295" y="325419"/>
                  </a:lnTo>
                  <a:lnTo>
                    <a:pt x="118323" y="327042"/>
                  </a:lnTo>
                  <a:lnTo>
                    <a:pt x="123401" y="328506"/>
                  </a:lnTo>
                  <a:lnTo>
                    <a:pt x="128522" y="329808"/>
                  </a:lnTo>
                  <a:lnTo>
                    <a:pt x="133682" y="330948"/>
                  </a:lnTo>
                  <a:lnTo>
                    <a:pt x="138876" y="331924"/>
                  </a:lnTo>
                  <a:lnTo>
                    <a:pt x="144097" y="332736"/>
                  </a:lnTo>
                  <a:lnTo>
                    <a:pt x="149342" y="333382"/>
                  </a:lnTo>
                  <a:lnTo>
                    <a:pt x="154605" y="333862"/>
                  </a:lnTo>
                  <a:lnTo>
                    <a:pt x="159880" y="334176"/>
                  </a:lnTo>
                  <a:lnTo>
                    <a:pt x="165162" y="334322"/>
                  </a:lnTo>
                  <a:lnTo>
                    <a:pt x="170446" y="334302"/>
                  </a:lnTo>
                  <a:lnTo>
                    <a:pt x="175727" y="334115"/>
                  </a:lnTo>
                  <a:lnTo>
                    <a:pt x="181000" y="333760"/>
                  </a:lnTo>
                  <a:lnTo>
                    <a:pt x="186259" y="333240"/>
                  </a:lnTo>
                  <a:lnTo>
                    <a:pt x="191498" y="332553"/>
                  </a:lnTo>
                  <a:lnTo>
                    <a:pt x="196713" y="331701"/>
                  </a:lnTo>
                  <a:lnTo>
                    <a:pt x="201899" y="330685"/>
                  </a:lnTo>
                  <a:lnTo>
                    <a:pt x="207050" y="329505"/>
                  </a:lnTo>
                  <a:lnTo>
                    <a:pt x="212161" y="328163"/>
                  </a:lnTo>
                  <a:lnTo>
                    <a:pt x="217227" y="326660"/>
                  </a:lnTo>
                  <a:lnTo>
                    <a:pt x="222244" y="324998"/>
                  </a:lnTo>
                  <a:lnTo>
                    <a:pt x="227205" y="323178"/>
                  </a:lnTo>
                  <a:lnTo>
                    <a:pt x="232106" y="321202"/>
                  </a:lnTo>
                  <a:lnTo>
                    <a:pt x="236942" y="319072"/>
                  </a:lnTo>
                  <a:lnTo>
                    <a:pt x="241708" y="316791"/>
                  </a:lnTo>
                  <a:lnTo>
                    <a:pt x="246400" y="314360"/>
                  </a:lnTo>
                  <a:lnTo>
                    <a:pt x="251013" y="311782"/>
                  </a:lnTo>
                  <a:lnTo>
                    <a:pt x="255542" y="309059"/>
                  </a:lnTo>
                  <a:lnTo>
                    <a:pt x="259983" y="306195"/>
                  </a:lnTo>
                  <a:lnTo>
                    <a:pt x="264331" y="303191"/>
                  </a:lnTo>
                  <a:lnTo>
                    <a:pt x="268582" y="300052"/>
                  </a:lnTo>
                  <a:lnTo>
                    <a:pt x="272731" y="296780"/>
                  </a:lnTo>
                  <a:lnTo>
                    <a:pt x="276775" y="293378"/>
                  </a:lnTo>
                  <a:lnTo>
                    <a:pt x="280709" y="289850"/>
                  </a:lnTo>
                  <a:lnTo>
                    <a:pt x="284530" y="286200"/>
                  </a:lnTo>
                  <a:lnTo>
                    <a:pt x="288234" y="282431"/>
                  </a:lnTo>
                  <a:lnTo>
                    <a:pt x="291817" y="278546"/>
                  </a:lnTo>
                  <a:lnTo>
                    <a:pt x="295275" y="274551"/>
                  </a:lnTo>
                  <a:lnTo>
                    <a:pt x="298605" y="270448"/>
                  </a:lnTo>
                  <a:lnTo>
                    <a:pt x="301804" y="266241"/>
                  </a:lnTo>
                  <a:lnTo>
                    <a:pt x="304868" y="261936"/>
                  </a:lnTo>
                  <a:lnTo>
                    <a:pt x="307794" y="257536"/>
                  </a:lnTo>
                  <a:lnTo>
                    <a:pt x="310581" y="253046"/>
                  </a:lnTo>
                  <a:lnTo>
                    <a:pt x="313223" y="248470"/>
                  </a:lnTo>
                  <a:lnTo>
                    <a:pt x="315720" y="243812"/>
                  </a:lnTo>
                  <a:lnTo>
                    <a:pt x="318068" y="239078"/>
                  </a:lnTo>
                  <a:lnTo>
                    <a:pt x="320266" y="234273"/>
                  </a:lnTo>
                  <a:lnTo>
                    <a:pt x="322310" y="229400"/>
                  </a:lnTo>
                  <a:lnTo>
                    <a:pt x="324200" y="224465"/>
                  </a:lnTo>
                  <a:lnTo>
                    <a:pt x="325933" y="219473"/>
                  </a:lnTo>
                  <a:lnTo>
                    <a:pt x="327506" y="214428"/>
                  </a:lnTo>
                  <a:lnTo>
                    <a:pt x="328920" y="209336"/>
                  </a:lnTo>
                  <a:lnTo>
                    <a:pt x="330172" y="204202"/>
                  </a:lnTo>
                  <a:lnTo>
                    <a:pt x="331261" y="199031"/>
                  </a:lnTo>
                  <a:lnTo>
                    <a:pt x="332186" y="193829"/>
                  </a:lnTo>
                  <a:lnTo>
                    <a:pt x="332947" y="188599"/>
                  </a:lnTo>
                  <a:lnTo>
                    <a:pt x="333541" y="183348"/>
                  </a:lnTo>
                  <a:lnTo>
                    <a:pt x="333970" y="178081"/>
                  </a:lnTo>
                  <a:lnTo>
                    <a:pt x="334231" y="172803"/>
                  </a:lnTo>
                  <a:lnTo>
                    <a:pt x="334326" y="167520"/>
                  </a:lnTo>
                  <a:lnTo>
                    <a:pt x="334254" y="162236"/>
                  </a:lnTo>
                  <a:lnTo>
                    <a:pt x="334014" y="156957"/>
                  </a:lnTo>
                  <a:lnTo>
                    <a:pt x="333608" y="151688"/>
                  </a:lnTo>
                  <a:lnTo>
                    <a:pt x="333036" y="146435"/>
                  </a:lnTo>
                  <a:lnTo>
                    <a:pt x="332298" y="141203"/>
                  </a:lnTo>
                  <a:lnTo>
                    <a:pt x="331394" y="135996"/>
                  </a:lnTo>
                  <a:lnTo>
                    <a:pt x="330327" y="130820"/>
                  </a:lnTo>
                  <a:lnTo>
                    <a:pt x="329097" y="125681"/>
                  </a:lnTo>
                  <a:lnTo>
                    <a:pt x="327705" y="120584"/>
                  </a:lnTo>
                  <a:lnTo>
                    <a:pt x="326152" y="115532"/>
                  </a:lnTo>
                  <a:lnTo>
                    <a:pt x="324441" y="110533"/>
                  </a:lnTo>
                  <a:lnTo>
                    <a:pt x="322572" y="105590"/>
                  </a:lnTo>
                  <a:lnTo>
                    <a:pt x="320548" y="100708"/>
                  </a:lnTo>
                  <a:lnTo>
                    <a:pt x="318371" y="95893"/>
                  </a:lnTo>
                  <a:lnTo>
                    <a:pt x="316042" y="91150"/>
                  </a:lnTo>
                  <a:lnTo>
                    <a:pt x="313565" y="86482"/>
                  </a:lnTo>
                  <a:lnTo>
                    <a:pt x="310942" y="81895"/>
                  </a:lnTo>
                  <a:lnTo>
                    <a:pt x="308175" y="77393"/>
                  </a:lnTo>
                  <a:lnTo>
                    <a:pt x="305267" y="72980"/>
                  </a:lnTo>
                  <a:lnTo>
                    <a:pt x="302221" y="68662"/>
                  </a:lnTo>
                  <a:lnTo>
                    <a:pt x="299040" y="64442"/>
                  </a:lnTo>
                  <a:lnTo>
                    <a:pt x="295727" y="60325"/>
                  </a:lnTo>
                  <a:lnTo>
                    <a:pt x="292286" y="56315"/>
                  </a:lnTo>
                  <a:lnTo>
                    <a:pt x="288720" y="52415"/>
                  </a:lnTo>
                  <a:lnTo>
                    <a:pt x="285032" y="48631"/>
                  </a:lnTo>
                  <a:lnTo>
                    <a:pt x="281227" y="44964"/>
                  </a:lnTo>
                  <a:lnTo>
                    <a:pt x="277307" y="41420"/>
                  </a:lnTo>
                  <a:lnTo>
                    <a:pt x="273277" y="38001"/>
                  </a:lnTo>
                  <a:lnTo>
                    <a:pt x="269142" y="34712"/>
                  </a:lnTo>
                  <a:lnTo>
                    <a:pt x="264904" y="31554"/>
                  </a:lnTo>
                  <a:lnTo>
                    <a:pt x="260569" y="28533"/>
                  </a:lnTo>
                  <a:lnTo>
                    <a:pt x="256141" y="25649"/>
                  </a:lnTo>
                  <a:lnTo>
                    <a:pt x="251623" y="22908"/>
                  </a:lnTo>
                  <a:lnTo>
                    <a:pt x="247021" y="20310"/>
                  </a:lnTo>
                  <a:lnTo>
                    <a:pt x="242340" y="17859"/>
                  </a:lnTo>
                  <a:lnTo>
                    <a:pt x="237583" y="15558"/>
                  </a:lnTo>
                  <a:lnTo>
                    <a:pt x="232756" y="13407"/>
                  </a:lnTo>
                  <a:lnTo>
                    <a:pt x="227863" y="11411"/>
                  </a:lnTo>
                  <a:lnTo>
                    <a:pt x="222910" y="9570"/>
                  </a:lnTo>
                  <a:lnTo>
                    <a:pt x="217901" y="7887"/>
                  </a:lnTo>
                  <a:lnTo>
                    <a:pt x="212841" y="6362"/>
                  </a:lnTo>
                  <a:lnTo>
                    <a:pt x="207735" y="4999"/>
                  </a:lnTo>
                  <a:lnTo>
                    <a:pt x="202589" y="3797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401066"/>
              <a:ext cx="35430" cy="163369"/>
            </a:xfrm>
            <a:custGeom>
              <a:avLst/>
              <a:pathLst>
                <a:path w="35430" h="163369">
                  <a:moveTo>
                    <a:pt x="35430" y="0"/>
                  </a:moveTo>
                  <a:lnTo>
                    <a:pt x="0" y="1633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401066"/>
              <a:ext cx="35430" cy="163369"/>
            </a:xfrm>
            <a:custGeom>
              <a:avLst/>
              <a:pathLst>
                <a:path w="35430" h="163369">
                  <a:moveTo>
                    <a:pt x="35430" y="0"/>
                  </a:moveTo>
                  <a:lnTo>
                    <a:pt x="0" y="1633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401066"/>
              <a:ext cx="35430" cy="163369"/>
            </a:xfrm>
            <a:custGeom>
              <a:avLst/>
              <a:pathLst>
                <a:path w="35430" h="163369">
                  <a:moveTo>
                    <a:pt x="35430" y="0"/>
                  </a:moveTo>
                  <a:lnTo>
                    <a:pt x="0" y="1633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401066"/>
              <a:ext cx="35430" cy="163369"/>
            </a:xfrm>
            <a:custGeom>
              <a:avLst/>
              <a:pathLst>
                <a:path w="35430" h="163369">
                  <a:moveTo>
                    <a:pt x="35430" y="0"/>
                  </a:moveTo>
                  <a:lnTo>
                    <a:pt x="0" y="1633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401066"/>
              <a:ext cx="35430" cy="163369"/>
            </a:xfrm>
            <a:custGeom>
              <a:avLst/>
              <a:pathLst>
                <a:path w="35430" h="163369">
                  <a:moveTo>
                    <a:pt x="35430" y="0"/>
                  </a:moveTo>
                  <a:lnTo>
                    <a:pt x="0" y="1633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401066"/>
              <a:ext cx="35430" cy="163369"/>
            </a:xfrm>
            <a:custGeom>
              <a:avLst/>
              <a:pathLst>
                <a:path w="35430" h="163369">
                  <a:moveTo>
                    <a:pt x="35430" y="0"/>
                  </a:moveTo>
                  <a:lnTo>
                    <a:pt x="0" y="1633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401066"/>
              <a:ext cx="35430" cy="163369"/>
            </a:xfrm>
            <a:custGeom>
              <a:avLst/>
              <a:pathLst>
                <a:path w="35430" h="163369">
                  <a:moveTo>
                    <a:pt x="35430" y="0"/>
                  </a:moveTo>
                  <a:lnTo>
                    <a:pt x="0" y="1633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401066"/>
              <a:ext cx="35430" cy="163369"/>
            </a:xfrm>
            <a:custGeom>
              <a:avLst/>
              <a:pathLst>
                <a:path w="35430" h="163369">
                  <a:moveTo>
                    <a:pt x="35430" y="0"/>
                  </a:moveTo>
                  <a:lnTo>
                    <a:pt x="0" y="1633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401066"/>
              <a:ext cx="35430" cy="163369"/>
            </a:xfrm>
            <a:custGeom>
              <a:avLst/>
              <a:pathLst>
                <a:path w="35430" h="163369">
                  <a:moveTo>
                    <a:pt x="35430" y="0"/>
                  </a:moveTo>
                  <a:lnTo>
                    <a:pt x="0" y="1633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401066"/>
              <a:ext cx="35430" cy="163369"/>
            </a:xfrm>
            <a:custGeom>
              <a:avLst/>
              <a:pathLst>
                <a:path w="35430" h="163369">
                  <a:moveTo>
                    <a:pt x="35430" y="0"/>
                  </a:moveTo>
                  <a:lnTo>
                    <a:pt x="0" y="1633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400765"/>
              <a:ext cx="35430" cy="163670"/>
            </a:xfrm>
            <a:custGeom>
              <a:avLst/>
              <a:pathLst>
                <a:path w="35430" h="163670">
                  <a:moveTo>
                    <a:pt x="35430" y="300"/>
                  </a:moveTo>
                  <a:lnTo>
                    <a:pt x="34013" y="0"/>
                  </a:lnTo>
                  <a:lnTo>
                    <a:pt x="0" y="1636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268"/>
              <a:ext cx="34013" cy="167167"/>
            </a:xfrm>
            <a:custGeom>
              <a:avLst/>
              <a:pathLst>
                <a:path w="34013" h="167167">
                  <a:moveTo>
                    <a:pt x="34013" y="3496"/>
                  </a:moveTo>
                  <a:lnTo>
                    <a:pt x="27279" y="2240"/>
                  </a:lnTo>
                  <a:lnTo>
                    <a:pt x="20499" y="1261"/>
                  </a:lnTo>
                  <a:lnTo>
                    <a:pt x="13685" y="561"/>
                  </a:lnTo>
                  <a:lnTo>
                    <a:pt x="6848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045414" y="4794382"/>
              <a:ext cx="167152" cy="217247"/>
            </a:xfrm>
            <a:custGeom>
              <a:avLst/>
              <a:pathLst>
                <a:path w="167152" h="217247">
                  <a:moveTo>
                    <a:pt x="167152" y="0"/>
                  </a:moveTo>
                  <a:lnTo>
                    <a:pt x="161749" y="87"/>
                  </a:lnTo>
                  <a:lnTo>
                    <a:pt x="156351" y="349"/>
                  </a:lnTo>
                  <a:lnTo>
                    <a:pt x="150965" y="785"/>
                  </a:lnTo>
                  <a:lnTo>
                    <a:pt x="145595" y="1395"/>
                  </a:lnTo>
                  <a:lnTo>
                    <a:pt x="140248" y="2179"/>
                  </a:lnTo>
                  <a:lnTo>
                    <a:pt x="134930" y="3134"/>
                  </a:lnTo>
                  <a:lnTo>
                    <a:pt x="129644" y="4262"/>
                  </a:lnTo>
                  <a:lnTo>
                    <a:pt x="124398" y="5559"/>
                  </a:lnTo>
                  <a:lnTo>
                    <a:pt x="119197" y="7026"/>
                  </a:lnTo>
                  <a:lnTo>
                    <a:pt x="114046" y="8659"/>
                  </a:lnTo>
                  <a:lnTo>
                    <a:pt x="108950" y="10459"/>
                  </a:lnTo>
                  <a:lnTo>
                    <a:pt x="103915" y="12422"/>
                  </a:lnTo>
                  <a:lnTo>
                    <a:pt x="98947" y="14547"/>
                  </a:lnTo>
                  <a:lnTo>
                    <a:pt x="94049" y="16831"/>
                  </a:lnTo>
                  <a:lnTo>
                    <a:pt x="89228" y="19272"/>
                  </a:lnTo>
                  <a:lnTo>
                    <a:pt x="84488" y="21868"/>
                  </a:lnTo>
                  <a:lnTo>
                    <a:pt x="79835" y="24616"/>
                  </a:lnTo>
                  <a:lnTo>
                    <a:pt x="75273" y="27513"/>
                  </a:lnTo>
                  <a:lnTo>
                    <a:pt x="70807" y="30556"/>
                  </a:lnTo>
                  <a:lnTo>
                    <a:pt x="66442" y="33741"/>
                  </a:lnTo>
                  <a:lnTo>
                    <a:pt x="62182" y="37066"/>
                  </a:lnTo>
                  <a:lnTo>
                    <a:pt x="58031" y="40527"/>
                  </a:lnTo>
                  <a:lnTo>
                    <a:pt x="53995" y="44121"/>
                  </a:lnTo>
                  <a:lnTo>
                    <a:pt x="50077" y="47842"/>
                  </a:lnTo>
                  <a:lnTo>
                    <a:pt x="46281" y="51689"/>
                  </a:lnTo>
                  <a:lnTo>
                    <a:pt x="42612" y="55656"/>
                  </a:lnTo>
                  <a:lnTo>
                    <a:pt x="39073" y="59740"/>
                  </a:lnTo>
                  <a:lnTo>
                    <a:pt x="35667" y="63936"/>
                  </a:lnTo>
                  <a:lnTo>
                    <a:pt x="32399" y="68240"/>
                  </a:lnTo>
                  <a:lnTo>
                    <a:pt x="29272" y="72647"/>
                  </a:lnTo>
                  <a:lnTo>
                    <a:pt x="26289" y="77153"/>
                  </a:lnTo>
                  <a:lnTo>
                    <a:pt x="23453" y="81753"/>
                  </a:lnTo>
                  <a:lnTo>
                    <a:pt x="20767" y="86443"/>
                  </a:lnTo>
                  <a:lnTo>
                    <a:pt x="18234" y="91216"/>
                  </a:lnTo>
                  <a:lnTo>
                    <a:pt x="15857" y="96070"/>
                  </a:lnTo>
                  <a:lnTo>
                    <a:pt x="13638" y="100997"/>
                  </a:lnTo>
                  <a:lnTo>
                    <a:pt x="11580" y="105994"/>
                  </a:lnTo>
                  <a:lnTo>
                    <a:pt x="9684" y="111054"/>
                  </a:lnTo>
                  <a:lnTo>
                    <a:pt x="7952" y="116173"/>
                  </a:lnTo>
                  <a:lnTo>
                    <a:pt x="6387" y="121346"/>
                  </a:lnTo>
                  <a:lnTo>
                    <a:pt x="4990" y="126566"/>
                  </a:lnTo>
                  <a:lnTo>
                    <a:pt x="3763" y="131829"/>
                  </a:lnTo>
                  <a:lnTo>
                    <a:pt x="2706" y="137128"/>
                  </a:lnTo>
                  <a:lnTo>
                    <a:pt x="1821" y="142460"/>
                  </a:lnTo>
                  <a:lnTo>
                    <a:pt x="1108" y="147816"/>
                  </a:lnTo>
                  <a:lnTo>
                    <a:pt x="570" y="153194"/>
                  </a:lnTo>
                  <a:lnTo>
                    <a:pt x="205" y="158585"/>
                  </a:lnTo>
                  <a:lnTo>
                    <a:pt x="15" y="163986"/>
                  </a:lnTo>
                  <a:lnTo>
                    <a:pt x="0" y="169390"/>
                  </a:lnTo>
                  <a:lnTo>
                    <a:pt x="159" y="174792"/>
                  </a:lnTo>
                  <a:lnTo>
                    <a:pt x="492" y="180185"/>
                  </a:lnTo>
                  <a:lnTo>
                    <a:pt x="1000" y="185565"/>
                  </a:lnTo>
                  <a:lnTo>
                    <a:pt x="1682" y="190926"/>
                  </a:lnTo>
                  <a:lnTo>
                    <a:pt x="2536" y="196262"/>
                  </a:lnTo>
                  <a:lnTo>
                    <a:pt x="3563" y="201568"/>
                  </a:lnTo>
                  <a:lnTo>
                    <a:pt x="4760" y="206838"/>
                  </a:lnTo>
                  <a:lnTo>
                    <a:pt x="6127" y="212066"/>
                  </a:lnTo>
                  <a:lnTo>
                    <a:pt x="7663" y="21724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053077" y="4961550"/>
              <a:ext cx="159489" cy="50080"/>
            </a:xfrm>
            <a:custGeom>
              <a:avLst/>
              <a:pathLst>
                <a:path w="159489" h="50080">
                  <a:moveTo>
                    <a:pt x="0" y="50080"/>
                  </a:moveTo>
                  <a:lnTo>
                    <a:pt x="15948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053077" y="4961550"/>
              <a:ext cx="159489" cy="50080"/>
            </a:xfrm>
            <a:custGeom>
              <a:avLst/>
              <a:pathLst>
                <a:path w="159489" h="50080">
                  <a:moveTo>
                    <a:pt x="0" y="50080"/>
                  </a:moveTo>
                  <a:lnTo>
                    <a:pt x="15948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053077" y="4961550"/>
              <a:ext cx="159489" cy="50080"/>
            </a:xfrm>
            <a:custGeom>
              <a:avLst/>
              <a:pathLst>
                <a:path w="159489" h="50080">
                  <a:moveTo>
                    <a:pt x="0" y="50080"/>
                  </a:moveTo>
                  <a:lnTo>
                    <a:pt x="15948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053077" y="4961550"/>
              <a:ext cx="159489" cy="50080"/>
            </a:xfrm>
            <a:custGeom>
              <a:avLst/>
              <a:pathLst>
                <a:path w="159489" h="50080">
                  <a:moveTo>
                    <a:pt x="0" y="50080"/>
                  </a:moveTo>
                  <a:lnTo>
                    <a:pt x="1594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53077" y="4961550"/>
              <a:ext cx="159489" cy="50080"/>
            </a:xfrm>
            <a:custGeom>
              <a:avLst/>
              <a:pathLst>
                <a:path w="159489" h="50080">
                  <a:moveTo>
                    <a:pt x="0" y="50080"/>
                  </a:moveTo>
                  <a:lnTo>
                    <a:pt x="1594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53077" y="4961550"/>
              <a:ext cx="159489" cy="50080"/>
            </a:xfrm>
            <a:custGeom>
              <a:avLst/>
              <a:pathLst>
                <a:path w="159489" h="50080">
                  <a:moveTo>
                    <a:pt x="0" y="50080"/>
                  </a:moveTo>
                  <a:lnTo>
                    <a:pt x="1594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53077" y="4961550"/>
              <a:ext cx="159489" cy="50080"/>
            </a:xfrm>
            <a:custGeom>
              <a:avLst/>
              <a:pathLst>
                <a:path w="159489" h="50080">
                  <a:moveTo>
                    <a:pt x="0" y="50080"/>
                  </a:moveTo>
                  <a:lnTo>
                    <a:pt x="1594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53077" y="4961550"/>
              <a:ext cx="159489" cy="50080"/>
            </a:xfrm>
            <a:custGeom>
              <a:avLst/>
              <a:pathLst>
                <a:path w="159489" h="50080">
                  <a:moveTo>
                    <a:pt x="0" y="50080"/>
                  </a:moveTo>
                  <a:lnTo>
                    <a:pt x="15948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53077" y="4961550"/>
              <a:ext cx="159489" cy="50080"/>
            </a:xfrm>
            <a:custGeom>
              <a:avLst/>
              <a:pathLst>
                <a:path w="159489" h="50080">
                  <a:moveTo>
                    <a:pt x="0" y="50080"/>
                  </a:moveTo>
                  <a:lnTo>
                    <a:pt x="15948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53077" y="4961550"/>
              <a:ext cx="159489" cy="76007"/>
            </a:xfrm>
            <a:custGeom>
              <a:avLst/>
              <a:pathLst>
                <a:path w="159489" h="76007">
                  <a:moveTo>
                    <a:pt x="0" y="50080"/>
                  </a:moveTo>
                  <a:lnTo>
                    <a:pt x="2239" y="56723"/>
                  </a:lnTo>
                  <a:lnTo>
                    <a:pt x="4756" y="63266"/>
                  </a:lnTo>
                  <a:lnTo>
                    <a:pt x="7545" y="69698"/>
                  </a:lnTo>
                  <a:lnTo>
                    <a:pt x="10601" y="76007"/>
                  </a:lnTo>
                  <a:lnTo>
                    <a:pt x="15948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63678" y="4794382"/>
              <a:ext cx="316049" cy="334316"/>
            </a:xfrm>
            <a:custGeom>
              <a:avLst/>
              <a:pathLst>
                <a:path w="316049" h="334316">
                  <a:moveTo>
                    <a:pt x="0" y="243175"/>
                  </a:moveTo>
                  <a:lnTo>
                    <a:pt x="2498" y="247882"/>
                  </a:lnTo>
                  <a:lnTo>
                    <a:pt x="5145" y="252508"/>
                  </a:lnTo>
                  <a:lnTo>
                    <a:pt x="7939" y="257046"/>
                  </a:lnTo>
                  <a:lnTo>
                    <a:pt x="10876" y="261494"/>
                  </a:lnTo>
                  <a:lnTo>
                    <a:pt x="13953" y="265845"/>
                  </a:lnTo>
                  <a:lnTo>
                    <a:pt x="17167" y="270096"/>
                  </a:lnTo>
                  <a:lnTo>
                    <a:pt x="20515" y="274243"/>
                  </a:lnTo>
                  <a:lnTo>
                    <a:pt x="23993" y="278281"/>
                  </a:lnTo>
                  <a:lnTo>
                    <a:pt x="27599" y="282206"/>
                  </a:lnTo>
                  <a:lnTo>
                    <a:pt x="31328" y="286013"/>
                  </a:lnTo>
                  <a:lnTo>
                    <a:pt x="35176" y="289701"/>
                  </a:lnTo>
                  <a:lnTo>
                    <a:pt x="39140" y="293263"/>
                  </a:lnTo>
                  <a:lnTo>
                    <a:pt x="43215" y="296697"/>
                  </a:lnTo>
                  <a:lnTo>
                    <a:pt x="47398" y="300000"/>
                  </a:lnTo>
                  <a:lnTo>
                    <a:pt x="51684" y="303168"/>
                  </a:lnTo>
                  <a:lnTo>
                    <a:pt x="56068" y="306197"/>
                  </a:lnTo>
                  <a:lnTo>
                    <a:pt x="60547" y="309086"/>
                  </a:lnTo>
                  <a:lnTo>
                    <a:pt x="65116" y="311829"/>
                  </a:lnTo>
                  <a:lnTo>
                    <a:pt x="69770" y="314426"/>
                  </a:lnTo>
                  <a:lnTo>
                    <a:pt x="74505" y="316874"/>
                  </a:lnTo>
                  <a:lnTo>
                    <a:pt x="79315" y="319169"/>
                  </a:lnTo>
                  <a:lnTo>
                    <a:pt x="84195" y="321309"/>
                  </a:lnTo>
                  <a:lnTo>
                    <a:pt x="89142" y="323293"/>
                  </a:lnTo>
                  <a:lnTo>
                    <a:pt x="94149" y="325118"/>
                  </a:lnTo>
                  <a:lnTo>
                    <a:pt x="99212" y="326783"/>
                  </a:lnTo>
                  <a:lnTo>
                    <a:pt x="104325" y="328285"/>
                  </a:lnTo>
                  <a:lnTo>
                    <a:pt x="109484" y="329624"/>
                  </a:lnTo>
                  <a:lnTo>
                    <a:pt x="114683" y="330797"/>
                  </a:lnTo>
                  <a:lnTo>
                    <a:pt x="119916" y="331805"/>
                  </a:lnTo>
                  <a:lnTo>
                    <a:pt x="125179" y="332645"/>
                  </a:lnTo>
                  <a:lnTo>
                    <a:pt x="130466" y="333316"/>
                  </a:lnTo>
                  <a:lnTo>
                    <a:pt x="135772" y="333819"/>
                  </a:lnTo>
                  <a:lnTo>
                    <a:pt x="141091" y="334152"/>
                  </a:lnTo>
                  <a:lnTo>
                    <a:pt x="146418" y="334316"/>
                  </a:lnTo>
                  <a:lnTo>
                    <a:pt x="151747" y="334310"/>
                  </a:lnTo>
                  <a:lnTo>
                    <a:pt x="157074" y="334134"/>
                  </a:lnTo>
                  <a:lnTo>
                    <a:pt x="162392" y="333788"/>
                  </a:lnTo>
                  <a:lnTo>
                    <a:pt x="167697" y="333273"/>
                  </a:lnTo>
                  <a:lnTo>
                    <a:pt x="172982" y="332589"/>
                  </a:lnTo>
                  <a:lnTo>
                    <a:pt x="178243" y="331737"/>
                  </a:lnTo>
                  <a:lnTo>
                    <a:pt x="183474" y="330717"/>
                  </a:lnTo>
                  <a:lnTo>
                    <a:pt x="188670" y="329532"/>
                  </a:lnTo>
                  <a:lnTo>
                    <a:pt x="193826" y="328181"/>
                  </a:lnTo>
                  <a:lnTo>
                    <a:pt x="198935" y="326667"/>
                  </a:lnTo>
                  <a:lnTo>
                    <a:pt x="203994" y="324990"/>
                  </a:lnTo>
                  <a:lnTo>
                    <a:pt x="208997" y="323154"/>
                  </a:lnTo>
                  <a:lnTo>
                    <a:pt x="213939" y="321158"/>
                  </a:lnTo>
                  <a:lnTo>
                    <a:pt x="218815" y="319006"/>
                  </a:lnTo>
                  <a:lnTo>
                    <a:pt x="223620" y="316700"/>
                  </a:lnTo>
                  <a:lnTo>
                    <a:pt x="228348" y="314242"/>
                  </a:lnTo>
                  <a:lnTo>
                    <a:pt x="232996" y="311634"/>
                  </a:lnTo>
                  <a:lnTo>
                    <a:pt x="237559" y="308880"/>
                  </a:lnTo>
                  <a:lnTo>
                    <a:pt x="242031" y="305981"/>
                  </a:lnTo>
                  <a:lnTo>
                    <a:pt x="246409" y="302941"/>
                  </a:lnTo>
                  <a:lnTo>
                    <a:pt x="250687" y="299764"/>
                  </a:lnTo>
                  <a:lnTo>
                    <a:pt x="254862" y="296451"/>
                  </a:lnTo>
                  <a:lnTo>
                    <a:pt x="258930" y="293007"/>
                  </a:lnTo>
                  <a:lnTo>
                    <a:pt x="262885" y="289436"/>
                  </a:lnTo>
                  <a:lnTo>
                    <a:pt x="266725" y="285740"/>
                  </a:lnTo>
                  <a:lnTo>
                    <a:pt x="270445" y="281923"/>
                  </a:lnTo>
                  <a:lnTo>
                    <a:pt x="274041" y="277990"/>
                  </a:lnTo>
                  <a:lnTo>
                    <a:pt x="277510" y="273944"/>
                  </a:lnTo>
                  <a:lnTo>
                    <a:pt x="280848" y="269790"/>
                  </a:lnTo>
                  <a:lnTo>
                    <a:pt x="284053" y="265531"/>
                  </a:lnTo>
                  <a:lnTo>
                    <a:pt x="287120" y="261172"/>
                  </a:lnTo>
                  <a:lnTo>
                    <a:pt x="290046" y="256718"/>
                  </a:lnTo>
                  <a:lnTo>
                    <a:pt x="292829" y="252173"/>
                  </a:lnTo>
                  <a:lnTo>
                    <a:pt x="295465" y="247541"/>
                  </a:lnTo>
                  <a:lnTo>
                    <a:pt x="297953" y="242828"/>
                  </a:lnTo>
                  <a:lnTo>
                    <a:pt x="300289" y="238038"/>
                  </a:lnTo>
                  <a:lnTo>
                    <a:pt x="302471" y="233175"/>
                  </a:lnTo>
                  <a:lnTo>
                    <a:pt x="304497" y="228246"/>
                  </a:lnTo>
                  <a:lnTo>
                    <a:pt x="306365" y="223255"/>
                  </a:lnTo>
                  <a:lnTo>
                    <a:pt x="308073" y="218206"/>
                  </a:lnTo>
                  <a:lnTo>
                    <a:pt x="309619" y="213106"/>
                  </a:lnTo>
                  <a:lnTo>
                    <a:pt x="311002" y="207959"/>
                  </a:lnTo>
                  <a:lnTo>
                    <a:pt x="312220" y="202770"/>
                  </a:lnTo>
                  <a:lnTo>
                    <a:pt x="313272" y="197546"/>
                  </a:lnTo>
                  <a:lnTo>
                    <a:pt x="314157" y="192290"/>
                  </a:lnTo>
                  <a:lnTo>
                    <a:pt x="314874" y="187009"/>
                  </a:lnTo>
                  <a:lnTo>
                    <a:pt x="315422" y="181708"/>
                  </a:lnTo>
                  <a:lnTo>
                    <a:pt x="315801" y="176392"/>
                  </a:lnTo>
                  <a:lnTo>
                    <a:pt x="316010" y="171067"/>
                  </a:lnTo>
                  <a:lnTo>
                    <a:pt x="316049" y="165737"/>
                  </a:lnTo>
                  <a:lnTo>
                    <a:pt x="315919" y="160409"/>
                  </a:lnTo>
                  <a:lnTo>
                    <a:pt x="315619" y="155088"/>
                  </a:lnTo>
                  <a:lnTo>
                    <a:pt x="315149" y="149780"/>
                  </a:lnTo>
                  <a:lnTo>
                    <a:pt x="314510" y="144489"/>
                  </a:lnTo>
                  <a:lnTo>
                    <a:pt x="313703" y="139220"/>
                  </a:lnTo>
                  <a:lnTo>
                    <a:pt x="312728" y="133981"/>
                  </a:lnTo>
                  <a:lnTo>
                    <a:pt x="311587" y="128775"/>
                  </a:lnTo>
                  <a:lnTo>
                    <a:pt x="310281" y="123608"/>
                  </a:lnTo>
                  <a:lnTo>
                    <a:pt x="308810" y="118486"/>
                  </a:lnTo>
                  <a:lnTo>
                    <a:pt x="307177" y="113412"/>
                  </a:lnTo>
                  <a:lnTo>
                    <a:pt x="305383" y="108394"/>
                  </a:lnTo>
                  <a:lnTo>
                    <a:pt x="303430" y="103435"/>
                  </a:lnTo>
                  <a:lnTo>
                    <a:pt x="301320" y="98541"/>
                  </a:lnTo>
                  <a:lnTo>
                    <a:pt x="299055" y="93717"/>
                  </a:lnTo>
                  <a:lnTo>
                    <a:pt x="296637" y="88967"/>
                  </a:lnTo>
                  <a:lnTo>
                    <a:pt x="294069" y="84297"/>
                  </a:lnTo>
                  <a:lnTo>
                    <a:pt x="291354" y="79712"/>
                  </a:lnTo>
                  <a:lnTo>
                    <a:pt x="288494" y="75215"/>
                  </a:lnTo>
                  <a:lnTo>
                    <a:pt x="285491" y="70811"/>
                  </a:lnTo>
                  <a:lnTo>
                    <a:pt x="282350" y="66506"/>
                  </a:lnTo>
                  <a:lnTo>
                    <a:pt x="279074" y="62302"/>
                  </a:lnTo>
                  <a:lnTo>
                    <a:pt x="275665" y="58206"/>
                  </a:lnTo>
                  <a:lnTo>
                    <a:pt x="272127" y="54220"/>
                  </a:lnTo>
                  <a:lnTo>
                    <a:pt x="268464" y="50349"/>
                  </a:lnTo>
                  <a:lnTo>
                    <a:pt x="264679" y="46596"/>
                  </a:lnTo>
                  <a:lnTo>
                    <a:pt x="260777" y="42966"/>
                  </a:lnTo>
                  <a:lnTo>
                    <a:pt x="256761" y="39463"/>
                  </a:lnTo>
                  <a:lnTo>
                    <a:pt x="252635" y="36089"/>
                  </a:lnTo>
                  <a:lnTo>
                    <a:pt x="248404" y="32848"/>
                  </a:lnTo>
                  <a:lnTo>
                    <a:pt x="244072" y="29744"/>
                  </a:lnTo>
                  <a:lnTo>
                    <a:pt x="239643" y="26780"/>
                  </a:lnTo>
                  <a:lnTo>
                    <a:pt x="235122" y="23958"/>
                  </a:lnTo>
                  <a:lnTo>
                    <a:pt x="230513" y="21282"/>
                  </a:lnTo>
                  <a:lnTo>
                    <a:pt x="225821" y="18754"/>
                  </a:lnTo>
                  <a:lnTo>
                    <a:pt x="221051" y="16377"/>
                  </a:lnTo>
                  <a:lnTo>
                    <a:pt x="216208" y="14154"/>
                  </a:lnTo>
                  <a:lnTo>
                    <a:pt x="211296" y="12086"/>
                  </a:lnTo>
                  <a:lnTo>
                    <a:pt x="206320" y="10175"/>
                  </a:lnTo>
                  <a:lnTo>
                    <a:pt x="201287" y="8424"/>
                  </a:lnTo>
                  <a:lnTo>
                    <a:pt x="196200" y="6834"/>
                  </a:lnTo>
                  <a:lnTo>
                    <a:pt x="191065" y="5408"/>
                  </a:lnTo>
                  <a:lnTo>
                    <a:pt x="185887" y="4145"/>
                  </a:lnTo>
                  <a:lnTo>
                    <a:pt x="180672" y="3049"/>
                  </a:lnTo>
                  <a:lnTo>
                    <a:pt x="175424" y="2119"/>
                  </a:lnTo>
                  <a:lnTo>
                    <a:pt x="170149" y="1357"/>
                  </a:lnTo>
                  <a:lnTo>
                    <a:pt x="164853" y="764"/>
                  </a:lnTo>
                  <a:lnTo>
                    <a:pt x="159540" y="339"/>
                  </a:lnTo>
                  <a:lnTo>
                    <a:pt x="154217" y="84"/>
                  </a:lnTo>
                  <a:lnTo>
                    <a:pt x="148888" y="0"/>
                  </a:lnTo>
                  <a:lnTo>
                    <a:pt x="14888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8364" y="5103947"/>
              <a:ext cx="724" cy="167167"/>
            </a:xfrm>
            <a:custGeom>
              <a:avLst/>
              <a:pathLst>
                <a:path w="724" h="167167">
                  <a:moveTo>
                    <a:pt x="724" y="0"/>
                  </a:moveTo>
                  <a:lnTo>
                    <a:pt x="0" y="1"/>
                  </a:lnTo>
                  <a:lnTo>
                    <a:pt x="72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461938" y="5103948"/>
              <a:ext cx="334305" cy="334333"/>
            </a:xfrm>
            <a:custGeom>
              <a:avLst/>
              <a:pathLst>
                <a:path w="334305" h="334333">
                  <a:moveTo>
                    <a:pt x="166426" y="0"/>
                  </a:moveTo>
                  <a:lnTo>
                    <a:pt x="161131" y="106"/>
                  </a:lnTo>
                  <a:lnTo>
                    <a:pt x="155843" y="381"/>
                  </a:lnTo>
                  <a:lnTo>
                    <a:pt x="150566" y="823"/>
                  </a:lnTo>
                  <a:lnTo>
                    <a:pt x="145306" y="1431"/>
                  </a:lnTo>
                  <a:lnTo>
                    <a:pt x="140067" y="2206"/>
                  </a:lnTo>
                  <a:lnTo>
                    <a:pt x="134856" y="3147"/>
                  </a:lnTo>
                  <a:lnTo>
                    <a:pt x="129677" y="4252"/>
                  </a:lnTo>
                  <a:lnTo>
                    <a:pt x="124536" y="5521"/>
                  </a:lnTo>
                  <a:lnTo>
                    <a:pt x="119438" y="6952"/>
                  </a:lnTo>
                  <a:lnTo>
                    <a:pt x="114387" y="8543"/>
                  </a:lnTo>
                  <a:lnTo>
                    <a:pt x="109389" y="10294"/>
                  </a:lnTo>
                  <a:lnTo>
                    <a:pt x="104450" y="12202"/>
                  </a:lnTo>
                  <a:lnTo>
                    <a:pt x="99573" y="14266"/>
                  </a:lnTo>
                  <a:lnTo>
                    <a:pt x="94764" y="16483"/>
                  </a:lnTo>
                  <a:lnTo>
                    <a:pt x="90028" y="18851"/>
                  </a:lnTo>
                  <a:lnTo>
                    <a:pt x="85369" y="21368"/>
                  </a:lnTo>
                  <a:lnTo>
                    <a:pt x="80792" y="24032"/>
                  </a:lnTo>
                  <a:lnTo>
                    <a:pt x="76302" y="26839"/>
                  </a:lnTo>
                  <a:lnTo>
                    <a:pt x="71903" y="29787"/>
                  </a:lnTo>
                  <a:lnTo>
                    <a:pt x="67599" y="32873"/>
                  </a:lnTo>
                  <a:lnTo>
                    <a:pt x="63396" y="36093"/>
                  </a:lnTo>
                  <a:lnTo>
                    <a:pt x="59296" y="39445"/>
                  </a:lnTo>
                  <a:lnTo>
                    <a:pt x="55305" y="42925"/>
                  </a:lnTo>
                  <a:lnTo>
                    <a:pt x="51426" y="46530"/>
                  </a:lnTo>
                  <a:lnTo>
                    <a:pt x="47663" y="50256"/>
                  </a:lnTo>
                  <a:lnTo>
                    <a:pt x="44020" y="54099"/>
                  </a:lnTo>
                  <a:lnTo>
                    <a:pt x="40501" y="58056"/>
                  </a:lnTo>
                  <a:lnTo>
                    <a:pt x="37108" y="62122"/>
                  </a:lnTo>
                  <a:lnTo>
                    <a:pt x="33846" y="66294"/>
                  </a:lnTo>
                  <a:lnTo>
                    <a:pt x="30718" y="70567"/>
                  </a:lnTo>
                  <a:lnTo>
                    <a:pt x="27727" y="74936"/>
                  </a:lnTo>
                  <a:lnTo>
                    <a:pt x="24876" y="79399"/>
                  </a:lnTo>
                  <a:lnTo>
                    <a:pt x="22167" y="83949"/>
                  </a:lnTo>
                  <a:lnTo>
                    <a:pt x="19604" y="88583"/>
                  </a:lnTo>
                  <a:lnTo>
                    <a:pt x="17189" y="93295"/>
                  </a:lnTo>
                  <a:lnTo>
                    <a:pt x="14925" y="98082"/>
                  </a:lnTo>
                  <a:lnTo>
                    <a:pt x="12813" y="102938"/>
                  </a:lnTo>
                  <a:lnTo>
                    <a:pt x="10856" y="107859"/>
                  </a:lnTo>
                  <a:lnTo>
                    <a:pt x="9056" y="112839"/>
                  </a:lnTo>
                  <a:lnTo>
                    <a:pt x="7415" y="117874"/>
                  </a:lnTo>
                  <a:lnTo>
                    <a:pt x="5934" y="122958"/>
                  </a:lnTo>
                  <a:lnTo>
                    <a:pt x="4615" y="128086"/>
                  </a:lnTo>
                  <a:lnTo>
                    <a:pt x="3458" y="133254"/>
                  </a:lnTo>
                  <a:lnTo>
                    <a:pt x="2466" y="138456"/>
                  </a:lnTo>
                  <a:lnTo>
                    <a:pt x="1640" y="143686"/>
                  </a:lnTo>
                  <a:lnTo>
                    <a:pt x="979" y="148940"/>
                  </a:lnTo>
                  <a:lnTo>
                    <a:pt x="485" y="154213"/>
                  </a:lnTo>
                  <a:lnTo>
                    <a:pt x="159" y="159498"/>
                  </a:lnTo>
                  <a:lnTo>
                    <a:pt x="0" y="164791"/>
                  </a:lnTo>
                  <a:lnTo>
                    <a:pt x="8" y="170087"/>
                  </a:lnTo>
                  <a:lnTo>
                    <a:pt x="185" y="175379"/>
                  </a:lnTo>
                  <a:lnTo>
                    <a:pt x="528" y="180663"/>
                  </a:lnTo>
                  <a:lnTo>
                    <a:pt x="1040" y="185934"/>
                  </a:lnTo>
                  <a:lnTo>
                    <a:pt x="1717" y="191186"/>
                  </a:lnTo>
                  <a:lnTo>
                    <a:pt x="2561" y="196414"/>
                  </a:lnTo>
                  <a:lnTo>
                    <a:pt x="3570" y="201612"/>
                  </a:lnTo>
                  <a:lnTo>
                    <a:pt x="4743" y="206776"/>
                  </a:lnTo>
                  <a:lnTo>
                    <a:pt x="6079" y="211900"/>
                  </a:lnTo>
                  <a:lnTo>
                    <a:pt x="7577" y="216979"/>
                  </a:lnTo>
                  <a:lnTo>
                    <a:pt x="9235" y="222009"/>
                  </a:lnTo>
                  <a:lnTo>
                    <a:pt x="11051" y="226983"/>
                  </a:lnTo>
                  <a:lnTo>
                    <a:pt x="13024" y="231897"/>
                  </a:lnTo>
                  <a:lnTo>
                    <a:pt x="15152" y="236746"/>
                  </a:lnTo>
                  <a:lnTo>
                    <a:pt x="17432" y="241526"/>
                  </a:lnTo>
                  <a:lnTo>
                    <a:pt x="19862" y="246230"/>
                  </a:lnTo>
                  <a:lnTo>
                    <a:pt x="22440" y="250856"/>
                  </a:lnTo>
                  <a:lnTo>
                    <a:pt x="25164" y="255397"/>
                  </a:lnTo>
                  <a:lnTo>
                    <a:pt x="28030" y="259850"/>
                  </a:lnTo>
                  <a:lnTo>
                    <a:pt x="31035" y="264210"/>
                  </a:lnTo>
                  <a:lnTo>
                    <a:pt x="34177" y="268473"/>
                  </a:lnTo>
                  <a:lnTo>
                    <a:pt x="37453" y="272634"/>
                  </a:lnTo>
                  <a:lnTo>
                    <a:pt x="40858" y="276689"/>
                  </a:lnTo>
                  <a:lnTo>
                    <a:pt x="44391" y="280634"/>
                  </a:lnTo>
                  <a:lnTo>
                    <a:pt x="48046" y="284465"/>
                  </a:lnTo>
                  <a:lnTo>
                    <a:pt x="51821" y="288179"/>
                  </a:lnTo>
                  <a:lnTo>
                    <a:pt x="55712" y="291771"/>
                  </a:lnTo>
                  <a:lnTo>
                    <a:pt x="59715" y="295238"/>
                  </a:lnTo>
                  <a:lnTo>
                    <a:pt x="63825" y="298576"/>
                  </a:lnTo>
                  <a:lnTo>
                    <a:pt x="68039" y="301783"/>
                  </a:lnTo>
                  <a:lnTo>
                    <a:pt x="72353" y="304855"/>
                  </a:lnTo>
                  <a:lnTo>
                    <a:pt x="76761" y="307788"/>
                  </a:lnTo>
                  <a:lnTo>
                    <a:pt x="81261" y="310581"/>
                  </a:lnTo>
                  <a:lnTo>
                    <a:pt x="85846" y="313229"/>
                  </a:lnTo>
                  <a:lnTo>
                    <a:pt x="90513" y="315731"/>
                  </a:lnTo>
                  <a:lnTo>
                    <a:pt x="95257" y="318084"/>
                  </a:lnTo>
                  <a:lnTo>
                    <a:pt x="100074" y="320285"/>
                  </a:lnTo>
                  <a:lnTo>
                    <a:pt x="104957" y="322333"/>
                  </a:lnTo>
                  <a:lnTo>
                    <a:pt x="109903" y="324225"/>
                  </a:lnTo>
                  <a:lnTo>
                    <a:pt x="114906" y="325959"/>
                  </a:lnTo>
                  <a:lnTo>
                    <a:pt x="119962" y="327534"/>
                  </a:lnTo>
                  <a:lnTo>
                    <a:pt x="125065" y="328949"/>
                  </a:lnTo>
                  <a:lnTo>
                    <a:pt x="130210" y="330200"/>
                  </a:lnTo>
                  <a:lnTo>
                    <a:pt x="135393" y="331289"/>
                  </a:lnTo>
                  <a:lnTo>
                    <a:pt x="140607" y="332212"/>
                  </a:lnTo>
                  <a:lnTo>
                    <a:pt x="145848" y="332970"/>
                  </a:lnTo>
                  <a:lnTo>
                    <a:pt x="151110" y="333562"/>
                  </a:lnTo>
                  <a:lnTo>
                    <a:pt x="156389" y="333986"/>
                  </a:lnTo>
                  <a:lnTo>
                    <a:pt x="161678" y="334243"/>
                  </a:lnTo>
                  <a:lnTo>
                    <a:pt x="166973" y="334333"/>
                  </a:lnTo>
                  <a:lnTo>
                    <a:pt x="172268" y="334254"/>
                  </a:lnTo>
                  <a:lnTo>
                    <a:pt x="177557" y="334009"/>
                  </a:lnTo>
                  <a:lnTo>
                    <a:pt x="182837" y="333595"/>
                  </a:lnTo>
                  <a:lnTo>
                    <a:pt x="188100" y="333015"/>
                  </a:lnTo>
                  <a:lnTo>
                    <a:pt x="193343" y="332268"/>
                  </a:lnTo>
                  <a:lnTo>
                    <a:pt x="198559" y="331356"/>
                  </a:lnTo>
                  <a:lnTo>
                    <a:pt x="203744" y="330278"/>
                  </a:lnTo>
                  <a:lnTo>
                    <a:pt x="208892" y="329038"/>
                  </a:lnTo>
                  <a:lnTo>
                    <a:pt x="213998" y="327634"/>
                  </a:lnTo>
                  <a:lnTo>
                    <a:pt x="219057" y="326070"/>
                  </a:lnTo>
                  <a:lnTo>
                    <a:pt x="224064" y="324346"/>
                  </a:lnTo>
                  <a:lnTo>
                    <a:pt x="229014" y="322465"/>
                  </a:lnTo>
                  <a:lnTo>
                    <a:pt x="233902" y="320427"/>
                  </a:lnTo>
                  <a:lnTo>
                    <a:pt x="238722" y="318236"/>
                  </a:lnTo>
                  <a:lnTo>
                    <a:pt x="243471" y="315893"/>
                  </a:lnTo>
                  <a:lnTo>
                    <a:pt x="248144" y="313401"/>
                  </a:lnTo>
                  <a:lnTo>
                    <a:pt x="252735" y="310763"/>
                  </a:lnTo>
                  <a:lnTo>
                    <a:pt x="257240" y="307980"/>
                  </a:lnTo>
                  <a:lnTo>
                    <a:pt x="261655" y="305056"/>
                  </a:lnTo>
                  <a:lnTo>
                    <a:pt x="265975" y="301993"/>
                  </a:lnTo>
                  <a:lnTo>
                    <a:pt x="270196" y="298795"/>
                  </a:lnTo>
                  <a:lnTo>
                    <a:pt x="274314" y="295466"/>
                  </a:lnTo>
                  <a:lnTo>
                    <a:pt x="278324" y="292007"/>
                  </a:lnTo>
                  <a:lnTo>
                    <a:pt x="282222" y="288423"/>
                  </a:lnTo>
                  <a:lnTo>
                    <a:pt x="286005" y="284718"/>
                  </a:lnTo>
                  <a:lnTo>
                    <a:pt x="289668" y="280894"/>
                  </a:lnTo>
                  <a:lnTo>
                    <a:pt x="293209" y="276956"/>
                  </a:lnTo>
                  <a:lnTo>
                    <a:pt x="296623" y="272909"/>
                  </a:lnTo>
                  <a:lnTo>
                    <a:pt x="299908" y="268755"/>
                  </a:lnTo>
                  <a:lnTo>
                    <a:pt x="303059" y="264499"/>
                  </a:lnTo>
                  <a:lnTo>
                    <a:pt x="306073" y="260145"/>
                  </a:lnTo>
                  <a:lnTo>
                    <a:pt x="308949" y="255698"/>
                  </a:lnTo>
                  <a:lnTo>
                    <a:pt x="311682" y="251163"/>
                  </a:lnTo>
                  <a:lnTo>
                    <a:pt x="314270" y="246543"/>
                  </a:lnTo>
                  <a:lnTo>
                    <a:pt x="316710" y="241843"/>
                  </a:lnTo>
                  <a:lnTo>
                    <a:pt x="319000" y="237069"/>
                  </a:lnTo>
                  <a:lnTo>
                    <a:pt x="321138" y="232224"/>
                  </a:lnTo>
                  <a:lnTo>
                    <a:pt x="323122" y="227314"/>
                  </a:lnTo>
                  <a:lnTo>
                    <a:pt x="324948" y="222344"/>
                  </a:lnTo>
                  <a:lnTo>
                    <a:pt x="326617" y="217318"/>
                  </a:lnTo>
                  <a:lnTo>
                    <a:pt x="328125" y="212242"/>
                  </a:lnTo>
                  <a:lnTo>
                    <a:pt x="329472" y="207121"/>
                  </a:lnTo>
                  <a:lnTo>
                    <a:pt x="330656" y="201959"/>
                  </a:lnTo>
                  <a:lnTo>
                    <a:pt x="331676" y="196763"/>
                  </a:lnTo>
                  <a:lnTo>
                    <a:pt x="332531" y="191537"/>
                  </a:lnTo>
                  <a:lnTo>
                    <a:pt x="333220" y="186287"/>
                  </a:lnTo>
                  <a:lnTo>
                    <a:pt x="333743" y="181017"/>
                  </a:lnTo>
                  <a:lnTo>
                    <a:pt x="334098" y="175733"/>
                  </a:lnTo>
                  <a:lnTo>
                    <a:pt x="334285" y="170441"/>
                  </a:lnTo>
                  <a:lnTo>
                    <a:pt x="334305" y="165146"/>
                  </a:lnTo>
                  <a:lnTo>
                    <a:pt x="334157" y="159853"/>
                  </a:lnTo>
                  <a:lnTo>
                    <a:pt x="333842" y="154566"/>
                  </a:lnTo>
                  <a:lnTo>
                    <a:pt x="333359" y="149293"/>
                  </a:lnTo>
                  <a:lnTo>
                    <a:pt x="332710" y="144038"/>
                  </a:lnTo>
                  <a:lnTo>
                    <a:pt x="331894" y="138805"/>
                  </a:lnTo>
                  <a:lnTo>
                    <a:pt x="330913" y="133602"/>
                  </a:lnTo>
                  <a:lnTo>
                    <a:pt x="329768" y="128431"/>
                  </a:lnTo>
                  <a:lnTo>
                    <a:pt x="328460" y="123300"/>
                  </a:lnTo>
                  <a:lnTo>
                    <a:pt x="326989" y="118213"/>
                  </a:lnTo>
                  <a:lnTo>
                    <a:pt x="325359" y="113175"/>
                  </a:lnTo>
                  <a:lnTo>
                    <a:pt x="323569" y="108191"/>
                  </a:lnTo>
                  <a:lnTo>
                    <a:pt x="321623" y="103266"/>
                  </a:lnTo>
                  <a:lnTo>
                    <a:pt x="319521" y="98406"/>
                  </a:lnTo>
                  <a:lnTo>
                    <a:pt x="317267" y="93614"/>
                  </a:lnTo>
                  <a:lnTo>
                    <a:pt x="314862" y="88896"/>
                  </a:lnTo>
                  <a:lnTo>
                    <a:pt x="312309" y="84257"/>
                  </a:lnTo>
                  <a:lnTo>
                    <a:pt x="309610" y="79701"/>
                  </a:lnTo>
                  <a:lnTo>
                    <a:pt x="306768" y="75232"/>
                  </a:lnTo>
                  <a:lnTo>
                    <a:pt x="303787" y="70856"/>
                  </a:lnTo>
                  <a:lnTo>
                    <a:pt x="300668" y="66577"/>
                  </a:lnTo>
                  <a:lnTo>
                    <a:pt x="297415" y="62398"/>
                  </a:lnTo>
                  <a:lnTo>
                    <a:pt x="294031" y="58325"/>
                  </a:lnTo>
                  <a:lnTo>
                    <a:pt x="290520" y="54361"/>
                  </a:lnTo>
                  <a:lnTo>
                    <a:pt x="286885" y="50510"/>
                  </a:lnTo>
                  <a:lnTo>
                    <a:pt x="283130" y="46776"/>
                  </a:lnTo>
                  <a:lnTo>
                    <a:pt x="279259" y="43163"/>
                  </a:lnTo>
                  <a:lnTo>
                    <a:pt x="275275" y="39674"/>
                  </a:lnTo>
                  <a:lnTo>
                    <a:pt x="271183" y="36314"/>
                  </a:lnTo>
                  <a:lnTo>
                    <a:pt x="266986" y="33084"/>
                  </a:lnTo>
                  <a:lnTo>
                    <a:pt x="262689" y="29989"/>
                  </a:lnTo>
                  <a:lnTo>
                    <a:pt x="258296" y="27032"/>
                  </a:lnTo>
                  <a:lnTo>
                    <a:pt x="253812" y="24215"/>
                  </a:lnTo>
                  <a:lnTo>
                    <a:pt x="249241" y="21542"/>
                  </a:lnTo>
                  <a:lnTo>
                    <a:pt x="244587" y="19015"/>
                  </a:lnTo>
                  <a:lnTo>
                    <a:pt x="239856" y="16637"/>
                  </a:lnTo>
                  <a:lnTo>
                    <a:pt x="235052" y="14410"/>
                  </a:lnTo>
                  <a:lnTo>
                    <a:pt x="230179" y="12336"/>
                  </a:lnTo>
                  <a:lnTo>
                    <a:pt x="225244" y="10417"/>
                  </a:lnTo>
                  <a:lnTo>
                    <a:pt x="220250" y="8656"/>
                  </a:lnTo>
                  <a:lnTo>
                    <a:pt x="215203" y="7053"/>
                  </a:lnTo>
                  <a:lnTo>
                    <a:pt x="167150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9088" y="5103947"/>
              <a:ext cx="48052" cy="167167"/>
            </a:xfrm>
            <a:custGeom>
              <a:avLst/>
              <a:pathLst>
                <a:path w="48052" h="167167">
                  <a:moveTo>
                    <a:pt x="48052" y="7055"/>
                  </a:moveTo>
                  <a:lnTo>
                    <a:pt x="42186" y="5410"/>
                  </a:lnTo>
                  <a:lnTo>
                    <a:pt x="36264" y="3980"/>
                  </a:lnTo>
                  <a:lnTo>
                    <a:pt x="30294" y="2767"/>
                  </a:lnTo>
                  <a:lnTo>
                    <a:pt x="24283" y="1773"/>
                  </a:lnTo>
                  <a:lnTo>
                    <a:pt x="18241" y="998"/>
                  </a:lnTo>
                  <a:lnTo>
                    <a:pt x="12174" y="443"/>
                  </a:lnTo>
                  <a:lnTo>
                    <a:pt x="6091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3938742" y="5309273"/>
              <a:ext cx="167152" cy="232487"/>
            </a:xfrm>
            <a:custGeom>
              <a:avLst/>
              <a:pathLst>
                <a:path w="167152" h="232487">
                  <a:moveTo>
                    <a:pt x="167152" y="0"/>
                  </a:moveTo>
                  <a:lnTo>
                    <a:pt x="161748" y="87"/>
                  </a:lnTo>
                  <a:lnTo>
                    <a:pt x="156350" y="349"/>
                  </a:lnTo>
                  <a:lnTo>
                    <a:pt x="150963" y="785"/>
                  </a:lnTo>
                  <a:lnTo>
                    <a:pt x="145593" y="1396"/>
                  </a:lnTo>
                  <a:lnTo>
                    <a:pt x="140245" y="2179"/>
                  </a:lnTo>
                  <a:lnTo>
                    <a:pt x="134926" y="3135"/>
                  </a:lnTo>
                  <a:lnTo>
                    <a:pt x="129640" y="4263"/>
                  </a:lnTo>
                  <a:lnTo>
                    <a:pt x="124394" y="5560"/>
                  </a:lnTo>
                  <a:lnTo>
                    <a:pt x="119192" y="7027"/>
                  </a:lnTo>
                  <a:lnTo>
                    <a:pt x="114040" y="8661"/>
                  </a:lnTo>
                  <a:lnTo>
                    <a:pt x="108944" y="10461"/>
                  </a:lnTo>
                  <a:lnTo>
                    <a:pt x="103909" y="12424"/>
                  </a:lnTo>
                  <a:lnTo>
                    <a:pt x="98940" y="14550"/>
                  </a:lnTo>
                  <a:lnTo>
                    <a:pt x="94042" y="16834"/>
                  </a:lnTo>
                  <a:lnTo>
                    <a:pt x="89220" y="19276"/>
                  </a:lnTo>
                  <a:lnTo>
                    <a:pt x="84480" y="21873"/>
                  </a:lnTo>
                  <a:lnTo>
                    <a:pt x="79827" y="24621"/>
                  </a:lnTo>
                  <a:lnTo>
                    <a:pt x="75264" y="27519"/>
                  </a:lnTo>
                  <a:lnTo>
                    <a:pt x="70798" y="30562"/>
                  </a:lnTo>
                  <a:lnTo>
                    <a:pt x="66433" y="33748"/>
                  </a:lnTo>
                  <a:lnTo>
                    <a:pt x="62172" y="37074"/>
                  </a:lnTo>
                  <a:lnTo>
                    <a:pt x="58022" y="40535"/>
                  </a:lnTo>
                  <a:lnTo>
                    <a:pt x="53985" y="44129"/>
                  </a:lnTo>
                  <a:lnTo>
                    <a:pt x="50067" y="47852"/>
                  </a:lnTo>
                  <a:lnTo>
                    <a:pt x="46271" y="51699"/>
                  </a:lnTo>
                  <a:lnTo>
                    <a:pt x="42602" y="55667"/>
                  </a:lnTo>
                  <a:lnTo>
                    <a:pt x="39063" y="59751"/>
                  </a:lnTo>
                  <a:lnTo>
                    <a:pt x="35657" y="63948"/>
                  </a:lnTo>
                  <a:lnTo>
                    <a:pt x="32389" y="68253"/>
                  </a:lnTo>
                  <a:lnTo>
                    <a:pt x="29262" y="72661"/>
                  </a:lnTo>
                  <a:lnTo>
                    <a:pt x="26279" y="77168"/>
                  </a:lnTo>
                  <a:lnTo>
                    <a:pt x="23443" y="81769"/>
                  </a:lnTo>
                  <a:lnTo>
                    <a:pt x="20758" y="86459"/>
                  </a:lnTo>
                  <a:lnTo>
                    <a:pt x="18226" y="91233"/>
                  </a:lnTo>
                  <a:lnTo>
                    <a:pt x="15849" y="96087"/>
                  </a:lnTo>
                  <a:lnTo>
                    <a:pt x="13630" y="101015"/>
                  </a:lnTo>
                  <a:lnTo>
                    <a:pt x="11572" y="106013"/>
                  </a:lnTo>
                  <a:lnTo>
                    <a:pt x="9676" y="111074"/>
                  </a:lnTo>
                  <a:lnTo>
                    <a:pt x="7945" y="116194"/>
                  </a:lnTo>
                  <a:lnTo>
                    <a:pt x="6381" y="121367"/>
                  </a:lnTo>
                  <a:lnTo>
                    <a:pt x="4984" y="126588"/>
                  </a:lnTo>
                  <a:lnTo>
                    <a:pt x="3757" y="131852"/>
                  </a:lnTo>
                  <a:lnTo>
                    <a:pt x="2701" y="137152"/>
                  </a:lnTo>
                  <a:lnTo>
                    <a:pt x="1817" y="142484"/>
                  </a:lnTo>
                  <a:lnTo>
                    <a:pt x="1105" y="147841"/>
                  </a:lnTo>
                  <a:lnTo>
                    <a:pt x="567" y="153219"/>
                  </a:lnTo>
                  <a:lnTo>
                    <a:pt x="203" y="158611"/>
                  </a:lnTo>
                  <a:lnTo>
                    <a:pt x="14" y="164013"/>
                  </a:lnTo>
                  <a:lnTo>
                    <a:pt x="0" y="169417"/>
                  </a:lnTo>
                  <a:lnTo>
                    <a:pt x="160" y="174819"/>
                  </a:lnTo>
                  <a:lnTo>
                    <a:pt x="494" y="180214"/>
                  </a:lnTo>
                  <a:lnTo>
                    <a:pt x="1003" y="185594"/>
                  </a:lnTo>
                  <a:lnTo>
                    <a:pt x="1686" y="190956"/>
                  </a:lnTo>
                  <a:lnTo>
                    <a:pt x="2541" y="196292"/>
                  </a:lnTo>
                  <a:lnTo>
                    <a:pt x="3569" y="201598"/>
                  </a:lnTo>
                  <a:lnTo>
                    <a:pt x="4767" y="206868"/>
                  </a:lnTo>
                  <a:lnTo>
                    <a:pt x="6135" y="212097"/>
                  </a:lnTo>
                  <a:lnTo>
                    <a:pt x="7672" y="217278"/>
                  </a:lnTo>
                  <a:lnTo>
                    <a:pt x="9375" y="222407"/>
                  </a:lnTo>
                  <a:lnTo>
                    <a:pt x="11243" y="227479"/>
                  </a:lnTo>
                  <a:lnTo>
                    <a:pt x="13274" y="23248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3952017" y="5309273"/>
              <a:ext cx="321028" cy="334333"/>
            </a:xfrm>
            <a:custGeom>
              <a:avLst/>
              <a:pathLst>
                <a:path w="321028" h="334333">
                  <a:moveTo>
                    <a:pt x="0" y="232487"/>
                  </a:moveTo>
                  <a:lnTo>
                    <a:pt x="2147" y="237331"/>
                  </a:lnTo>
                  <a:lnTo>
                    <a:pt x="4447" y="242105"/>
                  </a:lnTo>
                  <a:lnTo>
                    <a:pt x="6897" y="246803"/>
                  </a:lnTo>
                  <a:lnTo>
                    <a:pt x="9495" y="251421"/>
                  </a:lnTo>
                  <a:lnTo>
                    <a:pt x="12237" y="255955"/>
                  </a:lnTo>
                  <a:lnTo>
                    <a:pt x="15123" y="260399"/>
                  </a:lnTo>
                  <a:lnTo>
                    <a:pt x="18147" y="264750"/>
                  </a:lnTo>
                  <a:lnTo>
                    <a:pt x="21308" y="269002"/>
                  </a:lnTo>
                  <a:lnTo>
                    <a:pt x="24602" y="273153"/>
                  </a:lnTo>
                  <a:lnTo>
                    <a:pt x="28026" y="277196"/>
                  </a:lnTo>
                  <a:lnTo>
                    <a:pt x="31576" y="281130"/>
                  </a:lnTo>
                  <a:lnTo>
                    <a:pt x="35249" y="284949"/>
                  </a:lnTo>
                  <a:lnTo>
                    <a:pt x="39042" y="288649"/>
                  </a:lnTo>
                  <a:lnTo>
                    <a:pt x="42950" y="292227"/>
                  </a:lnTo>
                  <a:lnTo>
                    <a:pt x="46969" y="295680"/>
                  </a:lnTo>
                  <a:lnTo>
                    <a:pt x="51096" y="299004"/>
                  </a:lnTo>
                  <a:lnTo>
                    <a:pt x="55325" y="302195"/>
                  </a:lnTo>
                  <a:lnTo>
                    <a:pt x="59654" y="305251"/>
                  </a:lnTo>
                  <a:lnTo>
                    <a:pt x="64078" y="308167"/>
                  </a:lnTo>
                  <a:lnTo>
                    <a:pt x="68592" y="310943"/>
                  </a:lnTo>
                  <a:lnTo>
                    <a:pt x="73191" y="313573"/>
                  </a:lnTo>
                  <a:lnTo>
                    <a:pt x="77872" y="316057"/>
                  </a:lnTo>
                  <a:lnTo>
                    <a:pt x="82629" y="318391"/>
                  </a:lnTo>
                  <a:lnTo>
                    <a:pt x="87457" y="320573"/>
                  </a:lnTo>
                  <a:lnTo>
                    <a:pt x="92353" y="322601"/>
                  </a:lnTo>
                  <a:lnTo>
                    <a:pt x="97310" y="324473"/>
                  </a:lnTo>
                  <a:lnTo>
                    <a:pt x="102323" y="326186"/>
                  </a:lnTo>
                  <a:lnTo>
                    <a:pt x="107389" y="327740"/>
                  </a:lnTo>
                  <a:lnTo>
                    <a:pt x="112502" y="329133"/>
                  </a:lnTo>
                  <a:lnTo>
                    <a:pt x="117655" y="330363"/>
                  </a:lnTo>
                  <a:lnTo>
                    <a:pt x="122846" y="331429"/>
                  </a:lnTo>
                  <a:lnTo>
                    <a:pt x="128067" y="332330"/>
                  </a:lnTo>
                  <a:lnTo>
                    <a:pt x="133315" y="333065"/>
                  </a:lnTo>
                  <a:lnTo>
                    <a:pt x="138583" y="333633"/>
                  </a:lnTo>
                  <a:lnTo>
                    <a:pt x="143866" y="334034"/>
                  </a:lnTo>
                  <a:lnTo>
                    <a:pt x="149160" y="334268"/>
                  </a:lnTo>
                  <a:lnTo>
                    <a:pt x="154458" y="334333"/>
                  </a:lnTo>
                  <a:lnTo>
                    <a:pt x="159756" y="334231"/>
                  </a:lnTo>
                  <a:lnTo>
                    <a:pt x="165048" y="333961"/>
                  </a:lnTo>
                  <a:lnTo>
                    <a:pt x="170328" y="333523"/>
                  </a:lnTo>
                  <a:lnTo>
                    <a:pt x="175592" y="332918"/>
                  </a:lnTo>
                  <a:lnTo>
                    <a:pt x="180834" y="332146"/>
                  </a:lnTo>
                  <a:lnTo>
                    <a:pt x="186050" y="331209"/>
                  </a:lnTo>
                  <a:lnTo>
                    <a:pt x="191232" y="330107"/>
                  </a:lnTo>
                  <a:lnTo>
                    <a:pt x="196378" y="328841"/>
                  </a:lnTo>
                  <a:lnTo>
                    <a:pt x="201480" y="327413"/>
                  </a:lnTo>
                  <a:lnTo>
                    <a:pt x="206535" y="325824"/>
                  </a:lnTo>
                  <a:lnTo>
                    <a:pt x="211537" y="324075"/>
                  </a:lnTo>
                  <a:lnTo>
                    <a:pt x="216481" y="322169"/>
                  </a:lnTo>
                  <a:lnTo>
                    <a:pt x="221362" y="320107"/>
                  </a:lnTo>
                  <a:lnTo>
                    <a:pt x="226175" y="317892"/>
                  </a:lnTo>
                  <a:lnTo>
                    <a:pt x="230915" y="315525"/>
                  </a:lnTo>
                  <a:lnTo>
                    <a:pt x="235579" y="313009"/>
                  </a:lnTo>
                  <a:lnTo>
                    <a:pt x="240160" y="310346"/>
                  </a:lnTo>
                  <a:lnTo>
                    <a:pt x="244654" y="307539"/>
                  </a:lnTo>
                  <a:lnTo>
                    <a:pt x="249057" y="304592"/>
                  </a:lnTo>
                  <a:lnTo>
                    <a:pt x="253365" y="301506"/>
                  </a:lnTo>
                  <a:lnTo>
                    <a:pt x="257573" y="298286"/>
                  </a:lnTo>
                  <a:lnTo>
                    <a:pt x="261676" y="294934"/>
                  </a:lnTo>
                  <a:lnTo>
                    <a:pt x="265671" y="291453"/>
                  </a:lnTo>
                  <a:lnTo>
                    <a:pt x="269554" y="287847"/>
                  </a:lnTo>
                  <a:lnTo>
                    <a:pt x="273320" y="284121"/>
                  </a:lnTo>
                  <a:lnTo>
                    <a:pt x="276967" y="280276"/>
                  </a:lnTo>
                  <a:lnTo>
                    <a:pt x="280490" y="276318"/>
                  </a:lnTo>
                  <a:lnTo>
                    <a:pt x="283886" y="272251"/>
                  </a:lnTo>
                  <a:lnTo>
                    <a:pt x="287151" y="268078"/>
                  </a:lnTo>
                  <a:lnTo>
                    <a:pt x="290282" y="263803"/>
                  </a:lnTo>
                  <a:lnTo>
                    <a:pt x="293276" y="259432"/>
                  </a:lnTo>
                  <a:lnTo>
                    <a:pt x="296130" y="254967"/>
                  </a:lnTo>
                  <a:lnTo>
                    <a:pt x="298841" y="250415"/>
                  </a:lnTo>
                  <a:lnTo>
                    <a:pt x="301407" y="245779"/>
                  </a:lnTo>
                  <a:lnTo>
                    <a:pt x="303824" y="241064"/>
                  </a:lnTo>
                  <a:lnTo>
                    <a:pt x="306091" y="236274"/>
                  </a:lnTo>
                  <a:lnTo>
                    <a:pt x="308205" y="231415"/>
                  </a:lnTo>
                  <a:lnTo>
                    <a:pt x="310163" y="226492"/>
                  </a:lnTo>
                  <a:lnTo>
                    <a:pt x="311965" y="221509"/>
                  </a:lnTo>
                  <a:lnTo>
                    <a:pt x="313608" y="216471"/>
                  </a:lnTo>
                  <a:lnTo>
                    <a:pt x="315090" y="211384"/>
                  </a:lnTo>
                  <a:lnTo>
                    <a:pt x="316411" y="206253"/>
                  </a:lnTo>
                  <a:lnTo>
                    <a:pt x="317568" y="201082"/>
                  </a:lnTo>
                  <a:lnTo>
                    <a:pt x="318560" y="195877"/>
                  </a:lnTo>
                  <a:lnTo>
                    <a:pt x="319388" y="190643"/>
                  </a:lnTo>
                  <a:lnTo>
                    <a:pt x="320048" y="185386"/>
                  </a:lnTo>
                  <a:lnTo>
                    <a:pt x="320542" y="180111"/>
                  </a:lnTo>
                  <a:lnTo>
                    <a:pt x="320869" y="174822"/>
                  </a:lnTo>
                  <a:lnTo>
                    <a:pt x="321028" y="169526"/>
                  </a:lnTo>
                  <a:lnTo>
                    <a:pt x="321018" y="164227"/>
                  </a:lnTo>
                  <a:lnTo>
                    <a:pt x="320841" y="158931"/>
                  </a:lnTo>
                  <a:lnTo>
                    <a:pt x="320496" y="153644"/>
                  </a:lnTo>
                  <a:lnTo>
                    <a:pt x="319984" y="148370"/>
                  </a:lnTo>
                  <a:lnTo>
                    <a:pt x="319305" y="143115"/>
                  </a:lnTo>
                  <a:lnTo>
                    <a:pt x="318460" y="137884"/>
                  </a:lnTo>
                  <a:lnTo>
                    <a:pt x="317449" y="132683"/>
                  </a:lnTo>
                  <a:lnTo>
                    <a:pt x="316274" y="127516"/>
                  </a:lnTo>
                  <a:lnTo>
                    <a:pt x="314936" y="122389"/>
                  </a:lnTo>
                  <a:lnTo>
                    <a:pt x="313435" y="117307"/>
                  </a:lnTo>
                  <a:lnTo>
                    <a:pt x="311775" y="112275"/>
                  </a:lnTo>
                  <a:lnTo>
                    <a:pt x="309956" y="107299"/>
                  </a:lnTo>
                  <a:lnTo>
                    <a:pt x="307980" y="102382"/>
                  </a:lnTo>
                  <a:lnTo>
                    <a:pt x="305850" y="97531"/>
                  </a:lnTo>
                  <a:lnTo>
                    <a:pt x="303566" y="92749"/>
                  </a:lnTo>
                  <a:lnTo>
                    <a:pt x="301133" y="88043"/>
                  </a:lnTo>
                  <a:lnTo>
                    <a:pt x="298551" y="83415"/>
                  </a:lnTo>
                  <a:lnTo>
                    <a:pt x="295824" y="78872"/>
                  </a:lnTo>
                  <a:lnTo>
                    <a:pt x="292954" y="74418"/>
                  </a:lnTo>
                  <a:lnTo>
                    <a:pt x="289945" y="70057"/>
                  </a:lnTo>
                  <a:lnTo>
                    <a:pt x="286799" y="65793"/>
                  </a:lnTo>
                  <a:lnTo>
                    <a:pt x="283520" y="61632"/>
                  </a:lnTo>
                  <a:lnTo>
                    <a:pt x="280110" y="57576"/>
                  </a:lnTo>
                  <a:lnTo>
                    <a:pt x="276573" y="53630"/>
                  </a:lnTo>
                  <a:lnTo>
                    <a:pt x="272913" y="49799"/>
                  </a:lnTo>
                  <a:lnTo>
                    <a:pt x="269134" y="46085"/>
                  </a:lnTo>
                  <a:lnTo>
                    <a:pt x="265238" y="42493"/>
                  </a:lnTo>
                  <a:lnTo>
                    <a:pt x="261231" y="39026"/>
                  </a:lnTo>
                  <a:lnTo>
                    <a:pt x="257116" y="35688"/>
                  </a:lnTo>
                  <a:lnTo>
                    <a:pt x="252897" y="32482"/>
                  </a:lnTo>
                  <a:lnTo>
                    <a:pt x="248579" y="29412"/>
                  </a:lnTo>
                  <a:lnTo>
                    <a:pt x="244165" y="26480"/>
                  </a:lnTo>
                  <a:lnTo>
                    <a:pt x="239661" y="23689"/>
                  </a:lnTo>
                  <a:lnTo>
                    <a:pt x="235071" y="21042"/>
                  </a:lnTo>
                  <a:lnTo>
                    <a:pt x="230399" y="18542"/>
                  </a:lnTo>
                  <a:lnTo>
                    <a:pt x="225650" y="16192"/>
                  </a:lnTo>
                  <a:lnTo>
                    <a:pt x="220829" y="13993"/>
                  </a:lnTo>
                  <a:lnTo>
                    <a:pt x="215941" y="11948"/>
                  </a:lnTo>
                  <a:lnTo>
                    <a:pt x="210991" y="10059"/>
                  </a:lnTo>
                  <a:lnTo>
                    <a:pt x="205983" y="8328"/>
                  </a:lnTo>
                  <a:lnTo>
                    <a:pt x="200923" y="6756"/>
                  </a:lnTo>
                  <a:lnTo>
                    <a:pt x="195815" y="5346"/>
                  </a:lnTo>
                  <a:lnTo>
                    <a:pt x="190665" y="4098"/>
                  </a:lnTo>
                  <a:lnTo>
                    <a:pt x="185479" y="3014"/>
                  </a:lnTo>
                  <a:lnTo>
                    <a:pt x="180261" y="2095"/>
                  </a:lnTo>
                  <a:lnTo>
                    <a:pt x="175016" y="1341"/>
                  </a:lnTo>
                  <a:lnTo>
                    <a:pt x="169750" y="755"/>
                  </a:lnTo>
                  <a:lnTo>
                    <a:pt x="164468" y="335"/>
                  </a:lnTo>
                  <a:lnTo>
                    <a:pt x="159175" y="83"/>
                  </a:lnTo>
                  <a:lnTo>
                    <a:pt x="153877" y="0"/>
                  </a:lnTo>
                  <a:lnTo>
                    <a:pt x="15387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586210" y="5399291"/>
              <a:ext cx="31069" cy="167167"/>
            </a:xfrm>
            <a:custGeom>
              <a:avLst/>
              <a:pathLst>
                <a:path w="31069" h="167167">
                  <a:moveTo>
                    <a:pt x="31069" y="0"/>
                  </a:moveTo>
                  <a:lnTo>
                    <a:pt x="23259" y="182"/>
                  </a:lnTo>
                  <a:lnTo>
                    <a:pt x="15466" y="729"/>
                  </a:lnTo>
                  <a:lnTo>
                    <a:pt x="7707" y="1640"/>
                  </a:lnTo>
                  <a:lnTo>
                    <a:pt x="0" y="2912"/>
                  </a:lnTo>
                  <a:lnTo>
                    <a:pt x="3106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586210" y="5402204"/>
              <a:ext cx="31069" cy="164254"/>
            </a:xfrm>
            <a:custGeom>
              <a:avLst/>
              <a:pathLst>
                <a:path w="31069" h="164254">
                  <a:moveTo>
                    <a:pt x="0" y="0"/>
                  </a:moveTo>
                  <a:lnTo>
                    <a:pt x="31069" y="1642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586210" y="5402204"/>
              <a:ext cx="31069" cy="164254"/>
            </a:xfrm>
            <a:custGeom>
              <a:avLst/>
              <a:pathLst>
                <a:path w="31069" h="164254">
                  <a:moveTo>
                    <a:pt x="0" y="0"/>
                  </a:moveTo>
                  <a:lnTo>
                    <a:pt x="31069" y="1642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586210" y="5402204"/>
              <a:ext cx="31069" cy="164254"/>
            </a:xfrm>
            <a:custGeom>
              <a:avLst/>
              <a:pathLst>
                <a:path w="31069" h="164254">
                  <a:moveTo>
                    <a:pt x="0" y="0"/>
                  </a:moveTo>
                  <a:lnTo>
                    <a:pt x="31069" y="1642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586210" y="5402204"/>
              <a:ext cx="31069" cy="164254"/>
            </a:xfrm>
            <a:custGeom>
              <a:avLst/>
              <a:pathLst>
                <a:path w="31069" h="164254">
                  <a:moveTo>
                    <a:pt x="0" y="0"/>
                  </a:moveTo>
                  <a:lnTo>
                    <a:pt x="31069" y="1642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86210" y="5402204"/>
              <a:ext cx="31069" cy="164254"/>
            </a:xfrm>
            <a:custGeom>
              <a:avLst/>
              <a:pathLst>
                <a:path w="31069" h="164254">
                  <a:moveTo>
                    <a:pt x="0" y="0"/>
                  </a:moveTo>
                  <a:lnTo>
                    <a:pt x="31069" y="1642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86210" y="5402204"/>
              <a:ext cx="31069" cy="164254"/>
            </a:xfrm>
            <a:custGeom>
              <a:avLst/>
              <a:pathLst>
                <a:path w="31069" h="164254">
                  <a:moveTo>
                    <a:pt x="0" y="0"/>
                  </a:moveTo>
                  <a:lnTo>
                    <a:pt x="31069" y="1642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450125" y="5402204"/>
              <a:ext cx="334310" cy="331421"/>
            </a:xfrm>
            <a:custGeom>
              <a:avLst/>
              <a:pathLst>
                <a:path w="334310" h="331421">
                  <a:moveTo>
                    <a:pt x="136084" y="0"/>
                  </a:moveTo>
                  <a:lnTo>
                    <a:pt x="130889" y="1068"/>
                  </a:lnTo>
                  <a:lnTo>
                    <a:pt x="125730" y="2301"/>
                  </a:lnTo>
                  <a:lnTo>
                    <a:pt x="120613" y="3696"/>
                  </a:lnTo>
                  <a:lnTo>
                    <a:pt x="115543" y="5254"/>
                  </a:lnTo>
                  <a:lnTo>
                    <a:pt x="110524" y="6971"/>
                  </a:lnTo>
                  <a:lnTo>
                    <a:pt x="105563" y="8847"/>
                  </a:lnTo>
                  <a:lnTo>
                    <a:pt x="100664" y="10879"/>
                  </a:lnTo>
                  <a:lnTo>
                    <a:pt x="95831" y="13066"/>
                  </a:lnTo>
                  <a:lnTo>
                    <a:pt x="91071" y="15404"/>
                  </a:lnTo>
                  <a:lnTo>
                    <a:pt x="86387" y="17893"/>
                  </a:lnTo>
                  <a:lnTo>
                    <a:pt x="81784" y="20529"/>
                  </a:lnTo>
                  <a:lnTo>
                    <a:pt x="77267" y="23310"/>
                  </a:lnTo>
                  <a:lnTo>
                    <a:pt x="72841" y="26232"/>
                  </a:lnTo>
                  <a:lnTo>
                    <a:pt x="68510" y="29294"/>
                  </a:lnTo>
                  <a:lnTo>
                    <a:pt x="64278" y="32491"/>
                  </a:lnTo>
                  <a:lnTo>
                    <a:pt x="60150" y="35822"/>
                  </a:lnTo>
                  <a:lnTo>
                    <a:pt x="56129" y="39281"/>
                  </a:lnTo>
                  <a:lnTo>
                    <a:pt x="52220" y="42866"/>
                  </a:lnTo>
                  <a:lnTo>
                    <a:pt x="48427" y="46574"/>
                  </a:lnTo>
                  <a:lnTo>
                    <a:pt x="44753" y="50399"/>
                  </a:lnTo>
                  <a:lnTo>
                    <a:pt x="41203" y="54340"/>
                  </a:lnTo>
                  <a:lnTo>
                    <a:pt x="37779" y="58391"/>
                  </a:lnTo>
                  <a:lnTo>
                    <a:pt x="34486" y="62549"/>
                  </a:lnTo>
                  <a:lnTo>
                    <a:pt x="31326" y="66809"/>
                  </a:lnTo>
                  <a:lnTo>
                    <a:pt x="28303" y="71167"/>
                  </a:lnTo>
                  <a:lnTo>
                    <a:pt x="25419" y="75619"/>
                  </a:lnTo>
                  <a:lnTo>
                    <a:pt x="22679" y="80160"/>
                  </a:lnTo>
                  <a:lnTo>
                    <a:pt x="20084" y="84786"/>
                  </a:lnTo>
                  <a:lnTo>
                    <a:pt x="17637" y="89492"/>
                  </a:lnTo>
                  <a:lnTo>
                    <a:pt x="15340" y="94273"/>
                  </a:lnTo>
                  <a:lnTo>
                    <a:pt x="13196" y="99125"/>
                  </a:lnTo>
                  <a:lnTo>
                    <a:pt x="11207" y="104042"/>
                  </a:lnTo>
                  <a:lnTo>
                    <a:pt x="9376" y="109019"/>
                  </a:lnTo>
                  <a:lnTo>
                    <a:pt x="7703" y="114053"/>
                  </a:lnTo>
                  <a:lnTo>
                    <a:pt x="6190" y="119137"/>
                  </a:lnTo>
                  <a:lnTo>
                    <a:pt x="4840" y="124266"/>
                  </a:lnTo>
                  <a:lnTo>
                    <a:pt x="3653" y="129436"/>
                  </a:lnTo>
                  <a:lnTo>
                    <a:pt x="2631" y="134640"/>
                  </a:lnTo>
                  <a:lnTo>
                    <a:pt x="1774" y="139875"/>
                  </a:lnTo>
                  <a:lnTo>
                    <a:pt x="1084" y="145134"/>
                  </a:lnTo>
                  <a:lnTo>
                    <a:pt x="561" y="150412"/>
                  </a:lnTo>
                  <a:lnTo>
                    <a:pt x="206" y="155704"/>
                  </a:lnTo>
                  <a:lnTo>
                    <a:pt x="18" y="161005"/>
                  </a:lnTo>
                  <a:lnTo>
                    <a:pt x="0" y="166309"/>
                  </a:lnTo>
                  <a:lnTo>
                    <a:pt x="149" y="171611"/>
                  </a:lnTo>
                  <a:lnTo>
                    <a:pt x="466" y="176905"/>
                  </a:lnTo>
                  <a:lnTo>
                    <a:pt x="952" y="182187"/>
                  </a:lnTo>
                  <a:lnTo>
                    <a:pt x="1604" y="187451"/>
                  </a:lnTo>
                  <a:lnTo>
                    <a:pt x="2423" y="192691"/>
                  </a:lnTo>
                  <a:lnTo>
                    <a:pt x="3408" y="197903"/>
                  </a:lnTo>
                  <a:lnTo>
                    <a:pt x="4558" y="203081"/>
                  </a:lnTo>
                  <a:lnTo>
                    <a:pt x="5872" y="208220"/>
                  </a:lnTo>
                  <a:lnTo>
                    <a:pt x="7348" y="213314"/>
                  </a:lnTo>
                  <a:lnTo>
                    <a:pt x="8985" y="218360"/>
                  </a:lnTo>
                  <a:lnTo>
                    <a:pt x="10781" y="223350"/>
                  </a:lnTo>
                  <a:lnTo>
                    <a:pt x="12735" y="228282"/>
                  </a:lnTo>
                  <a:lnTo>
                    <a:pt x="14844" y="233148"/>
                  </a:lnTo>
                  <a:lnTo>
                    <a:pt x="17106" y="237946"/>
                  </a:lnTo>
                  <a:lnTo>
                    <a:pt x="19519" y="242669"/>
                  </a:lnTo>
                  <a:lnTo>
                    <a:pt x="22081" y="247313"/>
                  </a:lnTo>
                  <a:lnTo>
                    <a:pt x="24789" y="251874"/>
                  </a:lnTo>
                  <a:lnTo>
                    <a:pt x="27641" y="256346"/>
                  </a:lnTo>
                  <a:lnTo>
                    <a:pt x="30633" y="260726"/>
                  </a:lnTo>
                  <a:lnTo>
                    <a:pt x="33762" y="265009"/>
                  </a:lnTo>
                  <a:lnTo>
                    <a:pt x="37026" y="269190"/>
                  </a:lnTo>
                  <a:lnTo>
                    <a:pt x="40420" y="273265"/>
                  </a:lnTo>
                  <a:lnTo>
                    <a:pt x="43942" y="277231"/>
                  </a:lnTo>
                  <a:lnTo>
                    <a:pt x="47589" y="281083"/>
                  </a:lnTo>
                  <a:lnTo>
                    <a:pt x="51355" y="284818"/>
                  </a:lnTo>
                  <a:lnTo>
                    <a:pt x="55238" y="288431"/>
                  </a:lnTo>
                  <a:lnTo>
                    <a:pt x="59234" y="291919"/>
                  </a:lnTo>
                  <a:lnTo>
                    <a:pt x="63339" y="295278"/>
                  </a:lnTo>
                  <a:lnTo>
                    <a:pt x="67548" y="298506"/>
                  </a:lnTo>
                  <a:lnTo>
                    <a:pt x="71857" y="301598"/>
                  </a:lnTo>
                  <a:lnTo>
                    <a:pt x="76262" y="304552"/>
                  </a:lnTo>
                  <a:lnTo>
                    <a:pt x="80759" y="307365"/>
                  </a:lnTo>
                  <a:lnTo>
                    <a:pt x="85343" y="310034"/>
                  </a:lnTo>
                  <a:lnTo>
                    <a:pt x="90009" y="312556"/>
                  </a:lnTo>
                  <a:lnTo>
                    <a:pt x="94752" y="314929"/>
                  </a:lnTo>
                  <a:lnTo>
                    <a:pt x="99569" y="317150"/>
                  </a:lnTo>
                  <a:lnTo>
                    <a:pt x="104454" y="319217"/>
                  </a:lnTo>
                  <a:lnTo>
                    <a:pt x="109402" y="321129"/>
                  </a:lnTo>
                  <a:lnTo>
                    <a:pt x="114407" y="322882"/>
                  </a:lnTo>
                  <a:lnTo>
                    <a:pt x="119466" y="324475"/>
                  </a:lnTo>
                  <a:lnTo>
                    <a:pt x="124573" y="325908"/>
                  </a:lnTo>
                  <a:lnTo>
                    <a:pt x="129723" y="327177"/>
                  </a:lnTo>
                  <a:lnTo>
                    <a:pt x="134911" y="328283"/>
                  </a:lnTo>
                  <a:lnTo>
                    <a:pt x="140131" y="329223"/>
                  </a:lnTo>
                  <a:lnTo>
                    <a:pt x="145378" y="329997"/>
                  </a:lnTo>
                  <a:lnTo>
                    <a:pt x="150647" y="330605"/>
                  </a:lnTo>
                  <a:lnTo>
                    <a:pt x="155933" y="331045"/>
                  </a:lnTo>
                  <a:lnTo>
                    <a:pt x="161230" y="331317"/>
                  </a:lnTo>
                  <a:lnTo>
                    <a:pt x="166533" y="331421"/>
                  </a:lnTo>
                  <a:lnTo>
                    <a:pt x="171837" y="331356"/>
                  </a:lnTo>
                  <a:lnTo>
                    <a:pt x="177136" y="331123"/>
                  </a:lnTo>
                  <a:lnTo>
                    <a:pt x="182425" y="330723"/>
                  </a:lnTo>
                  <a:lnTo>
                    <a:pt x="187699" y="330154"/>
                  </a:lnTo>
                  <a:lnTo>
                    <a:pt x="192951" y="329419"/>
                  </a:lnTo>
                  <a:lnTo>
                    <a:pt x="198178" y="328518"/>
                  </a:lnTo>
                  <a:lnTo>
                    <a:pt x="203374" y="327451"/>
                  </a:lnTo>
                  <a:lnTo>
                    <a:pt x="208533" y="326219"/>
                  </a:lnTo>
                  <a:lnTo>
                    <a:pt x="213651" y="324825"/>
                  </a:lnTo>
                  <a:lnTo>
                    <a:pt x="218721" y="323269"/>
                  </a:lnTo>
                  <a:lnTo>
                    <a:pt x="223740" y="321553"/>
                  </a:lnTo>
                  <a:lnTo>
                    <a:pt x="228702" y="319679"/>
                  </a:lnTo>
                  <a:lnTo>
                    <a:pt x="233602" y="317648"/>
                  </a:lnTo>
                  <a:lnTo>
                    <a:pt x="238435" y="315463"/>
                  </a:lnTo>
                  <a:lnTo>
                    <a:pt x="243196" y="313125"/>
                  </a:lnTo>
                  <a:lnTo>
                    <a:pt x="247881" y="310638"/>
                  </a:lnTo>
                  <a:lnTo>
                    <a:pt x="252484" y="308003"/>
                  </a:lnTo>
                  <a:lnTo>
                    <a:pt x="257002" y="305224"/>
                  </a:lnTo>
                  <a:lnTo>
                    <a:pt x="261429" y="302302"/>
                  </a:lnTo>
                  <a:lnTo>
                    <a:pt x="265761" y="299242"/>
                  </a:lnTo>
                  <a:lnTo>
                    <a:pt x="269994" y="296046"/>
                  </a:lnTo>
                  <a:lnTo>
                    <a:pt x="274123" y="292717"/>
                  </a:lnTo>
                  <a:lnTo>
                    <a:pt x="278145" y="289259"/>
                  </a:lnTo>
                  <a:lnTo>
                    <a:pt x="282055" y="285674"/>
                  </a:lnTo>
                  <a:lnTo>
                    <a:pt x="285849" y="281968"/>
                  </a:lnTo>
                  <a:lnTo>
                    <a:pt x="289524" y="278143"/>
                  </a:lnTo>
                  <a:lnTo>
                    <a:pt x="293075" y="274204"/>
                  </a:lnTo>
                  <a:lnTo>
                    <a:pt x="296500" y="270154"/>
                  </a:lnTo>
                  <a:lnTo>
                    <a:pt x="299795" y="265997"/>
                  </a:lnTo>
                  <a:lnTo>
                    <a:pt x="302956" y="261737"/>
                  </a:lnTo>
                  <a:lnTo>
                    <a:pt x="305980" y="257380"/>
                  </a:lnTo>
                  <a:lnTo>
                    <a:pt x="308864" y="252929"/>
                  </a:lnTo>
                  <a:lnTo>
                    <a:pt x="311606" y="248389"/>
                  </a:lnTo>
                  <a:lnTo>
                    <a:pt x="314203" y="243763"/>
                  </a:lnTo>
                  <a:lnTo>
                    <a:pt x="316651" y="239058"/>
                  </a:lnTo>
                  <a:lnTo>
                    <a:pt x="318949" y="234278"/>
                  </a:lnTo>
                  <a:lnTo>
                    <a:pt x="321094" y="229427"/>
                  </a:lnTo>
                  <a:lnTo>
                    <a:pt x="323084" y="224510"/>
                  </a:lnTo>
                  <a:lnTo>
                    <a:pt x="324917" y="219533"/>
                  </a:lnTo>
                  <a:lnTo>
                    <a:pt x="326592" y="214500"/>
                  </a:lnTo>
                  <a:lnTo>
                    <a:pt x="328106" y="209417"/>
                  </a:lnTo>
                  <a:lnTo>
                    <a:pt x="329457" y="204288"/>
                  </a:lnTo>
                  <a:lnTo>
                    <a:pt x="330646" y="199119"/>
                  </a:lnTo>
                  <a:lnTo>
                    <a:pt x="331669" y="193914"/>
                  </a:lnTo>
                  <a:lnTo>
                    <a:pt x="332528" y="188680"/>
                  </a:lnTo>
                  <a:lnTo>
                    <a:pt x="333219" y="183421"/>
                  </a:lnTo>
                  <a:lnTo>
                    <a:pt x="333744" y="178143"/>
                  </a:lnTo>
                  <a:lnTo>
                    <a:pt x="334101" y="172851"/>
                  </a:lnTo>
                  <a:lnTo>
                    <a:pt x="334289" y="167550"/>
                  </a:lnTo>
                  <a:lnTo>
                    <a:pt x="334310" y="162246"/>
                  </a:lnTo>
                  <a:lnTo>
                    <a:pt x="334162" y="156944"/>
                  </a:lnTo>
                  <a:lnTo>
                    <a:pt x="333846" y="151650"/>
                  </a:lnTo>
                  <a:lnTo>
                    <a:pt x="333362" y="146368"/>
                  </a:lnTo>
                  <a:lnTo>
                    <a:pt x="332711" y="141104"/>
                  </a:lnTo>
                  <a:lnTo>
                    <a:pt x="331893" y="135863"/>
                  </a:lnTo>
                  <a:lnTo>
                    <a:pt x="330910" y="130651"/>
                  </a:lnTo>
                  <a:lnTo>
                    <a:pt x="329761" y="125473"/>
                  </a:lnTo>
                  <a:lnTo>
                    <a:pt x="328449" y="120334"/>
                  </a:lnTo>
                  <a:lnTo>
                    <a:pt x="326974" y="115239"/>
                  </a:lnTo>
                  <a:lnTo>
                    <a:pt x="325339" y="110193"/>
                  </a:lnTo>
                  <a:lnTo>
                    <a:pt x="323544" y="105202"/>
                  </a:lnTo>
                  <a:lnTo>
                    <a:pt x="321592" y="100270"/>
                  </a:lnTo>
                  <a:lnTo>
                    <a:pt x="319484" y="95403"/>
                  </a:lnTo>
                  <a:lnTo>
                    <a:pt x="317223" y="90605"/>
                  </a:lnTo>
                  <a:lnTo>
                    <a:pt x="314811" y="85881"/>
                  </a:lnTo>
                  <a:lnTo>
                    <a:pt x="312250" y="81236"/>
                  </a:lnTo>
                  <a:lnTo>
                    <a:pt x="309544" y="76674"/>
                  </a:lnTo>
                  <a:lnTo>
                    <a:pt x="306694" y="72201"/>
                  </a:lnTo>
                  <a:lnTo>
                    <a:pt x="303703" y="67821"/>
                  </a:lnTo>
                  <a:lnTo>
                    <a:pt x="300575" y="63537"/>
                  </a:lnTo>
                  <a:lnTo>
                    <a:pt x="297312" y="59355"/>
                  </a:lnTo>
                  <a:lnTo>
                    <a:pt x="293919" y="55279"/>
                  </a:lnTo>
                  <a:lnTo>
                    <a:pt x="290398" y="51312"/>
                  </a:lnTo>
                  <a:lnTo>
                    <a:pt x="286753" y="47459"/>
                  </a:lnTo>
                  <a:lnTo>
                    <a:pt x="282987" y="43723"/>
                  </a:lnTo>
                  <a:lnTo>
                    <a:pt x="279105" y="40109"/>
                  </a:lnTo>
                  <a:lnTo>
                    <a:pt x="275110" y="36620"/>
                  </a:lnTo>
                  <a:lnTo>
                    <a:pt x="271007" y="33259"/>
                  </a:lnTo>
                  <a:lnTo>
                    <a:pt x="266798" y="30031"/>
                  </a:lnTo>
                  <a:lnTo>
                    <a:pt x="262490" y="26937"/>
                  </a:lnTo>
                  <a:lnTo>
                    <a:pt x="258086" y="23981"/>
                  </a:lnTo>
                  <a:lnTo>
                    <a:pt x="253590" y="21167"/>
                  </a:lnTo>
                  <a:lnTo>
                    <a:pt x="249007" y="18497"/>
                  </a:lnTo>
                  <a:lnTo>
                    <a:pt x="244341" y="15974"/>
                  </a:lnTo>
                  <a:lnTo>
                    <a:pt x="239598" y="13600"/>
                  </a:lnTo>
                  <a:lnTo>
                    <a:pt x="234782" y="11377"/>
                  </a:lnTo>
                  <a:lnTo>
                    <a:pt x="229898" y="9309"/>
                  </a:lnTo>
                  <a:lnTo>
                    <a:pt x="224951" y="7396"/>
                  </a:lnTo>
                  <a:lnTo>
                    <a:pt x="219946" y="5641"/>
                  </a:lnTo>
                  <a:lnTo>
                    <a:pt x="214887" y="4046"/>
                  </a:lnTo>
                  <a:lnTo>
                    <a:pt x="209780" y="2613"/>
                  </a:lnTo>
                  <a:lnTo>
                    <a:pt x="204631" y="1342"/>
                  </a:lnTo>
                  <a:lnTo>
                    <a:pt x="199443" y="235"/>
                  </a:lnTo>
                  <a:lnTo>
                    <a:pt x="167154" y="1642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617280" y="5399291"/>
              <a:ext cx="32289" cy="167167"/>
            </a:xfrm>
            <a:custGeom>
              <a:avLst/>
              <a:pathLst>
                <a:path w="32289" h="167167">
                  <a:moveTo>
                    <a:pt x="32289" y="3148"/>
                  </a:moveTo>
                  <a:lnTo>
                    <a:pt x="25890" y="2017"/>
                  </a:lnTo>
                  <a:lnTo>
                    <a:pt x="19451" y="1135"/>
                  </a:lnTo>
                  <a:lnTo>
                    <a:pt x="12984" y="505"/>
                  </a:lnTo>
                  <a:lnTo>
                    <a:pt x="6497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4968514" y="5369149"/>
              <a:ext cx="167161" cy="295807"/>
            </a:xfrm>
            <a:custGeom>
              <a:avLst/>
              <a:pathLst>
                <a:path w="167161" h="295807">
                  <a:moveTo>
                    <a:pt x="167161" y="0"/>
                  </a:moveTo>
                  <a:lnTo>
                    <a:pt x="161776" y="86"/>
                  </a:lnTo>
                  <a:lnTo>
                    <a:pt x="156396" y="347"/>
                  </a:lnTo>
                  <a:lnTo>
                    <a:pt x="151027" y="780"/>
                  </a:lnTo>
                  <a:lnTo>
                    <a:pt x="145675" y="1386"/>
                  </a:lnTo>
                  <a:lnTo>
                    <a:pt x="140345" y="2164"/>
                  </a:lnTo>
                  <a:lnTo>
                    <a:pt x="135043" y="3114"/>
                  </a:lnTo>
                  <a:lnTo>
                    <a:pt x="129775" y="4234"/>
                  </a:lnTo>
                  <a:lnTo>
                    <a:pt x="124545" y="5523"/>
                  </a:lnTo>
                  <a:lnTo>
                    <a:pt x="119359" y="6980"/>
                  </a:lnTo>
                  <a:lnTo>
                    <a:pt x="114224" y="8603"/>
                  </a:lnTo>
                  <a:lnTo>
                    <a:pt x="109143" y="10391"/>
                  </a:lnTo>
                  <a:lnTo>
                    <a:pt x="104122" y="12341"/>
                  </a:lnTo>
                  <a:lnTo>
                    <a:pt x="99167" y="14453"/>
                  </a:lnTo>
                  <a:lnTo>
                    <a:pt x="94282" y="16722"/>
                  </a:lnTo>
                  <a:lnTo>
                    <a:pt x="89473" y="19148"/>
                  </a:lnTo>
                  <a:lnTo>
                    <a:pt x="84745" y="21728"/>
                  </a:lnTo>
                  <a:lnTo>
                    <a:pt x="80102" y="24459"/>
                  </a:lnTo>
                  <a:lnTo>
                    <a:pt x="75550" y="27338"/>
                  </a:lnTo>
                  <a:lnTo>
                    <a:pt x="71092" y="30362"/>
                  </a:lnTo>
                  <a:lnTo>
                    <a:pt x="66735" y="33528"/>
                  </a:lnTo>
                  <a:lnTo>
                    <a:pt x="62481" y="36833"/>
                  </a:lnTo>
                  <a:lnTo>
                    <a:pt x="58337" y="40273"/>
                  </a:lnTo>
                  <a:lnTo>
                    <a:pt x="54305" y="43845"/>
                  </a:lnTo>
                  <a:lnTo>
                    <a:pt x="50391" y="47544"/>
                  </a:lnTo>
                  <a:lnTo>
                    <a:pt x="46597" y="51369"/>
                  </a:lnTo>
                  <a:lnTo>
                    <a:pt x="42929" y="55313"/>
                  </a:lnTo>
                  <a:lnTo>
                    <a:pt x="39390" y="59373"/>
                  </a:lnTo>
                  <a:lnTo>
                    <a:pt x="35984" y="63546"/>
                  </a:lnTo>
                  <a:lnTo>
                    <a:pt x="32714" y="67825"/>
                  </a:lnTo>
                  <a:lnTo>
                    <a:pt x="29583" y="72208"/>
                  </a:lnTo>
                  <a:lnTo>
                    <a:pt x="26595" y="76690"/>
                  </a:lnTo>
                  <a:lnTo>
                    <a:pt x="23753" y="81266"/>
                  </a:lnTo>
                  <a:lnTo>
                    <a:pt x="21060" y="85930"/>
                  </a:lnTo>
                  <a:lnTo>
                    <a:pt x="18519" y="90679"/>
                  </a:lnTo>
                  <a:lnTo>
                    <a:pt x="16132" y="95508"/>
                  </a:lnTo>
                  <a:lnTo>
                    <a:pt x="13902" y="100411"/>
                  </a:lnTo>
                  <a:lnTo>
                    <a:pt x="11831" y="105383"/>
                  </a:lnTo>
                  <a:lnTo>
                    <a:pt x="9921" y="110419"/>
                  </a:lnTo>
                  <a:lnTo>
                    <a:pt x="8174" y="115515"/>
                  </a:lnTo>
                  <a:lnTo>
                    <a:pt x="6593" y="120663"/>
                  </a:lnTo>
                  <a:lnTo>
                    <a:pt x="5178" y="125861"/>
                  </a:lnTo>
                  <a:lnTo>
                    <a:pt x="3931" y="131101"/>
                  </a:lnTo>
                  <a:lnTo>
                    <a:pt x="2854" y="136378"/>
                  </a:lnTo>
                  <a:lnTo>
                    <a:pt x="1947" y="141687"/>
                  </a:lnTo>
                  <a:lnTo>
                    <a:pt x="1212" y="147023"/>
                  </a:lnTo>
                  <a:lnTo>
                    <a:pt x="649" y="152380"/>
                  </a:lnTo>
                  <a:lnTo>
                    <a:pt x="259" y="157752"/>
                  </a:lnTo>
                  <a:lnTo>
                    <a:pt x="43" y="163134"/>
                  </a:lnTo>
                  <a:lnTo>
                    <a:pt x="0" y="168520"/>
                  </a:lnTo>
                  <a:lnTo>
                    <a:pt x="130" y="173905"/>
                  </a:lnTo>
                  <a:lnTo>
                    <a:pt x="434" y="179283"/>
                  </a:lnTo>
                  <a:lnTo>
                    <a:pt x="911" y="184648"/>
                  </a:lnTo>
                  <a:lnTo>
                    <a:pt x="1560" y="189995"/>
                  </a:lnTo>
                  <a:lnTo>
                    <a:pt x="2381" y="195318"/>
                  </a:lnTo>
                  <a:lnTo>
                    <a:pt x="3374" y="200612"/>
                  </a:lnTo>
                  <a:lnTo>
                    <a:pt x="4536" y="205872"/>
                  </a:lnTo>
                  <a:lnTo>
                    <a:pt x="5868" y="211091"/>
                  </a:lnTo>
                  <a:lnTo>
                    <a:pt x="7367" y="216264"/>
                  </a:lnTo>
                  <a:lnTo>
                    <a:pt x="9031" y="221387"/>
                  </a:lnTo>
                  <a:lnTo>
                    <a:pt x="10860" y="226453"/>
                  </a:lnTo>
                  <a:lnTo>
                    <a:pt x="12851" y="231458"/>
                  </a:lnTo>
                  <a:lnTo>
                    <a:pt x="15003" y="236396"/>
                  </a:lnTo>
                  <a:lnTo>
                    <a:pt x="17312" y="241262"/>
                  </a:lnTo>
                  <a:lnTo>
                    <a:pt x="19777" y="246051"/>
                  </a:lnTo>
                  <a:lnTo>
                    <a:pt x="22395" y="250759"/>
                  </a:lnTo>
                  <a:lnTo>
                    <a:pt x="25163" y="255379"/>
                  </a:lnTo>
                  <a:lnTo>
                    <a:pt x="28079" y="259908"/>
                  </a:lnTo>
                  <a:lnTo>
                    <a:pt x="31139" y="264341"/>
                  </a:lnTo>
                  <a:lnTo>
                    <a:pt x="34340" y="268672"/>
                  </a:lnTo>
                  <a:lnTo>
                    <a:pt x="37679" y="272899"/>
                  </a:lnTo>
                  <a:lnTo>
                    <a:pt x="41152" y="277015"/>
                  </a:lnTo>
                  <a:lnTo>
                    <a:pt x="44757" y="281018"/>
                  </a:lnTo>
                  <a:lnTo>
                    <a:pt x="48488" y="284902"/>
                  </a:lnTo>
                  <a:lnTo>
                    <a:pt x="52343" y="288665"/>
                  </a:lnTo>
                  <a:lnTo>
                    <a:pt x="56317" y="292301"/>
                  </a:lnTo>
                  <a:lnTo>
                    <a:pt x="60406" y="295807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028920" y="5536317"/>
              <a:ext cx="106755" cy="128639"/>
            </a:xfrm>
            <a:custGeom>
              <a:avLst/>
              <a:pathLst>
                <a:path w="106755" h="128639">
                  <a:moveTo>
                    <a:pt x="0" y="128639"/>
                  </a:moveTo>
                  <a:lnTo>
                    <a:pt x="1067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028920" y="5536317"/>
              <a:ext cx="106755" cy="128639"/>
            </a:xfrm>
            <a:custGeom>
              <a:avLst/>
              <a:pathLst>
                <a:path w="106755" h="128639">
                  <a:moveTo>
                    <a:pt x="0" y="128639"/>
                  </a:moveTo>
                  <a:lnTo>
                    <a:pt x="1067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028920" y="5536317"/>
              <a:ext cx="106755" cy="128639"/>
            </a:xfrm>
            <a:custGeom>
              <a:avLst/>
              <a:pathLst>
                <a:path w="106755" h="128639">
                  <a:moveTo>
                    <a:pt x="0" y="128639"/>
                  </a:moveTo>
                  <a:lnTo>
                    <a:pt x="1067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028920" y="5536317"/>
              <a:ext cx="106755" cy="128639"/>
            </a:xfrm>
            <a:custGeom>
              <a:avLst/>
              <a:pathLst>
                <a:path w="106755" h="128639">
                  <a:moveTo>
                    <a:pt x="0" y="128639"/>
                  </a:moveTo>
                  <a:lnTo>
                    <a:pt x="10675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028920" y="5536317"/>
              <a:ext cx="106755" cy="128639"/>
            </a:xfrm>
            <a:custGeom>
              <a:avLst/>
              <a:pathLst>
                <a:path w="106755" h="128639">
                  <a:moveTo>
                    <a:pt x="0" y="128639"/>
                  </a:moveTo>
                  <a:lnTo>
                    <a:pt x="10675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28920" y="5536317"/>
              <a:ext cx="161503" cy="167166"/>
            </a:xfrm>
            <a:custGeom>
              <a:avLst/>
              <a:pathLst>
                <a:path w="161503" h="167166">
                  <a:moveTo>
                    <a:pt x="0" y="128639"/>
                  </a:moveTo>
                  <a:lnTo>
                    <a:pt x="4316" y="132103"/>
                  </a:lnTo>
                  <a:lnTo>
                    <a:pt x="8745" y="135421"/>
                  </a:lnTo>
                  <a:lnTo>
                    <a:pt x="13282" y="138591"/>
                  </a:lnTo>
                  <a:lnTo>
                    <a:pt x="17921" y="141609"/>
                  </a:lnTo>
                  <a:lnTo>
                    <a:pt x="22657" y="144472"/>
                  </a:lnTo>
                  <a:lnTo>
                    <a:pt x="27485" y="147177"/>
                  </a:lnTo>
                  <a:lnTo>
                    <a:pt x="32401" y="149720"/>
                  </a:lnTo>
                  <a:lnTo>
                    <a:pt x="37398" y="152100"/>
                  </a:lnTo>
                  <a:lnTo>
                    <a:pt x="42471" y="154312"/>
                  </a:lnTo>
                  <a:lnTo>
                    <a:pt x="47614" y="156356"/>
                  </a:lnTo>
                  <a:lnTo>
                    <a:pt x="52822" y="158228"/>
                  </a:lnTo>
                  <a:lnTo>
                    <a:pt x="58089" y="159926"/>
                  </a:lnTo>
                  <a:lnTo>
                    <a:pt x="63410" y="161450"/>
                  </a:lnTo>
                  <a:lnTo>
                    <a:pt x="68778" y="162796"/>
                  </a:lnTo>
                  <a:lnTo>
                    <a:pt x="74188" y="163964"/>
                  </a:lnTo>
                  <a:lnTo>
                    <a:pt x="79633" y="164952"/>
                  </a:lnTo>
                  <a:lnTo>
                    <a:pt x="85108" y="165759"/>
                  </a:lnTo>
                  <a:lnTo>
                    <a:pt x="90607" y="166385"/>
                  </a:lnTo>
                  <a:lnTo>
                    <a:pt x="96124" y="166829"/>
                  </a:lnTo>
                  <a:lnTo>
                    <a:pt x="101652" y="167089"/>
                  </a:lnTo>
                  <a:lnTo>
                    <a:pt x="107186" y="167166"/>
                  </a:lnTo>
                  <a:lnTo>
                    <a:pt x="112719" y="167061"/>
                  </a:lnTo>
                  <a:lnTo>
                    <a:pt x="118246" y="166772"/>
                  </a:lnTo>
                  <a:lnTo>
                    <a:pt x="123760" y="166300"/>
                  </a:lnTo>
                  <a:lnTo>
                    <a:pt x="129256" y="165646"/>
                  </a:lnTo>
                  <a:lnTo>
                    <a:pt x="134727" y="164810"/>
                  </a:lnTo>
                  <a:lnTo>
                    <a:pt x="140167" y="163794"/>
                  </a:lnTo>
                  <a:lnTo>
                    <a:pt x="145571" y="162598"/>
                  </a:lnTo>
                  <a:lnTo>
                    <a:pt x="150932" y="161224"/>
                  </a:lnTo>
                  <a:lnTo>
                    <a:pt x="156245" y="159673"/>
                  </a:lnTo>
                  <a:lnTo>
                    <a:pt x="161503" y="157948"/>
                  </a:lnTo>
                  <a:lnTo>
                    <a:pt x="10675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135676" y="5369149"/>
              <a:ext cx="167163" cy="325115"/>
            </a:xfrm>
            <a:custGeom>
              <a:avLst/>
              <a:pathLst>
                <a:path w="167163" h="325115">
                  <a:moveTo>
                    <a:pt x="54747" y="325115"/>
                  </a:moveTo>
                  <a:lnTo>
                    <a:pt x="59758" y="323288"/>
                  </a:lnTo>
                  <a:lnTo>
                    <a:pt x="64709" y="321302"/>
                  </a:lnTo>
                  <a:lnTo>
                    <a:pt x="69593" y="319159"/>
                  </a:lnTo>
                  <a:lnTo>
                    <a:pt x="74407" y="316862"/>
                  </a:lnTo>
                  <a:lnTo>
                    <a:pt x="79144" y="314412"/>
                  </a:lnTo>
                  <a:lnTo>
                    <a:pt x="83802" y="311812"/>
                  </a:lnTo>
                  <a:lnTo>
                    <a:pt x="88374" y="309065"/>
                  </a:lnTo>
                  <a:lnTo>
                    <a:pt x="92856" y="306173"/>
                  </a:lnTo>
                  <a:lnTo>
                    <a:pt x="97243" y="303140"/>
                  </a:lnTo>
                  <a:lnTo>
                    <a:pt x="101532" y="299968"/>
                  </a:lnTo>
                  <a:lnTo>
                    <a:pt x="105717" y="296662"/>
                  </a:lnTo>
                  <a:lnTo>
                    <a:pt x="109794" y="293223"/>
                  </a:lnTo>
                  <a:lnTo>
                    <a:pt x="113760" y="289656"/>
                  </a:lnTo>
                  <a:lnTo>
                    <a:pt x="117610" y="285964"/>
                  </a:lnTo>
                  <a:lnTo>
                    <a:pt x="121340" y="282152"/>
                  </a:lnTo>
                  <a:lnTo>
                    <a:pt x="124946" y="278222"/>
                  </a:lnTo>
                  <a:lnTo>
                    <a:pt x="128426" y="274179"/>
                  </a:lnTo>
                  <a:lnTo>
                    <a:pt x="131774" y="270028"/>
                  </a:lnTo>
                  <a:lnTo>
                    <a:pt x="134989" y="265771"/>
                  </a:lnTo>
                  <a:lnTo>
                    <a:pt x="138066" y="261415"/>
                  </a:lnTo>
                  <a:lnTo>
                    <a:pt x="141002" y="256962"/>
                  </a:lnTo>
                  <a:lnTo>
                    <a:pt x="143795" y="252418"/>
                  </a:lnTo>
                  <a:lnTo>
                    <a:pt x="146442" y="247787"/>
                  </a:lnTo>
                  <a:lnTo>
                    <a:pt x="148939" y="243074"/>
                  </a:lnTo>
                  <a:lnTo>
                    <a:pt x="151285" y="238284"/>
                  </a:lnTo>
                  <a:lnTo>
                    <a:pt x="153477" y="233421"/>
                  </a:lnTo>
                  <a:lnTo>
                    <a:pt x="155513" y="228491"/>
                  </a:lnTo>
                  <a:lnTo>
                    <a:pt x="157390" y="223498"/>
                  </a:lnTo>
                  <a:lnTo>
                    <a:pt x="159107" y="218449"/>
                  </a:lnTo>
                  <a:lnTo>
                    <a:pt x="160662" y="213347"/>
                  </a:lnTo>
                  <a:lnTo>
                    <a:pt x="162053" y="208197"/>
                  </a:lnTo>
                  <a:lnTo>
                    <a:pt x="163280" y="203007"/>
                  </a:lnTo>
                  <a:lnTo>
                    <a:pt x="164340" y="197779"/>
                  </a:lnTo>
                  <a:lnTo>
                    <a:pt x="165233" y="192521"/>
                  </a:lnTo>
                  <a:lnTo>
                    <a:pt x="165958" y="187236"/>
                  </a:lnTo>
                  <a:lnTo>
                    <a:pt x="166514" y="181932"/>
                  </a:lnTo>
                  <a:lnTo>
                    <a:pt x="166900" y="176612"/>
                  </a:lnTo>
                  <a:lnTo>
                    <a:pt x="167116" y="171282"/>
                  </a:lnTo>
                  <a:lnTo>
                    <a:pt x="167163" y="165949"/>
                  </a:lnTo>
                  <a:lnTo>
                    <a:pt x="167039" y="160616"/>
                  </a:lnTo>
                  <a:lnTo>
                    <a:pt x="166745" y="155291"/>
                  </a:lnTo>
                  <a:lnTo>
                    <a:pt x="166281" y="149977"/>
                  </a:lnTo>
                  <a:lnTo>
                    <a:pt x="165648" y="144681"/>
                  </a:lnTo>
                  <a:lnTo>
                    <a:pt x="164846" y="139408"/>
                  </a:lnTo>
                  <a:lnTo>
                    <a:pt x="163877" y="134163"/>
                  </a:lnTo>
                  <a:lnTo>
                    <a:pt x="162740" y="128951"/>
                  </a:lnTo>
                  <a:lnTo>
                    <a:pt x="161438" y="123779"/>
                  </a:lnTo>
                  <a:lnTo>
                    <a:pt x="159972" y="118651"/>
                  </a:lnTo>
                  <a:lnTo>
                    <a:pt x="158343" y="113572"/>
                  </a:lnTo>
                  <a:lnTo>
                    <a:pt x="156552" y="108547"/>
                  </a:lnTo>
                  <a:lnTo>
                    <a:pt x="154602" y="103583"/>
                  </a:lnTo>
                  <a:lnTo>
                    <a:pt x="152495" y="98683"/>
                  </a:lnTo>
                  <a:lnTo>
                    <a:pt x="150233" y="93853"/>
                  </a:lnTo>
                  <a:lnTo>
                    <a:pt x="147817" y="89097"/>
                  </a:lnTo>
                  <a:lnTo>
                    <a:pt x="145251" y="84421"/>
                  </a:lnTo>
                  <a:lnTo>
                    <a:pt x="142537" y="79829"/>
                  </a:lnTo>
                  <a:lnTo>
                    <a:pt x="139679" y="75326"/>
                  </a:lnTo>
                  <a:lnTo>
                    <a:pt x="136678" y="70917"/>
                  </a:lnTo>
                  <a:lnTo>
                    <a:pt x="133537" y="66605"/>
                  </a:lnTo>
                  <a:lnTo>
                    <a:pt x="130261" y="62396"/>
                  </a:lnTo>
                  <a:lnTo>
                    <a:pt x="126852" y="58294"/>
                  </a:lnTo>
                  <a:lnTo>
                    <a:pt x="123314" y="54302"/>
                  </a:lnTo>
                  <a:lnTo>
                    <a:pt x="119651" y="50426"/>
                  </a:lnTo>
                  <a:lnTo>
                    <a:pt x="115866" y="46668"/>
                  </a:lnTo>
                  <a:lnTo>
                    <a:pt x="111962" y="43033"/>
                  </a:lnTo>
                  <a:lnTo>
                    <a:pt x="107945" y="39524"/>
                  </a:lnTo>
                  <a:lnTo>
                    <a:pt x="103818" y="36145"/>
                  </a:lnTo>
                  <a:lnTo>
                    <a:pt x="99585" y="32900"/>
                  </a:lnTo>
                  <a:lnTo>
                    <a:pt x="95251" y="29791"/>
                  </a:lnTo>
                  <a:lnTo>
                    <a:pt x="90820" y="26822"/>
                  </a:lnTo>
                  <a:lnTo>
                    <a:pt x="86296" y="23996"/>
                  </a:lnTo>
                  <a:lnTo>
                    <a:pt x="81685" y="21316"/>
                  </a:lnTo>
                  <a:lnTo>
                    <a:pt x="76990" y="18784"/>
                  </a:lnTo>
                  <a:lnTo>
                    <a:pt x="72217" y="16404"/>
                  </a:lnTo>
                  <a:lnTo>
                    <a:pt x="67370" y="14176"/>
                  </a:lnTo>
                  <a:lnTo>
                    <a:pt x="62455" y="12105"/>
                  </a:lnTo>
                  <a:lnTo>
                    <a:pt x="57477" y="10191"/>
                  </a:lnTo>
                  <a:lnTo>
                    <a:pt x="52439" y="8438"/>
                  </a:lnTo>
                  <a:lnTo>
                    <a:pt x="47349" y="6845"/>
                  </a:lnTo>
                  <a:lnTo>
                    <a:pt x="42210" y="5416"/>
                  </a:lnTo>
                  <a:lnTo>
                    <a:pt x="37028" y="4152"/>
                  </a:lnTo>
                  <a:lnTo>
                    <a:pt x="31809" y="3054"/>
                  </a:lnTo>
                  <a:lnTo>
                    <a:pt x="26557" y="2122"/>
                  </a:lnTo>
                  <a:lnTo>
                    <a:pt x="21278" y="1359"/>
                  </a:lnTo>
                  <a:lnTo>
                    <a:pt x="15977" y="765"/>
                  </a:lnTo>
                  <a:lnTo>
                    <a:pt x="10660" y="340"/>
                  </a:lnTo>
                  <a:lnTo>
                    <a:pt x="533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520754" y="5220472"/>
              <a:ext cx="112381" cy="167167"/>
            </a:xfrm>
            <a:custGeom>
              <a:avLst/>
              <a:pathLst>
                <a:path w="112381" h="167167">
                  <a:moveTo>
                    <a:pt x="112381" y="0"/>
                  </a:moveTo>
                  <a:lnTo>
                    <a:pt x="106780" y="93"/>
                  </a:lnTo>
                  <a:lnTo>
                    <a:pt x="101185" y="375"/>
                  </a:lnTo>
                  <a:lnTo>
                    <a:pt x="95603" y="844"/>
                  </a:lnTo>
                  <a:lnTo>
                    <a:pt x="90039" y="1499"/>
                  </a:lnTo>
                  <a:lnTo>
                    <a:pt x="84501" y="2341"/>
                  </a:lnTo>
                  <a:lnTo>
                    <a:pt x="78994" y="3367"/>
                  </a:lnTo>
                  <a:lnTo>
                    <a:pt x="73524" y="4578"/>
                  </a:lnTo>
                  <a:lnTo>
                    <a:pt x="68099" y="5971"/>
                  </a:lnTo>
                  <a:lnTo>
                    <a:pt x="62722" y="7546"/>
                  </a:lnTo>
                  <a:lnTo>
                    <a:pt x="57402" y="9299"/>
                  </a:lnTo>
                  <a:lnTo>
                    <a:pt x="52143" y="11230"/>
                  </a:lnTo>
                  <a:lnTo>
                    <a:pt x="46952" y="13336"/>
                  </a:lnTo>
                  <a:lnTo>
                    <a:pt x="41835" y="15614"/>
                  </a:lnTo>
                  <a:lnTo>
                    <a:pt x="36797" y="18063"/>
                  </a:lnTo>
                  <a:lnTo>
                    <a:pt x="31843" y="20679"/>
                  </a:lnTo>
                  <a:lnTo>
                    <a:pt x="26980" y="23460"/>
                  </a:lnTo>
                  <a:lnTo>
                    <a:pt x="22213" y="26402"/>
                  </a:lnTo>
                  <a:lnTo>
                    <a:pt x="17547" y="29502"/>
                  </a:lnTo>
                  <a:lnTo>
                    <a:pt x="12988" y="32757"/>
                  </a:lnTo>
                  <a:lnTo>
                    <a:pt x="8540" y="36163"/>
                  </a:lnTo>
                  <a:lnTo>
                    <a:pt x="4209" y="39716"/>
                  </a:lnTo>
                  <a:lnTo>
                    <a:pt x="0" y="43412"/>
                  </a:lnTo>
                  <a:lnTo>
                    <a:pt x="1123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520754" y="5263884"/>
              <a:ext cx="112381" cy="123755"/>
            </a:xfrm>
            <a:custGeom>
              <a:avLst/>
              <a:pathLst>
                <a:path w="112381" h="123755">
                  <a:moveTo>
                    <a:pt x="0" y="0"/>
                  </a:moveTo>
                  <a:lnTo>
                    <a:pt x="112381" y="123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520754" y="5263884"/>
              <a:ext cx="112381" cy="123755"/>
            </a:xfrm>
            <a:custGeom>
              <a:avLst/>
              <a:pathLst>
                <a:path w="112381" h="123755">
                  <a:moveTo>
                    <a:pt x="0" y="0"/>
                  </a:moveTo>
                  <a:lnTo>
                    <a:pt x="112381" y="123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520754" y="5263884"/>
              <a:ext cx="112381" cy="123755"/>
            </a:xfrm>
            <a:custGeom>
              <a:avLst/>
              <a:pathLst>
                <a:path w="112381" h="123755">
                  <a:moveTo>
                    <a:pt x="0" y="0"/>
                  </a:moveTo>
                  <a:lnTo>
                    <a:pt x="112381" y="1237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520754" y="5263884"/>
              <a:ext cx="112381" cy="123755"/>
            </a:xfrm>
            <a:custGeom>
              <a:avLst/>
              <a:pathLst>
                <a:path w="112381" h="123755">
                  <a:moveTo>
                    <a:pt x="0" y="0"/>
                  </a:moveTo>
                  <a:lnTo>
                    <a:pt x="112381" y="1237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485344" y="5263884"/>
              <a:ext cx="147791" cy="123755"/>
            </a:xfrm>
            <a:custGeom>
              <a:avLst/>
              <a:pathLst>
                <a:path w="147791" h="123755">
                  <a:moveTo>
                    <a:pt x="35409" y="0"/>
                  </a:moveTo>
                  <a:lnTo>
                    <a:pt x="31180" y="3976"/>
                  </a:lnTo>
                  <a:lnTo>
                    <a:pt x="27092" y="8097"/>
                  </a:lnTo>
                  <a:lnTo>
                    <a:pt x="23149" y="12358"/>
                  </a:lnTo>
                  <a:lnTo>
                    <a:pt x="19356" y="16752"/>
                  </a:lnTo>
                  <a:lnTo>
                    <a:pt x="15718" y="21276"/>
                  </a:lnTo>
                  <a:lnTo>
                    <a:pt x="12240" y="25924"/>
                  </a:lnTo>
                  <a:lnTo>
                    <a:pt x="8925" y="30689"/>
                  </a:lnTo>
                  <a:lnTo>
                    <a:pt x="5777" y="35567"/>
                  </a:lnTo>
                  <a:lnTo>
                    <a:pt x="2801" y="40551"/>
                  </a:lnTo>
                  <a:lnTo>
                    <a:pt x="0" y="45635"/>
                  </a:lnTo>
                  <a:lnTo>
                    <a:pt x="147791" y="1237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465977" y="5220472"/>
              <a:ext cx="334308" cy="334333"/>
            </a:xfrm>
            <a:custGeom>
              <a:avLst/>
              <a:pathLst>
                <a:path w="334308" h="334333">
                  <a:moveTo>
                    <a:pt x="19366" y="89047"/>
                  </a:moveTo>
                  <a:lnTo>
                    <a:pt x="16964" y="93771"/>
                  </a:lnTo>
                  <a:lnTo>
                    <a:pt x="14714" y="98568"/>
                  </a:lnTo>
                  <a:lnTo>
                    <a:pt x="12616" y="103434"/>
                  </a:lnTo>
                  <a:lnTo>
                    <a:pt x="10674" y="108364"/>
                  </a:lnTo>
                  <a:lnTo>
                    <a:pt x="8889" y="113353"/>
                  </a:lnTo>
                  <a:lnTo>
                    <a:pt x="7263" y="118396"/>
                  </a:lnTo>
                  <a:lnTo>
                    <a:pt x="5797" y="123488"/>
                  </a:lnTo>
                  <a:lnTo>
                    <a:pt x="4494" y="128624"/>
                  </a:lnTo>
                  <a:lnTo>
                    <a:pt x="3354" y="133799"/>
                  </a:lnTo>
                  <a:lnTo>
                    <a:pt x="2379" y="139007"/>
                  </a:lnTo>
                  <a:lnTo>
                    <a:pt x="1569" y="144244"/>
                  </a:lnTo>
                  <a:lnTo>
                    <a:pt x="926" y="149503"/>
                  </a:lnTo>
                  <a:lnTo>
                    <a:pt x="449" y="154781"/>
                  </a:lnTo>
                  <a:lnTo>
                    <a:pt x="141" y="160070"/>
                  </a:lnTo>
                  <a:lnTo>
                    <a:pt x="0" y="165367"/>
                  </a:lnTo>
                  <a:lnTo>
                    <a:pt x="26" y="170666"/>
                  </a:lnTo>
                  <a:lnTo>
                    <a:pt x="221" y="175961"/>
                  </a:lnTo>
                  <a:lnTo>
                    <a:pt x="584" y="181248"/>
                  </a:lnTo>
                  <a:lnTo>
                    <a:pt x="1114" y="186520"/>
                  </a:lnTo>
                  <a:lnTo>
                    <a:pt x="1811" y="191773"/>
                  </a:lnTo>
                  <a:lnTo>
                    <a:pt x="2674" y="197001"/>
                  </a:lnTo>
                  <a:lnTo>
                    <a:pt x="3702" y="202199"/>
                  </a:lnTo>
                  <a:lnTo>
                    <a:pt x="4894" y="207362"/>
                  </a:lnTo>
                  <a:lnTo>
                    <a:pt x="6250" y="212484"/>
                  </a:lnTo>
                  <a:lnTo>
                    <a:pt x="7767" y="217561"/>
                  </a:lnTo>
                  <a:lnTo>
                    <a:pt x="9444" y="222588"/>
                  </a:lnTo>
                  <a:lnTo>
                    <a:pt x="11280" y="227559"/>
                  </a:lnTo>
                  <a:lnTo>
                    <a:pt x="13272" y="232469"/>
                  </a:lnTo>
                  <a:lnTo>
                    <a:pt x="15419" y="237313"/>
                  </a:lnTo>
                  <a:lnTo>
                    <a:pt x="17718" y="242087"/>
                  </a:lnTo>
                  <a:lnTo>
                    <a:pt x="20168" y="246785"/>
                  </a:lnTo>
                  <a:lnTo>
                    <a:pt x="22765" y="251404"/>
                  </a:lnTo>
                  <a:lnTo>
                    <a:pt x="25508" y="255938"/>
                  </a:lnTo>
                  <a:lnTo>
                    <a:pt x="28392" y="260383"/>
                  </a:lnTo>
                  <a:lnTo>
                    <a:pt x="31416" y="264734"/>
                  </a:lnTo>
                  <a:lnTo>
                    <a:pt x="34577" y="268987"/>
                  </a:lnTo>
                  <a:lnTo>
                    <a:pt x="37870" y="273138"/>
                  </a:lnTo>
                  <a:lnTo>
                    <a:pt x="41294" y="277182"/>
                  </a:lnTo>
                  <a:lnTo>
                    <a:pt x="44844" y="281116"/>
                  </a:lnTo>
                  <a:lnTo>
                    <a:pt x="48517" y="284935"/>
                  </a:lnTo>
                  <a:lnTo>
                    <a:pt x="52309" y="288636"/>
                  </a:lnTo>
                  <a:lnTo>
                    <a:pt x="56217" y="292215"/>
                  </a:lnTo>
                  <a:lnTo>
                    <a:pt x="60236" y="295669"/>
                  </a:lnTo>
                  <a:lnTo>
                    <a:pt x="64362" y="298993"/>
                  </a:lnTo>
                  <a:lnTo>
                    <a:pt x="68592" y="302185"/>
                  </a:lnTo>
                  <a:lnTo>
                    <a:pt x="72920" y="305241"/>
                  </a:lnTo>
                  <a:lnTo>
                    <a:pt x="77344" y="308158"/>
                  </a:lnTo>
                  <a:lnTo>
                    <a:pt x="81857" y="310934"/>
                  </a:lnTo>
                  <a:lnTo>
                    <a:pt x="86457" y="313565"/>
                  </a:lnTo>
                  <a:lnTo>
                    <a:pt x="91137" y="316049"/>
                  </a:lnTo>
                  <a:lnTo>
                    <a:pt x="95894" y="318384"/>
                  </a:lnTo>
                  <a:lnTo>
                    <a:pt x="100722" y="320566"/>
                  </a:lnTo>
                  <a:lnTo>
                    <a:pt x="105618" y="322595"/>
                  </a:lnTo>
                  <a:lnTo>
                    <a:pt x="110575" y="324467"/>
                  </a:lnTo>
                  <a:lnTo>
                    <a:pt x="115588" y="326181"/>
                  </a:lnTo>
                  <a:lnTo>
                    <a:pt x="120654" y="327736"/>
                  </a:lnTo>
                  <a:lnTo>
                    <a:pt x="125767" y="329129"/>
                  </a:lnTo>
                  <a:lnTo>
                    <a:pt x="130921" y="330360"/>
                  </a:lnTo>
                  <a:lnTo>
                    <a:pt x="136111" y="331426"/>
                  </a:lnTo>
                  <a:lnTo>
                    <a:pt x="141333" y="332328"/>
                  </a:lnTo>
                  <a:lnTo>
                    <a:pt x="146580" y="333063"/>
                  </a:lnTo>
                  <a:lnTo>
                    <a:pt x="151848" y="333632"/>
                  </a:lnTo>
                  <a:lnTo>
                    <a:pt x="157132" y="334033"/>
                  </a:lnTo>
                  <a:lnTo>
                    <a:pt x="162425" y="334267"/>
                  </a:lnTo>
                  <a:lnTo>
                    <a:pt x="167724" y="334333"/>
                  </a:lnTo>
                  <a:lnTo>
                    <a:pt x="173022" y="334231"/>
                  </a:lnTo>
                  <a:lnTo>
                    <a:pt x="178314" y="333962"/>
                  </a:lnTo>
                  <a:lnTo>
                    <a:pt x="183594" y="333524"/>
                  </a:lnTo>
                  <a:lnTo>
                    <a:pt x="188859" y="332920"/>
                  </a:lnTo>
                  <a:lnTo>
                    <a:pt x="194101" y="332149"/>
                  </a:lnTo>
                  <a:lnTo>
                    <a:pt x="199316" y="331212"/>
                  </a:lnTo>
                  <a:lnTo>
                    <a:pt x="204499" y="330110"/>
                  </a:lnTo>
                  <a:lnTo>
                    <a:pt x="209645" y="328845"/>
                  </a:lnTo>
                  <a:lnTo>
                    <a:pt x="214748" y="327417"/>
                  </a:lnTo>
                  <a:lnTo>
                    <a:pt x="219803" y="325828"/>
                  </a:lnTo>
                  <a:lnTo>
                    <a:pt x="224805" y="324080"/>
                  </a:lnTo>
                  <a:lnTo>
                    <a:pt x="229749" y="322174"/>
                  </a:lnTo>
                  <a:lnTo>
                    <a:pt x="234630" y="320112"/>
                  </a:lnTo>
                  <a:lnTo>
                    <a:pt x="239444" y="317897"/>
                  </a:lnTo>
                  <a:lnTo>
                    <a:pt x="244185" y="315530"/>
                  </a:lnTo>
                  <a:lnTo>
                    <a:pt x="248848" y="313015"/>
                  </a:lnTo>
                  <a:lnTo>
                    <a:pt x="253430" y="310352"/>
                  </a:lnTo>
                  <a:lnTo>
                    <a:pt x="257924" y="307546"/>
                  </a:lnTo>
                  <a:lnTo>
                    <a:pt x="262328" y="304599"/>
                  </a:lnTo>
                  <a:lnTo>
                    <a:pt x="266636" y="301513"/>
                  </a:lnTo>
                  <a:lnTo>
                    <a:pt x="270844" y="298293"/>
                  </a:lnTo>
                  <a:lnTo>
                    <a:pt x="274948" y="294941"/>
                  </a:lnTo>
                  <a:lnTo>
                    <a:pt x="278943" y="291460"/>
                  </a:lnTo>
                  <a:lnTo>
                    <a:pt x="282826" y="287855"/>
                  </a:lnTo>
                  <a:lnTo>
                    <a:pt x="286593" y="284128"/>
                  </a:lnTo>
                  <a:lnTo>
                    <a:pt x="290240" y="280284"/>
                  </a:lnTo>
                  <a:lnTo>
                    <a:pt x="293763" y="276327"/>
                  </a:lnTo>
                  <a:lnTo>
                    <a:pt x="297160" y="272259"/>
                  </a:lnTo>
                  <a:lnTo>
                    <a:pt x="300425" y="268086"/>
                  </a:lnTo>
                  <a:lnTo>
                    <a:pt x="303557" y="263812"/>
                  </a:lnTo>
                  <a:lnTo>
                    <a:pt x="306551" y="259440"/>
                  </a:lnTo>
                  <a:lnTo>
                    <a:pt x="309405" y="254976"/>
                  </a:lnTo>
                  <a:lnTo>
                    <a:pt x="312117" y="250423"/>
                  </a:lnTo>
                  <a:lnTo>
                    <a:pt x="314683" y="245787"/>
                  </a:lnTo>
                  <a:lnTo>
                    <a:pt x="317101" y="241072"/>
                  </a:lnTo>
                  <a:lnTo>
                    <a:pt x="319368" y="236283"/>
                  </a:lnTo>
                  <a:lnTo>
                    <a:pt x="321482" y="231424"/>
                  </a:lnTo>
                  <a:lnTo>
                    <a:pt x="323441" y="226500"/>
                  </a:lnTo>
                  <a:lnTo>
                    <a:pt x="325243" y="221517"/>
                  </a:lnTo>
                  <a:lnTo>
                    <a:pt x="326886" y="216480"/>
                  </a:lnTo>
                  <a:lnTo>
                    <a:pt x="328368" y="211393"/>
                  </a:lnTo>
                  <a:lnTo>
                    <a:pt x="329689" y="206261"/>
                  </a:lnTo>
                  <a:lnTo>
                    <a:pt x="330846" y="201090"/>
                  </a:lnTo>
                  <a:lnTo>
                    <a:pt x="331839" y="195885"/>
                  </a:lnTo>
                  <a:lnTo>
                    <a:pt x="332667" y="190651"/>
                  </a:lnTo>
                  <a:lnTo>
                    <a:pt x="333328" y="185394"/>
                  </a:lnTo>
                  <a:lnTo>
                    <a:pt x="333822" y="180118"/>
                  </a:lnTo>
                  <a:lnTo>
                    <a:pt x="334149" y="174830"/>
                  </a:lnTo>
                  <a:lnTo>
                    <a:pt x="334308" y="169533"/>
                  </a:lnTo>
                  <a:lnTo>
                    <a:pt x="334299" y="164234"/>
                  </a:lnTo>
                  <a:lnTo>
                    <a:pt x="334122" y="158938"/>
                  </a:lnTo>
                  <a:lnTo>
                    <a:pt x="333777" y="153651"/>
                  </a:lnTo>
                  <a:lnTo>
                    <a:pt x="333265" y="148377"/>
                  </a:lnTo>
                  <a:lnTo>
                    <a:pt x="332586" y="143122"/>
                  </a:lnTo>
                  <a:lnTo>
                    <a:pt x="331741" y="137891"/>
                  </a:lnTo>
                  <a:lnTo>
                    <a:pt x="330731" y="132689"/>
                  </a:lnTo>
                  <a:lnTo>
                    <a:pt x="329556" y="127522"/>
                  </a:lnTo>
                  <a:lnTo>
                    <a:pt x="328218" y="122395"/>
                  </a:lnTo>
                  <a:lnTo>
                    <a:pt x="326718" y="117313"/>
                  </a:lnTo>
                  <a:lnTo>
                    <a:pt x="325057" y="112281"/>
                  </a:lnTo>
                  <a:lnTo>
                    <a:pt x="323239" y="107304"/>
                  </a:lnTo>
                  <a:lnTo>
                    <a:pt x="321263" y="102387"/>
                  </a:lnTo>
                  <a:lnTo>
                    <a:pt x="319132" y="97536"/>
                  </a:lnTo>
                  <a:lnTo>
                    <a:pt x="316849" y="92754"/>
                  </a:lnTo>
                  <a:lnTo>
                    <a:pt x="314416" y="88047"/>
                  </a:lnTo>
                  <a:lnTo>
                    <a:pt x="311834" y="83420"/>
                  </a:lnTo>
                  <a:lnTo>
                    <a:pt x="309107" y="78876"/>
                  </a:lnTo>
                  <a:lnTo>
                    <a:pt x="306237" y="74422"/>
                  </a:lnTo>
                  <a:lnTo>
                    <a:pt x="303228" y="70060"/>
                  </a:lnTo>
                  <a:lnTo>
                    <a:pt x="300082" y="65797"/>
                  </a:lnTo>
                  <a:lnTo>
                    <a:pt x="296803" y="61635"/>
                  </a:lnTo>
                  <a:lnTo>
                    <a:pt x="293393" y="57579"/>
                  </a:lnTo>
                  <a:lnTo>
                    <a:pt x="289856" y="53633"/>
                  </a:lnTo>
                  <a:lnTo>
                    <a:pt x="286196" y="49801"/>
                  </a:lnTo>
                  <a:lnTo>
                    <a:pt x="282417" y="46087"/>
                  </a:lnTo>
                  <a:lnTo>
                    <a:pt x="278521" y="42495"/>
                  </a:lnTo>
                  <a:lnTo>
                    <a:pt x="274514" y="39028"/>
                  </a:lnTo>
                  <a:lnTo>
                    <a:pt x="270399" y="35690"/>
                  </a:lnTo>
                  <a:lnTo>
                    <a:pt x="266180" y="32484"/>
                  </a:lnTo>
                  <a:lnTo>
                    <a:pt x="261862" y="29413"/>
                  </a:lnTo>
                  <a:lnTo>
                    <a:pt x="257448" y="26481"/>
                  </a:lnTo>
                  <a:lnTo>
                    <a:pt x="252944" y="23690"/>
                  </a:lnTo>
                  <a:lnTo>
                    <a:pt x="248353" y="21043"/>
                  </a:lnTo>
                  <a:lnTo>
                    <a:pt x="243681" y="18543"/>
                  </a:lnTo>
                  <a:lnTo>
                    <a:pt x="238933" y="16193"/>
                  </a:lnTo>
                  <a:lnTo>
                    <a:pt x="234112" y="13994"/>
                  </a:lnTo>
                  <a:lnTo>
                    <a:pt x="229223" y="11949"/>
                  </a:lnTo>
                  <a:lnTo>
                    <a:pt x="224273" y="10059"/>
                  </a:lnTo>
                  <a:lnTo>
                    <a:pt x="219265" y="8328"/>
                  </a:lnTo>
                  <a:lnTo>
                    <a:pt x="214204" y="6756"/>
                  </a:lnTo>
                  <a:lnTo>
                    <a:pt x="209097" y="5346"/>
                  </a:lnTo>
                  <a:lnTo>
                    <a:pt x="203947" y="4098"/>
                  </a:lnTo>
                  <a:lnTo>
                    <a:pt x="198760" y="3014"/>
                  </a:lnTo>
                  <a:lnTo>
                    <a:pt x="193542" y="2095"/>
                  </a:lnTo>
                  <a:lnTo>
                    <a:pt x="188297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5917371" y="4961274"/>
              <a:ext cx="165468" cy="167167"/>
            </a:xfrm>
            <a:custGeom>
              <a:avLst/>
              <a:pathLst>
                <a:path w="165468" h="167167">
                  <a:moveTo>
                    <a:pt x="165468" y="0"/>
                  </a:moveTo>
                  <a:lnTo>
                    <a:pt x="160043" y="88"/>
                  </a:lnTo>
                  <a:lnTo>
                    <a:pt x="154624" y="352"/>
                  </a:lnTo>
                  <a:lnTo>
                    <a:pt x="149217" y="791"/>
                  </a:lnTo>
                  <a:lnTo>
                    <a:pt x="143826" y="1406"/>
                  </a:lnTo>
                  <a:lnTo>
                    <a:pt x="138458" y="2196"/>
                  </a:lnTo>
                  <a:lnTo>
                    <a:pt x="133119" y="3159"/>
                  </a:lnTo>
                  <a:lnTo>
                    <a:pt x="127814" y="4296"/>
                  </a:lnTo>
                  <a:lnTo>
                    <a:pt x="122548" y="5603"/>
                  </a:lnTo>
                  <a:lnTo>
                    <a:pt x="117328" y="7081"/>
                  </a:lnTo>
                  <a:lnTo>
                    <a:pt x="112158" y="8728"/>
                  </a:lnTo>
                  <a:lnTo>
                    <a:pt x="107045" y="10541"/>
                  </a:lnTo>
                  <a:lnTo>
                    <a:pt x="101993" y="12520"/>
                  </a:lnTo>
                  <a:lnTo>
                    <a:pt x="97008" y="14661"/>
                  </a:lnTo>
                  <a:lnTo>
                    <a:pt x="92095" y="16963"/>
                  </a:lnTo>
                  <a:lnTo>
                    <a:pt x="87259" y="19423"/>
                  </a:lnTo>
                  <a:lnTo>
                    <a:pt x="82506" y="22039"/>
                  </a:lnTo>
                  <a:lnTo>
                    <a:pt x="77840" y="24807"/>
                  </a:lnTo>
                  <a:lnTo>
                    <a:pt x="73266" y="27726"/>
                  </a:lnTo>
                  <a:lnTo>
                    <a:pt x="68790" y="30792"/>
                  </a:lnTo>
                  <a:lnTo>
                    <a:pt x="64415" y="34001"/>
                  </a:lnTo>
                  <a:lnTo>
                    <a:pt x="60147" y="37350"/>
                  </a:lnTo>
                  <a:lnTo>
                    <a:pt x="55990" y="40836"/>
                  </a:lnTo>
                  <a:lnTo>
                    <a:pt x="51948" y="44456"/>
                  </a:lnTo>
                  <a:lnTo>
                    <a:pt x="48025" y="48204"/>
                  </a:lnTo>
                  <a:lnTo>
                    <a:pt x="44227" y="52078"/>
                  </a:lnTo>
                  <a:lnTo>
                    <a:pt x="40556" y="56073"/>
                  </a:lnTo>
                  <a:lnTo>
                    <a:pt x="37016" y="60185"/>
                  </a:lnTo>
                  <a:lnTo>
                    <a:pt x="33612" y="64410"/>
                  </a:lnTo>
                  <a:lnTo>
                    <a:pt x="30347" y="68743"/>
                  </a:lnTo>
                  <a:lnTo>
                    <a:pt x="27224" y="73180"/>
                  </a:lnTo>
                  <a:lnTo>
                    <a:pt x="24247" y="77715"/>
                  </a:lnTo>
                  <a:lnTo>
                    <a:pt x="21419" y="82345"/>
                  </a:lnTo>
                  <a:lnTo>
                    <a:pt x="18742" y="87065"/>
                  </a:lnTo>
                  <a:lnTo>
                    <a:pt x="16220" y="91868"/>
                  </a:lnTo>
                  <a:lnTo>
                    <a:pt x="13855" y="96751"/>
                  </a:lnTo>
                  <a:lnTo>
                    <a:pt x="11650" y="101708"/>
                  </a:lnTo>
                  <a:lnTo>
                    <a:pt x="9606" y="106734"/>
                  </a:lnTo>
                  <a:lnTo>
                    <a:pt x="7727" y="111824"/>
                  </a:lnTo>
                  <a:lnTo>
                    <a:pt x="6015" y="116972"/>
                  </a:lnTo>
                  <a:lnTo>
                    <a:pt x="4470" y="122173"/>
                  </a:lnTo>
                  <a:lnTo>
                    <a:pt x="3094" y="127421"/>
                  </a:lnTo>
                  <a:lnTo>
                    <a:pt x="1890" y="132712"/>
                  </a:lnTo>
                  <a:lnTo>
                    <a:pt x="858" y="138038"/>
                  </a:lnTo>
                  <a:lnTo>
                    <a:pt x="0" y="143395"/>
                  </a:lnTo>
                  <a:lnTo>
                    <a:pt x="1654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5917371" y="5104669"/>
              <a:ext cx="165468" cy="23771"/>
            </a:xfrm>
            <a:custGeom>
              <a:avLst/>
              <a:pathLst>
                <a:path w="165468" h="23771">
                  <a:moveTo>
                    <a:pt x="0" y="0"/>
                  </a:moveTo>
                  <a:lnTo>
                    <a:pt x="165468" y="237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5917371" y="5104669"/>
              <a:ext cx="165468" cy="23771"/>
            </a:xfrm>
            <a:custGeom>
              <a:avLst/>
              <a:pathLst>
                <a:path w="165468" h="23771">
                  <a:moveTo>
                    <a:pt x="0" y="0"/>
                  </a:moveTo>
                  <a:lnTo>
                    <a:pt x="165468" y="237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5917371" y="5104669"/>
              <a:ext cx="165468" cy="23771"/>
            </a:xfrm>
            <a:custGeom>
              <a:avLst/>
              <a:pathLst>
                <a:path w="165468" h="23771">
                  <a:moveTo>
                    <a:pt x="0" y="0"/>
                  </a:moveTo>
                  <a:lnTo>
                    <a:pt x="165468" y="237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5915677" y="5104669"/>
              <a:ext cx="167162" cy="98763"/>
            </a:xfrm>
            <a:custGeom>
              <a:avLst/>
              <a:pathLst>
                <a:path w="167162" h="98763">
                  <a:moveTo>
                    <a:pt x="1694" y="0"/>
                  </a:moveTo>
                  <a:lnTo>
                    <a:pt x="985" y="5600"/>
                  </a:lnTo>
                  <a:lnTo>
                    <a:pt x="466" y="11222"/>
                  </a:lnTo>
                  <a:lnTo>
                    <a:pt x="138" y="16857"/>
                  </a:lnTo>
                  <a:lnTo>
                    <a:pt x="0" y="22501"/>
                  </a:lnTo>
                  <a:lnTo>
                    <a:pt x="52" y="28146"/>
                  </a:lnTo>
                  <a:lnTo>
                    <a:pt x="295" y="33786"/>
                  </a:lnTo>
                  <a:lnTo>
                    <a:pt x="728" y="39414"/>
                  </a:lnTo>
                  <a:lnTo>
                    <a:pt x="1351" y="45025"/>
                  </a:lnTo>
                  <a:lnTo>
                    <a:pt x="2163" y="50612"/>
                  </a:lnTo>
                  <a:lnTo>
                    <a:pt x="3164" y="56168"/>
                  </a:lnTo>
                  <a:lnTo>
                    <a:pt x="4351" y="61687"/>
                  </a:lnTo>
                  <a:lnTo>
                    <a:pt x="5724" y="67162"/>
                  </a:lnTo>
                  <a:lnTo>
                    <a:pt x="7281" y="72589"/>
                  </a:lnTo>
                  <a:lnTo>
                    <a:pt x="9021" y="77959"/>
                  </a:lnTo>
                  <a:lnTo>
                    <a:pt x="10941" y="83268"/>
                  </a:lnTo>
                  <a:lnTo>
                    <a:pt x="13039" y="88509"/>
                  </a:lnTo>
                  <a:lnTo>
                    <a:pt x="15313" y="93676"/>
                  </a:lnTo>
                  <a:lnTo>
                    <a:pt x="17759" y="98763"/>
                  </a:lnTo>
                  <a:lnTo>
                    <a:pt x="167162" y="237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33437" y="4961274"/>
              <a:ext cx="316553" cy="334333"/>
            </a:xfrm>
            <a:custGeom>
              <a:avLst/>
              <a:pathLst>
                <a:path w="316553" h="334333">
                  <a:moveTo>
                    <a:pt x="0" y="242159"/>
                  </a:moveTo>
                  <a:lnTo>
                    <a:pt x="2451" y="246856"/>
                  </a:lnTo>
                  <a:lnTo>
                    <a:pt x="5050" y="251473"/>
                  </a:lnTo>
                  <a:lnTo>
                    <a:pt x="7794" y="256005"/>
                  </a:lnTo>
                  <a:lnTo>
                    <a:pt x="10681" y="260448"/>
                  </a:lnTo>
                  <a:lnTo>
                    <a:pt x="13707" y="264797"/>
                  </a:lnTo>
                  <a:lnTo>
                    <a:pt x="16869" y="269048"/>
                  </a:lnTo>
                  <a:lnTo>
                    <a:pt x="20164" y="273197"/>
                  </a:lnTo>
                  <a:lnTo>
                    <a:pt x="23589" y="277240"/>
                  </a:lnTo>
                  <a:lnTo>
                    <a:pt x="27140" y="281171"/>
                  </a:lnTo>
                  <a:lnTo>
                    <a:pt x="30814" y="284988"/>
                  </a:lnTo>
                  <a:lnTo>
                    <a:pt x="34608" y="288687"/>
                  </a:lnTo>
                  <a:lnTo>
                    <a:pt x="38516" y="292264"/>
                  </a:lnTo>
                  <a:lnTo>
                    <a:pt x="42536" y="295715"/>
                  </a:lnTo>
                  <a:lnTo>
                    <a:pt x="46664" y="299037"/>
                  </a:lnTo>
                  <a:lnTo>
                    <a:pt x="50894" y="302227"/>
                  </a:lnTo>
                  <a:lnTo>
                    <a:pt x="55224" y="305281"/>
                  </a:lnTo>
                  <a:lnTo>
                    <a:pt x="59648" y="308196"/>
                  </a:lnTo>
                  <a:lnTo>
                    <a:pt x="64162" y="310969"/>
                  </a:lnTo>
                  <a:lnTo>
                    <a:pt x="68762" y="313598"/>
                  </a:lnTo>
                  <a:lnTo>
                    <a:pt x="73443" y="316080"/>
                  </a:lnTo>
                  <a:lnTo>
                    <a:pt x="78201" y="318413"/>
                  </a:lnTo>
                  <a:lnTo>
                    <a:pt x="83029" y="320593"/>
                  </a:lnTo>
                  <a:lnTo>
                    <a:pt x="87925" y="322619"/>
                  </a:lnTo>
                  <a:lnTo>
                    <a:pt x="92882" y="324490"/>
                  </a:lnTo>
                  <a:lnTo>
                    <a:pt x="97896" y="326202"/>
                  </a:lnTo>
                  <a:lnTo>
                    <a:pt x="102962" y="327754"/>
                  </a:lnTo>
                  <a:lnTo>
                    <a:pt x="108074" y="329145"/>
                  </a:lnTo>
                  <a:lnTo>
                    <a:pt x="113228" y="330373"/>
                  </a:lnTo>
                  <a:lnTo>
                    <a:pt x="118418" y="331438"/>
                  </a:lnTo>
                  <a:lnTo>
                    <a:pt x="123639" y="332337"/>
                  </a:lnTo>
                  <a:lnTo>
                    <a:pt x="128887" y="333071"/>
                  </a:lnTo>
                  <a:lnTo>
                    <a:pt x="134154" y="333638"/>
                  </a:lnTo>
                  <a:lnTo>
                    <a:pt x="139437" y="334037"/>
                  </a:lnTo>
                  <a:lnTo>
                    <a:pt x="144731" y="334269"/>
                  </a:lnTo>
                  <a:lnTo>
                    <a:pt x="150028" y="334333"/>
                  </a:lnTo>
                  <a:lnTo>
                    <a:pt x="155326" y="334229"/>
                  </a:lnTo>
                  <a:lnTo>
                    <a:pt x="160617" y="333958"/>
                  </a:lnTo>
                  <a:lnTo>
                    <a:pt x="165897" y="333519"/>
                  </a:lnTo>
                  <a:lnTo>
                    <a:pt x="171160" y="332912"/>
                  </a:lnTo>
                  <a:lnTo>
                    <a:pt x="176402" y="332140"/>
                  </a:lnTo>
                  <a:lnTo>
                    <a:pt x="181616" y="331201"/>
                  </a:lnTo>
                  <a:lnTo>
                    <a:pt x="186798" y="330098"/>
                  </a:lnTo>
                  <a:lnTo>
                    <a:pt x="191943" y="328831"/>
                  </a:lnTo>
                  <a:lnTo>
                    <a:pt x="197045" y="327402"/>
                  </a:lnTo>
                  <a:lnTo>
                    <a:pt x="202099" y="325811"/>
                  </a:lnTo>
                  <a:lnTo>
                    <a:pt x="207100" y="324062"/>
                  </a:lnTo>
                  <a:lnTo>
                    <a:pt x="212043" y="322154"/>
                  </a:lnTo>
                  <a:lnTo>
                    <a:pt x="216923" y="320092"/>
                  </a:lnTo>
                  <a:lnTo>
                    <a:pt x="221735" y="317875"/>
                  </a:lnTo>
                  <a:lnTo>
                    <a:pt x="226475" y="315507"/>
                  </a:lnTo>
                  <a:lnTo>
                    <a:pt x="231137" y="312990"/>
                  </a:lnTo>
                  <a:lnTo>
                    <a:pt x="235717" y="310327"/>
                  </a:lnTo>
                  <a:lnTo>
                    <a:pt x="240210" y="307519"/>
                  </a:lnTo>
                  <a:lnTo>
                    <a:pt x="244612" y="304571"/>
                  </a:lnTo>
                  <a:lnTo>
                    <a:pt x="248919" y="301485"/>
                  </a:lnTo>
                  <a:lnTo>
                    <a:pt x="253126" y="298264"/>
                  </a:lnTo>
                  <a:lnTo>
                    <a:pt x="257228" y="294911"/>
                  </a:lnTo>
                  <a:lnTo>
                    <a:pt x="261222" y="291430"/>
                  </a:lnTo>
                  <a:lnTo>
                    <a:pt x="265104" y="287824"/>
                  </a:lnTo>
                  <a:lnTo>
                    <a:pt x="268869" y="284097"/>
                  </a:lnTo>
                  <a:lnTo>
                    <a:pt x="272515" y="280252"/>
                  </a:lnTo>
                  <a:lnTo>
                    <a:pt x="276037" y="276294"/>
                  </a:lnTo>
                  <a:lnTo>
                    <a:pt x="279431" y="272226"/>
                  </a:lnTo>
                  <a:lnTo>
                    <a:pt x="282695" y="268052"/>
                  </a:lnTo>
                  <a:lnTo>
                    <a:pt x="285825" y="263778"/>
                  </a:lnTo>
                  <a:lnTo>
                    <a:pt x="288819" y="259406"/>
                  </a:lnTo>
                  <a:lnTo>
                    <a:pt x="291672" y="254941"/>
                  </a:lnTo>
                  <a:lnTo>
                    <a:pt x="294382" y="250389"/>
                  </a:lnTo>
                  <a:lnTo>
                    <a:pt x="296946" y="245753"/>
                  </a:lnTo>
                  <a:lnTo>
                    <a:pt x="299362" y="241037"/>
                  </a:lnTo>
                  <a:lnTo>
                    <a:pt x="301628" y="236248"/>
                  </a:lnTo>
                  <a:lnTo>
                    <a:pt x="303741" y="231389"/>
                  </a:lnTo>
                  <a:lnTo>
                    <a:pt x="305699" y="226466"/>
                  </a:lnTo>
                  <a:lnTo>
                    <a:pt x="307499" y="221483"/>
                  </a:lnTo>
                  <a:lnTo>
                    <a:pt x="309141" y="216446"/>
                  </a:lnTo>
                  <a:lnTo>
                    <a:pt x="310623" y="211359"/>
                  </a:lnTo>
                  <a:lnTo>
                    <a:pt x="311942" y="206228"/>
                  </a:lnTo>
                  <a:lnTo>
                    <a:pt x="313098" y="201057"/>
                  </a:lnTo>
                  <a:lnTo>
                    <a:pt x="314090" y="195853"/>
                  </a:lnTo>
                  <a:lnTo>
                    <a:pt x="314916" y="190619"/>
                  </a:lnTo>
                  <a:lnTo>
                    <a:pt x="315576" y="185362"/>
                  </a:lnTo>
                  <a:lnTo>
                    <a:pt x="316070" y="180087"/>
                  </a:lnTo>
                  <a:lnTo>
                    <a:pt x="316395" y="174799"/>
                  </a:lnTo>
                  <a:lnTo>
                    <a:pt x="316553" y="169503"/>
                  </a:lnTo>
                  <a:lnTo>
                    <a:pt x="316543" y="164205"/>
                  </a:lnTo>
                  <a:lnTo>
                    <a:pt x="316365" y="158909"/>
                  </a:lnTo>
                  <a:lnTo>
                    <a:pt x="316020" y="153623"/>
                  </a:lnTo>
                  <a:lnTo>
                    <a:pt x="315507" y="148349"/>
                  </a:lnTo>
                  <a:lnTo>
                    <a:pt x="314827" y="143095"/>
                  </a:lnTo>
                  <a:lnTo>
                    <a:pt x="313981" y="137865"/>
                  </a:lnTo>
                  <a:lnTo>
                    <a:pt x="312970" y="132664"/>
                  </a:lnTo>
                  <a:lnTo>
                    <a:pt x="311795" y="127498"/>
                  </a:lnTo>
                  <a:lnTo>
                    <a:pt x="310456" y="122371"/>
                  </a:lnTo>
                  <a:lnTo>
                    <a:pt x="308955" y="117290"/>
                  </a:lnTo>
                  <a:lnTo>
                    <a:pt x="307295" y="112259"/>
                  </a:lnTo>
                  <a:lnTo>
                    <a:pt x="305475" y="107283"/>
                  </a:lnTo>
                  <a:lnTo>
                    <a:pt x="303499" y="102367"/>
                  </a:lnTo>
                  <a:lnTo>
                    <a:pt x="301368" y="97516"/>
                  </a:lnTo>
                  <a:lnTo>
                    <a:pt x="299085" y="92735"/>
                  </a:lnTo>
                  <a:lnTo>
                    <a:pt x="296651" y="88029"/>
                  </a:lnTo>
                  <a:lnTo>
                    <a:pt x="294069" y="83402"/>
                  </a:lnTo>
                  <a:lnTo>
                    <a:pt x="291342" y="78860"/>
                  </a:lnTo>
                  <a:lnTo>
                    <a:pt x="288472" y="74406"/>
                  </a:lnTo>
                  <a:lnTo>
                    <a:pt x="285463" y="70046"/>
                  </a:lnTo>
                  <a:lnTo>
                    <a:pt x="282316" y="65783"/>
                  </a:lnTo>
                  <a:lnTo>
                    <a:pt x="279037" y="61622"/>
                  </a:lnTo>
                  <a:lnTo>
                    <a:pt x="275627" y="57567"/>
                  </a:lnTo>
                  <a:lnTo>
                    <a:pt x="272090" y="53621"/>
                  </a:lnTo>
                  <a:lnTo>
                    <a:pt x="268430" y="49791"/>
                  </a:lnTo>
                  <a:lnTo>
                    <a:pt x="264651" y="46077"/>
                  </a:lnTo>
                  <a:lnTo>
                    <a:pt x="260756" y="42486"/>
                  </a:lnTo>
                  <a:lnTo>
                    <a:pt x="256749" y="39020"/>
                  </a:lnTo>
                  <a:lnTo>
                    <a:pt x="252634" y="35682"/>
                  </a:lnTo>
                  <a:lnTo>
                    <a:pt x="248415" y="32477"/>
                  </a:lnTo>
                  <a:lnTo>
                    <a:pt x="244097" y="29407"/>
                  </a:lnTo>
                  <a:lnTo>
                    <a:pt x="239684" y="26475"/>
                  </a:lnTo>
                  <a:lnTo>
                    <a:pt x="235180" y="23685"/>
                  </a:lnTo>
                  <a:lnTo>
                    <a:pt x="230590" y="21039"/>
                  </a:lnTo>
                  <a:lnTo>
                    <a:pt x="225918" y="18539"/>
                  </a:lnTo>
                  <a:lnTo>
                    <a:pt x="221170" y="16189"/>
                  </a:lnTo>
                  <a:lnTo>
                    <a:pt x="216349" y="13990"/>
                  </a:lnTo>
                  <a:lnTo>
                    <a:pt x="211461" y="11946"/>
                  </a:lnTo>
                  <a:lnTo>
                    <a:pt x="206511" y="10057"/>
                  </a:lnTo>
                  <a:lnTo>
                    <a:pt x="201504" y="8326"/>
                  </a:lnTo>
                  <a:lnTo>
                    <a:pt x="196444" y="6755"/>
                  </a:lnTo>
                  <a:lnTo>
                    <a:pt x="191337" y="5345"/>
                  </a:lnTo>
                  <a:lnTo>
                    <a:pt x="186188" y="4097"/>
                  </a:lnTo>
                  <a:lnTo>
                    <a:pt x="181001" y="3013"/>
                  </a:lnTo>
                  <a:lnTo>
                    <a:pt x="175784" y="2094"/>
                  </a:lnTo>
                  <a:lnTo>
                    <a:pt x="170539" y="1341"/>
                  </a:lnTo>
                  <a:lnTo>
                    <a:pt x="165274" y="755"/>
                  </a:lnTo>
                  <a:lnTo>
                    <a:pt x="159992" y="335"/>
                  </a:lnTo>
                  <a:lnTo>
                    <a:pt x="154700" y="83"/>
                  </a:lnTo>
                  <a:lnTo>
                    <a:pt x="149402" y="0"/>
                  </a:lnTo>
                  <a:lnTo>
                    <a:pt x="1494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293379" y="4605529"/>
              <a:ext cx="167166" cy="325584"/>
            </a:xfrm>
            <a:custGeom>
              <a:avLst/>
              <a:pathLst>
                <a:path w="167166" h="325584">
                  <a:moveTo>
                    <a:pt x="167166" y="0"/>
                  </a:moveTo>
                  <a:lnTo>
                    <a:pt x="161817" y="85"/>
                  </a:lnTo>
                  <a:lnTo>
                    <a:pt x="156473" y="342"/>
                  </a:lnTo>
                  <a:lnTo>
                    <a:pt x="151140" y="770"/>
                  </a:lnTo>
                  <a:lnTo>
                    <a:pt x="145823" y="1368"/>
                  </a:lnTo>
                  <a:lnTo>
                    <a:pt x="140528" y="2136"/>
                  </a:lnTo>
                  <a:lnTo>
                    <a:pt x="135260" y="3073"/>
                  </a:lnTo>
                  <a:lnTo>
                    <a:pt x="130026" y="4178"/>
                  </a:lnTo>
                  <a:lnTo>
                    <a:pt x="124829" y="5450"/>
                  </a:lnTo>
                  <a:lnTo>
                    <a:pt x="119675" y="6887"/>
                  </a:lnTo>
                  <a:lnTo>
                    <a:pt x="114570" y="8489"/>
                  </a:lnTo>
                  <a:lnTo>
                    <a:pt x="109519" y="10254"/>
                  </a:lnTo>
                  <a:lnTo>
                    <a:pt x="104527" y="12179"/>
                  </a:lnTo>
                  <a:lnTo>
                    <a:pt x="99600" y="14263"/>
                  </a:lnTo>
                  <a:lnTo>
                    <a:pt x="94741" y="16503"/>
                  </a:lnTo>
                  <a:lnTo>
                    <a:pt x="89957" y="18898"/>
                  </a:lnTo>
                  <a:lnTo>
                    <a:pt x="85252" y="21445"/>
                  </a:lnTo>
                  <a:lnTo>
                    <a:pt x="80630" y="24141"/>
                  </a:lnTo>
                  <a:lnTo>
                    <a:pt x="76098" y="26983"/>
                  </a:lnTo>
                  <a:lnTo>
                    <a:pt x="71658" y="29970"/>
                  </a:lnTo>
                  <a:lnTo>
                    <a:pt x="67317" y="33096"/>
                  </a:lnTo>
                  <a:lnTo>
                    <a:pt x="63077" y="36360"/>
                  </a:lnTo>
                  <a:lnTo>
                    <a:pt x="58945" y="39758"/>
                  </a:lnTo>
                  <a:lnTo>
                    <a:pt x="54923" y="43287"/>
                  </a:lnTo>
                  <a:lnTo>
                    <a:pt x="51016" y="46942"/>
                  </a:lnTo>
                  <a:lnTo>
                    <a:pt x="47228" y="50721"/>
                  </a:lnTo>
                  <a:lnTo>
                    <a:pt x="43563" y="54619"/>
                  </a:lnTo>
                  <a:lnTo>
                    <a:pt x="40025" y="58632"/>
                  </a:lnTo>
                  <a:lnTo>
                    <a:pt x="36616" y="62756"/>
                  </a:lnTo>
                  <a:lnTo>
                    <a:pt x="33342" y="66987"/>
                  </a:lnTo>
                  <a:lnTo>
                    <a:pt x="30205" y="71321"/>
                  </a:lnTo>
                  <a:lnTo>
                    <a:pt x="27208" y="75753"/>
                  </a:lnTo>
                  <a:lnTo>
                    <a:pt x="24354" y="80279"/>
                  </a:lnTo>
                  <a:lnTo>
                    <a:pt x="21647" y="84894"/>
                  </a:lnTo>
                  <a:lnTo>
                    <a:pt x="19088" y="89593"/>
                  </a:lnTo>
                  <a:lnTo>
                    <a:pt x="16682" y="94371"/>
                  </a:lnTo>
                  <a:lnTo>
                    <a:pt x="14429" y="99224"/>
                  </a:lnTo>
                  <a:lnTo>
                    <a:pt x="12333" y="104147"/>
                  </a:lnTo>
                  <a:lnTo>
                    <a:pt x="10396" y="109134"/>
                  </a:lnTo>
                  <a:lnTo>
                    <a:pt x="8619" y="114180"/>
                  </a:lnTo>
                  <a:lnTo>
                    <a:pt x="7004" y="119281"/>
                  </a:lnTo>
                  <a:lnTo>
                    <a:pt x="5554" y="124431"/>
                  </a:lnTo>
                  <a:lnTo>
                    <a:pt x="4269" y="129625"/>
                  </a:lnTo>
                  <a:lnTo>
                    <a:pt x="3151" y="134857"/>
                  </a:lnTo>
                  <a:lnTo>
                    <a:pt x="2201" y="140122"/>
                  </a:lnTo>
                  <a:lnTo>
                    <a:pt x="1420" y="145415"/>
                  </a:lnTo>
                  <a:lnTo>
                    <a:pt x="809" y="150730"/>
                  </a:lnTo>
                  <a:lnTo>
                    <a:pt x="368" y="156063"/>
                  </a:lnTo>
                  <a:lnTo>
                    <a:pt x="98" y="161406"/>
                  </a:lnTo>
                  <a:lnTo>
                    <a:pt x="0" y="166755"/>
                  </a:lnTo>
                  <a:lnTo>
                    <a:pt x="72" y="172105"/>
                  </a:lnTo>
                  <a:lnTo>
                    <a:pt x="316" y="177450"/>
                  </a:lnTo>
                  <a:lnTo>
                    <a:pt x="730" y="182784"/>
                  </a:lnTo>
                  <a:lnTo>
                    <a:pt x="1315" y="188102"/>
                  </a:lnTo>
                  <a:lnTo>
                    <a:pt x="2070" y="193399"/>
                  </a:lnTo>
                  <a:lnTo>
                    <a:pt x="2994" y="198669"/>
                  </a:lnTo>
                  <a:lnTo>
                    <a:pt x="4086" y="203906"/>
                  </a:lnTo>
                  <a:lnTo>
                    <a:pt x="5345" y="209106"/>
                  </a:lnTo>
                  <a:lnTo>
                    <a:pt x="6770" y="214263"/>
                  </a:lnTo>
                  <a:lnTo>
                    <a:pt x="8360" y="219372"/>
                  </a:lnTo>
                  <a:lnTo>
                    <a:pt x="10112" y="224428"/>
                  </a:lnTo>
                  <a:lnTo>
                    <a:pt x="12025" y="229424"/>
                  </a:lnTo>
                  <a:lnTo>
                    <a:pt x="14096" y="234357"/>
                  </a:lnTo>
                  <a:lnTo>
                    <a:pt x="16325" y="239221"/>
                  </a:lnTo>
                  <a:lnTo>
                    <a:pt x="18708" y="244011"/>
                  </a:lnTo>
                  <a:lnTo>
                    <a:pt x="21243" y="248723"/>
                  </a:lnTo>
                  <a:lnTo>
                    <a:pt x="23928" y="253351"/>
                  </a:lnTo>
                  <a:lnTo>
                    <a:pt x="26759" y="257890"/>
                  </a:lnTo>
                  <a:lnTo>
                    <a:pt x="29734" y="262337"/>
                  </a:lnTo>
                  <a:lnTo>
                    <a:pt x="32850" y="266686"/>
                  </a:lnTo>
                  <a:lnTo>
                    <a:pt x="36104" y="270934"/>
                  </a:lnTo>
                  <a:lnTo>
                    <a:pt x="39492" y="275075"/>
                  </a:lnTo>
                  <a:lnTo>
                    <a:pt x="43010" y="279105"/>
                  </a:lnTo>
                  <a:lnTo>
                    <a:pt x="46656" y="283021"/>
                  </a:lnTo>
                  <a:lnTo>
                    <a:pt x="50425" y="286818"/>
                  </a:lnTo>
                  <a:lnTo>
                    <a:pt x="54314" y="290493"/>
                  </a:lnTo>
                  <a:lnTo>
                    <a:pt x="58318" y="294041"/>
                  </a:lnTo>
                  <a:lnTo>
                    <a:pt x="62434" y="297459"/>
                  </a:lnTo>
                  <a:lnTo>
                    <a:pt x="66658" y="300744"/>
                  </a:lnTo>
                  <a:lnTo>
                    <a:pt x="70984" y="303892"/>
                  </a:lnTo>
                  <a:lnTo>
                    <a:pt x="75408" y="306900"/>
                  </a:lnTo>
                  <a:lnTo>
                    <a:pt x="79927" y="309765"/>
                  </a:lnTo>
                  <a:lnTo>
                    <a:pt x="84535" y="312484"/>
                  </a:lnTo>
                  <a:lnTo>
                    <a:pt x="89228" y="315054"/>
                  </a:lnTo>
                  <a:lnTo>
                    <a:pt x="94000" y="317472"/>
                  </a:lnTo>
                  <a:lnTo>
                    <a:pt x="98848" y="319737"/>
                  </a:lnTo>
                  <a:lnTo>
                    <a:pt x="103765" y="321845"/>
                  </a:lnTo>
                  <a:lnTo>
                    <a:pt x="108747" y="323794"/>
                  </a:lnTo>
                  <a:lnTo>
                    <a:pt x="113790" y="325584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07170" y="4772696"/>
              <a:ext cx="53376" cy="158416"/>
            </a:xfrm>
            <a:custGeom>
              <a:avLst/>
              <a:pathLst>
                <a:path w="53376" h="158416">
                  <a:moveTo>
                    <a:pt x="0" y="158416"/>
                  </a:moveTo>
                  <a:lnTo>
                    <a:pt x="5337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07170" y="4772696"/>
              <a:ext cx="53376" cy="158416"/>
            </a:xfrm>
            <a:custGeom>
              <a:avLst/>
              <a:pathLst>
                <a:path w="53376" h="158416">
                  <a:moveTo>
                    <a:pt x="0" y="158416"/>
                  </a:moveTo>
                  <a:lnTo>
                    <a:pt x="5337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07170" y="4772696"/>
              <a:ext cx="141327" cy="167153"/>
            </a:xfrm>
            <a:custGeom>
              <a:avLst/>
              <a:pathLst>
                <a:path w="141327" h="167153">
                  <a:moveTo>
                    <a:pt x="0" y="158416"/>
                  </a:moveTo>
                  <a:lnTo>
                    <a:pt x="5385" y="160130"/>
                  </a:lnTo>
                  <a:lnTo>
                    <a:pt x="10825" y="161661"/>
                  </a:lnTo>
                  <a:lnTo>
                    <a:pt x="16314" y="163007"/>
                  </a:lnTo>
                  <a:lnTo>
                    <a:pt x="21845" y="164166"/>
                  </a:lnTo>
                  <a:lnTo>
                    <a:pt x="27412" y="165138"/>
                  </a:lnTo>
                  <a:lnTo>
                    <a:pt x="33009" y="165922"/>
                  </a:lnTo>
                  <a:lnTo>
                    <a:pt x="38629" y="166515"/>
                  </a:lnTo>
                  <a:lnTo>
                    <a:pt x="44266" y="166919"/>
                  </a:lnTo>
                  <a:lnTo>
                    <a:pt x="49914" y="167131"/>
                  </a:lnTo>
                  <a:lnTo>
                    <a:pt x="55565" y="167153"/>
                  </a:lnTo>
                  <a:lnTo>
                    <a:pt x="61214" y="166983"/>
                  </a:lnTo>
                  <a:lnTo>
                    <a:pt x="66854" y="166623"/>
                  </a:lnTo>
                  <a:lnTo>
                    <a:pt x="72479" y="166072"/>
                  </a:lnTo>
                  <a:lnTo>
                    <a:pt x="78081" y="165331"/>
                  </a:lnTo>
                  <a:lnTo>
                    <a:pt x="83656" y="164402"/>
                  </a:lnTo>
                  <a:lnTo>
                    <a:pt x="89196" y="163284"/>
                  </a:lnTo>
                  <a:lnTo>
                    <a:pt x="94695" y="161980"/>
                  </a:lnTo>
                  <a:lnTo>
                    <a:pt x="100146" y="160491"/>
                  </a:lnTo>
                  <a:lnTo>
                    <a:pt x="105545" y="158818"/>
                  </a:lnTo>
                  <a:lnTo>
                    <a:pt x="110883" y="156964"/>
                  </a:lnTo>
                  <a:lnTo>
                    <a:pt x="116156" y="154931"/>
                  </a:lnTo>
                  <a:lnTo>
                    <a:pt x="121357" y="152720"/>
                  </a:lnTo>
                  <a:lnTo>
                    <a:pt x="126481" y="150335"/>
                  </a:lnTo>
                  <a:lnTo>
                    <a:pt x="131521" y="147778"/>
                  </a:lnTo>
                  <a:lnTo>
                    <a:pt x="136471" y="145052"/>
                  </a:lnTo>
                  <a:lnTo>
                    <a:pt x="141327" y="142160"/>
                  </a:lnTo>
                  <a:lnTo>
                    <a:pt x="5337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605529"/>
              <a:ext cx="167164" cy="309328"/>
            </a:xfrm>
            <a:custGeom>
              <a:avLst/>
              <a:pathLst>
                <a:path w="167164" h="309328">
                  <a:moveTo>
                    <a:pt x="87950" y="309328"/>
                  </a:moveTo>
                  <a:lnTo>
                    <a:pt x="92446" y="306446"/>
                  </a:lnTo>
                  <a:lnTo>
                    <a:pt x="96847" y="303422"/>
                  </a:lnTo>
                  <a:lnTo>
                    <a:pt x="101150" y="300259"/>
                  </a:lnTo>
                  <a:lnTo>
                    <a:pt x="105349" y="296961"/>
                  </a:lnTo>
                  <a:lnTo>
                    <a:pt x="109441" y="293530"/>
                  </a:lnTo>
                  <a:lnTo>
                    <a:pt x="113421" y="289970"/>
                  </a:lnTo>
                  <a:lnTo>
                    <a:pt x="117285" y="286284"/>
                  </a:lnTo>
                  <a:lnTo>
                    <a:pt x="121030" y="282478"/>
                  </a:lnTo>
                  <a:lnTo>
                    <a:pt x="124651" y="278553"/>
                  </a:lnTo>
                  <a:lnTo>
                    <a:pt x="128145" y="274515"/>
                  </a:lnTo>
                  <a:lnTo>
                    <a:pt x="131509" y="270367"/>
                  </a:lnTo>
                  <a:lnTo>
                    <a:pt x="134738" y="266114"/>
                  </a:lnTo>
                  <a:lnTo>
                    <a:pt x="137829" y="261760"/>
                  </a:lnTo>
                  <a:lnTo>
                    <a:pt x="140780" y="257310"/>
                  </a:lnTo>
                  <a:lnTo>
                    <a:pt x="143588" y="252767"/>
                  </a:lnTo>
                  <a:lnTo>
                    <a:pt x="146248" y="248137"/>
                  </a:lnTo>
                  <a:lnTo>
                    <a:pt x="148760" y="243425"/>
                  </a:lnTo>
                  <a:lnTo>
                    <a:pt x="151120" y="238635"/>
                  </a:lnTo>
                  <a:lnTo>
                    <a:pt x="153325" y="233771"/>
                  </a:lnTo>
                  <a:lnTo>
                    <a:pt x="155374" y="228840"/>
                  </a:lnTo>
                  <a:lnTo>
                    <a:pt x="157265" y="223846"/>
                  </a:lnTo>
                  <a:lnTo>
                    <a:pt x="158995" y="218794"/>
                  </a:lnTo>
                  <a:lnTo>
                    <a:pt x="160563" y="213690"/>
                  </a:lnTo>
                  <a:lnTo>
                    <a:pt x="161967" y="208537"/>
                  </a:lnTo>
                  <a:lnTo>
                    <a:pt x="163206" y="203343"/>
                  </a:lnTo>
                  <a:lnTo>
                    <a:pt x="164278" y="198112"/>
                  </a:lnTo>
                  <a:lnTo>
                    <a:pt x="165182" y="192849"/>
                  </a:lnTo>
                  <a:lnTo>
                    <a:pt x="165918" y="187560"/>
                  </a:lnTo>
                  <a:lnTo>
                    <a:pt x="166485" y="182250"/>
                  </a:lnTo>
                  <a:lnTo>
                    <a:pt x="166882" y="176925"/>
                  </a:lnTo>
                  <a:lnTo>
                    <a:pt x="167108" y="171590"/>
                  </a:lnTo>
                  <a:lnTo>
                    <a:pt x="167164" y="166250"/>
                  </a:lnTo>
                  <a:lnTo>
                    <a:pt x="167050" y="160912"/>
                  </a:lnTo>
                  <a:lnTo>
                    <a:pt x="166765" y="155579"/>
                  </a:lnTo>
                  <a:lnTo>
                    <a:pt x="166310" y="150259"/>
                  </a:lnTo>
                  <a:lnTo>
                    <a:pt x="165685" y="144955"/>
                  </a:lnTo>
                  <a:lnTo>
                    <a:pt x="164891" y="139675"/>
                  </a:lnTo>
                  <a:lnTo>
                    <a:pt x="163929" y="134422"/>
                  </a:lnTo>
                  <a:lnTo>
                    <a:pt x="162799" y="129203"/>
                  </a:lnTo>
                  <a:lnTo>
                    <a:pt x="161503" y="124023"/>
                  </a:lnTo>
                  <a:lnTo>
                    <a:pt x="160043" y="118886"/>
                  </a:lnTo>
                  <a:lnTo>
                    <a:pt x="158419" y="113799"/>
                  </a:lnTo>
                  <a:lnTo>
                    <a:pt x="156634" y="108767"/>
                  </a:lnTo>
                  <a:lnTo>
                    <a:pt x="154689" y="103793"/>
                  </a:lnTo>
                  <a:lnTo>
                    <a:pt x="152586" y="98885"/>
                  </a:lnTo>
                  <a:lnTo>
                    <a:pt x="150327" y="94046"/>
                  </a:lnTo>
                  <a:lnTo>
                    <a:pt x="147915" y="89282"/>
                  </a:lnTo>
                  <a:lnTo>
                    <a:pt x="145352" y="84598"/>
                  </a:lnTo>
                  <a:lnTo>
                    <a:pt x="142640" y="79997"/>
                  </a:lnTo>
                  <a:lnTo>
                    <a:pt x="139783" y="75486"/>
                  </a:lnTo>
                  <a:lnTo>
                    <a:pt x="136784" y="71068"/>
                  </a:lnTo>
                  <a:lnTo>
                    <a:pt x="133645" y="66748"/>
                  </a:lnTo>
                  <a:lnTo>
                    <a:pt x="130369" y="62531"/>
                  </a:lnTo>
                  <a:lnTo>
                    <a:pt x="126960" y="58420"/>
                  </a:lnTo>
                  <a:lnTo>
                    <a:pt x="123422" y="54421"/>
                  </a:lnTo>
                  <a:lnTo>
                    <a:pt x="119758" y="50536"/>
                  </a:lnTo>
                  <a:lnTo>
                    <a:pt x="115972" y="46770"/>
                  </a:lnTo>
                  <a:lnTo>
                    <a:pt x="112067" y="43128"/>
                  </a:lnTo>
                  <a:lnTo>
                    <a:pt x="108048" y="39612"/>
                  </a:lnTo>
                  <a:lnTo>
                    <a:pt x="103919" y="36226"/>
                  </a:lnTo>
                  <a:lnTo>
                    <a:pt x="99684" y="32973"/>
                  </a:lnTo>
                  <a:lnTo>
                    <a:pt x="95347" y="29858"/>
                  </a:lnTo>
                  <a:lnTo>
                    <a:pt x="90913" y="26882"/>
                  </a:lnTo>
                  <a:lnTo>
                    <a:pt x="86386" y="24050"/>
                  </a:lnTo>
                  <a:lnTo>
                    <a:pt x="81771" y="21364"/>
                  </a:lnTo>
                  <a:lnTo>
                    <a:pt x="77072" y="18827"/>
                  </a:lnTo>
                  <a:lnTo>
                    <a:pt x="72295" y="16441"/>
                  </a:lnTo>
                  <a:lnTo>
                    <a:pt x="67444" y="14209"/>
                  </a:lnTo>
                  <a:lnTo>
                    <a:pt x="62524" y="12133"/>
                  </a:lnTo>
                  <a:lnTo>
                    <a:pt x="57540" y="10215"/>
                  </a:lnTo>
                  <a:lnTo>
                    <a:pt x="52498" y="8457"/>
                  </a:lnTo>
                  <a:lnTo>
                    <a:pt x="47402" y="6861"/>
                  </a:lnTo>
                  <a:lnTo>
                    <a:pt x="42258" y="5429"/>
                  </a:lnTo>
                  <a:lnTo>
                    <a:pt x="37070" y="4162"/>
                  </a:lnTo>
                  <a:lnTo>
                    <a:pt x="31845" y="3061"/>
                  </a:lnTo>
                  <a:lnTo>
                    <a:pt x="26587" y="2127"/>
                  </a:lnTo>
                  <a:lnTo>
                    <a:pt x="21302" y="1362"/>
                  </a:lnTo>
                  <a:lnTo>
                    <a:pt x="15996" y="767"/>
                  </a:lnTo>
                  <a:lnTo>
                    <a:pt x="10673" y="341"/>
                  </a:lnTo>
                  <a:lnTo>
                    <a:pt x="533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578741" y="4172415"/>
              <a:ext cx="215005" cy="334333"/>
            </a:xfrm>
            <a:custGeom>
              <a:avLst/>
              <a:pathLst>
                <a:path w="215005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4" y="337"/>
                  </a:lnTo>
                  <a:lnTo>
                    <a:pt x="151239" y="759"/>
                  </a:lnTo>
                  <a:lnTo>
                    <a:pt x="145960" y="1348"/>
                  </a:lnTo>
                  <a:lnTo>
                    <a:pt x="140702" y="2105"/>
                  </a:lnTo>
                  <a:lnTo>
                    <a:pt x="135471" y="3029"/>
                  </a:lnTo>
                  <a:lnTo>
                    <a:pt x="130272" y="4118"/>
                  </a:lnTo>
                  <a:lnTo>
                    <a:pt x="125111" y="5372"/>
                  </a:lnTo>
                  <a:lnTo>
                    <a:pt x="119992" y="6790"/>
                  </a:lnTo>
                  <a:lnTo>
                    <a:pt x="114920" y="8369"/>
                  </a:lnTo>
                  <a:lnTo>
                    <a:pt x="109901" y="10108"/>
                  </a:lnTo>
                  <a:lnTo>
                    <a:pt x="104940" y="12007"/>
                  </a:lnTo>
                  <a:lnTo>
                    <a:pt x="100042" y="14062"/>
                  </a:lnTo>
                  <a:lnTo>
                    <a:pt x="95211" y="16271"/>
                  </a:lnTo>
                  <a:lnTo>
                    <a:pt x="90453" y="18633"/>
                  </a:lnTo>
                  <a:lnTo>
                    <a:pt x="85773" y="21145"/>
                  </a:lnTo>
                  <a:lnTo>
                    <a:pt x="81174" y="23804"/>
                  </a:lnTo>
                  <a:lnTo>
                    <a:pt x="76663" y="26608"/>
                  </a:lnTo>
                  <a:lnTo>
                    <a:pt x="72243" y="29554"/>
                  </a:lnTo>
                  <a:lnTo>
                    <a:pt x="67918" y="32639"/>
                  </a:lnTo>
                  <a:lnTo>
                    <a:pt x="63694" y="35859"/>
                  </a:lnTo>
                  <a:lnTo>
                    <a:pt x="59575" y="39213"/>
                  </a:lnTo>
                  <a:lnTo>
                    <a:pt x="55564" y="42695"/>
                  </a:lnTo>
                  <a:lnTo>
                    <a:pt x="51665" y="46303"/>
                  </a:lnTo>
                  <a:lnTo>
                    <a:pt x="47884" y="50034"/>
                  </a:lnTo>
                  <a:lnTo>
                    <a:pt x="44222" y="53882"/>
                  </a:lnTo>
                  <a:lnTo>
                    <a:pt x="40685" y="57845"/>
                  </a:lnTo>
                  <a:lnTo>
                    <a:pt x="37276" y="61918"/>
                  </a:lnTo>
                  <a:lnTo>
                    <a:pt x="33997" y="66098"/>
                  </a:lnTo>
                  <a:lnTo>
                    <a:pt x="30853" y="70379"/>
                  </a:lnTo>
                  <a:lnTo>
                    <a:pt x="27847" y="74758"/>
                  </a:lnTo>
                  <a:lnTo>
                    <a:pt x="24981" y="79231"/>
                  </a:lnTo>
                  <a:lnTo>
                    <a:pt x="22259" y="83792"/>
                  </a:lnTo>
                  <a:lnTo>
                    <a:pt x="19684" y="88438"/>
                  </a:lnTo>
                  <a:lnTo>
                    <a:pt x="17257" y="93163"/>
                  </a:lnTo>
                  <a:lnTo>
                    <a:pt x="14981" y="97963"/>
                  </a:lnTo>
                  <a:lnTo>
                    <a:pt x="12859" y="102832"/>
                  </a:lnTo>
                  <a:lnTo>
                    <a:pt x="10893" y="107767"/>
                  </a:lnTo>
                  <a:lnTo>
                    <a:pt x="9085" y="112762"/>
                  </a:lnTo>
                  <a:lnTo>
                    <a:pt x="7436" y="117811"/>
                  </a:lnTo>
                  <a:lnTo>
                    <a:pt x="5948" y="122910"/>
                  </a:lnTo>
                  <a:lnTo>
                    <a:pt x="4624" y="128054"/>
                  </a:lnTo>
                  <a:lnTo>
                    <a:pt x="3463" y="133238"/>
                  </a:lnTo>
                  <a:lnTo>
                    <a:pt x="2468" y="138456"/>
                  </a:lnTo>
                  <a:lnTo>
                    <a:pt x="1639" y="143702"/>
                  </a:lnTo>
                  <a:lnTo>
                    <a:pt x="977" y="148973"/>
                  </a:lnTo>
                  <a:lnTo>
                    <a:pt x="483" y="154262"/>
                  </a:lnTo>
                  <a:lnTo>
                    <a:pt x="157" y="159564"/>
                  </a:lnTo>
                  <a:lnTo>
                    <a:pt x="0" y="164873"/>
                  </a:lnTo>
                  <a:lnTo>
                    <a:pt x="11" y="170185"/>
                  </a:lnTo>
                  <a:lnTo>
                    <a:pt x="191" y="175494"/>
                  </a:lnTo>
                  <a:lnTo>
                    <a:pt x="540" y="180794"/>
                  </a:lnTo>
                  <a:lnTo>
                    <a:pt x="1057" y="186081"/>
                  </a:lnTo>
                  <a:lnTo>
                    <a:pt x="1742" y="191348"/>
                  </a:lnTo>
                  <a:lnTo>
                    <a:pt x="2594" y="196591"/>
                  </a:lnTo>
                  <a:lnTo>
                    <a:pt x="3612" y="201805"/>
                  </a:lnTo>
                  <a:lnTo>
                    <a:pt x="4795" y="206983"/>
                  </a:lnTo>
                  <a:lnTo>
                    <a:pt x="6142" y="212122"/>
                  </a:lnTo>
                  <a:lnTo>
                    <a:pt x="7651" y="217214"/>
                  </a:lnTo>
                  <a:lnTo>
                    <a:pt x="9322" y="222257"/>
                  </a:lnTo>
                  <a:lnTo>
                    <a:pt x="11152" y="227243"/>
                  </a:lnTo>
                  <a:lnTo>
                    <a:pt x="13139" y="232169"/>
                  </a:lnTo>
                  <a:lnTo>
                    <a:pt x="15282" y="237030"/>
                  </a:lnTo>
                  <a:lnTo>
                    <a:pt x="17579" y="241820"/>
                  </a:lnTo>
                  <a:lnTo>
                    <a:pt x="20026" y="246534"/>
                  </a:lnTo>
                  <a:lnTo>
                    <a:pt x="22622" y="251169"/>
                  </a:lnTo>
                  <a:lnTo>
                    <a:pt x="25364" y="255718"/>
                  </a:lnTo>
                  <a:lnTo>
                    <a:pt x="28249" y="260178"/>
                  </a:lnTo>
                  <a:lnTo>
                    <a:pt x="31274" y="264544"/>
                  </a:lnTo>
                  <a:lnTo>
                    <a:pt x="34437" y="268812"/>
                  </a:lnTo>
                  <a:lnTo>
                    <a:pt x="37733" y="272978"/>
                  </a:lnTo>
                  <a:lnTo>
                    <a:pt x="41160" y="277036"/>
                  </a:lnTo>
                  <a:lnTo>
                    <a:pt x="44714" y="280983"/>
                  </a:lnTo>
                  <a:lnTo>
                    <a:pt x="48392" y="284816"/>
                  </a:lnTo>
                  <a:lnTo>
                    <a:pt x="52190" y="288530"/>
                  </a:lnTo>
                  <a:lnTo>
                    <a:pt x="56104" y="292121"/>
                  </a:lnTo>
                  <a:lnTo>
                    <a:pt x="60130" y="295586"/>
                  </a:lnTo>
                  <a:lnTo>
                    <a:pt x="64264" y="298921"/>
                  </a:lnTo>
                  <a:lnTo>
                    <a:pt x="68502" y="302124"/>
                  </a:lnTo>
                  <a:lnTo>
                    <a:pt x="72840" y="305190"/>
                  </a:lnTo>
                  <a:lnTo>
                    <a:pt x="77273" y="308117"/>
                  </a:lnTo>
                  <a:lnTo>
                    <a:pt x="81796" y="310901"/>
                  </a:lnTo>
                  <a:lnTo>
                    <a:pt x="86406" y="313540"/>
                  </a:lnTo>
                  <a:lnTo>
                    <a:pt x="91097" y="316032"/>
                  </a:lnTo>
                  <a:lnTo>
                    <a:pt x="95866" y="318373"/>
                  </a:lnTo>
                  <a:lnTo>
                    <a:pt x="100706" y="320562"/>
                  </a:lnTo>
                  <a:lnTo>
                    <a:pt x="105613" y="322595"/>
                  </a:lnTo>
                  <a:lnTo>
                    <a:pt x="110582" y="324472"/>
                  </a:lnTo>
                  <a:lnTo>
                    <a:pt x="115608" y="326190"/>
                  </a:lnTo>
                  <a:lnTo>
                    <a:pt x="120687" y="327747"/>
                  </a:lnTo>
                  <a:lnTo>
                    <a:pt x="125812" y="329142"/>
                  </a:lnTo>
                  <a:lnTo>
                    <a:pt x="130979" y="330374"/>
                  </a:lnTo>
                  <a:lnTo>
                    <a:pt x="136183" y="331441"/>
                  </a:lnTo>
                  <a:lnTo>
                    <a:pt x="141418" y="332342"/>
                  </a:lnTo>
                  <a:lnTo>
                    <a:pt x="146679" y="333076"/>
                  </a:lnTo>
                  <a:lnTo>
                    <a:pt x="151960" y="333643"/>
                  </a:lnTo>
                  <a:lnTo>
                    <a:pt x="157257" y="334041"/>
                  </a:lnTo>
                  <a:lnTo>
                    <a:pt x="162564" y="334271"/>
                  </a:lnTo>
                  <a:lnTo>
                    <a:pt x="167876" y="334333"/>
                  </a:lnTo>
                  <a:lnTo>
                    <a:pt x="173186" y="334225"/>
                  </a:lnTo>
                  <a:lnTo>
                    <a:pt x="178491" y="333949"/>
                  </a:lnTo>
                  <a:lnTo>
                    <a:pt x="183784" y="333505"/>
                  </a:lnTo>
                  <a:lnTo>
                    <a:pt x="189061" y="332892"/>
                  </a:lnTo>
                  <a:lnTo>
                    <a:pt x="194315" y="332113"/>
                  </a:lnTo>
                  <a:lnTo>
                    <a:pt x="199542" y="331166"/>
                  </a:lnTo>
                  <a:lnTo>
                    <a:pt x="204736" y="330054"/>
                  </a:lnTo>
                  <a:lnTo>
                    <a:pt x="209892" y="328778"/>
                  </a:lnTo>
                  <a:lnTo>
                    <a:pt x="215005" y="32733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339583"/>
              <a:ext cx="47854" cy="160171"/>
            </a:xfrm>
            <a:custGeom>
              <a:avLst/>
              <a:pathLst>
                <a:path w="47854" h="160171">
                  <a:moveTo>
                    <a:pt x="47854" y="1601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339583"/>
              <a:ext cx="163424" cy="160171"/>
            </a:xfrm>
            <a:custGeom>
              <a:avLst/>
              <a:pathLst>
                <a:path w="163424" h="160171">
                  <a:moveTo>
                    <a:pt x="47854" y="160171"/>
                  </a:moveTo>
                  <a:lnTo>
                    <a:pt x="53014" y="158538"/>
                  </a:lnTo>
                  <a:lnTo>
                    <a:pt x="58118" y="156739"/>
                  </a:lnTo>
                  <a:lnTo>
                    <a:pt x="63161" y="154775"/>
                  </a:lnTo>
                  <a:lnTo>
                    <a:pt x="68139" y="152649"/>
                  </a:lnTo>
                  <a:lnTo>
                    <a:pt x="73045" y="150364"/>
                  </a:lnTo>
                  <a:lnTo>
                    <a:pt x="77874" y="147920"/>
                  </a:lnTo>
                  <a:lnTo>
                    <a:pt x="82621" y="145322"/>
                  </a:lnTo>
                  <a:lnTo>
                    <a:pt x="87282" y="142571"/>
                  </a:lnTo>
                  <a:lnTo>
                    <a:pt x="91852" y="139671"/>
                  </a:lnTo>
                  <a:lnTo>
                    <a:pt x="96325" y="136624"/>
                  </a:lnTo>
                  <a:lnTo>
                    <a:pt x="100697" y="133434"/>
                  </a:lnTo>
                  <a:lnTo>
                    <a:pt x="104964" y="130105"/>
                  </a:lnTo>
                  <a:lnTo>
                    <a:pt x="109121" y="126639"/>
                  </a:lnTo>
                  <a:lnTo>
                    <a:pt x="113163" y="123040"/>
                  </a:lnTo>
                  <a:lnTo>
                    <a:pt x="117087" y="119312"/>
                  </a:lnTo>
                  <a:lnTo>
                    <a:pt x="120888" y="115459"/>
                  </a:lnTo>
                  <a:lnTo>
                    <a:pt x="124562" y="111485"/>
                  </a:lnTo>
                  <a:lnTo>
                    <a:pt x="128106" y="107395"/>
                  </a:lnTo>
                  <a:lnTo>
                    <a:pt x="131515" y="103191"/>
                  </a:lnTo>
                  <a:lnTo>
                    <a:pt x="134787" y="98880"/>
                  </a:lnTo>
                  <a:lnTo>
                    <a:pt x="137917" y="94465"/>
                  </a:lnTo>
                  <a:lnTo>
                    <a:pt x="140903" y="89951"/>
                  </a:lnTo>
                  <a:lnTo>
                    <a:pt x="143741" y="85342"/>
                  </a:lnTo>
                  <a:lnTo>
                    <a:pt x="146428" y="80644"/>
                  </a:lnTo>
                  <a:lnTo>
                    <a:pt x="148962" y="75862"/>
                  </a:lnTo>
                  <a:lnTo>
                    <a:pt x="151340" y="71000"/>
                  </a:lnTo>
                  <a:lnTo>
                    <a:pt x="153559" y="66064"/>
                  </a:lnTo>
                  <a:lnTo>
                    <a:pt x="155617" y="61058"/>
                  </a:lnTo>
                  <a:lnTo>
                    <a:pt x="157512" y="55988"/>
                  </a:lnTo>
                  <a:lnTo>
                    <a:pt x="159242" y="50860"/>
                  </a:lnTo>
                  <a:lnTo>
                    <a:pt x="160805" y="45679"/>
                  </a:lnTo>
                  <a:lnTo>
                    <a:pt x="162199" y="40449"/>
                  </a:lnTo>
                  <a:lnTo>
                    <a:pt x="163424" y="35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167148" cy="202345"/>
            </a:xfrm>
            <a:custGeom>
              <a:avLst/>
              <a:pathLst>
                <a:path w="167148" h="202345">
                  <a:moveTo>
                    <a:pt x="163424" y="202345"/>
                  </a:moveTo>
                  <a:lnTo>
                    <a:pt x="164478" y="197030"/>
                  </a:lnTo>
                  <a:lnTo>
                    <a:pt x="165359" y="191683"/>
                  </a:lnTo>
                  <a:lnTo>
                    <a:pt x="166067" y="186311"/>
                  </a:lnTo>
                  <a:lnTo>
                    <a:pt x="166600" y="180919"/>
                  </a:lnTo>
                  <a:lnTo>
                    <a:pt x="166958" y="175513"/>
                  </a:lnTo>
                  <a:lnTo>
                    <a:pt x="167141" y="170097"/>
                  </a:lnTo>
                  <a:lnTo>
                    <a:pt x="167148" y="164679"/>
                  </a:lnTo>
                  <a:lnTo>
                    <a:pt x="166980" y="159263"/>
                  </a:lnTo>
                  <a:lnTo>
                    <a:pt x="166636" y="153855"/>
                  </a:lnTo>
                  <a:lnTo>
                    <a:pt x="166117" y="148462"/>
                  </a:lnTo>
                  <a:lnTo>
                    <a:pt x="165424" y="143088"/>
                  </a:lnTo>
                  <a:lnTo>
                    <a:pt x="164556" y="137739"/>
                  </a:lnTo>
                  <a:lnTo>
                    <a:pt x="163516" y="132422"/>
                  </a:lnTo>
                  <a:lnTo>
                    <a:pt x="162304" y="127140"/>
                  </a:lnTo>
                  <a:lnTo>
                    <a:pt x="160922" y="121901"/>
                  </a:lnTo>
                  <a:lnTo>
                    <a:pt x="159370" y="116710"/>
                  </a:lnTo>
                  <a:lnTo>
                    <a:pt x="157651" y="111571"/>
                  </a:lnTo>
                  <a:lnTo>
                    <a:pt x="155767" y="106491"/>
                  </a:lnTo>
                  <a:lnTo>
                    <a:pt x="153718" y="101475"/>
                  </a:lnTo>
                  <a:lnTo>
                    <a:pt x="151509" y="96527"/>
                  </a:lnTo>
                  <a:lnTo>
                    <a:pt x="149140" y="91654"/>
                  </a:lnTo>
                  <a:lnTo>
                    <a:pt x="146614" y="86860"/>
                  </a:lnTo>
                  <a:lnTo>
                    <a:pt x="143934" y="82151"/>
                  </a:lnTo>
                  <a:lnTo>
                    <a:pt x="141103" y="77531"/>
                  </a:lnTo>
                  <a:lnTo>
                    <a:pt x="138124" y="73005"/>
                  </a:lnTo>
                  <a:lnTo>
                    <a:pt x="135000" y="68578"/>
                  </a:lnTo>
                  <a:lnTo>
                    <a:pt x="131734" y="64254"/>
                  </a:lnTo>
                  <a:lnTo>
                    <a:pt x="128329" y="60039"/>
                  </a:lnTo>
                  <a:lnTo>
                    <a:pt x="124790" y="55936"/>
                  </a:lnTo>
                  <a:lnTo>
                    <a:pt x="121119" y="51950"/>
                  </a:lnTo>
                  <a:lnTo>
                    <a:pt x="117322" y="48085"/>
                  </a:lnTo>
                  <a:lnTo>
                    <a:pt x="113401" y="44345"/>
                  </a:lnTo>
                  <a:lnTo>
                    <a:pt x="109361" y="40735"/>
                  </a:lnTo>
                  <a:lnTo>
                    <a:pt x="105206" y="37257"/>
                  </a:lnTo>
                  <a:lnTo>
                    <a:pt x="100940" y="33915"/>
                  </a:lnTo>
                  <a:lnTo>
                    <a:pt x="96569" y="30714"/>
                  </a:lnTo>
                  <a:lnTo>
                    <a:pt x="92095" y="27656"/>
                  </a:lnTo>
                  <a:lnTo>
                    <a:pt x="87526" y="24745"/>
                  </a:lnTo>
                  <a:lnTo>
                    <a:pt x="82864" y="21983"/>
                  </a:lnTo>
                  <a:lnTo>
                    <a:pt x="78115" y="19373"/>
                  </a:lnTo>
                  <a:lnTo>
                    <a:pt x="73284" y="16919"/>
                  </a:lnTo>
                  <a:lnTo>
                    <a:pt x="68376" y="14623"/>
                  </a:lnTo>
                  <a:lnTo>
                    <a:pt x="63397" y="12487"/>
                  </a:lnTo>
                  <a:lnTo>
                    <a:pt x="58350" y="10514"/>
                  </a:lnTo>
                  <a:lnTo>
                    <a:pt x="53243" y="8705"/>
                  </a:lnTo>
                  <a:lnTo>
                    <a:pt x="48079" y="7063"/>
                  </a:lnTo>
                  <a:lnTo>
                    <a:pt x="42865" y="5589"/>
                  </a:lnTo>
                  <a:lnTo>
                    <a:pt x="37606" y="4284"/>
                  </a:lnTo>
                  <a:lnTo>
                    <a:pt x="32307" y="3151"/>
                  </a:lnTo>
                  <a:lnTo>
                    <a:pt x="26975" y="2190"/>
                  </a:lnTo>
                  <a:lnTo>
                    <a:pt x="21614" y="1403"/>
                  </a:lnTo>
                  <a:lnTo>
                    <a:pt x="16230" y="789"/>
                  </a:lnTo>
                  <a:lnTo>
                    <a:pt x="10829" y="351"/>
                  </a:lnTo>
                  <a:lnTo>
                    <a:pt x="541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756342" y="3685283"/>
              <a:ext cx="183888" cy="334332"/>
            </a:xfrm>
            <a:custGeom>
              <a:avLst/>
              <a:pathLst>
                <a:path w="183888" h="334332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7" y="759"/>
                  </a:lnTo>
                  <a:lnTo>
                    <a:pt x="145957" y="1349"/>
                  </a:lnTo>
                  <a:lnTo>
                    <a:pt x="140698" y="2106"/>
                  </a:lnTo>
                  <a:lnTo>
                    <a:pt x="135466" y="3030"/>
                  </a:lnTo>
                  <a:lnTo>
                    <a:pt x="130266" y="4120"/>
                  </a:lnTo>
                  <a:lnTo>
                    <a:pt x="125104" y="5374"/>
                  </a:lnTo>
                  <a:lnTo>
                    <a:pt x="119983" y="6792"/>
                  </a:lnTo>
                  <a:lnTo>
                    <a:pt x="114911" y="8372"/>
                  </a:lnTo>
                  <a:lnTo>
                    <a:pt x="109891" y="10112"/>
                  </a:lnTo>
                  <a:lnTo>
                    <a:pt x="104929" y="12011"/>
                  </a:lnTo>
                  <a:lnTo>
                    <a:pt x="100030" y="14067"/>
                  </a:lnTo>
                  <a:lnTo>
                    <a:pt x="95199" y="16277"/>
                  </a:lnTo>
                  <a:lnTo>
                    <a:pt x="90440" y="18640"/>
                  </a:lnTo>
                  <a:lnTo>
                    <a:pt x="85759" y="21153"/>
                  </a:lnTo>
                  <a:lnTo>
                    <a:pt x="81160" y="23813"/>
                  </a:lnTo>
                  <a:lnTo>
                    <a:pt x="76648" y="26618"/>
                  </a:lnTo>
                  <a:lnTo>
                    <a:pt x="72228" y="29565"/>
                  </a:lnTo>
                  <a:lnTo>
                    <a:pt x="67903" y="32651"/>
                  </a:lnTo>
                  <a:lnTo>
                    <a:pt x="63678" y="35873"/>
                  </a:lnTo>
                  <a:lnTo>
                    <a:pt x="59558" y="39227"/>
                  </a:lnTo>
                  <a:lnTo>
                    <a:pt x="55547" y="42711"/>
                  </a:lnTo>
                  <a:lnTo>
                    <a:pt x="51649" y="46320"/>
                  </a:lnTo>
                  <a:lnTo>
                    <a:pt x="47867" y="50052"/>
                  </a:lnTo>
                  <a:lnTo>
                    <a:pt x="44205" y="53901"/>
                  </a:lnTo>
                  <a:lnTo>
                    <a:pt x="40668" y="57866"/>
                  </a:lnTo>
                  <a:lnTo>
                    <a:pt x="37258" y="61940"/>
                  </a:lnTo>
                  <a:lnTo>
                    <a:pt x="33980" y="66121"/>
                  </a:lnTo>
                  <a:lnTo>
                    <a:pt x="30836" y="70404"/>
                  </a:lnTo>
                  <a:lnTo>
                    <a:pt x="27830" y="74785"/>
                  </a:lnTo>
                  <a:lnTo>
                    <a:pt x="24965" y="79259"/>
                  </a:lnTo>
                  <a:lnTo>
                    <a:pt x="22243" y="83821"/>
                  </a:lnTo>
                  <a:lnTo>
                    <a:pt x="19668" y="88468"/>
                  </a:lnTo>
                  <a:lnTo>
                    <a:pt x="17242" y="93195"/>
                  </a:lnTo>
                  <a:lnTo>
                    <a:pt x="14967" y="97996"/>
                  </a:lnTo>
                  <a:lnTo>
                    <a:pt x="12845" y="102867"/>
                  </a:lnTo>
                  <a:lnTo>
                    <a:pt x="10880" y="107803"/>
                  </a:lnTo>
                  <a:lnTo>
                    <a:pt x="9073" y="112799"/>
                  </a:lnTo>
                  <a:lnTo>
                    <a:pt x="7425" y="117850"/>
                  </a:lnTo>
                  <a:lnTo>
                    <a:pt x="5938" y="122951"/>
                  </a:lnTo>
                  <a:lnTo>
                    <a:pt x="4614" y="128096"/>
                  </a:lnTo>
                  <a:lnTo>
                    <a:pt x="3455" y="133281"/>
                  </a:lnTo>
                  <a:lnTo>
                    <a:pt x="2461" y="138500"/>
                  </a:lnTo>
                  <a:lnTo>
                    <a:pt x="1633" y="143748"/>
                  </a:lnTo>
                  <a:lnTo>
                    <a:pt x="972" y="149019"/>
                  </a:lnTo>
                  <a:lnTo>
                    <a:pt x="480" y="154309"/>
                  </a:lnTo>
                  <a:lnTo>
                    <a:pt x="155" y="159612"/>
                  </a:lnTo>
                  <a:lnTo>
                    <a:pt x="0" y="164923"/>
                  </a:lnTo>
                  <a:lnTo>
                    <a:pt x="13" y="170236"/>
                  </a:lnTo>
                  <a:lnTo>
                    <a:pt x="195" y="175545"/>
                  </a:lnTo>
                  <a:lnTo>
                    <a:pt x="545" y="180847"/>
                  </a:lnTo>
                  <a:lnTo>
                    <a:pt x="1064" y="186134"/>
                  </a:lnTo>
                  <a:lnTo>
                    <a:pt x="1751" y="191403"/>
                  </a:lnTo>
                  <a:lnTo>
                    <a:pt x="2604" y="196646"/>
                  </a:lnTo>
                  <a:lnTo>
                    <a:pt x="3624" y="201860"/>
                  </a:lnTo>
                  <a:lnTo>
                    <a:pt x="4809" y="207040"/>
                  </a:lnTo>
                  <a:lnTo>
                    <a:pt x="6158" y="212178"/>
                  </a:lnTo>
                  <a:lnTo>
                    <a:pt x="7670" y="217272"/>
                  </a:lnTo>
                  <a:lnTo>
                    <a:pt x="9343" y="222314"/>
                  </a:lnTo>
                  <a:lnTo>
                    <a:pt x="11175" y="227301"/>
                  </a:lnTo>
                  <a:lnTo>
                    <a:pt x="13165" y="232227"/>
                  </a:lnTo>
                  <a:lnTo>
                    <a:pt x="15310" y="237088"/>
                  </a:lnTo>
                  <a:lnTo>
                    <a:pt x="17608" y="241878"/>
                  </a:lnTo>
                  <a:lnTo>
                    <a:pt x="20058" y="246592"/>
                  </a:lnTo>
                  <a:lnTo>
                    <a:pt x="22656" y="251226"/>
                  </a:lnTo>
                  <a:lnTo>
                    <a:pt x="25401" y="255776"/>
                  </a:lnTo>
                  <a:lnTo>
                    <a:pt x="28288" y="260235"/>
                  </a:lnTo>
                  <a:lnTo>
                    <a:pt x="31316" y="264601"/>
                  </a:lnTo>
                  <a:lnTo>
                    <a:pt x="34480" y="268869"/>
                  </a:lnTo>
                  <a:lnTo>
                    <a:pt x="37779" y="273033"/>
                  </a:lnTo>
                  <a:lnTo>
                    <a:pt x="41209" y="277091"/>
                  </a:lnTo>
                  <a:lnTo>
                    <a:pt x="44766" y="281038"/>
                  </a:lnTo>
                  <a:lnTo>
                    <a:pt x="48446" y="284869"/>
                  </a:lnTo>
                  <a:lnTo>
                    <a:pt x="52246" y="288582"/>
                  </a:lnTo>
                  <a:lnTo>
                    <a:pt x="56163" y="292172"/>
                  </a:lnTo>
                  <a:lnTo>
                    <a:pt x="60191" y="295636"/>
                  </a:lnTo>
                  <a:lnTo>
                    <a:pt x="64327" y="298970"/>
                  </a:lnTo>
                  <a:lnTo>
                    <a:pt x="68568" y="302171"/>
                  </a:lnTo>
                  <a:lnTo>
                    <a:pt x="72908" y="305236"/>
                  </a:lnTo>
                  <a:lnTo>
                    <a:pt x="77343" y="308161"/>
                  </a:lnTo>
                  <a:lnTo>
                    <a:pt x="81869" y="310944"/>
                  </a:lnTo>
                  <a:lnTo>
                    <a:pt x="86481" y="313581"/>
                  </a:lnTo>
                  <a:lnTo>
                    <a:pt x="91174" y="316071"/>
                  </a:lnTo>
                  <a:lnTo>
                    <a:pt x="95944" y="318410"/>
                  </a:lnTo>
                  <a:lnTo>
                    <a:pt x="100786" y="320596"/>
                  </a:lnTo>
                  <a:lnTo>
                    <a:pt x="105696" y="322628"/>
                  </a:lnTo>
                  <a:lnTo>
                    <a:pt x="110667" y="324502"/>
                  </a:lnTo>
                  <a:lnTo>
                    <a:pt x="115695" y="326218"/>
                  </a:lnTo>
                  <a:lnTo>
                    <a:pt x="120775" y="327773"/>
                  </a:lnTo>
                  <a:lnTo>
                    <a:pt x="125902" y="329165"/>
                  </a:lnTo>
                  <a:lnTo>
                    <a:pt x="131071" y="330394"/>
                  </a:lnTo>
                  <a:lnTo>
                    <a:pt x="136276" y="331458"/>
                  </a:lnTo>
                  <a:lnTo>
                    <a:pt x="141513" y="332357"/>
                  </a:lnTo>
                  <a:lnTo>
                    <a:pt x="146775" y="333088"/>
                  </a:lnTo>
                  <a:lnTo>
                    <a:pt x="152058" y="333652"/>
                  </a:lnTo>
                  <a:lnTo>
                    <a:pt x="157356" y="334047"/>
                  </a:lnTo>
                  <a:lnTo>
                    <a:pt x="162664" y="334274"/>
                  </a:lnTo>
                  <a:lnTo>
                    <a:pt x="167977" y="334332"/>
                  </a:lnTo>
                  <a:lnTo>
                    <a:pt x="173288" y="334222"/>
                  </a:lnTo>
                  <a:lnTo>
                    <a:pt x="178594" y="333942"/>
                  </a:lnTo>
                  <a:lnTo>
                    <a:pt x="183888" y="333495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426"/>
              <a:ext cx="167166" cy="333351"/>
            </a:xfrm>
            <a:custGeom>
              <a:avLst/>
              <a:pathLst>
                <a:path w="167166" h="333351">
                  <a:moveTo>
                    <a:pt x="16736" y="333351"/>
                  </a:moveTo>
                  <a:lnTo>
                    <a:pt x="22034" y="332732"/>
                  </a:lnTo>
                  <a:lnTo>
                    <a:pt x="27310" y="331945"/>
                  </a:lnTo>
                  <a:lnTo>
                    <a:pt x="32559" y="330989"/>
                  </a:lnTo>
                  <a:lnTo>
                    <a:pt x="37774" y="329867"/>
                  </a:lnTo>
                  <a:lnTo>
                    <a:pt x="42951" y="328579"/>
                  </a:lnTo>
                  <a:lnTo>
                    <a:pt x="48084" y="327126"/>
                  </a:lnTo>
                  <a:lnTo>
                    <a:pt x="53168" y="325510"/>
                  </a:lnTo>
                  <a:lnTo>
                    <a:pt x="58198" y="323733"/>
                  </a:lnTo>
                  <a:lnTo>
                    <a:pt x="63168" y="321796"/>
                  </a:lnTo>
                  <a:lnTo>
                    <a:pt x="68074" y="319702"/>
                  </a:lnTo>
                  <a:lnTo>
                    <a:pt x="72911" y="317452"/>
                  </a:lnTo>
                  <a:lnTo>
                    <a:pt x="77674" y="315049"/>
                  </a:lnTo>
                  <a:lnTo>
                    <a:pt x="82358" y="312495"/>
                  </a:lnTo>
                  <a:lnTo>
                    <a:pt x="86957" y="309793"/>
                  </a:lnTo>
                  <a:lnTo>
                    <a:pt x="91469" y="306946"/>
                  </a:lnTo>
                  <a:lnTo>
                    <a:pt x="95887" y="303956"/>
                  </a:lnTo>
                  <a:lnTo>
                    <a:pt x="100207" y="300827"/>
                  </a:lnTo>
                  <a:lnTo>
                    <a:pt x="104425" y="297561"/>
                  </a:lnTo>
                  <a:lnTo>
                    <a:pt x="108537" y="294163"/>
                  </a:lnTo>
                  <a:lnTo>
                    <a:pt x="112539" y="290635"/>
                  </a:lnTo>
                  <a:lnTo>
                    <a:pt x="116426" y="286981"/>
                  </a:lnTo>
                  <a:lnTo>
                    <a:pt x="120194" y="283205"/>
                  </a:lnTo>
                  <a:lnTo>
                    <a:pt x="123840" y="279311"/>
                  </a:lnTo>
                  <a:lnTo>
                    <a:pt x="127360" y="275302"/>
                  </a:lnTo>
                  <a:lnTo>
                    <a:pt x="130750" y="271183"/>
                  </a:lnTo>
                  <a:lnTo>
                    <a:pt x="134007" y="266958"/>
                  </a:lnTo>
                  <a:lnTo>
                    <a:pt x="137127" y="262632"/>
                  </a:lnTo>
                  <a:lnTo>
                    <a:pt x="140108" y="258207"/>
                  </a:lnTo>
                  <a:lnTo>
                    <a:pt x="142946" y="253690"/>
                  </a:lnTo>
                  <a:lnTo>
                    <a:pt x="145639" y="249085"/>
                  </a:lnTo>
                  <a:lnTo>
                    <a:pt x="148183" y="244396"/>
                  </a:lnTo>
                  <a:lnTo>
                    <a:pt x="150576" y="239629"/>
                  </a:lnTo>
                  <a:lnTo>
                    <a:pt x="152816" y="234787"/>
                  </a:lnTo>
                  <a:lnTo>
                    <a:pt x="154901" y="229877"/>
                  </a:lnTo>
                  <a:lnTo>
                    <a:pt x="156827" y="224902"/>
                  </a:lnTo>
                  <a:lnTo>
                    <a:pt x="158594" y="219869"/>
                  </a:lnTo>
                  <a:lnTo>
                    <a:pt x="160200" y="214781"/>
                  </a:lnTo>
                  <a:lnTo>
                    <a:pt x="161642" y="209645"/>
                  </a:lnTo>
                  <a:lnTo>
                    <a:pt x="162920" y="204466"/>
                  </a:lnTo>
                  <a:lnTo>
                    <a:pt x="164031" y="199249"/>
                  </a:lnTo>
                  <a:lnTo>
                    <a:pt x="164976" y="193998"/>
                  </a:lnTo>
                  <a:lnTo>
                    <a:pt x="165753" y="188721"/>
                  </a:lnTo>
                  <a:lnTo>
                    <a:pt x="166361" y="183421"/>
                  </a:lnTo>
                  <a:lnTo>
                    <a:pt x="166799" y="178104"/>
                  </a:lnTo>
                  <a:lnTo>
                    <a:pt x="167068" y="172776"/>
                  </a:lnTo>
                  <a:lnTo>
                    <a:pt x="167166" y="167443"/>
                  </a:lnTo>
                  <a:lnTo>
                    <a:pt x="167095" y="162108"/>
                  </a:lnTo>
                  <a:lnTo>
                    <a:pt x="166853" y="156779"/>
                  </a:lnTo>
                  <a:lnTo>
                    <a:pt x="166441" y="151461"/>
                  </a:lnTo>
                  <a:lnTo>
                    <a:pt x="165860" y="146158"/>
                  </a:lnTo>
                  <a:lnTo>
                    <a:pt x="165109" y="140876"/>
                  </a:lnTo>
                  <a:lnTo>
                    <a:pt x="164191" y="135621"/>
                  </a:lnTo>
                  <a:lnTo>
                    <a:pt x="163106" y="130398"/>
                  </a:lnTo>
                  <a:lnTo>
                    <a:pt x="161854" y="125213"/>
                  </a:lnTo>
                  <a:lnTo>
                    <a:pt x="160437" y="120069"/>
                  </a:lnTo>
                  <a:lnTo>
                    <a:pt x="158857" y="114974"/>
                  </a:lnTo>
                  <a:lnTo>
                    <a:pt x="157116" y="109932"/>
                  </a:lnTo>
                  <a:lnTo>
                    <a:pt x="155214" y="104948"/>
                  </a:lnTo>
                  <a:lnTo>
                    <a:pt x="153154" y="100027"/>
                  </a:lnTo>
                  <a:lnTo>
                    <a:pt x="150939" y="95174"/>
                  </a:lnTo>
                  <a:lnTo>
                    <a:pt x="148569" y="90395"/>
                  </a:lnTo>
                  <a:lnTo>
                    <a:pt x="146049" y="85693"/>
                  </a:lnTo>
                  <a:lnTo>
                    <a:pt x="143379" y="81074"/>
                  </a:lnTo>
                  <a:lnTo>
                    <a:pt x="140564" y="76543"/>
                  </a:lnTo>
                  <a:lnTo>
                    <a:pt x="137605" y="72104"/>
                  </a:lnTo>
                  <a:lnTo>
                    <a:pt x="134507" y="67762"/>
                  </a:lnTo>
                  <a:lnTo>
                    <a:pt x="131271" y="63521"/>
                  </a:lnTo>
                  <a:lnTo>
                    <a:pt x="127901" y="59385"/>
                  </a:lnTo>
                  <a:lnTo>
                    <a:pt x="124402" y="55358"/>
                  </a:lnTo>
                  <a:lnTo>
                    <a:pt x="120776" y="51446"/>
                  </a:lnTo>
                  <a:lnTo>
                    <a:pt x="117026" y="47651"/>
                  </a:lnTo>
                  <a:lnTo>
                    <a:pt x="113158" y="43978"/>
                  </a:lnTo>
                  <a:lnTo>
                    <a:pt x="109174" y="40430"/>
                  </a:lnTo>
                  <a:lnTo>
                    <a:pt x="105079" y="37011"/>
                  </a:lnTo>
                  <a:lnTo>
                    <a:pt x="100877" y="33724"/>
                  </a:lnTo>
                  <a:lnTo>
                    <a:pt x="96573" y="30573"/>
                  </a:lnTo>
                  <a:lnTo>
                    <a:pt x="92170" y="27561"/>
                  </a:lnTo>
                  <a:lnTo>
                    <a:pt x="87673" y="24691"/>
                  </a:lnTo>
                  <a:lnTo>
                    <a:pt x="83087" y="21966"/>
                  </a:lnTo>
                  <a:lnTo>
                    <a:pt x="78416" y="19389"/>
                  </a:lnTo>
                  <a:lnTo>
                    <a:pt x="73665" y="16962"/>
                  </a:lnTo>
                  <a:lnTo>
                    <a:pt x="68840" y="14688"/>
                  </a:lnTo>
                  <a:lnTo>
                    <a:pt x="63944" y="12569"/>
                  </a:lnTo>
                  <a:lnTo>
                    <a:pt x="58983" y="10607"/>
                  </a:lnTo>
                  <a:lnTo>
                    <a:pt x="53962" y="8805"/>
                  </a:lnTo>
                  <a:lnTo>
                    <a:pt x="48886" y="7164"/>
                  </a:lnTo>
                  <a:lnTo>
                    <a:pt x="43761" y="5685"/>
                  </a:lnTo>
                  <a:lnTo>
                    <a:pt x="38591" y="4371"/>
                  </a:lnTo>
                  <a:lnTo>
                    <a:pt x="33381" y="3223"/>
                  </a:lnTo>
                  <a:lnTo>
                    <a:pt x="28138" y="2241"/>
                  </a:lnTo>
                  <a:lnTo>
                    <a:pt x="22865" y="1427"/>
                  </a:lnTo>
                  <a:lnTo>
                    <a:pt x="17570" y="782"/>
                  </a:lnTo>
                  <a:lnTo>
                    <a:pt x="12257" y="306"/>
                  </a:lnTo>
                  <a:lnTo>
                    <a:pt x="6931" y="0"/>
                  </a:lnTo>
                  <a:lnTo>
                    <a:pt x="0" y="1670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6931" cy="167167"/>
            </a:xfrm>
            <a:custGeom>
              <a:avLst/>
              <a:pathLst>
                <a:path w="6931" h="167167">
                  <a:moveTo>
                    <a:pt x="6931" y="14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tx95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3" name="tx953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2025-06-26T11:56:28Z</dcterms:modified>
  <cp:category/>
</cp:coreProperties>
</file>