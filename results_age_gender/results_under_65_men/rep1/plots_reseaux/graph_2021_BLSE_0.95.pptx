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9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05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7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15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3332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22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25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16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318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20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301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9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707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48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72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4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6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65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20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9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6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20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9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25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36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9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18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94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25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18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78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15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11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95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05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348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9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205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728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4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76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270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9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05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904581" y="3170392"/>
              <a:ext cx="79197" cy="167167"/>
            </a:xfrm>
            <a:custGeom>
              <a:avLst/>
              <a:pathLst>
                <a:path w="79197" h="167167">
                  <a:moveTo>
                    <a:pt x="79197" y="0"/>
                  </a:moveTo>
                  <a:lnTo>
                    <a:pt x="73305" y="103"/>
                  </a:lnTo>
                  <a:lnTo>
                    <a:pt x="67420" y="415"/>
                  </a:lnTo>
                  <a:lnTo>
                    <a:pt x="61550" y="934"/>
                  </a:lnTo>
                  <a:lnTo>
                    <a:pt x="55702" y="1659"/>
                  </a:lnTo>
                  <a:lnTo>
                    <a:pt x="49883" y="2590"/>
                  </a:lnTo>
                  <a:lnTo>
                    <a:pt x="44100" y="3725"/>
                  </a:lnTo>
                  <a:lnTo>
                    <a:pt x="38361" y="5064"/>
                  </a:lnTo>
                  <a:lnTo>
                    <a:pt x="32673" y="6604"/>
                  </a:lnTo>
                  <a:lnTo>
                    <a:pt x="27042" y="8344"/>
                  </a:lnTo>
                  <a:lnTo>
                    <a:pt x="21477" y="10281"/>
                  </a:lnTo>
                  <a:lnTo>
                    <a:pt x="15983" y="12412"/>
                  </a:lnTo>
                  <a:lnTo>
                    <a:pt x="10568" y="14737"/>
                  </a:lnTo>
                  <a:lnTo>
                    <a:pt x="5238" y="17250"/>
                  </a:lnTo>
                  <a:lnTo>
                    <a:pt x="0" y="19950"/>
                  </a:lnTo>
                  <a:lnTo>
                    <a:pt x="7919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04581" y="3190343"/>
              <a:ext cx="79197" cy="147216"/>
            </a:xfrm>
            <a:custGeom>
              <a:avLst/>
              <a:pathLst>
                <a:path w="79197" h="147216">
                  <a:moveTo>
                    <a:pt x="0" y="0"/>
                  </a:moveTo>
                  <a:lnTo>
                    <a:pt x="79197" y="1472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816612" y="3170398"/>
              <a:ext cx="334316" cy="334326"/>
            </a:xfrm>
            <a:custGeom>
              <a:avLst/>
              <a:pathLst>
                <a:path w="334316" h="334326">
                  <a:moveTo>
                    <a:pt x="87969" y="19944"/>
                  </a:moveTo>
                  <a:lnTo>
                    <a:pt x="83358" y="22519"/>
                  </a:lnTo>
                  <a:lnTo>
                    <a:pt x="78832" y="25238"/>
                  </a:lnTo>
                  <a:lnTo>
                    <a:pt x="74393" y="28099"/>
                  </a:lnTo>
                  <a:lnTo>
                    <a:pt x="70047" y="31099"/>
                  </a:lnTo>
                  <a:lnTo>
                    <a:pt x="65798" y="34234"/>
                  </a:lnTo>
                  <a:lnTo>
                    <a:pt x="61650" y="37502"/>
                  </a:lnTo>
                  <a:lnTo>
                    <a:pt x="57607" y="40900"/>
                  </a:lnTo>
                  <a:lnTo>
                    <a:pt x="53674" y="44423"/>
                  </a:lnTo>
                  <a:lnTo>
                    <a:pt x="49854" y="48069"/>
                  </a:lnTo>
                  <a:lnTo>
                    <a:pt x="46151" y="51834"/>
                  </a:lnTo>
                  <a:lnTo>
                    <a:pt x="42569" y="55714"/>
                  </a:lnTo>
                  <a:lnTo>
                    <a:pt x="39111" y="59705"/>
                  </a:lnTo>
                  <a:lnTo>
                    <a:pt x="35781" y="63803"/>
                  </a:lnTo>
                  <a:lnTo>
                    <a:pt x="32582" y="68004"/>
                  </a:lnTo>
                  <a:lnTo>
                    <a:pt x="29517" y="72305"/>
                  </a:lnTo>
                  <a:lnTo>
                    <a:pt x="26590" y="76700"/>
                  </a:lnTo>
                  <a:lnTo>
                    <a:pt x="23803" y="81185"/>
                  </a:lnTo>
                  <a:lnTo>
                    <a:pt x="21159" y="85756"/>
                  </a:lnTo>
                  <a:lnTo>
                    <a:pt x="18660" y="90408"/>
                  </a:lnTo>
                  <a:lnTo>
                    <a:pt x="16310" y="95137"/>
                  </a:lnTo>
                  <a:lnTo>
                    <a:pt x="14110" y="99938"/>
                  </a:lnTo>
                  <a:lnTo>
                    <a:pt x="12064" y="104806"/>
                  </a:lnTo>
                  <a:lnTo>
                    <a:pt x="10171" y="109736"/>
                  </a:lnTo>
                  <a:lnTo>
                    <a:pt x="8436" y="114723"/>
                  </a:lnTo>
                  <a:lnTo>
                    <a:pt x="6859" y="119763"/>
                  </a:lnTo>
                  <a:lnTo>
                    <a:pt x="5442" y="124850"/>
                  </a:lnTo>
                  <a:lnTo>
                    <a:pt x="4186" y="129979"/>
                  </a:lnTo>
                  <a:lnTo>
                    <a:pt x="3093" y="135145"/>
                  </a:lnTo>
                  <a:lnTo>
                    <a:pt x="2164" y="140343"/>
                  </a:lnTo>
                  <a:lnTo>
                    <a:pt x="1399" y="145568"/>
                  </a:lnTo>
                  <a:lnTo>
                    <a:pt x="800" y="150815"/>
                  </a:lnTo>
                  <a:lnTo>
                    <a:pt x="366" y="156078"/>
                  </a:lnTo>
                  <a:lnTo>
                    <a:pt x="100" y="161352"/>
                  </a:lnTo>
                  <a:lnTo>
                    <a:pt x="0" y="166632"/>
                  </a:lnTo>
                  <a:lnTo>
                    <a:pt x="66" y="171912"/>
                  </a:lnTo>
                  <a:lnTo>
                    <a:pt x="300" y="177187"/>
                  </a:lnTo>
                  <a:lnTo>
                    <a:pt x="700" y="182453"/>
                  </a:lnTo>
                  <a:lnTo>
                    <a:pt x="1266" y="187703"/>
                  </a:lnTo>
                  <a:lnTo>
                    <a:pt x="1997" y="192933"/>
                  </a:lnTo>
                  <a:lnTo>
                    <a:pt x="2894" y="198137"/>
                  </a:lnTo>
                  <a:lnTo>
                    <a:pt x="3954" y="203310"/>
                  </a:lnTo>
                  <a:lnTo>
                    <a:pt x="5177" y="208447"/>
                  </a:lnTo>
                  <a:lnTo>
                    <a:pt x="6562" y="213543"/>
                  </a:lnTo>
                  <a:lnTo>
                    <a:pt x="8107" y="218592"/>
                  </a:lnTo>
                  <a:lnTo>
                    <a:pt x="9811" y="223591"/>
                  </a:lnTo>
                  <a:lnTo>
                    <a:pt x="11672" y="228533"/>
                  </a:lnTo>
                  <a:lnTo>
                    <a:pt x="13688" y="233413"/>
                  </a:lnTo>
                  <a:lnTo>
                    <a:pt x="15857" y="238228"/>
                  </a:lnTo>
                  <a:lnTo>
                    <a:pt x="18177" y="242971"/>
                  </a:lnTo>
                  <a:lnTo>
                    <a:pt x="20646" y="247639"/>
                  </a:lnTo>
                  <a:lnTo>
                    <a:pt x="23261" y="252227"/>
                  </a:lnTo>
                  <a:lnTo>
                    <a:pt x="26020" y="256730"/>
                  </a:lnTo>
                  <a:lnTo>
                    <a:pt x="28919" y="261143"/>
                  </a:lnTo>
                  <a:lnTo>
                    <a:pt x="31957" y="265463"/>
                  </a:lnTo>
                  <a:lnTo>
                    <a:pt x="35129" y="269685"/>
                  </a:lnTo>
                  <a:lnTo>
                    <a:pt x="38433" y="273804"/>
                  </a:lnTo>
                  <a:lnTo>
                    <a:pt x="41866" y="277817"/>
                  </a:lnTo>
                  <a:lnTo>
                    <a:pt x="45423" y="281719"/>
                  </a:lnTo>
                  <a:lnTo>
                    <a:pt x="49102" y="285507"/>
                  </a:lnTo>
                  <a:lnTo>
                    <a:pt x="52899" y="289177"/>
                  </a:lnTo>
                  <a:lnTo>
                    <a:pt x="56810" y="292726"/>
                  </a:lnTo>
                  <a:lnTo>
                    <a:pt x="60831" y="296149"/>
                  </a:lnTo>
                  <a:lnTo>
                    <a:pt x="64958" y="299443"/>
                  </a:lnTo>
                  <a:lnTo>
                    <a:pt x="69188" y="302605"/>
                  </a:lnTo>
                  <a:lnTo>
                    <a:pt x="73514" y="305632"/>
                  </a:lnTo>
                  <a:lnTo>
                    <a:pt x="77935" y="308521"/>
                  </a:lnTo>
                  <a:lnTo>
                    <a:pt x="82444" y="311269"/>
                  </a:lnTo>
                  <a:lnTo>
                    <a:pt x="87038" y="313873"/>
                  </a:lnTo>
                  <a:lnTo>
                    <a:pt x="91712" y="316331"/>
                  </a:lnTo>
                  <a:lnTo>
                    <a:pt x="96461" y="318639"/>
                  </a:lnTo>
                  <a:lnTo>
                    <a:pt x="101281" y="320797"/>
                  </a:lnTo>
                  <a:lnTo>
                    <a:pt x="106166" y="322801"/>
                  </a:lnTo>
                  <a:lnTo>
                    <a:pt x="111113" y="324650"/>
                  </a:lnTo>
                  <a:lnTo>
                    <a:pt x="116115" y="326342"/>
                  </a:lnTo>
                  <a:lnTo>
                    <a:pt x="121168" y="327875"/>
                  </a:lnTo>
                  <a:lnTo>
                    <a:pt x="126268" y="329248"/>
                  </a:lnTo>
                  <a:lnTo>
                    <a:pt x="131408" y="330459"/>
                  </a:lnTo>
                  <a:lnTo>
                    <a:pt x="136583" y="331507"/>
                  </a:lnTo>
                  <a:lnTo>
                    <a:pt x="141789" y="332391"/>
                  </a:lnTo>
                  <a:lnTo>
                    <a:pt x="147021" y="333110"/>
                  </a:lnTo>
                  <a:lnTo>
                    <a:pt x="152272" y="333663"/>
                  </a:lnTo>
                  <a:lnTo>
                    <a:pt x="157539" y="334051"/>
                  </a:lnTo>
                  <a:lnTo>
                    <a:pt x="162815" y="334272"/>
                  </a:lnTo>
                  <a:lnTo>
                    <a:pt x="168095" y="334326"/>
                  </a:lnTo>
                  <a:lnTo>
                    <a:pt x="173375" y="334213"/>
                  </a:lnTo>
                  <a:lnTo>
                    <a:pt x="178648" y="333933"/>
                  </a:lnTo>
                  <a:lnTo>
                    <a:pt x="183910" y="333488"/>
                  </a:lnTo>
                  <a:lnTo>
                    <a:pt x="189155" y="332876"/>
                  </a:lnTo>
                  <a:lnTo>
                    <a:pt x="194378" y="332099"/>
                  </a:lnTo>
                  <a:lnTo>
                    <a:pt x="199574" y="331157"/>
                  </a:lnTo>
                  <a:lnTo>
                    <a:pt x="204738" y="330051"/>
                  </a:lnTo>
                  <a:lnTo>
                    <a:pt x="209864" y="328783"/>
                  </a:lnTo>
                  <a:lnTo>
                    <a:pt x="214947" y="327354"/>
                  </a:lnTo>
                  <a:lnTo>
                    <a:pt x="219983" y="325765"/>
                  </a:lnTo>
                  <a:lnTo>
                    <a:pt x="224967" y="324018"/>
                  </a:lnTo>
                  <a:lnTo>
                    <a:pt x="229892" y="322114"/>
                  </a:lnTo>
                  <a:lnTo>
                    <a:pt x="234755" y="320055"/>
                  </a:lnTo>
                  <a:lnTo>
                    <a:pt x="239550" y="317844"/>
                  </a:lnTo>
                  <a:lnTo>
                    <a:pt x="244274" y="315483"/>
                  </a:lnTo>
                  <a:lnTo>
                    <a:pt x="248920" y="312973"/>
                  </a:lnTo>
                  <a:lnTo>
                    <a:pt x="253485" y="310318"/>
                  </a:lnTo>
                  <a:lnTo>
                    <a:pt x="257963" y="307520"/>
                  </a:lnTo>
                  <a:lnTo>
                    <a:pt x="262351" y="304583"/>
                  </a:lnTo>
                  <a:lnTo>
                    <a:pt x="266644" y="301508"/>
                  </a:lnTo>
                  <a:lnTo>
                    <a:pt x="270838" y="298298"/>
                  </a:lnTo>
                  <a:lnTo>
                    <a:pt x="274928" y="294959"/>
                  </a:lnTo>
                  <a:lnTo>
                    <a:pt x="278911" y="291491"/>
                  </a:lnTo>
                  <a:lnTo>
                    <a:pt x="282782" y="287900"/>
                  </a:lnTo>
                  <a:lnTo>
                    <a:pt x="286538" y="284188"/>
                  </a:lnTo>
                  <a:lnTo>
                    <a:pt x="290175" y="280359"/>
                  </a:lnTo>
                  <a:lnTo>
                    <a:pt x="293689" y="276417"/>
                  </a:lnTo>
                  <a:lnTo>
                    <a:pt x="297077" y="272366"/>
                  </a:lnTo>
                  <a:lnTo>
                    <a:pt x="300335" y="268211"/>
                  </a:lnTo>
                  <a:lnTo>
                    <a:pt x="303460" y="263954"/>
                  </a:lnTo>
                  <a:lnTo>
                    <a:pt x="306449" y="259601"/>
                  </a:lnTo>
                  <a:lnTo>
                    <a:pt x="309299" y="255155"/>
                  </a:lnTo>
                  <a:lnTo>
                    <a:pt x="312008" y="250622"/>
                  </a:lnTo>
                  <a:lnTo>
                    <a:pt x="314572" y="246006"/>
                  </a:lnTo>
                  <a:lnTo>
                    <a:pt x="316989" y="241311"/>
                  </a:lnTo>
                  <a:lnTo>
                    <a:pt x="319256" y="236541"/>
                  </a:lnTo>
                  <a:lnTo>
                    <a:pt x="321371" y="231703"/>
                  </a:lnTo>
                  <a:lnTo>
                    <a:pt x="323333" y="226800"/>
                  </a:lnTo>
                  <a:lnTo>
                    <a:pt x="325139" y="221838"/>
                  </a:lnTo>
                  <a:lnTo>
                    <a:pt x="326787" y="216821"/>
                  </a:lnTo>
                  <a:lnTo>
                    <a:pt x="328276" y="211755"/>
                  </a:lnTo>
                  <a:lnTo>
                    <a:pt x="329604" y="206644"/>
                  </a:lnTo>
                  <a:lnTo>
                    <a:pt x="330770" y="201493"/>
                  </a:lnTo>
                  <a:lnTo>
                    <a:pt x="331773" y="196309"/>
                  </a:lnTo>
                  <a:lnTo>
                    <a:pt x="332611" y="191095"/>
                  </a:lnTo>
                  <a:lnTo>
                    <a:pt x="333285" y="185858"/>
                  </a:lnTo>
                  <a:lnTo>
                    <a:pt x="333792" y="180601"/>
                  </a:lnTo>
                  <a:lnTo>
                    <a:pt x="334134" y="175332"/>
                  </a:lnTo>
                  <a:lnTo>
                    <a:pt x="334309" y="170054"/>
                  </a:lnTo>
                  <a:lnTo>
                    <a:pt x="334316" y="164773"/>
                  </a:lnTo>
                  <a:lnTo>
                    <a:pt x="334158" y="159495"/>
                  </a:lnTo>
                  <a:lnTo>
                    <a:pt x="333832" y="154224"/>
                  </a:lnTo>
                  <a:lnTo>
                    <a:pt x="333340" y="148967"/>
                  </a:lnTo>
                  <a:lnTo>
                    <a:pt x="332683" y="143727"/>
                  </a:lnTo>
                  <a:lnTo>
                    <a:pt x="331860" y="138511"/>
                  </a:lnTo>
                  <a:lnTo>
                    <a:pt x="330873" y="133323"/>
                  </a:lnTo>
                  <a:lnTo>
                    <a:pt x="329723" y="128169"/>
                  </a:lnTo>
                  <a:lnTo>
                    <a:pt x="328410" y="123055"/>
                  </a:lnTo>
                  <a:lnTo>
                    <a:pt x="326936" y="117984"/>
                  </a:lnTo>
                  <a:lnTo>
                    <a:pt x="325303" y="112962"/>
                  </a:lnTo>
                  <a:lnTo>
                    <a:pt x="323513" y="107994"/>
                  </a:lnTo>
                  <a:lnTo>
                    <a:pt x="321566" y="103085"/>
                  </a:lnTo>
                  <a:lnTo>
                    <a:pt x="319465" y="98241"/>
                  </a:lnTo>
                  <a:lnTo>
                    <a:pt x="317212" y="93465"/>
                  </a:lnTo>
                  <a:lnTo>
                    <a:pt x="314810" y="88762"/>
                  </a:lnTo>
                  <a:lnTo>
                    <a:pt x="312260" y="84138"/>
                  </a:lnTo>
                  <a:lnTo>
                    <a:pt x="309565" y="79597"/>
                  </a:lnTo>
                  <a:lnTo>
                    <a:pt x="306728" y="75143"/>
                  </a:lnTo>
                  <a:lnTo>
                    <a:pt x="303752" y="70780"/>
                  </a:lnTo>
                  <a:lnTo>
                    <a:pt x="300640" y="66514"/>
                  </a:lnTo>
                  <a:lnTo>
                    <a:pt x="297394" y="62349"/>
                  </a:lnTo>
                  <a:lnTo>
                    <a:pt x="294019" y="58288"/>
                  </a:lnTo>
                  <a:lnTo>
                    <a:pt x="290517" y="54335"/>
                  </a:lnTo>
                  <a:lnTo>
                    <a:pt x="286892" y="50496"/>
                  </a:lnTo>
                  <a:lnTo>
                    <a:pt x="283147" y="46772"/>
                  </a:lnTo>
                  <a:lnTo>
                    <a:pt x="279287" y="43169"/>
                  </a:lnTo>
                  <a:lnTo>
                    <a:pt x="275314" y="39690"/>
                  </a:lnTo>
                  <a:lnTo>
                    <a:pt x="271234" y="36337"/>
                  </a:lnTo>
                  <a:lnTo>
                    <a:pt x="267050" y="33116"/>
                  </a:lnTo>
                  <a:lnTo>
                    <a:pt x="262767" y="30028"/>
                  </a:lnTo>
                  <a:lnTo>
                    <a:pt x="258388" y="27077"/>
                  </a:lnTo>
                  <a:lnTo>
                    <a:pt x="253917" y="24265"/>
                  </a:lnTo>
                  <a:lnTo>
                    <a:pt x="249361" y="21596"/>
                  </a:lnTo>
                  <a:lnTo>
                    <a:pt x="244722" y="19073"/>
                  </a:lnTo>
                  <a:lnTo>
                    <a:pt x="240006" y="16697"/>
                  </a:lnTo>
                  <a:lnTo>
                    <a:pt x="235217" y="14472"/>
                  </a:lnTo>
                  <a:lnTo>
                    <a:pt x="230361" y="12398"/>
                  </a:lnTo>
                  <a:lnTo>
                    <a:pt x="225441" y="10480"/>
                  </a:lnTo>
                  <a:lnTo>
                    <a:pt x="220463" y="8717"/>
                  </a:lnTo>
                  <a:lnTo>
                    <a:pt x="215432" y="7113"/>
                  </a:lnTo>
                  <a:lnTo>
                    <a:pt x="210353" y="5668"/>
                  </a:lnTo>
                  <a:lnTo>
                    <a:pt x="205230" y="4385"/>
                  </a:lnTo>
                  <a:lnTo>
                    <a:pt x="200070" y="3264"/>
                  </a:lnTo>
                  <a:lnTo>
                    <a:pt x="194877" y="2306"/>
                  </a:lnTo>
                  <a:lnTo>
                    <a:pt x="189656" y="1513"/>
                  </a:lnTo>
                  <a:lnTo>
                    <a:pt x="184413" y="885"/>
                  </a:lnTo>
                  <a:lnTo>
                    <a:pt x="179152" y="424"/>
                  </a:lnTo>
                  <a:lnTo>
                    <a:pt x="173880" y="128"/>
                  </a:lnTo>
                  <a:lnTo>
                    <a:pt x="168601" y="0"/>
                  </a:lnTo>
                  <a:lnTo>
                    <a:pt x="167166" y="16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83779" y="3170392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51844" y="2633064"/>
              <a:ext cx="167166" cy="219370"/>
            </a:xfrm>
            <a:custGeom>
              <a:avLst/>
              <a:pathLst>
                <a:path w="167166" h="219370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0" y="770"/>
                  </a:lnTo>
                  <a:lnTo>
                    <a:pt x="145823" y="1368"/>
                  </a:lnTo>
                  <a:lnTo>
                    <a:pt x="140528" y="2136"/>
                  </a:lnTo>
                  <a:lnTo>
                    <a:pt x="135261" y="3073"/>
                  </a:lnTo>
                  <a:lnTo>
                    <a:pt x="130026" y="4178"/>
                  </a:lnTo>
                  <a:lnTo>
                    <a:pt x="124829" y="5450"/>
                  </a:lnTo>
                  <a:lnTo>
                    <a:pt x="119675" y="6887"/>
                  </a:lnTo>
                  <a:lnTo>
                    <a:pt x="114571" y="8489"/>
                  </a:lnTo>
                  <a:lnTo>
                    <a:pt x="109520" y="10254"/>
                  </a:lnTo>
                  <a:lnTo>
                    <a:pt x="104528" y="12179"/>
                  </a:lnTo>
                  <a:lnTo>
                    <a:pt x="99600" y="14263"/>
                  </a:lnTo>
                  <a:lnTo>
                    <a:pt x="94742" y="16503"/>
                  </a:lnTo>
                  <a:lnTo>
                    <a:pt x="89957" y="18898"/>
                  </a:lnTo>
                  <a:lnTo>
                    <a:pt x="85252" y="21445"/>
                  </a:lnTo>
                  <a:lnTo>
                    <a:pt x="80631" y="24141"/>
                  </a:lnTo>
                  <a:lnTo>
                    <a:pt x="76098" y="26983"/>
                  </a:lnTo>
                  <a:lnTo>
                    <a:pt x="71659" y="29969"/>
                  </a:lnTo>
                  <a:lnTo>
                    <a:pt x="67317" y="33096"/>
                  </a:lnTo>
                  <a:lnTo>
                    <a:pt x="63078" y="36360"/>
                  </a:lnTo>
                  <a:lnTo>
                    <a:pt x="58945" y="39758"/>
                  </a:lnTo>
                  <a:lnTo>
                    <a:pt x="54923" y="43286"/>
                  </a:lnTo>
                  <a:lnTo>
                    <a:pt x="51017" y="46942"/>
                  </a:lnTo>
                  <a:lnTo>
                    <a:pt x="47229" y="50720"/>
                  </a:lnTo>
                  <a:lnTo>
                    <a:pt x="43564" y="54618"/>
                  </a:lnTo>
                  <a:lnTo>
                    <a:pt x="40025" y="58631"/>
                  </a:lnTo>
                  <a:lnTo>
                    <a:pt x="36617" y="62755"/>
                  </a:lnTo>
                  <a:lnTo>
                    <a:pt x="33343" y="66986"/>
                  </a:lnTo>
                  <a:lnTo>
                    <a:pt x="30205" y="71320"/>
                  </a:lnTo>
                  <a:lnTo>
                    <a:pt x="27208" y="75752"/>
                  </a:lnTo>
                  <a:lnTo>
                    <a:pt x="24355" y="80278"/>
                  </a:lnTo>
                  <a:lnTo>
                    <a:pt x="21647" y="84892"/>
                  </a:lnTo>
                  <a:lnTo>
                    <a:pt x="19089" y="89591"/>
                  </a:lnTo>
                  <a:lnTo>
                    <a:pt x="16682" y="94370"/>
                  </a:lnTo>
                  <a:lnTo>
                    <a:pt x="14430" y="99223"/>
                  </a:lnTo>
                  <a:lnTo>
                    <a:pt x="12334" y="104145"/>
                  </a:lnTo>
                  <a:lnTo>
                    <a:pt x="10396" y="109132"/>
                  </a:lnTo>
                  <a:lnTo>
                    <a:pt x="8619" y="114179"/>
                  </a:lnTo>
                  <a:lnTo>
                    <a:pt x="7005" y="119280"/>
                  </a:lnTo>
                  <a:lnTo>
                    <a:pt x="5554" y="124430"/>
                  </a:lnTo>
                  <a:lnTo>
                    <a:pt x="4269" y="129623"/>
                  </a:lnTo>
                  <a:lnTo>
                    <a:pt x="3151" y="134855"/>
                  </a:lnTo>
                  <a:lnTo>
                    <a:pt x="2201" y="140121"/>
                  </a:lnTo>
                  <a:lnTo>
                    <a:pt x="1420" y="145414"/>
                  </a:lnTo>
                  <a:lnTo>
                    <a:pt x="809" y="150729"/>
                  </a:lnTo>
                  <a:lnTo>
                    <a:pt x="368" y="156061"/>
                  </a:lnTo>
                  <a:lnTo>
                    <a:pt x="98" y="161404"/>
                  </a:lnTo>
                  <a:lnTo>
                    <a:pt x="0" y="166753"/>
                  </a:lnTo>
                  <a:lnTo>
                    <a:pt x="72" y="172103"/>
                  </a:lnTo>
                  <a:lnTo>
                    <a:pt x="315" y="177448"/>
                  </a:lnTo>
                  <a:lnTo>
                    <a:pt x="730" y="182782"/>
                  </a:lnTo>
                  <a:lnTo>
                    <a:pt x="1315" y="188100"/>
                  </a:lnTo>
                  <a:lnTo>
                    <a:pt x="2070" y="193397"/>
                  </a:lnTo>
                  <a:lnTo>
                    <a:pt x="2994" y="198667"/>
                  </a:lnTo>
                  <a:lnTo>
                    <a:pt x="4086" y="203904"/>
                  </a:lnTo>
                  <a:lnTo>
                    <a:pt x="5345" y="209104"/>
                  </a:lnTo>
                  <a:lnTo>
                    <a:pt x="6770" y="214261"/>
                  </a:lnTo>
                  <a:lnTo>
                    <a:pt x="8359" y="21937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60204" y="2800231"/>
              <a:ext cx="158807" cy="52203"/>
            </a:xfrm>
            <a:custGeom>
              <a:avLst/>
              <a:pathLst>
                <a:path w="158807" h="52203">
                  <a:moveTo>
                    <a:pt x="0" y="52203"/>
                  </a:moveTo>
                  <a:lnTo>
                    <a:pt x="15880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60204" y="2656183"/>
              <a:ext cx="325956" cy="311210"/>
            </a:xfrm>
            <a:custGeom>
              <a:avLst/>
              <a:pathLst>
                <a:path w="325956" h="311210">
                  <a:moveTo>
                    <a:pt x="0" y="196251"/>
                  </a:moveTo>
                  <a:lnTo>
                    <a:pt x="1747" y="201293"/>
                  </a:lnTo>
                  <a:lnTo>
                    <a:pt x="3654" y="206277"/>
                  </a:lnTo>
                  <a:lnTo>
                    <a:pt x="5719" y="211197"/>
                  </a:lnTo>
                  <a:lnTo>
                    <a:pt x="7940" y="216049"/>
                  </a:lnTo>
                  <a:lnTo>
                    <a:pt x="10315" y="220828"/>
                  </a:lnTo>
                  <a:lnTo>
                    <a:pt x="12841" y="225528"/>
                  </a:lnTo>
                  <a:lnTo>
                    <a:pt x="15516" y="230145"/>
                  </a:lnTo>
                  <a:lnTo>
                    <a:pt x="18337" y="234675"/>
                  </a:lnTo>
                  <a:lnTo>
                    <a:pt x="21301" y="239112"/>
                  </a:lnTo>
                  <a:lnTo>
                    <a:pt x="24406" y="243452"/>
                  </a:lnTo>
                  <a:lnTo>
                    <a:pt x="27647" y="247691"/>
                  </a:lnTo>
                  <a:lnTo>
                    <a:pt x="31021" y="251825"/>
                  </a:lnTo>
                  <a:lnTo>
                    <a:pt x="34526" y="255848"/>
                  </a:lnTo>
                  <a:lnTo>
                    <a:pt x="38158" y="259758"/>
                  </a:lnTo>
                  <a:lnTo>
                    <a:pt x="41913" y="263550"/>
                  </a:lnTo>
                  <a:lnTo>
                    <a:pt x="45786" y="267220"/>
                  </a:lnTo>
                  <a:lnTo>
                    <a:pt x="49775" y="270764"/>
                  </a:lnTo>
                  <a:lnTo>
                    <a:pt x="53875" y="274180"/>
                  </a:lnTo>
                  <a:lnTo>
                    <a:pt x="58082" y="277463"/>
                  </a:lnTo>
                  <a:lnTo>
                    <a:pt x="62392" y="280610"/>
                  </a:lnTo>
                  <a:lnTo>
                    <a:pt x="66799" y="283617"/>
                  </a:lnTo>
                  <a:lnTo>
                    <a:pt x="71301" y="286483"/>
                  </a:lnTo>
                  <a:lnTo>
                    <a:pt x="75892" y="289203"/>
                  </a:lnTo>
                  <a:lnTo>
                    <a:pt x="80567" y="291776"/>
                  </a:lnTo>
                  <a:lnTo>
                    <a:pt x="85322" y="294197"/>
                  </a:lnTo>
                  <a:lnTo>
                    <a:pt x="90151" y="296466"/>
                  </a:lnTo>
                  <a:lnTo>
                    <a:pt x="95051" y="298580"/>
                  </a:lnTo>
                  <a:lnTo>
                    <a:pt x="100016" y="300536"/>
                  </a:lnTo>
                  <a:lnTo>
                    <a:pt x="105040" y="302333"/>
                  </a:lnTo>
                  <a:lnTo>
                    <a:pt x="110120" y="303968"/>
                  </a:lnTo>
                  <a:lnTo>
                    <a:pt x="115249" y="305441"/>
                  </a:lnTo>
                  <a:lnTo>
                    <a:pt x="120422" y="306749"/>
                  </a:lnTo>
                  <a:lnTo>
                    <a:pt x="125635" y="307891"/>
                  </a:lnTo>
                  <a:lnTo>
                    <a:pt x="130881" y="308866"/>
                  </a:lnTo>
                  <a:lnTo>
                    <a:pt x="136156" y="309674"/>
                  </a:lnTo>
                  <a:lnTo>
                    <a:pt x="141453" y="310312"/>
                  </a:lnTo>
                  <a:lnTo>
                    <a:pt x="146769" y="310781"/>
                  </a:lnTo>
                  <a:lnTo>
                    <a:pt x="152097" y="311081"/>
                  </a:lnTo>
                  <a:lnTo>
                    <a:pt x="157431" y="311210"/>
                  </a:lnTo>
                  <a:lnTo>
                    <a:pt x="162767" y="311169"/>
                  </a:lnTo>
                  <a:lnTo>
                    <a:pt x="168099" y="310957"/>
                  </a:lnTo>
                  <a:lnTo>
                    <a:pt x="173422" y="310575"/>
                  </a:lnTo>
                  <a:lnTo>
                    <a:pt x="178729" y="310024"/>
                  </a:lnTo>
                  <a:lnTo>
                    <a:pt x="184017" y="309304"/>
                  </a:lnTo>
                  <a:lnTo>
                    <a:pt x="189278" y="308415"/>
                  </a:lnTo>
                  <a:lnTo>
                    <a:pt x="194509" y="307358"/>
                  </a:lnTo>
                  <a:lnTo>
                    <a:pt x="199703" y="306136"/>
                  </a:lnTo>
                  <a:lnTo>
                    <a:pt x="204856" y="304748"/>
                  </a:lnTo>
                  <a:lnTo>
                    <a:pt x="209961" y="303196"/>
                  </a:lnTo>
                  <a:lnTo>
                    <a:pt x="215015" y="301483"/>
                  </a:lnTo>
                  <a:lnTo>
                    <a:pt x="220011" y="299608"/>
                  </a:lnTo>
                  <a:lnTo>
                    <a:pt x="224945" y="297576"/>
                  </a:lnTo>
                  <a:lnTo>
                    <a:pt x="229811" y="295386"/>
                  </a:lnTo>
                  <a:lnTo>
                    <a:pt x="234605" y="293043"/>
                  </a:lnTo>
                  <a:lnTo>
                    <a:pt x="239322" y="290548"/>
                  </a:lnTo>
                  <a:lnTo>
                    <a:pt x="243957" y="287904"/>
                  </a:lnTo>
                  <a:lnTo>
                    <a:pt x="248505" y="285113"/>
                  </a:lnTo>
                  <a:lnTo>
                    <a:pt x="252962" y="282178"/>
                  </a:lnTo>
                  <a:lnTo>
                    <a:pt x="257322" y="279102"/>
                  </a:lnTo>
                  <a:lnTo>
                    <a:pt x="261583" y="275889"/>
                  </a:lnTo>
                  <a:lnTo>
                    <a:pt x="265738" y="272542"/>
                  </a:lnTo>
                  <a:lnTo>
                    <a:pt x="269785" y="269063"/>
                  </a:lnTo>
                  <a:lnTo>
                    <a:pt x="273719" y="265457"/>
                  </a:lnTo>
                  <a:lnTo>
                    <a:pt x="277535" y="261728"/>
                  </a:lnTo>
                  <a:lnTo>
                    <a:pt x="281231" y="257879"/>
                  </a:lnTo>
                  <a:lnTo>
                    <a:pt x="284801" y="253913"/>
                  </a:lnTo>
                  <a:lnTo>
                    <a:pt x="288244" y="249836"/>
                  </a:lnTo>
                  <a:lnTo>
                    <a:pt x="291554" y="245651"/>
                  </a:lnTo>
                  <a:lnTo>
                    <a:pt x="294729" y="241362"/>
                  </a:lnTo>
                  <a:lnTo>
                    <a:pt x="297766" y="236974"/>
                  </a:lnTo>
                  <a:lnTo>
                    <a:pt x="300661" y="232492"/>
                  </a:lnTo>
                  <a:lnTo>
                    <a:pt x="303412" y="227919"/>
                  </a:lnTo>
                  <a:lnTo>
                    <a:pt x="306015" y="223261"/>
                  </a:lnTo>
                  <a:lnTo>
                    <a:pt x="308468" y="218522"/>
                  </a:lnTo>
                  <a:lnTo>
                    <a:pt x="310769" y="213708"/>
                  </a:lnTo>
                  <a:lnTo>
                    <a:pt x="312915" y="208822"/>
                  </a:lnTo>
                  <a:lnTo>
                    <a:pt x="314904" y="203870"/>
                  </a:lnTo>
                  <a:lnTo>
                    <a:pt x="316734" y="198858"/>
                  </a:lnTo>
                  <a:lnTo>
                    <a:pt x="318403" y="193789"/>
                  </a:lnTo>
                  <a:lnTo>
                    <a:pt x="319909" y="188670"/>
                  </a:lnTo>
                  <a:lnTo>
                    <a:pt x="321251" y="183505"/>
                  </a:lnTo>
                  <a:lnTo>
                    <a:pt x="322428" y="178300"/>
                  </a:lnTo>
                  <a:lnTo>
                    <a:pt x="323437" y="173061"/>
                  </a:lnTo>
                  <a:lnTo>
                    <a:pt x="324280" y="167791"/>
                  </a:lnTo>
                  <a:lnTo>
                    <a:pt x="324953" y="162498"/>
                  </a:lnTo>
                  <a:lnTo>
                    <a:pt x="325457" y="157186"/>
                  </a:lnTo>
                  <a:lnTo>
                    <a:pt x="325792" y="151860"/>
                  </a:lnTo>
                  <a:lnTo>
                    <a:pt x="325956" y="146526"/>
                  </a:lnTo>
                  <a:lnTo>
                    <a:pt x="325950" y="141190"/>
                  </a:lnTo>
                  <a:lnTo>
                    <a:pt x="325774" y="135857"/>
                  </a:lnTo>
                  <a:lnTo>
                    <a:pt x="325427" y="130532"/>
                  </a:lnTo>
                  <a:lnTo>
                    <a:pt x="324911" y="125221"/>
                  </a:lnTo>
                  <a:lnTo>
                    <a:pt x="324225" y="119929"/>
                  </a:lnTo>
                  <a:lnTo>
                    <a:pt x="323371" y="114662"/>
                  </a:lnTo>
                  <a:lnTo>
                    <a:pt x="322349" y="109424"/>
                  </a:lnTo>
                  <a:lnTo>
                    <a:pt x="321161" y="104222"/>
                  </a:lnTo>
                  <a:lnTo>
                    <a:pt x="319807" y="99060"/>
                  </a:lnTo>
                  <a:lnTo>
                    <a:pt x="318289" y="93945"/>
                  </a:lnTo>
                  <a:lnTo>
                    <a:pt x="316609" y="88880"/>
                  </a:lnTo>
                  <a:lnTo>
                    <a:pt x="314768" y="83872"/>
                  </a:lnTo>
                  <a:lnTo>
                    <a:pt x="312768" y="78924"/>
                  </a:lnTo>
                  <a:lnTo>
                    <a:pt x="310611" y="74044"/>
                  </a:lnTo>
                  <a:lnTo>
                    <a:pt x="308299" y="69234"/>
                  </a:lnTo>
                  <a:lnTo>
                    <a:pt x="305835" y="64501"/>
                  </a:lnTo>
                  <a:lnTo>
                    <a:pt x="303221" y="59849"/>
                  </a:lnTo>
                  <a:lnTo>
                    <a:pt x="300460" y="55282"/>
                  </a:lnTo>
                  <a:lnTo>
                    <a:pt x="297555" y="50807"/>
                  </a:lnTo>
                  <a:lnTo>
                    <a:pt x="294508" y="46426"/>
                  </a:lnTo>
                  <a:lnTo>
                    <a:pt x="291323" y="42144"/>
                  </a:lnTo>
                  <a:lnTo>
                    <a:pt x="288003" y="37967"/>
                  </a:lnTo>
                  <a:lnTo>
                    <a:pt x="284552" y="33897"/>
                  </a:lnTo>
                  <a:lnTo>
                    <a:pt x="280972" y="29940"/>
                  </a:lnTo>
                  <a:lnTo>
                    <a:pt x="277268" y="26099"/>
                  </a:lnTo>
                  <a:lnTo>
                    <a:pt x="273443" y="22378"/>
                  </a:lnTo>
                  <a:lnTo>
                    <a:pt x="269501" y="18781"/>
                  </a:lnTo>
                  <a:lnTo>
                    <a:pt x="265446" y="15312"/>
                  </a:lnTo>
                  <a:lnTo>
                    <a:pt x="261283" y="11974"/>
                  </a:lnTo>
                  <a:lnTo>
                    <a:pt x="257016" y="8770"/>
                  </a:lnTo>
                  <a:lnTo>
                    <a:pt x="252648" y="5705"/>
                  </a:lnTo>
                  <a:lnTo>
                    <a:pt x="248185" y="2780"/>
                  </a:lnTo>
                  <a:lnTo>
                    <a:pt x="243630" y="0"/>
                  </a:lnTo>
                  <a:lnTo>
                    <a:pt x="158807" y="144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919011" y="2633064"/>
              <a:ext cx="84823" cy="167167"/>
            </a:xfrm>
            <a:custGeom>
              <a:avLst/>
              <a:pathLst>
                <a:path w="84823" h="167167">
                  <a:moveTo>
                    <a:pt x="84823" y="23118"/>
                  </a:moveTo>
                  <a:lnTo>
                    <a:pt x="79660" y="20200"/>
                  </a:lnTo>
                  <a:lnTo>
                    <a:pt x="74397" y="17467"/>
                  </a:lnTo>
                  <a:lnTo>
                    <a:pt x="69040" y="14922"/>
                  </a:lnTo>
                  <a:lnTo>
                    <a:pt x="63596" y="12569"/>
                  </a:lnTo>
                  <a:lnTo>
                    <a:pt x="58072" y="10411"/>
                  </a:lnTo>
                  <a:lnTo>
                    <a:pt x="52475" y="8449"/>
                  </a:lnTo>
                  <a:lnTo>
                    <a:pt x="46812" y="6688"/>
                  </a:lnTo>
                  <a:lnTo>
                    <a:pt x="41090" y="5128"/>
                  </a:lnTo>
                  <a:lnTo>
                    <a:pt x="35317" y="3773"/>
                  </a:lnTo>
                  <a:lnTo>
                    <a:pt x="29499" y="2623"/>
                  </a:lnTo>
                  <a:lnTo>
                    <a:pt x="23644" y="1680"/>
                  </a:lnTo>
                  <a:lnTo>
                    <a:pt x="17759" y="946"/>
                  </a:lnTo>
                  <a:lnTo>
                    <a:pt x="11851" y="420"/>
                  </a:lnTo>
                  <a:lnTo>
                    <a:pt x="5929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651813" y="2126963"/>
              <a:ext cx="76658" cy="167167"/>
            </a:xfrm>
            <a:custGeom>
              <a:avLst/>
              <a:pathLst>
                <a:path w="76658" h="167167">
                  <a:moveTo>
                    <a:pt x="76658" y="0"/>
                  </a:moveTo>
                  <a:lnTo>
                    <a:pt x="70971" y="96"/>
                  </a:lnTo>
                  <a:lnTo>
                    <a:pt x="65290" y="386"/>
                  </a:lnTo>
                  <a:lnTo>
                    <a:pt x="59623" y="870"/>
                  </a:lnTo>
                  <a:lnTo>
                    <a:pt x="53975" y="1546"/>
                  </a:lnTo>
                  <a:lnTo>
                    <a:pt x="48353" y="2413"/>
                  </a:lnTo>
                  <a:lnTo>
                    <a:pt x="42765" y="3472"/>
                  </a:lnTo>
                  <a:lnTo>
                    <a:pt x="37215" y="4719"/>
                  </a:lnTo>
                  <a:lnTo>
                    <a:pt x="31711" y="6155"/>
                  </a:lnTo>
                  <a:lnTo>
                    <a:pt x="26259" y="7778"/>
                  </a:lnTo>
                  <a:lnTo>
                    <a:pt x="20866" y="9585"/>
                  </a:lnTo>
                  <a:lnTo>
                    <a:pt x="15537" y="11574"/>
                  </a:lnTo>
                  <a:lnTo>
                    <a:pt x="10279" y="13743"/>
                  </a:lnTo>
                  <a:lnTo>
                    <a:pt x="5098" y="16090"/>
                  </a:lnTo>
                  <a:lnTo>
                    <a:pt x="0" y="18612"/>
                  </a:lnTo>
                  <a:lnTo>
                    <a:pt x="766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1813" y="2145576"/>
              <a:ext cx="76658" cy="148554"/>
            </a:xfrm>
            <a:custGeom>
              <a:avLst/>
              <a:pathLst>
                <a:path w="76658" h="148554">
                  <a:moveTo>
                    <a:pt x="0" y="0"/>
                  </a:moveTo>
                  <a:lnTo>
                    <a:pt x="76658" y="1485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561313" y="2145576"/>
              <a:ext cx="241255" cy="315708"/>
            </a:xfrm>
            <a:custGeom>
              <a:avLst/>
              <a:pathLst>
                <a:path w="241255" h="315708">
                  <a:moveTo>
                    <a:pt x="90499" y="0"/>
                  </a:moveTo>
                  <a:lnTo>
                    <a:pt x="85803" y="2519"/>
                  </a:lnTo>
                  <a:lnTo>
                    <a:pt x="81189" y="5186"/>
                  </a:lnTo>
                  <a:lnTo>
                    <a:pt x="76663" y="7999"/>
                  </a:lnTo>
                  <a:lnTo>
                    <a:pt x="72228" y="10955"/>
                  </a:lnTo>
                  <a:lnTo>
                    <a:pt x="67890" y="14051"/>
                  </a:lnTo>
                  <a:lnTo>
                    <a:pt x="63653" y="17284"/>
                  </a:lnTo>
                  <a:lnTo>
                    <a:pt x="59522" y="20650"/>
                  </a:lnTo>
                  <a:lnTo>
                    <a:pt x="55499" y="24146"/>
                  </a:lnTo>
                  <a:lnTo>
                    <a:pt x="51590" y="27769"/>
                  </a:lnTo>
                  <a:lnTo>
                    <a:pt x="47799" y="31514"/>
                  </a:lnTo>
                  <a:lnTo>
                    <a:pt x="44129" y="35378"/>
                  </a:lnTo>
                  <a:lnTo>
                    <a:pt x="40583" y="39357"/>
                  </a:lnTo>
                  <a:lnTo>
                    <a:pt x="37167" y="43448"/>
                  </a:lnTo>
                  <a:lnTo>
                    <a:pt x="33883" y="47645"/>
                  </a:lnTo>
                  <a:lnTo>
                    <a:pt x="30734" y="51944"/>
                  </a:lnTo>
                  <a:lnTo>
                    <a:pt x="27723" y="56342"/>
                  </a:lnTo>
                  <a:lnTo>
                    <a:pt x="24855" y="60834"/>
                  </a:lnTo>
                  <a:lnTo>
                    <a:pt x="22131" y="65414"/>
                  </a:lnTo>
                  <a:lnTo>
                    <a:pt x="19555" y="70080"/>
                  </a:lnTo>
                  <a:lnTo>
                    <a:pt x="17128" y="74825"/>
                  </a:lnTo>
                  <a:lnTo>
                    <a:pt x="14854" y="79644"/>
                  </a:lnTo>
                  <a:lnTo>
                    <a:pt x="12735" y="84534"/>
                  </a:lnTo>
                  <a:lnTo>
                    <a:pt x="10773" y="89489"/>
                  </a:lnTo>
                  <a:lnTo>
                    <a:pt x="8969" y="94504"/>
                  </a:lnTo>
                  <a:lnTo>
                    <a:pt x="7327" y="99574"/>
                  </a:lnTo>
                  <a:lnTo>
                    <a:pt x="5847" y="104694"/>
                  </a:lnTo>
                  <a:lnTo>
                    <a:pt x="4531" y="109858"/>
                  </a:lnTo>
                  <a:lnTo>
                    <a:pt x="3380" y="115062"/>
                  </a:lnTo>
                  <a:lnTo>
                    <a:pt x="2395" y="120300"/>
                  </a:lnTo>
                  <a:lnTo>
                    <a:pt x="1579" y="125566"/>
                  </a:lnTo>
                  <a:lnTo>
                    <a:pt x="930" y="130856"/>
                  </a:lnTo>
                  <a:lnTo>
                    <a:pt x="450" y="136164"/>
                  </a:lnTo>
                  <a:lnTo>
                    <a:pt x="140" y="141484"/>
                  </a:lnTo>
                  <a:lnTo>
                    <a:pt x="0" y="146812"/>
                  </a:lnTo>
                  <a:lnTo>
                    <a:pt x="29" y="152141"/>
                  </a:lnTo>
                  <a:lnTo>
                    <a:pt x="228" y="157467"/>
                  </a:lnTo>
                  <a:lnTo>
                    <a:pt x="597" y="162783"/>
                  </a:lnTo>
                  <a:lnTo>
                    <a:pt x="1135" y="168085"/>
                  </a:lnTo>
                  <a:lnTo>
                    <a:pt x="1842" y="173368"/>
                  </a:lnTo>
                  <a:lnTo>
                    <a:pt x="2717" y="178625"/>
                  </a:lnTo>
                  <a:lnTo>
                    <a:pt x="3759" y="183851"/>
                  </a:lnTo>
                  <a:lnTo>
                    <a:pt x="4968" y="189042"/>
                  </a:lnTo>
                  <a:lnTo>
                    <a:pt x="6341" y="194191"/>
                  </a:lnTo>
                  <a:lnTo>
                    <a:pt x="7877" y="199294"/>
                  </a:lnTo>
                  <a:lnTo>
                    <a:pt x="9575" y="204346"/>
                  </a:lnTo>
                  <a:lnTo>
                    <a:pt x="11434" y="209341"/>
                  </a:lnTo>
                  <a:lnTo>
                    <a:pt x="13451" y="214274"/>
                  </a:lnTo>
                  <a:lnTo>
                    <a:pt x="15624" y="219140"/>
                  </a:lnTo>
                  <a:lnTo>
                    <a:pt x="17951" y="223935"/>
                  </a:lnTo>
                  <a:lnTo>
                    <a:pt x="20430" y="228652"/>
                  </a:lnTo>
                  <a:lnTo>
                    <a:pt x="23057" y="233289"/>
                  </a:lnTo>
                  <a:lnTo>
                    <a:pt x="25832" y="237839"/>
                  </a:lnTo>
                  <a:lnTo>
                    <a:pt x="28750" y="242299"/>
                  </a:lnTo>
                  <a:lnTo>
                    <a:pt x="31808" y="246663"/>
                  </a:lnTo>
                  <a:lnTo>
                    <a:pt x="35004" y="250928"/>
                  </a:lnTo>
                  <a:lnTo>
                    <a:pt x="38335" y="255088"/>
                  </a:lnTo>
                  <a:lnTo>
                    <a:pt x="41796" y="259141"/>
                  </a:lnTo>
                  <a:lnTo>
                    <a:pt x="45385" y="263081"/>
                  </a:lnTo>
                  <a:lnTo>
                    <a:pt x="49098" y="266904"/>
                  </a:lnTo>
                  <a:lnTo>
                    <a:pt x="52930" y="270607"/>
                  </a:lnTo>
                  <a:lnTo>
                    <a:pt x="56879" y="274186"/>
                  </a:lnTo>
                  <a:lnTo>
                    <a:pt x="60940" y="277638"/>
                  </a:lnTo>
                  <a:lnTo>
                    <a:pt x="65108" y="280958"/>
                  </a:lnTo>
                  <a:lnTo>
                    <a:pt x="69381" y="284144"/>
                  </a:lnTo>
                  <a:lnTo>
                    <a:pt x="73753" y="287192"/>
                  </a:lnTo>
                  <a:lnTo>
                    <a:pt x="78219" y="290099"/>
                  </a:lnTo>
                  <a:lnTo>
                    <a:pt x="82777" y="292862"/>
                  </a:lnTo>
                  <a:lnTo>
                    <a:pt x="87419" y="295478"/>
                  </a:lnTo>
                  <a:lnTo>
                    <a:pt x="92143" y="297945"/>
                  </a:lnTo>
                  <a:lnTo>
                    <a:pt x="96944" y="300261"/>
                  </a:lnTo>
                  <a:lnTo>
                    <a:pt x="101815" y="302422"/>
                  </a:lnTo>
                  <a:lnTo>
                    <a:pt x="106753" y="304426"/>
                  </a:lnTo>
                  <a:lnTo>
                    <a:pt x="111753" y="306273"/>
                  </a:lnTo>
                  <a:lnTo>
                    <a:pt x="116808" y="307959"/>
                  </a:lnTo>
                  <a:lnTo>
                    <a:pt x="121915" y="309483"/>
                  </a:lnTo>
                  <a:lnTo>
                    <a:pt x="127068" y="310843"/>
                  </a:lnTo>
                  <a:lnTo>
                    <a:pt x="132261" y="312038"/>
                  </a:lnTo>
                  <a:lnTo>
                    <a:pt x="137491" y="313068"/>
                  </a:lnTo>
                  <a:lnTo>
                    <a:pt x="142750" y="313930"/>
                  </a:lnTo>
                  <a:lnTo>
                    <a:pt x="148034" y="314624"/>
                  </a:lnTo>
                  <a:lnTo>
                    <a:pt x="153337" y="315149"/>
                  </a:lnTo>
                  <a:lnTo>
                    <a:pt x="158655" y="315505"/>
                  </a:lnTo>
                  <a:lnTo>
                    <a:pt x="163981" y="315691"/>
                  </a:lnTo>
                  <a:lnTo>
                    <a:pt x="169310" y="315708"/>
                  </a:lnTo>
                  <a:lnTo>
                    <a:pt x="174637" y="315554"/>
                  </a:lnTo>
                  <a:lnTo>
                    <a:pt x="179957" y="315231"/>
                  </a:lnTo>
                  <a:lnTo>
                    <a:pt x="185263" y="314738"/>
                  </a:lnTo>
                  <a:lnTo>
                    <a:pt x="190552" y="314076"/>
                  </a:lnTo>
                  <a:lnTo>
                    <a:pt x="195816" y="313247"/>
                  </a:lnTo>
                  <a:lnTo>
                    <a:pt x="201051" y="312249"/>
                  </a:lnTo>
                  <a:lnTo>
                    <a:pt x="206252" y="311086"/>
                  </a:lnTo>
                  <a:lnTo>
                    <a:pt x="211413" y="309757"/>
                  </a:lnTo>
                  <a:lnTo>
                    <a:pt x="216529" y="308264"/>
                  </a:lnTo>
                  <a:lnTo>
                    <a:pt x="221595" y="306609"/>
                  </a:lnTo>
                  <a:lnTo>
                    <a:pt x="226606" y="304794"/>
                  </a:lnTo>
                  <a:lnTo>
                    <a:pt x="231556" y="302819"/>
                  </a:lnTo>
                  <a:lnTo>
                    <a:pt x="236441" y="300688"/>
                  </a:lnTo>
                  <a:lnTo>
                    <a:pt x="241255" y="298402"/>
                  </a:lnTo>
                  <a:lnTo>
                    <a:pt x="167158" y="1485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728472" y="2126963"/>
              <a:ext cx="167164" cy="317015"/>
            </a:xfrm>
            <a:custGeom>
              <a:avLst/>
              <a:pathLst>
                <a:path w="167164" h="317015">
                  <a:moveTo>
                    <a:pt x="74097" y="317015"/>
                  </a:moveTo>
                  <a:lnTo>
                    <a:pt x="78843" y="314573"/>
                  </a:lnTo>
                  <a:lnTo>
                    <a:pt x="83509" y="311981"/>
                  </a:lnTo>
                  <a:lnTo>
                    <a:pt x="88090" y="309241"/>
                  </a:lnTo>
                  <a:lnTo>
                    <a:pt x="92581" y="306356"/>
                  </a:lnTo>
                  <a:lnTo>
                    <a:pt x="96978" y="303329"/>
                  </a:lnTo>
                  <a:lnTo>
                    <a:pt x="101276" y="300163"/>
                  </a:lnTo>
                  <a:lnTo>
                    <a:pt x="105471" y="296862"/>
                  </a:lnTo>
                  <a:lnTo>
                    <a:pt x="109558" y="293428"/>
                  </a:lnTo>
                  <a:lnTo>
                    <a:pt x="113533" y="289866"/>
                  </a:lnTo>
                  <a:lnTo>
                    <a:pt x="117393" y="286179"/>
                  </a:lnTo>
                  <a:lnTo>
                    <a:pt x="121133" y="282370"/>
                  </a:lnTo>
                  <a:lnTo>
                    <a:pt x="124749" y="278444"/>
                  </a:lnTo>
                  <a:lnTo>
                    <a:pt x="128238" y="274404"/>
                  </a:lnTo>
                  <a:lnTo>
                    <a:pt x="131597" y="270255"/>
                  </a:lnTo>
                  <a:lnTo>
                    <a:pt x="134821" y="266001"/>
                  </a:lnTo>
                  <a:lnTo>
                    <a:pt x="137908" y="261646"/>
                  </a:lnTo>
                  <a:lnTo>
                    <a:pt x="140854" y="257195"/>
                  </a:lnTo>
                  <a:lnTo>
                    <a:pt x="143656" y="252652"/>
                  </a:lnTo>
                  <a:lnTo>
                    <a:pt x="146312" y="248022"/>
                  </a:lnTo>
                  <a:lnTo>
                    <a:pt x="148819" y="243309"/>
                  </a:lnTo>
                  <a:lnTo>
                    <a:pt x="151175" y="238519"/>
                  </a:lnTo>
                  <a:lnTo>
                    <a:pt x="153376" y="233656"/>
                  </a:lnTo>
                  <a:lnTo>
                    <a:pt x="155420" y="228725"/>
                  </a:lnTo>
                  <a:lnTo>
                    <a:pt x="157306" y="223731"/>
                  </a:lnTo>
                  <a:lnTo>
                    <a:pt x="159032" y="218680"/>
                  </a:lnTo>
                  <a:lnTo>
                    <a:pt x="160596" y="213576"/>
                  </a:lnTo>
                  <a:lnTo>
                    <a:pt x="161996" y="208425"/>
                  </a:lnTo>
                  <a:lnTo>
                    <a:pt x="163230" y="203232"/>
                  </a:lnTo>
                  <a:lnTo>
                    <a:pt x="164298" y="198002"/>
                  </a:lnTo>
                  <a:lnTo>
                    <a:pt x="165199" y="192741"/>
                  </a:lnTo>
                  <a:lnTo>
                    <a:pt x="165931" y="187453"/>
                  </a:lnTo>
                  <a:lnTo>
                    <a:pt x="166495" y="182145"/>
                  </a:lnTo>
                  <a:lnTo>
                    <a:pt x="166888" y="176821"/>
                  </a:lnTo>
                  <a:lnTo>
                    <a:pt x="167111" y="171488"/>
                  </a:lnTo>
                  <a:lnTo>
                    <a:pt x="167164" y="166151"/>
                  </a:lnTo>
                  <a:lnTo>
                    <a:pt x="167046" y="160814"/>
                  </a:lnTo>
                  <a:lnTo>
                    <a:pt x="166758" y="155484"/>
                  </a:lnTo>
                  <a:lnTo>
                    <a:pt x="166300" y="150166"/>
                  </a:lnTo>
                  <a:lnTo>
                    <a:pt x="165673" y="144865"/>
                  </a:lnTo>
                  <a:lnTo>
                    <a:pt x="164876" y="139586"/>
                  </a:lnTo>
                  <a:lnTo>
                    <a:pt x="163911" y="134336"/>
                  </a:lnTo>
                  <a:lnTo>
                    <a:pt x="162780" y="129120"/>
                  </a:lnTo>
                  <a:lnTo>
                    <a:pt x="161482" y="123942"/>
                  </a:lnTo>
                  <a:lnTo>
                    <a:pt x="160020" y="118808"/>
                  </a:lnTo>
                  <a:lnTo>
                    <a:pt x="158394" y="113724"/>
                  </a:lnTo>
                  <a:lnTo>
                    <a:pt x="156607" y="108694"/>
                  </a:lnTo>
                  <a:lnTo>
                    <a:pt x="154660" y="103724"/>
                  </a:lnTo>
                  <a:lnTo>
                    <a:pt x="152556" y="98818"/>
                  </a:lnTo>
                  <a:lnTo>
                    <a:pt x="150296" y="93982"/>
                  </a:lnTo>
                  <a:lnTo>
                    <a:pt x="147883" y="89221"/>
                  </a:lnTo>
                  <a:lnTo>
                    <a:pt x="145319" y="84539"/>
                  </a:lnTo>
                  <a:lnTo>
                    <a:pt x="142606" y="79942"/>
                  </a:lnTo>
                  <a:lnTo>
                    <a:pt x="139749" y="75433"/>
                  </a:lnTo>
                  <a:lnTo>
                    <a:pt x="136749" y="71018"/>
                  </a:lnTo>
                  <a:lnTo>
                    <a:pt x="133609" y="66701"/>
                  </a:lnTo>
                  <a:lnTo>
                    <a:pt x="130333" y="62486"/>
                  </a:lnTo>
                  <a:lnTo>
                    <a:pt x="126925" y="58378"/>
                  </a:lnTo>
                  <a:lnTo>
                    <a:pt x="123387" y="54381"/>
                  </a:lnTo>
                  <a:lnTo>
                    <a:pt x="119723" y="50500"/>
                  </a:lnTo>
                  <a:lnTo>
                    <a:pt x="115937" y="46737"/>
                  </a:lnTo>
                  <a:lnTo>
                    <a:pt x="112033" y="43096"/>
                  </a:lnTo>
                  <a:lnTo>
                    <a:pt x="108014" y="39583"/>
                  </a:lnTo>
                  <a:lnTo>
                    <a:pt x="103886" y="36199"/>
                  </a:lnTo>
                  <a:lnTo>
                    <a:pt x="99651" y="32949"/>
                  </a:lnTo>
                  <a:lnTo>
                    <a:pt x="95315" y="29836"/>
                  </a:lnTo>
                  <a:lnTo>
                    <a:pt x="90882" y="26863"/>
                  </a:lnTo>
                  <a:lnTo>
                    <a:pt x="86356" y="24032"/>
                  </a:lnTo>
                  <a:lnTo>
                    <a:pt x="81742" y="21348"/>
                  </a:lnTo>
                  <a:lnTo>
                    <a:pt x="77045" y="18813"/>
                  </a:lnTo>
                  <a:lnTo>
                    <a:pt x="72269" y="16429"/>
                  </a:lnTo>
                  <a:lnTo>
                    <a:pt x="67419" y="14198"/>
                  </a:lnTo>
                  <a:lnTo>
                    <a:pt x="62501" y="12123"/>
                  </a:lnTo>
                  <a:lnTo>
                    <a:pt x="57519" y="10207"/>
                  </a:lnTo>
                  <a:lnTo>
                    <a:pt x="52478" y="8450"/>
                  </a:lnTo>
                  <a:lnTo>
                    <a:pt x="47384" y="6856"/>
                  </a:lnTo>
                  <a:lnTo>
                    <a:pt x="42242" y="5425"/>
                  </a:lnTo>
                  <a:lnTo>
                    <a:pt x="37056" y="4158"/>
                  </a:lnTo>
                  <a:lnTo>
                    <a:pt x="31833" y="3058"/>
                  </a:lnTo>
                  <a:lnTo>
                    <a:pt x="26577" y="2126"/>
                  </a:lnTo>
                  <a:lnTo>
                    <a:pt x="21294" y="1361"/>
                  </a:lnTo>
                  <a:lnTo>
                    <a:pt x="15989" y="766"/>
                  </a:lnTo>
                  <a:lnTo>
                    <a:pt x="10669" y="340"/>
                  </a:lnTo>
                  <a:lnTo>
                    <a:pt x="533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377893" y="1681503"/>
              <a:ext cx="45341" cy="167167"/>
            </a:xfrm>
            <a:custGeom>
              <a:avLst/>
              <a:pathLst>
                <a:path w="45341" h="167167">
                  <a:moveTo>
                    <a:pt x="45341" y="0"/>
                  </a:moveTo>
                  <a:lnTo>
                    <a:pt x="38783" y="128"/>
                  </a:lnTo>
                  <a:lnTo>
                    <a:pt x="32235" y="514"/>
                  </a:lnTo>
                  <a:lnTo>
                    <a:pt x="25708" y="1156"/>
                  </a:lnTo>
                  <a:lnTo>
                    <a:pt x="19210" y="2054"/>
                  </a:lnTo>
                  <a:lnTo>
                    <a:pt x="12753" y="3207"/>
                  </a:lnTo>
                  <a:lnTo>
                    <a:pt x="6346" y="4611"/>
                  </a:lnTo>
                  <a:lnTo>
                    <a:pt x="0" y="6266"/>
                  </a:lnTo>
                  <a:lnTo>
                    <a:pt x="4534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7893" y="1687769"/>
              <a:ext cx="45341" cy="160900"/>
            </a:xfrm>
            <a:custGeom>
              <a:avLst/>
              <a:pathLst>
                <a:path w="45341" h="160900">
                  <a:moveTo>
                    <a:pt x="0" y="0"/>
                  </a:moveTo>
                  <a:lnTo>
                    <a:pt x="45341" y="16090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256068" y="1687769"/>
              <a:ext cx="334333" cy="328047"/>
            </a:xfrm>
            <a:custGeom>
              <a:avLst/>
              <a:pathLst>
                <a:path w="334333" h="328047">
                  <a:moveTo>
                    <a:pt x="121825" y="0"/>
                  </a:moveTo>
                  <a:lnTo>
                    <a:pt x="116752" y="1516"/>
                  </a:lnTo>
                  <a:lnTo>
                    <a:pt x="111729" y="3193"/>
                  </a:lnTo>
                  <a:lnTo>
                    <a:pt x="106762" y="5028"/>
                  </a:lnTo>
                  <a:lnTo>
                    <a:pt x="101856" y="7019"/>
                  </a:lnTo>
                  <a:lnTo>
                    <a:pt x="97015" y="9165"/>
                  </a:lnTo>
                  <a:lnTo>
                    <a:pt x="92245" y="11463"/>
                  </a:lnTo>
                  <a:lnTo>
                    <a:pt x="87549" y="13910"/>
                  </a:lnTo>
                  <a:lnTo>
                    <a:pt x="82934" y="16506"/>
                  </a:lnTo>
                  <a:lnTo>
                    <a:pt x="78403" y="19246"/>
                  </a:lnTo>
                  <a:lnTo>
                    <a:pt x="73961" y="22128"/>
                  </a:lnTo>
                  <a:lnTo>
                    <a:pt x="69613" y="25150"/>
                  </a:lnTo>
                  <a:lnTo>
                    <a:pt x="65362" y="28307"/>
                  </a:lnTo>
                  <a:lnTo>
                    <a:pt x="61214" y="31598"/>
                  </a:lnTo>
                  <a:lnTo>
                    <a:pt x="57172" y="35019"/>
                  </a:lnTo>
                  <a:lnTo>
                    <a:pt x="53241" y="38565"/>
                  </a:lnTo>
                  <a:lnTo>
                    <a:pt x="49423" y="42235"/>
                  </a:lnTo>
                  <a:lnTo>
                    <a:pt x="45724" y="46023"/>
                  </a:lnTo>
                  <a:lnTo>
                    <a:pt x="42147" y="49927"/>
                  </a:lnTo>
                  <a:lnTo>
                    <a:pt x="38695" y="53942"/>
                  </a:lnTo>
                  <a:lnTo>
                    <a:pt x="35372" y="58065"/>
                  </a:lnTo>
                  <a:lnTo>
                    <a:pt x="32181" y="62291"/>
                  </a:lnTo>
                  <a:lnTo>
                    <a:pt x="29126" y="66615"/>
                  </a:lnTo>
                  <a:lnTo>
                    <a:pt x="26209" y="71034"/>
                  </a:lnTo>
                  <a:lnTo>
                    <a:pt x="23433" y="75544"/>
                  </a:lnTo>
                  <a:lnTo>
                    <a:pt x="20802" y="80139"/>
                  </a:lnTo>
                  <a:lnTo>
                    <a:pt x="18318" y="84815"/>
                  </a:lnTo>
                  <a:lnTo>
                    <a:pt x="15983" y="89567"/>
                  </a:lnTo>
                  <a:lnTo>
                    <a:pt x="13799" y="94391"/>
                  </a:lnTo>
                  <a:lnTo>
                    <a:pt x="11770" y="99282"/>
                  </a:lnTo>
                  <a:lnTo>
                    <a:pt x="9896" y="104234"/>
                  </a:lnTo>
                  <a:lnTo>
                    <a:pt x="8180" y="109244"/>
                  </a:lnTo>
                  <a:lnTo>
                    <a:pt x="6624" y="114305"/>
                  </a:lnTo>
                  <a:lnTo>
                    <a:pt x="5229" y="119413"/>
                  </a:lnTo>
                  <a:lnTo>
                    <a:pt x="3996" y="124562"/>
                  </a:lnTo>
                  <a:lnTo>
                    <a:pt x="2927" y="129748"/>
                  </a:lnTo>
                  <a:lnTo>
                    <a:pt x="2023" y="134965"/>
                  </a:lnTo>
                  <a:lnTo>
                    <a:pt x="1284" y="140209"/>
                  </a:lnTo>
                  <a:lnTo>
                    <a:pt x="712" y="145473"/>
                  </a:lnTo>
                  <a:lnTo>
                    <a:pt x="307" y="150752"/>
                  </a:lnTo>
                  <a:lnTo>
                    <a:pt x="70" y="156042"/>
                  </a:lnTo>
                  <a:lnTo>
                    <a:pt x="0" y="161337"/>
                  </a:lnTo>
                  <a:lnTo>
                    <a:pt x="97" y="166631"/>
                  </a:lnTo>
                  <a:lnTo>
                    <a:pt x="362" y="171919"/>
                  </a:lnTo>
                  <a:lnTo>
                    <a:pt x="795" y="177196"/>
                  </a:lnTo>
                  <a:lnTo>
                    <a:pt x="1395" y="182457"/>
                  </a:lnTo>
                  <a:lnTo>
                    <a:pt x="2161" y="187697"/>
                  </a:lnTo>
                  <a:lnTo>
                    <a:pt x="3092" y="192909"/>
                  </a:lnTo>
                  <a:lnTo>
                    <a:pt x="4188" y="198090"/>
                  </a:lnTo>
                  <a:lnTo>
                    <a:pt x="5448" y="203233"/>
                  </a:lnTo>
                  <a:lnTo>
                    <a:pt x="6870" y="208333"/>
                  </a:lnTo>
                  <a:lnTo>
                    <a:pt x="8452" y="213386"/>
                  </a:lnTo>
                  <a:lnTo>
                    <a:pt x="10194" y="218386"/>
                  </a:lnTo>
                  <a:lnTo>
                    <a:pt x="12093" y="223329"/>
                  </a:lnTo>
                  <a:lnTo>
                    <a:pt x="14148" y="228209"/>
                  </a:lnTo>
                  <a:lnTo>
                    <a:pt x="16357" y="233022"/>
                  </a:lnTo>
                  <a:lnTo>
                    <a:pt x="18717" y="237762"/>
                  </a:lnTo>
                  <a:lnTo>
                    <a:pt x="21225" y="242425"/>
                  </a:lnTo>
                  <a:lnTo>
                    <a:pt x="23881" y="247006"/>
                  </a:lnTo>
                  <a:lnTo>
                    <a:pt x="26680" y="251501"/>
                  </a:lnTo>
                  <a:lnTo>
                    <a:pt x="29619" y="255905"/>
                  </a:lnTo>
                  <a:lnTo>
                    <a:pt x="32697" y="260213"/>
                  </a:lnTo>
                  <a:lnTo>
                    <a:pt x="35910" y="264422"/>
                  </a:lnTo>
                  <a:lnTo>
                    <a:pt x="39255" y="268527"/>
                  </a:lnTo>
                  <a:lnTo>
                    <a:pt x="42727" y="272524"/>
                  </a:lnTo>
                  <a:lnTo>
                    <a:pt x="46325" y="276410"/>
                  </a:lnTo>
                  <a:lnTo>
                    <a:pt x="50044" y="280179"/>
                  </a:lnTo>
                  <a:lnTo>
                    <a:pt x="53881" y="283828"/>
                  </a:lnTo>
                  <a:lnTo>
                    <a:pt x="57831" y="287355"/>
                  </a:lnTo>
                  <a:lnTo>
                    <a:pt x="61890" y="290754"/>
                  </a:lnTo>
                  <a:lnTo>
                    <a:pt x="66056" y="294023"/>
                  </a:lnTo>
                  <a:lnTo>
                    <a:pt x="70323" y="297158"/>
                  </a:lnTo>
                  <a:lnTo>
                    <a:pt x="74687" y="300157"/>
                  </a:lnTo>
                  <a:lnTo>
                    <a:pt x="79143" y="303016"/>
                  </a:lnTo>
                  <a:lnTo>
                    <a:pt x="83689" y="305733"/>
                  </a:lnTo>
                  <a:lnTo>
                    <a:pt x="88317" y="308304"/>
                  </a:lnTo>
                  <a:lnTo>
                    <a:pt x="93025" y="310727"/>
                  </a:lnTo>
                  <a:lnTo>
                    <a:pt x="97808" y="313000"/>
                  </a:lnTo>
                  <a:lnTo>
                    <a:pt x="102660" y="315121"/>
                  </a:lnTo>
                  <a:lnTo>
                    <a:pt x="107576" y="317086"/>
                  </a:lnTo>
                  <a:lnTo>
                    <a:pt x="112553" y="318895"/>
                  </a:lnTo>
                  <a:lnTo>
                    <a:pt x="117584" y="320546"/>
                  </a:lnTo>
                  <a:lnTo>
                    <a:pt x="122665" y="322036"/>
                  </a:lnTo>
                  <a:lnTo>
                    <a:pt x="127791" y="323364"/>
                  </a:lnTo>
                  <a:lnTo>
                    <a:pt x="132956" y="324530"/>
                  </a:lnTo>
                  <a:lnTo>
                    <a:pt x="138155" y="325531"/>
                  </a:lnTo>
                  <a:lnTo>
                    <a:pt x="143384" y="326367"/>
                  </a:lnTo>
                  <a:lnTo>
                    <a:pt x="148636" y="327038"/>
                  </a:lnTo>
                  <a:lnTo>
                    <a:pt x="153908" y="327541"/>
                  </a:lnTo>
                  <a:lnTo>
                    <a:pt x="159192" y="327878"/>
                  </a:lnTo>
                  <a:lnTo>
                    <a:pt x="164484" y="328046"/>
                  </a:lnTo>
                  <a:lnTo>
                    <a:pt x="169779" y="328047"/>
                  </a:lnTo>
                  <a:lnTo>
                    <a:pt x="175072" y="327881"/>
                  </a:lnTo>
                  <a:lnTo>
                    <a:pt x="180356" y="327547"/>
                  </a:lnTo>
                  <a:lnTo>
                    <a:pt x="185627" y="327045"/>
                  </a:lnTo>
                  <a:lnTo>
                    <a:pt x="190880" y="326377"/>
                  </a:lnTo>
                  <a:lnTo>
                    <a:pt x="196109" y="325543"/>
                  </a:lnTo>
                  <a:lnTo>
                    <a:pt x="201309" y="324544"/>
                  </a:lnTo>
                  <a:lnTo>
                    <a:pt x="206475" y="323381"/>
                  </a:lnTo>
                  <a:lnTo>
                    <a:pt x="211601" y="322054"/>
                  </a:lnTo>
                  <a:lnTo>
                    <a:pt x="216682" y="320566"/>
                  </a:lnTo>
                  <a:lnTo>
                    <a:pt x="221714" y="318918"/>
                  </a:lnTo>
                  <a:lnTo>
                    <a:pt x="226692" y="317111"/>
                  </a:lnTo>
                  <a:lnTo>
                    <a:pt x="231609" y="315147"/>
                  </a:lnTo>
                  <a:lnTo>
                    <a:pt x="236462" y="313029"/>
                  </a:lnTo>
                  <a:lnTo>
                    <a:pt x="241245" y="310758"/>
                  </a:lnTo>
                  <a:lnTo>
                    <a:pt x="245954" y="308337"/>
                  </a:lnTo>
                  <a:lnTo>
                    <a:pt x="250584" y="305767"/>
                  </a:lnTo>
                  <a:lnTo>
                    <a:pt x="255130" y="303053"/>
                  </a:lnTo>
                  <a:lnTo>
                    <a:pt x="259588" y="300196"/>
                  </a:lnTo>
                  <a:lnTo>
                    <a:pt x="263954" y="297199"/>
                  </a:lnTo>
                  <a:lnTo>
                    <a:pt x="268222" y="294065"/>
                  </a:lnTo>
                  <a:lnTo>
                    <a:pt x="272389" y="290797"/>
                  </a:lnTo>
                  <a:lnTo>
                    <a:pt x="276450" y="287400"/>
                  </a:lnTo>
                  <a:lnTo>
                    <a:pt x="280401" y="283875"/>
                  </a:lnTo>
                  <a:lnTo>
                    <a:pt x="284239" y="280227"/>
                  </a:lnTo>
                  <a:lnTo>
                    <a:pt x="287960" y="276460"/>
                  </a:lnTo>
                  <a:lnTo>
                    <a:pt x="291559" y="272576"/>
                  </a:lnTo>
                  <a:lnTo>
                    <a:pt x="295033" y="268580"/>
                  </a:lnTo>
                  <a:lnTo>
                    <a:pt x="298380" y="264477"/>
                  </a:lnTo>
                  <a:lnTo>
                    <a:pt x="301594" y="260269"/>
                  </a:lnTo>
                  <a:lnTo>
                    <a:pt x="304674" y="255962"/>
                  </a:lnTo>
                  <a:lnTo>
                    <a:pt x="307616" y="251559"/>
                  </a:lnTo>
                  <a:lnTo>
                    <a:pt x="310416" y="247065"/>
                  </a:lnTo>
                  <a:lnTo>
                    <a:pt x="313073" y="242485"/>
                  </a:lnTo>
                  <a:lnTo>
                    <a:pt x="315584" y="237823"/>
                  </a:lnTo>
                  <a:lnTo>
                    <a:pt x="317946" y="233084"/>
                  </a:lnTo>
                  <a:lnTo>
                    <a:pt x="320156" y="228273"/>
                  </a:lnTo>
                  <a:lnTo>
                    <a:pt x="322213" y="223393"/>
                  </a:lnTo>
                  <a:lnTo>
                    <a:pt x="324115" y="218452"/>
                  </a:lnTo>
                  <a:lnTo>
                    <a:pt x="325859" y="213452"/>
                  </a:lnTo>
                  <a:lnTo>
                    <a:pt x="327444" y="208400"/>
                  </a:lnTo>
                  <a:lnTo>
                    <a:pt x="328868" y="203300"/>
                  </a:lnTo>
                  <a:lnTo>
                    <a:pt x="330129" y="198157"/>
                  </a:lnTo>
                  <a:lnTo>
                    <a:pt x="331227" y="192977"/>
                  </a:lnTo>
                  <a:lnTo>
                    <a:pt x="332161" y="187765"/>
                  </a:lnTo>
                  <a:lnTo>
                    <a:pt x="332929" y="182526"/>
                  </a:lnTo>
                  <a:lnTo>
                    <a:pt x="333531" y="177265"/>
                  </a:lnTo>
                  <a:lnTo>
                    <a:pt x="333966" y="171988"/>
                  </a:lnTo>
                  <a:lnTo>
                    <a:pt x="334233" y="166700"/>
                  </a:lnTo>
                  <a:lnTo>
                    <a:pt x="334333" y="161406"/>
                  </a:lnTo>
                  <a:lnTo>
                    <a:pt x="334265" y="156111"/>
                  </a:lnTo>
                  <a:lnTo>
                    <a:pt x="334030" y="150821"/>
                  </a:lnTo>
                  <a:lnTo>
                    <a:pt x="333627" y="145542"/>
                  </a:lnTo>
                  <a:lnTo>
                    <a:pt x="333057" y="140278"/>
                  </a:lnTo>
                  <a:lnTo>
                    <a:pt x="332320" y="135034"/>
                  </a:lnTo>
                  <a:lnTo>
                    <a:pt x="331418" y="129816"/>
                  </a:lnTo>
                  <a:lnTo>
                    <a:pt x="330352" y="124630"/>
                  </a:lnTo>
                  <a:lnTo>
                    <a:pt x="329121" y="119480"/>
                  </a:lnTo>
                  <a:lnTo>
                    <a:pt x="327728" y="114371"/>
                  </a:lnTo>
                  <a:lnTo>
                    <a:pt x="326174" y="109310"/>
                  </a:lnTo>
                  <a:lnTo>
                    <a:pt x="324460" y="104299"/>
                  </a:lnTo>
                  <a:lnTo>
                    <a:pt x="322588" y="99346"/>
                  </a:lnTo>
                  <a:lnTo>
                    <a:pt x="320561" y="94455"/>
                  </a:lnTo>
                  <a:lnTo>
                    <a:pt x="318380" y="89630"/>
                  </a:lnTo>
                  <a:lnTo>
                    <a:pt x="316047" y="84877"/>
                  </a:lnTo>
                  <a:lnTo>
                    <a:pt x="313564" y="80199"/>
                  </a:lnTo>
                  <a:lnTo>
                    <a:pt x="310935" y="75603"/>
                  </a:lnTo>
                  <a:lnTo>
                    <a:pt x="308161" y="71093"/>
                  </a:lnTo>
                  <a:lnTo>
                    <a:pt x="305246" y="66672"/>
                  </a:lnTo>
                  <a:lnTo>
                    <a:pt x="302193" y="62347"/>
                  </a:lnTo>
                  <a:lnTo>
                    <a:pt x="299004" y="58120"/>
                  </a:lnTo>
                  <a:lnTo>
                    <a:pt x="295682" y="53996"/>
                  </a:lnTo>
                  <a:lnTo>
                    <a:pt x="292232" y="49979"/>
                  </a:lnTo>
                  <a:lnTo>
                    <a:pt x="288656" y="46074"/>
                  </a:lnTo>
                  <a:lnTo>
                    <a:pt x="284959" y="42284"/>
                  </a:lnTo>
                  <a:lnTo>
                    <a:pt x="281143" y="38613"/>
                  </a:lnTo>
                  <a:lnTo>
                    <a:pt x="277213" y="35064"/>
                  </a:lnTo>
                  <a:lnTo>
                    <a:pt x="273172" y="31642"/>
                  </a:lnTo>
                  <a:lnTo>
                    <a:pt x="269025" y="28350"/>
                  </a:lnTo>
                  <a:lnTo>
                    <a:pt x="264776" y="25190"/>
                  </a:lnTo>
                  <a:lnTo>
                    <a:pt x="260429" y="22167"/>
                  </a:lnTo>
                  <a:lnTo>
                    <a:pt x="255988" y="19283"/>
                  </a:lnTo>
                  <a:lnTo>
                    <a:pt x="251459" y="16541"/>
                  </a:lnTo>
                  <a:lnTo>
                    <a:pt x="246844" y="13943"/>
                  </a:lnTo>
                  <a:lnTo>
                    <a:pt x="242150" y="11494"/>
                  </a:lnTo>
                  <a:lnTo>
                    <a:pt x="237381" y="9194"/>
                  </a:lnTo>
                  <a:lnTo>
                    <a:pt x="167166" y="1609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70214" cy="167167"/>
            </a:xfrm>
            <a:custGeom>
              <a:avLst/>
              <a:pathLst>
                <a:path w="70214" h="167167">
                  <a:moveTo>
                    <a:pt x="70214" y="15460"/>
                  </a:moveTo>
                  <a:lnTo>
                    <a:pt x="64689" y="13023"/>
                  </a:lnTo>
                  <a:lnTo>
                    <a:pt x="59080" y="10788"/>
                  </a:lnTo>
                  <a:lnTo>
                    <a:pt x="53394" y="8756"/>
                  </a:lnTo>
                  <a:lnTo>
                    <a:pt x="47638" y="6931"/>
                  </a:lnTo>
                  <a:lnTo>
                    <a:pt x="41820" y="5315"/>
                  </a:lnTo>
                  <a:lnTo>
                    <a:pt x="35948" y="3910"/>
                  </a:lnTo>
                  <a:lnTo>
                    <a:pt x="30028" y="2719"/>
                  </a:lnTo>
                  <a:lnTo>
                    <a:pt x="24070" y="1741"/>
                  </a:lnTo>
                  <a:lnTo>
                    <a:pt x="18080" y="980"/>
                  </a:lnTo>
                  <a:lnTo>
                    <a:pt x="12066" y="436"/>
                  </a:lnTo>
                  <a:lnTo>
                    <a:pt x="603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853888" y="1322571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4" y="755"/>
                  </a:lnTo>
                  <a:lnTo>
                    <a:pt x="146007" y="1342"/>
                  </a:lnTo>
                  <a:lnTo>
                    <a:pt x="140761" y="2095"/>
                  </a:lnTo>
                  <a:lnTo>
                    <a:pt x="135542" y="3015"/>
                  </a:lnTo>
                  <a:lnTo>
                    <a:pt x="130354" y="4099"/>
                  </a:lnTo>
                  <a:lnTo>
                    <a:pt x="125204" y="5348"/>
                  </a:lnTo>
                  <a:lnTo>
                    <a:pt x="120095" y="6759"/>
                  </a:lnTo>
                  <a:lnTo>
                    <a:pt x="115034" y="8331"/>
                  </a:lnTo>
                  <a:lnTo>
                    <a:pt x="110026" y="10062"/>
                  </a:lnTo>
                  <a:lnTo>
                    <a:pt x="105074" y="11952"/>
                  </a:lnTo>
                  <a:lnTo>
                    <a:pt x="100186" y="13998"/>
                  </a:lnTo>
                  <a:lnTo>
                    <a:pt x="95364" y="16197"/>
                  </a:lnTo>
                  <a:lnTo>
                    <a:pt x="90615" y="18549"/>
                  </a:lnTo>
                  <a:lnTo>
                    <a:pt x="85942" y="21050"/>
                  </a:lnTo>
                  <a:lnTo>
                    <a:pt x="81351" y="23697"/>
                  </a:lnTo>
                  <a:lnTo>
                    <a:pt x="76846" y="26489"/>
                  </a:lnTo>
                  <a:lnTo>
                    <a:pt x="72433" y="29422"/>
                  </a:lnTo>
                  <a:lnTo>
                    <a:pt x="68114" y="32494"/>
                  </a:lnTo>
                  <a:lnTo>
                    <a:pt x="63895" y="35701"/>
                  </a:lnTo>
                  <a:lnTo>
                    <a:pt x="59779" y="39040"/>
                  </a:lnTo>
                  <a:lnTo>
                    <a:pt x="55772" y="42508"/>
                  </a:lnTo>
                  <a:lnTo>
                    <a:pt x="51876" y="46101"/>
                  </a:lnTo>
                  <a:lnTo>
                    <a:pt x="48096" y="49816"/>
                  </a:lnTo>
                  <a:lnTo>
                    <a:pt x="44436" y="53649"/>
                  </a:lnTo>
                  <a:lnTo>
                    <a:pt x="40900" y="57595"/>
                  </a:lnTo>
                  <a:lnTo>
                    <a:pt x="37490" y="61652"/>
                  </a:lnTo>
                  <a:lnTo>
                    <a:pt x="34210" y="65815"/>
                  </a:lnTo>
                  <a:lnTo>
                    <a:pt x="31065" y="70080"/>
                  </a:lnTo>
                  <a:lnTo>
                    <a:pt x="28055" y="74443"/>
                  </a:lnTo>
                  <a:lnTo>
                    <a:pt x="25186" y="78899"/>
                  </a:lnTo>
                  <a:lnTo>
                    <a:pt x="22459" y="83443"/>
                  </a:lnTo>
                  <a:lnTo>
                    <a:pt x="19878" y="88072"/>
                  </a:lnTo>
                  <a:lnTo>
                    <a:pt x="17445" y="92780"/>
                  </a:lnTo>
                  <a:lnTo>
                    <a:pt x="15162" y="97562"/>
                  </a:lnTo>
                  <a:lnTo>
                    <a:pt x="13032" y="102415"/>
                  </a:lnTo>
                  <a:lnTo>
                    <a:pt x="11057" y="107333"/>
                  </a:lnTo>
                  <a:lnTo>
                    <a:pt x="9239" y="112311"/>
                  </a:lnTo>
                  <a:lnTo>
                    <a:pt x="7579" y="117344"/>
                  </a:lnTo>
                  <a:lnTo>
                    <a:pt x="6080" y="122427"/>
                  </a:lnTo>
                  <a:lnTo>
                    <a:pt x="4743" y="127555"/>
                  </a:lnTo>
                  <a:lnTo>
                    <a:pt x="3569" y="132723"/>
                  </a:lnTo>
                  <a:lnTo>
                    <a:pt x="2559" y="137926"/>
                  </a:lnTo>
                  <a:lnTo>
                    <a:pt x="1715" y="143158"/>
                  </a:lnTo>
                  <a:lnTo>
                    <a:pt x="1037" y="148414"/>
                  </a:lnTo>
                  <a:lnTo>
                    <a:pt x="526" y="153689"/>
                  </a:lnTo>
                  <a:lnTo>
                    <a:pt x="183" y="158977"/>
                  </a:lnTo>
                  <a:lnTo>
                    <a:pt x="7" y="164274"/>
                  </a:lnTo>
                  <a:lnTo>
                    <a:pt x="0" y="169574"/>
                  </a:lnTo>
                  <a:lnTo>
                    <a:pt x="160" y="174871"/>
                  </a:lnTo>
                  <a:lnTo>
                    <a:pt x="488" y="180160"/>
                  </a:lnTo>
                  <a:lnTo>
                    <a:pt x="984" y="185437"/>
                  </a:lnTo>
                  <a:lnTo>
                    <a:pt x="1646" y="190695"/>
                  </a:lnTo>
                  <a:lnTo>
                    <a:pt x="2475" y="195929"/>
                  </a:lnTo>
                  <a:lnTo>
                    <a:pt x="3470" y="201135"/>
                  </a:lnTo>
                  <a:lnTo>
                    <a:pt x="4629" y="206306"/>
                  </a:lnTo>
                  <a:lnTo>
                    <a:pt x="5951" y="211438"/>
                  </a:lnTo>
                  <a:lnTo>
                    <a:pt x="7435" y="216526"/>
                  </a:lnTo>
                  <a:lnTo>
                    <a:pt x="9080" y="221564"/>
                  </a:lnTo>
                  <a:lnTo>
                    <a:pt x="10884" y="226547"/>
                  </a:lnTo>
                  <a:lnTo>
                    <a:pt x="12845" y="231470"/>
                  </a:lnTo>
                  <a:lnTo>
                    <a:pt x="14961" y="236329"/>
                  </a:lnTo>
                  <a:lnTo>
                    <a:pt x="17229" y="241119"/>
                  </a:lnTo>
                  <a:lnTo>
                    <a:pt x="19649" y="245834"/>
                  </a:lnTo>
                  <a:lnTo>
                    <a:pt x="22217" y="250470"/>
                  </a:lnTo>
                  <a:lnTo>
                    <a:pt x="24930" y="255022"/>
                  </a:lnTo>
                  <a:lnTo>
                    <a:pt x="27786" y="259486"/>
                  </a:lnTo>
                  <a:lnTo>
                    <a:pt x="30783" y="263857"/>
                  </a:lnTo>
                  <a:lnTo>
                    <a:pt x="33916" y="268131"/>
                  </a:lnTo>
                  <a:lnTo>
                    <a:pt x="37184" y="272304"/>
                  </a:lnTo>
                  <a:lnTo>
                    <a:pt x="40582" y="276371"/>
                  </a:lnTo>
                  <a:lnTo>
                    <a:pt x="44107" y="280328"/>
                  </a:lnTo>
                  <a:lnTo>
                    <a:pt x="47756" y="284172"/>
                  </a:lnTo>
                  <a:lnTo>
                    <a:pt x="51525" y="287897"/>
                  </a:lnTo>
                  <a:lnTo>
                    <a:pt x="55410" y="291502"/>
                  </a:lnTo>
                  <a:lnTo>
                    <a:pt x="59407" y="294981"/>
                  </a:lnTo>
                  <a:lnTo>
                    <a:pt x="63513" y="298332"/>
                  </a:lnTo>
                  <a:lnTo>
                    <a:pt x="67723" y="301552"/>
                  </a:lnTo>
                  <a:lnTo>
                    <a:pt x="72032" y="304636"/>
                  </a:lnTo>
                  <a:lnTo>
                    <a:pt x="76438" y="307582"/>
                  </a:lnTo>
                  <a:lnTo>
                    <a:pt x="80934" y="310387"/>
                  </a:lnTo>
                  <a:lnTo>
                    <a:pt x="85518" y="313048"/>
                  </a:lnTo>
                  <a:lnTo>
                    <a:pt x="90183" y="315562"/>
                  </a:lnTo>
                  <a:lnTo>
                    <a:pt x="94925" y="317927"/>
                  </a:lnTo>
                  <a:lnTo>
                    <a:pt x="99741" y="320141"/>
                  </a:lnTo>
                  <a:lnTo>
                    <a:pt x="104623" y="322201"/>
                  </a:lnTo>
                  <a:lnTo>
                    <a:pt x="109569" y="324105"/>
                  </a:lnTo>
                  <a:lnTo>
                    <a:pt x="114573" y="325851"/>
                  </a:lnTo>
                  <a:lnTo>
                    <a:pt x="119629" y="327438"/>
                  </a:lnTo>
                  <a:lnTo>
                    <a:pt x="124734" y="328864"/>
                  </a:lnTo>
                  <a:lnTo>
                    <a:pt x="129880" y="330127"/>
                  </a:lnTo>
                  <a:lnTo>
                    <a:pt x="135065" y="331226"/>
                  </a:lnTo>
                  <a:lnTo>
                    <a:pt x="140281" y="332161"/>
                  </a:lnTo>
                  <a:lnTo>
                    <a:pt x="145525" y="332930"/>
                  </a:lnTo>
                  <a:lnTo>
                    <a:pt x="150790" y="333532"/>
                  </a:lnTo>
                  <a:lnTo>
                    <a:pt x="156072" y="333967"/>
                  </a:lnTo>
                  <a:lnTo>
                    <a:pt x="161365" y="334234"/>
                  </a:lnTo>
                  <a:lnTo>
                    <a:pt x="166664" y="334334"/>
                  </a:lnTo>
                  <a:lnTo>
                    <a:pt x="171963" y="334265"/>
                  </a:lnTo>
                  <a:lnTo>
                    <a:pt x="177257" y="334029"/>
                  </a:lnTo>
                  <a:lnTo>
                    <a:pt x="182541" y="333624"/>
                  </a:lnTo>
                  <a:lnTo>
                    <a:pt x="187810" y="333053"/>
                  </a:lnTo>
                  <a:lnTo>
                    <a:pt x="193058" y="332314"/>
                  </a:lnTo>
                  <a:lnTo>
                    <a:pt x="198280" y="331410"/>
                  </a:lnTo>
                  <a:lnTo>
                    <a:pt x="203471" y="330341"/>
                  </a:lnTo>
                  <a:lnTo>
                    <a:pt x="208625" y="329108"/>
                  </a:lnTo>
                  <a:lnTo>
                    <a:pt x="213737" y="327711"/>
                  </a:lnTo>
                  <a:lnTo>
                    <a:pt x="218803" y="326154"/>
                  </a:lnTo>
                  <a:lnTo>
                    <a:pt x="223817" y="324437"/>
                  </a:lnTo>
                  <a:lnTo>
                    <a:pt x="228773" y="322562"/>
                  </a:lnTo>
                  <a:lnTo>
                    <a:pt x="233668" y="320530"/>
                  </a:lnTo>
                  <a:lnTo>
                    <a:pt x="238496" y="318344"/>
                  </a:lnTo>
                  <a:lnTo>
                    <a:pt x="243252" y="316007"/>
                  </a:lnTo>
                  <a:lnTo>
                    <a:pt x="247932" y="313520"/>
                  </a:lnTo>
                  <a:lnTo>
                    <a:pt x="252531" y="310886"/>
                  </a:lnTo>
                  <a:lnTo>
                    <a:pt x="257043" y="308107"/>
                  </a:lnTo>
                  <a:lnTo>
                    <a:pt x="261466" y="305187"/>
                  </a:lnTo>
                  <a:lnTo>
                    <a:pt x="265793" y="302127"/>
                  </a:lnTo>
                  <a:lnTo>
                    <a:pt x="270022" y="298933"/>
                  </a:lnTo>
                  <a:lnTo>
                    <a:pt x="274147" y="295606"/>
                  </a:lnTo>
                  <a:lnTo>
                    <a:pt x="278165" y="292149"/>
                  </a:lnTo>
                  <a:lnTo>
                    <a:pt x="282071" y="288568"/>
                  </a:lnTo>
                  <a:lnTo>
                    <a:pt x="285861" y="284864"/>
                  </a:lnTo>
                  <a:lnTo>
                    <a:pt x="289532" y="281042"/>
                  </a:lnTo>
                  <a:lnTo>
                    <a:pt x="293080" y="277105"/>
                  </a:lnTo>
                  <a:lnTo>
                    <a:pt x="296502" y="273058"/>
                  </a:lnTo>
                  <a:lnTo>
                    <a:pt x="299794" y="268904"/>
                  </a:lnTo>
                  <a:lnTo>
                    <a:pt x="302952" y="264649"/>
                  </a:lnTo>
                  <a:lnTo>
                    <a:pt x="305974" y="260295"/>
                  </a:lnTo>
                  <a:lnTo>
                    <a:pt x="308856" y="255848"/>
                  </a:lnTo>
                  <a:lnTo>
                    <a:pt x="311596" y="251311"/>
                  </a:lnTo>
                  <a:lnTo>
                    <a:pt x="314190" y="246690"/>
                  </a:lnTo>
                  <a:lnTo>
                    <a:pt x="316637" y="241989"/>
                  </a:lnTo>
                  <a:lnTo>
                    <a:pt x="318934" y="237213"/>
                  </a:lnTo>
                  <a:lnTo>
                    <a:pt x="321078" y="232367"/>
                  </a:lnTo>
                  <a:lnTo>
                    <a:pt x="323067" y="227454"/>
                  </a:lnTo>
                  <a:lnTo>
                    <a:pt x="324900" y="222482"/>
                  </a:lnTo>
                  <a:lnTo>
                    <a:pt x="326574" y="217454"/>
                  </a:lnTo>
                  <a:lnTo>
                    <a:pt x="328088" y="212375"/>
                  </a:lnTo>
                  <a:lnTo>
                    <a:pt x="329440" y="207251"/>
                  </a:lnTo>
                  <a:lnTo>
                    <a:pt x="330629" y="202086"/>
                  </a:lnTo>
                  <a:lnTo>
                    <a:pt x="331654" y="196886"/>
                  </a:lnTo>
                  <a:lnTo>
                    <a:pt x="332513" y="191657"/>
                  </a:lnTo>
                  <a:lnTo>
                    <a:pt x="333207" y="186403"/>
                  </a:lnTo>
                  <a:lnTo>
                    <a:pt x="333733" y="181129"/>
                  </a:lnTo>
                  <a:lnTo>
                    <a:pt x="334092" y="175842"/>
                  </a:lnTo>
                  <a:lnTo>
                    <a:pt x="334283" y="170546"/>
                  </a:lnTo>
                  <a:lnTo>
                    <a:pt x="334306" y="165246"/>
                  </a:lnTo>
                  <a:lnTo>
                    <a:pt x="334161" y="159948"/>
                  </a:lnTo>
                  <a:lnTo>
                    <a:pt x="333848" y="154658"/>
                  </a:lnTo>
                  <a:lnTo>
                    <a:pt x="333368" y="149380"/>
                  </a:lnTo>
                  <a:lnTo>
                    <a:pt x="332721" y="144120"/>
                  </a:lnTo>
                  <a:lnTo>
                    <a:pt x="331907" y="138883"/>
                  </a:lnTo>
                  <a:lnTo>
                    <a:pt x="330928" y="133675"/>
                  </a:lnTo>
                  <a:lnTo>
                    <a:pt x="329784" y="128500"/>
                  </a:lnTo>
                  <a:lnTo>
                    <a:pt x="328476" y="123365"/>
                  </a:lnTo>
                  <a:lnTo>
                    <a:pt x="327007" y="118273"/>
                  </a:lnTo>
                  <a:lnTo>
                    <a:pt x="325377" y="113230"/>
                  </a:lnTo>
                  <a:lnTo>
                    <a:pt x="323587" y="108242"/>
                  </a:lnTo>
                  <a:lnTo>
                    <a:pt x="321641" y="103312"/>
                  </a:lnTo>
                  <a:lnTo>
                    <a:pt x="319539" y="98447"/>
                  </a:lnTo>
                  <a:lnTo>
                    <a:pt x="317284" y="93651"/>
                  </a:lnTo>
                  <a:lnTo>
                    <a:pt x="314878" y="88929"/>
                  </a:lnTo>
                  <a:lnTo>
                    <a:pt x="312324" y="84286"/>
                  </a:lnTo>
                  <a:lnTo>
                    <a:pt x="309624" y="79726"/>
                  </a:lnTo>
                  <a:lnTo>
                    <a:pt x="306781" y="75253"/>
                  </a:lnTo>
                  <a:lnTo>
                    <a:pt x="303797" y="70873"/>
                  </a:lnTo>
                  <a:lnTo>
                    <a:pt x="300676" y="66590"/>
                  </a:lnTo>
                  <a:lnTo>
                    <a:pt x="297421" y="62408"/>
                  </a:lnTo>
                  <a:lnTo>
                    <a:pt x="294034" y="58331"/>
                  </a:lnTo>
                  <a:lnTo>
                    <a:pt x="290521" y="54364"/>
                  </a:lnTo>
                  <a:lnTo>
                    <a:pt x="286883" y="50510"/>
                  </a:lnTo>
                  <a:lnTo>
                    <a:pt x="283125" y="46773"/>
                  </a:lnTo>
                  <a:lnTo>
                    <a:pt x="279250" y="43157"/>
                  </a:lnTo>
                  <a:lnTo>
                    <a:pt x="275263" y="39666"/>
                  </a:lnTo>
                  <a:lnTo>
                    <a:pt x="271167" y="36303"/>
                  </a:lnTo>
                  <a:lnTo>
                    <a:pt x="266967" y="33072"/>
                  </a:lnTo>
                  <a:lnTo>
                    <a:pt x="262666" y="29975"/>
                  </a:lnTo>
                  <a:lnTo>
                    <a:pt x="258269" y="27016"/>
                  </a:lnTo>
                  <a:lnTo>
                    <a:pt x="253781" y="24199"/>
                  </a:lnTo>
                  <a:lnTo>
                    <a:pt x="249205" y="21524"/>
                  </a:lnTo>
                  <a:lnTo>
                    <a:pt x="244548" y="18996"/>
                  </a:lnTo>
                  <a:lnTo>
                    <a:pt x="239812" y="16617"/>
                  </a:lnTo>
                  <a:lnTo>
                    <a:pt x="235003" y="14390"/>
                  </a:lnTo>
                  <a:lnTo>
                    <a:pt x="230126" y="12316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34887"/>
              <a:ext cx="62976" cy="154851"/>
            </a:xfrm>
            <a:custGeom>
              <a:avLst/>
              <a:pathLst>
                <a:path w="62976" h="154851">
                  <a:moveTo>
                    <a:pt x="62976" y="0"/>
                  </a:moveTo>
                  <a:lnTo>
                    <a:pt x="0" y="1548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62976" cy="167167"/>
            </a:xfrm>
            <a:custGeom>
              <a:avLst/>
              <a:pathLst>
                <a:path w="62976" h="167167">
                  <a:moveTo>
                    <a:pt x="62976" y="12316"/>
                  </a:moveTo>
                  <a:lnTo>
                    <a:pt x="57501" y="10200"/>
                  </a:lnTo>
                  <a:lnTo>
                    <a:pt x="51955" y="8278"/>
                  </a:lnTo>
                  <a:lnTo>
                    <a:pt x="46345" y="6552"/>
                  </a:lnTo>
                  <a:lnTo>
                    <a:pt x="40677" y="5024"/>
                  </a:lnTo>
                  <a:lnTo>
                    <a:pt x="34960" y="3696"/>
                  </a:lnTo>
                  <a:lnTo>
                    <a:pt x="29199" y="2569"/>
                  </a:lnTo>
                  <a:lnTo>
                    <a:pt x="23402" y="1646"/>
                  </a:lnTo>
                  <a:lnTo>
                    <a:pt x="17577" y="926"/>
                  </a:lnTo>
                  <a:lnTo>
                    <a:pt x="11730" y="412"/>
                  </a:lnTo>
                  <a:lnTo>
                    <a:pt x="5868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5378108" y="1071028"/>
              <a:ext cx="334163" cy="334334"/>
            </a:xfrm>
            <a:custGeom>
              <a:avLst/>
              <a:pathLst>
                <a:path w="334163" h="334334">
                  <a:moveTo>
                    <a:pt x="167150" y="0"/>
                  </a:moveTo>
                  <a:lnTo>
                    <a:pt x="161841" y="84"/>
                  </a:lnTo>
                  <a:lnTo>
                    <a:pt x="156537" y="337"/>
                  </a:lnTo>
                  <a:lnTo>
                    <a:pt x="151244" y="758"/>
                  </a:lnTo>
                  <a:lnTo>
                    <a:pt x="145967" y="1347"/>
                  </a:lnTo>
                  <a:lnTo>
                    <a:pt x="140711" y="2104"/>
                  </a:lnTo>
                  <a:lnTo>
                    <a:pt x="135482" y="3026"/>
                  </a:lnTo>
                  <a:lnTo>
                    <a:pt x="130285" y="4115"/>
                  </a:lnTo>
                  <a:lnTo>
                    <a:pt x="125125" y="5368"/>
                  </a:lnTo>
                  <a:lnTo>
                    <a:pt x="120007" y="6784"/>
                  </a:lnTo>
                  <a:lnTo>
                    <a:pt x="114937" y="8363"/>
                  </a:lnTo>
                  <a:lnTo>
                    <a:pt x="109920" y="10101"/>
                  </a:lnTo>
                  <a:lnTo>
                    <a:pt x="104961" y="11998"/>
                  </a:lnTo>
                  <a:lnTo>
                    <a:pt x="100064" y="14051"/>
                  </a:lnTo>
                  <a:lnTo>
                    <a:pt x="95235" y="16259"/>
                  </a:lnTo>
                  <a:lnTo>
                    <a:pt x="90478" y="18619"/>
                  </a:lnTo>
                  <a:lnTo>
                    <a:pt x="85799" y="21129"/>
                  </a:lnTo>
                  <a:lnTo>
                    <a:pt x="81202" y="23787"/>
                  </a:lnTo>
                  <a:lnTo>
                    <a:pt x="76692" y="26589"/>
                  </a:lnTo>
                  <a:lnTo>
                    <a:pt x="72273" y="29532"/>
                  </a:lnTo>
                  <a:lnTo>
                    <a:pt x="67949" y="32615"/>
                  </a:lnTo>
                  <a:lnTo>
                    <a:pt x="63726" y="35834"/>
                  </a:lnTo>
                  <a:lnTo>
                    <a:pt x="59607" y="39185"/>
                  </a:lnTo>
                  <a:lnTo>
                    <a:pt x="55597" y="42665"/>
                  </a:lnTo>
                  <a:lnTo>
                    <a:pt x="51699" y="46270"/>
                  </a:lnTo>
                  <a:lnTo>
                    <a:pt x="47917" y="49998"/>
                  </a:lnTo>
                  <a:lnTo>
                    <a:pt x="44256" y="53844"/>
                  </a:lnTo>
                  <a:lnTo>
                    <a:pt x="40719" y="57804"/>
                  </a:lnTo>
                  <a:lnTo>
                    <a:pt x="37309" y="61875"/>
                  </a:lnTo>
                  <a:lnTo>
                    <a:pt x="34031" y="66052"/>
                  </a:lnTo>
                  <a:lnTo>
                    <a:pt x="30887" y="70330"/>
                  </a:lnTo>
                  <a:lnTo>
                    <a:pt x="27880" y="74707"/>
                  </a:lnTo>
                  <a:lnTo>
                    <a:pt x="25014" y="79177"/>
                  </a:lnTo>
                  <a:lnTo>
                    <a:pt x="22291" y="83735"/>
                  </a:lnTo>
                  <a:lnTo>
                    <a:pt x="19714" y="88378"/>
                  </a:lnTo>
                  <a:lnTo>
                    <a:pt x="17286" y="93100"/>
                  </a:lnTo>
                  <a:lnTo>
                    <a:pt x="15009" y="97897"/>
                  </a:lnTo>
                  <a:lnTo>
                    <a:pt x="12886" y="102764"/>
                  </a:lnTo>
                  <a:lnTo>
                    <a:pt x="10919" y="107696"/>
                  </a:lnTo>
                  <a:lnTo>
                    <a:pt x="9109" y="112688"/>
                  </a:lnTo>
                  <a:lnTo>
                    <a:pt x="7458" y="117735"/>
                  </a:lnTo>
                  <a:lnTo>
                    <a:pt x="5969" y="122832"/>
                  </a:lnTo>
                  <a:lnTo>
                    <a:pt x="4642" y="127973"/>
                  </a:lnTo>
                  <a:lnTo>
                    <a:pt x="3479" y="133154"/>
                  </a:lnTo>
                  <a:lnTo>
                    <a:pt x="2482" y="138369"/>
                  </a:lnTo>
                  <a:lnTo>
                    <a:pt x="1650" y="143614"/>
                  </a:lnTo>
                  <a:lnTo>
                    <a:pt x="985" y="148882"/>
                  </a:lnTo>
                  <a:lnTo>
                    <a:pt x="489" y="154168"/>
                  </a:lnTo>
                  <a:lnTo>
                    <a:pt x="160" y="159468"/>
                  </a:lnTo>
                  <a:lnTo>
                    <a:pt x="0" y="164776"/>
                  </a:lnTo>
                  <a:lnTo>
                    <a:pt x="8" y="170085"/>
                  </a:lnTo>
                  <a:lnTo>
                    <a:pt x="185" y="175392"/>
                  </a:lnTo>
                  <a:lnTo>
                    <a:pt x="530" y="180691"/>
                  </a:lnTo>
                  <a:lnTo>
                    <a:pt x="1044" y="185976"/>
                  </a:lnTo>
                  <a:lnTo>
                    <a:pt x="1725" y="191242"/>
                  </a:lnTo>
                  <a:lnTo>
                    <a:pt x="2573" y="196484"/>
                  </a:lnTo>
                  <a:lnTo>
                    <a:pt x="3587" y="201696"/>
                  </a:lnTo>
                  <a:lnTo>
                    <a:pt x="4766" y="206873"/>
                  </a:lnTo>
                  <a:lnTo>
                    <a:pt x="6109" y="212010"/>
                  </a:lnTo>
                  <a:lnTo>
                    <a:pt x="7615" y="217102"/>
                  </a:lnTo>
                  <a:lnTo>
                    <a:pt x="9281" y="222144"/>
                  </a:lnTo>
                  <a:lnTo>
                    <a:pt x="11107" y="227130"/>
                  </a:lnTo>
                  <a:lnTo>
                    <a:pt x="13090" y="232056"/>
                  </a:lnTo>
                  <a:lnTo>
                    <a:pt x="15229" y="236916"/>
                  </a:lnTo>
                  <a:lnTo>
                    <a:pt x="17520" y="241706"/>
                  </a:lnTo>
                  <a:lnTo>
                    <a:pt x="19963" y="246420"/>
                  </a:lnTo>
                  <a:lnTo>
                    <a:pt x="22555" y="251055"/>
                  </a:lnTo>
                  <a:lnTo>
                    <a:pt x="25292" y="255605"/>
                  </a:lnTo>
                  <a:lnTo>
                    <a:pt x="28172" y="260066"/>
                  </a:lnTo>
                  <a:lnTo>
                    <a:pt x="31193" y="264433"/>
                  </a:lnTo>
                  <a:lnTo>
                    <a:pt x="34350" y="268701"/>
                  </a:lnTo>
                  <a:lnTo>
                    <a:pt x="37642" y="272868"/>
                  </a:lnTo>
                  <a:lnTo>
                    <a:pt x="41064" y="276928"/>
                  </a:lnTo>
                  <a:lnTo>
                    <a:pt x="44614" y="280877"/>
                  </a:lnTo>
                  <a:lnTo>
                    <a:pt x="48287" y="284711"/>
                  </a:lnTo>
                  <a:lnTo>
                    <a:pt x="52080" y="288427"/>
                  </a:lnTo>
                  <a:lnTo>
                    <a:pt x="55990" y="292020"/>
                  </a:lnTo>
                  <a:lnTo>
                    <a:pt x="60011" y="295488"/>
                  </a:lnTo>
                  <a:lnTo>
                    <a:pt x="64141" y="298826"/>
                  </a:lnTo>
                  <a:lnTo>
                    <a:pt x="68374" y="302031"/>
                  </a:lnTo>
                  <a:lnTo>
                    <a:pt x="72707" y="305100"/>
                  </a:lnTo>
                  <a:lnTo>
                    <a:pt x="77135" y="308030"/>
                  </a:lnTo>
                  <a:lnTo>
                    <a:pt x="81655" y="310818"/>
                  </a:lnTo>
                  <a:lnTo>
                    <a:pt x="86260" y="313460"/>
                  </a:lnTo>
                  <a:lnTo>
                    <a:pt x="90947" y="315956"/>
                  </a:lnTo>
                  <a:lnTo>
                    <a:pt x="95711" y="318301"/>
                  </a:lnTo>
                  <a:lnTo>
                    <a:pt x="100547" y="320493"/>
                  </a:lnTo>
                  <a:lnTo>
                    <a:pt x="105450" y="322531"/>
                  </a:lnTo>
                  <a:lnTo>
                    <a:pt x="110416" y="324413"/>
                  </a:lnTo>
                  <a:lnTo>
                    <a:pt x="115438" y="326135"/>
                  </a:lnTo>
                  <a:lnTo>
                    <a:pt x="120513" y="327697"/>
                  </a:lnTo>
                  <a:lnTo>
                    <a:pt x="125635" y="329097"/>
                  </a:lnTo>
                  <a:lnTo>
                    <a:pt x="130799" y="330334"/>
                  </a:lnTo>
                  <a:lnTo>
                    <a:pt x="136000" y="331406"/>
                  </a:lnTo>
                  <a:lnTo>
                    <a:pt x="141231" y="332313"/>
                  </a:lnTo>
                  <a:lnTo>
                    <a:pt x="146490" y="333053"/>
                  </a:lnTo>
                  <a:lnTo>
                    <a:pt x="151768" y="333625"/>
                  </a:lnTo>
                  <a:lnTo>
                    <a:pt x="157063" y="334030"/>
                  </a:lnTo>
                  <a:lnTo>
                    <a:pt x="162368" y="334266"/>
                  </a:lnTo>
                  <a:lnTo>
                    <a:pt x="167677" y="334334"/>
                  </a:lnTo>
                  <a:lnTo>
                    <a:pt x="172986" y="334232"/>
                  </a:lnTo>
                  <a:lnTo>
                    <a:pt x="178289" y="333963"/>
                  </a:lnTo>
                  <a:lnTo>
                    <a:pt x="183581" y="333525"/>
                  </a:lnTo>
                  <a:lnTo>
                    <a:pt x="188856" y="332919"/>
                  </a:lnTo>
                  <a:lnTo>
                    <a:pt x="194109" y="332146"/>
                  </a:lnTo>
                  <a:lnTo>
                    <a:pt x="199335" y="331207"/>
                  </a:lnTo>
                  <a:lnTo>
                    <a:pt x="204529" y="330102"/>
                  </a:lnTo>
                  <a:lnTo>
                    <a:pt x="209685" y="328832"/>
                  </a:lnTo>
                  <a:lnTo>
                    <a:pt x="214798" y="327400"/>
                  </a:lnTo>
                  <a:lnTo>
                    <a:pt x="219863" y="325806"/>
                  </a:lnTo>
                  <a:lnTo>
                    <a:pt x="224874" y="324052"/>
                  </a:lnTo>
                  <a:lnTo>
                    <a:pt x="229828" y="322139"/>
                  </a:lnTo>
                  <a:lnTo>
                    <a:pt x="234718" y="320070"/>
                  </a:lnTo>
                  <a:lnTo>
                    <a:pt x="239540" y="317847"/>
                  </a:lnTo>
                  <a:lnTo>
                    <a:pt x="244289" y="315472"/>
                  </a:lnTo>
                  <a:lnTo>
                    <a:pt x="248961" y="312947"/>
                  </a:lnTo>
                  <a:lnTo>
                    <a:pt x="253549" y="310276"/>
                  </a:lnTo>
                  <a:lnTo>
                    <a:pt x="258051" y="307459"/>
                  </a:lnTo>
                  <a:lnTo>
                    <a:pt x="262461" y="304502"/>
                  </a:lnTo>
                  <a:lnTo>
                    <a:pt x="266774" y="301405"/>
                  </a:lnTo>
                  <a:lnTo>
                    <a:pt x="270987" y="298174"/>
                  </a:lnTo>
                  <a:lnTo>
                    <a:pt x="275096" y="294810"/>
                  </a:lnTo>
                  <a:lnTo>
                    <a:pt x="279095" y="291317"/>
                  </a:lnTo>
                  <a:lnTo>
                    <a:pt x="282982" y="287699"/>
                  </a:lnTo>
                  <a:lnTo>
                    <a:pt x="286751" y="283959"/>
                  </a:lnTo>
                  <a:lnTo>
                    <a:pt x="290400" y="280102"/>
                  </a:lnTo>
                  <a:lnTo>
                    <a:pt x="293925" y="276130"/>
                  </a:lnTo>
                  <a:lnTo>
                    <a:pt x="297322" y="272049"/>
                  </a:lnTo>
                  <a:lnTo>
                    <a:pt x="300587" y="267862"/>
                  </a:lnTo>
                  <a:lnTo>
                    <a:pt x="303718" y="263573"/>
                  </a:lnTo>
                  <a:lnTo>
                    <a:pt x="306711" y="259187"/>
                  </a:lnTo>
                  <a:lnTo>
                    <a:pt x="309563" y="254708"/>
                  </a:lnTo>
                  <a:lnTo>
                    <a:pt x="312271" y="250141"/>
                  </a:lnTo>
                  <a:lnTo>
                    <a:pt x="314833" y="245490"/>
                  </a:lnTo>
                  <a:lnTo>
                    <a:pt x="317246" y="240760"/>
                  </a:lnTo>
                  <a:lnTo>
                    <a:pt x="319508" y="235956"/>
                  </a:lnTo>
                  <a:lnTo>
                    <a:pt x="321616" y="231083"/>
                  </a:lnTo>
                  <a:lnTo>
                    <a:pt x="323568" y="226145"/>
                  </a:lnTo>
                  <a:lnTo>
                    <a:pt x="325362" y="221147"/>
                  </a:lnTo>
                  <a:lnTo>
                    <a:pt x="326997" y="216095"/>
                  </a:lnTo>
                  <a:lnTo>
                    <a:pt x="328470" y="210994"/>
                  </a:lnTo>
                  <a:lnTo>
                    <a:pt x="329780" y="205848"/>
                  </a:lnTo>
                  <a:lnTo>
                    <a:pt x="330927" y="200664"/>
                  </a:lnTo>
                  <a:lnTo>
                    <a:pt x="331908" y="195445"/>
                  </a:lnTo>
                  <a:lnTo>
                    <a:pt x="332723" y="190198"/>
                  </a:lnTo>
                  <a:lnTo>
                    <a:pt x="333371" y="184928"/>
                  </a:lnTo>
                  <a:lnTo>
                    <a:pt x="333851" y="179640"/>
                  </a:lnTo>
                  <a:lnTo>
                    <a:pt x="334163" y="174339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238196"/>
              <a:ext cx="167013" cy="7172"/>
            </a:xfrm>
            <a:custGeom>
              <a:avLst/>
              <a:pathLst>
                <a:path w="167013" h="7172">
                  <a:moveTo>
                    <a:pt x="167013" y="717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167157" cy="174339"/>
            </a:xfrm>
            <a:custGeom>
              <a:avLst/>
              <a:pathLst>
                <a:path w="167157" h="174339">
                  <a:moveTo>
                    <a:pt x="167013" y="174339"/>
                  </a:moveTo>
                  <a:lnTo>
                    <a:pt x="167157" y="168946"/>
                  </a:lnTo>
                  <a:lnTo>
                    <a:pt x="167128" y="163551"/>
                  </a:lnTo>
                  <a:lnTo>
                    <a:pt x="166924" y="158160"/>
                  </a:lnTo>
                  <a:lnTo>
                    <a:pt x="166547" y="152778"/>
                  </a:lnTo>
                  <a:lnTo>
                    <a:pt x="165996" y="147412"/>
                  </a:lnTo>
                  <a:lnTo>
                    <a:pt x="165272" y="142065"/>
                  </a:lnTo>
                  <a:lnTo>
                    <a:pt x="164376" y="136745"/>
                  </a:lnTo>
                  <a:lnTo>
                    <a:pt x="163308" y="131457"/>
                  </a:lnTo>
                  <a:lnTo>
                    <a:pt x="162071" y="126206"/>
                  </a:lnTo>
                  <a:lnTo>
                    <a:pt x="160665" y="120997"/>
                  </a:lnTo>
                  <a:lnTo>
                    <a:pt x="159091" y="115837"/>
                  </a:lnTo>
                  <a:lnTo>
                    <a:pt x="157352" y="110730"/>
                  </a:lnTo>
                  <a:lnTo>
                    <a:pt x="155449" y="105682"/>
                  </a:lnTo>
                  <a:lnTo>
                    <a:pt x="153384" y="100698"/>
                  </a:lnTo>
                  <a:lnTo>
                    <a:pt x="151159" y="95783"/>
                  </a:lnTo>
                  <a:lnTo>
                    <a:pt x="148777" y="90942"/>
                  </a:lnTo>
                  <a:lnTo>
                    <a:pt x="146240" y="86181"/>
                  </a:lnTo>
                  <a:lnTo>
                    <a:pt x="143550" y="81504"/>
                  </a:lnTo>
                  <a:lnTo>
                    <a:pt x="140711" y="76917"/>
                  </a:lnTo>
                  <a:lnTo>
                    <a:pt x="137726" y="72423"/>
                  </a:lnTo>
                  <a:lnTo>
                    <a:pt x="134597" y="68028"/>
                  </a:lnTo>
                  <a:lnTo>
                    <a:pt x="131328" y="63737"/>
                  </a:lnTo>
                  <a:lnTo>
                    <a:pt x="127922" y="59553"/>
                  </a:lnTo>
                  <a:lnTo>
                    <a:pt x="124383" y="55481"/>
                  </a:lnTo>
                  <a:lnTo>
                    <a:pt x="120714" y="51525"/>
                  </a:lnTo>
                  <a:lnTo>
                    <a:pt x="116919" y="47690"/>
                  </a:lnTo>
                  <a:lnTo>
                    <a:pt x="113003" y="43980"/>
                  </a:lnTo>
                  <a:lnTo>
                    <a:pt x="108969" y="40397"/>
                  </a:lnTo>
                  <a:lnTo>
                    <a:pt x="104822" y="36947"/>
                  </a:lnTo>
                  <a:lnTo>
                    <a:pt x="100565" y="33632"/>
                  </a:lnTo>
                  <a:lnTo>
                    <a:pt x="96204" y="30457"/>
                  </a:lnTo>
                  <a:lnTo>
                    <a:pt x="91742" y="27424"/>
                  </a:lnTo>
                  <a:lnTo>
                    <a:pt x="87185" y="24536"/>
                  </a:lnTo>
                  <a:lnTo>
                    <a:pt x="82537" y="21797"/>
                  </a:lnTo>
                  <a:lnTo>
                    <a:pt x="77803" y="19209"/>
                  </a:lnTo>
                  <a:lnTo>
                    <a:pt x="72988" y="16776"/>
                  </a:lnTo>
                  <a:lnTo>
                    <a:pt x="68097" y="14499"/>
                  </a:lnTo>
                  <a:lnTo>
                    <a:pt x="63136" y="12381"/>
                  </a:lnTo>
                  <a:lnTo>
                    <a:pt x="58108" y="10424"/>
                  </a:lnTo>
                  <a:lnTo>
                    <a:pt x="53020" y="8631"/>
                  </a:lnTo>
                  <a:lnTo>
                    <a:pt x="47876" y="7002"/>
                  </a:lnTo>
                  <a:lnTo>
                    <a:pt x="42683" y="5541"/>
                  </a:lnTo>
                  <a:lnTo>
                    <a:pt x="37446" y="4247"/>
                  </a:lnTo>
                  <a:lnTo>
                    <a:pt x="32169" y="3124"/>
                  </a:lnTo>
                  <a:lnTo>
                    <a:pt x="26859" y="2171"/>
                  </a:lnTo>
                  <a:lnTo>
                    <a:pt x="21520" y="1391"/>
                  </a:lnTo>
                  <a:lnTo>
                    <a:pt x="16160" y="782"/>
                  </a:lnTo>
                  <a:lnTo>
                    <a:pt x="10782" y="348"/>
                  </a:lnTo>
                  <a:lnTo>
                    <a:pt x="539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913188" y="941493"/>
              <a:ext cx="110355" cy="167167"/>
            </a:xfrm>
            <a:custGeom>
              <a:avLst/>
              <a:pathLst>
                <a:path w="110355" h="167167">
                  <a:moveTo>
                    <a:pt x="110355" y="0"/>
                  </a:moveTo>
                  <a:lnTo>
                    <a:pt x="104617" y="98"/>
                  </a:lnTo>
                  <a:lnTo>
                    <a:pt x="98885" y="393"/>
                  </a:lnTo>
                  <a:lnTo>
                    <a:pt x="93167" y="886"/>
                  </a:lnTo>
                  <a:lnTo>
                    <a:pt x="87469" y="1574"/>
                  </a:lnTo>
                  <a:lnTo>
                    <a:pt x="81798" y="2457"/>
                  </a:lnTo>
                  <a:lnTo>
                    <a:pt x="76161" y="3534"/>
                  </a:lnTo>
                  <a:lnTo>
                    <a:pt x="70564" y="4804"/>
                  </a:lnTo>
                  <a:lnTo>
                    <a:pt x="65014" y="6266"/>
                  </a:lnTo>
                  <a:lnTo>
                    <a:pt x="59517" y="7917"/>
                  </a:lnTo>
                  <a:lnTo>
                    <a:pt x="54081" y="9756"/>
                  </a:lnTo>
                  <a:lnTo>
                    <a:pt x="48710" y="11781"/>
                  </a:lnTo>
                  <a:lnTo>
                    <a:pt x="43413" y="13989"/>
                  </a:lnTo>
                  <a:lnTo>
                    <a:pt x="38194" y="16377"/>
                  </a:lnTo>
                  <a:lnTo>
                    <a:pt x="33060" y="18943"/>
                  </a:lnTo>
                  <a:lnTo>
                    <a:pt x="28017" y="21684"/>
                  </a:lnTo>
                  <a:lnTo>
                    <a:pt x="23072" y="24596"/>
                  </a:lnTo>
                  <a:lnTo>
                    <a:pt x="18229" y="27676"/>
                  </a:lnTo>
                  <a:lnTo>
                    <a:pt x="13495" y="30921"/>
                  </a:lnTo>
                  <a:lnTo>
                    <a:pt x="8875" y="34326"/>
                  </a:lnTo>
                  <a:lnTo>
                    <a:pt x="4375" y="37888"/>
                  </a:lnTo>
                  <a:lnTo>
                    <a:pt x="0" y="41602"/>
                  </a:lnTo>
                  <a:lnTo>
                    <a:pt x="1103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3188" y="983095"/>
              <a:ext cx="110355" cy="125564"/>
            </a:xfrm>
            <a:custGeom>
              <a:avLst/>
              <a:pathLst>
                <a:path w="110355" h="125564">
                  <a:moveTo>
                    <a:pt x="0" y="0"/>
                  </a:moveTo>
                  <a:lnTo>
                    <a:pt x="110355" y="125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56383" y="964977"/>
              <a:ext cx="334308" cy="310849"/>
            </a:xfrm>
            <a:custGeom>
              <a:avLst/>
              <a:pathLst>
                <a:path w="334308" h="310849">
                  <a:moveTo>
                    <a:pt x="56804" y="18118"/>
                  </a:moveTo>
                  <a:lnTo>
                    <a:pt x="52867" y="21691"/>
                  </a:lnTo>
                  <a:lnTo>
                    <a:pt x="49045" y="25388"/>
                  </a:lnTo>
                  <a:lnTo>
                    <a:pt x="45342" y="29204"/>
                  </a:lnTo>
                  <a:lnTo>
                    <a:pt x="41763" y="33136"/>
                  </a:lnTo>
                  <a:lnTo>
                    <a:pt x="38311" y="37180"/>
                  </a:lnTo>
                  <a:lnTo>
                    <a:pt x="34989" y="41331"/>
                  </a:lnTo>
                  <a:lnTo>
                    <a:pt x="31801" y="45586"/>
                  </a:lnTo>
                  <a:lnTo>
                    <a:pt x="28750" y="49941"/>
                  </a:lnTo>
                  <a:lnTo>
                    <a:pt x="25838" y="54390"/>
                  </a:lnTo>
                  <a:lnTo>
                    <a:pt x="23070" y="58930"/>
                  </a:lnTo>
                  <a:lnTo>
                    <a:pt x="20448" y="63555"/>
                  </a:lnTo>
                  <a:lnTo>
                    <a:pt x="17974" y="68261"/>
                  </a:lnTo>
                  <a:lnTo>
                    <a:pt x="15650" y="73044"/>
                  </a:lnTo>
                  <a:lnTo>
                    <a:pt x="13481" y="77898"/>
                  </a:lnTo>
                  <a:lnTo>
                    <a:pt x="11466" y="82819"/>
                  </a:lnTo>
                  <a:lnTo>
                    <a:pt x="9609" y="87801"/>
                  </a:lnTo>
                  <a:lnTo>
                    <a:pt x="7912" y="92840"/>
                  </a:lnTo>
                  <a:lnTo>
                    <a:pt x="6375" y="97930"/>
                  </a:lnTo>
                  <a:lnTo>
                    <a:pt x="5002" y="103067"/>
                  </a:lnTo>
                  <a:lnTo>
                    <a:pt x="3792" y="108245"/>
                  </a:lnTo>
                  <a:lnTo>
                    <a:pt x="2748" y="113458"/>
                  </a:lnTo>
                  <a:lnTo>
                    <a:pt x="1870" y="118702"/>
                  </a:lnTo>
                  <a:lnTo>
                    <a:pt x="1159" y="123972"/>
                  </a:lnTo>
                  <a:lnTo>
                    <a:pt x="616" y="129261"/>
                  </a:lnTo>
                  <a:lnTo>
                    <a:pt x="242" y="134565"/>
                  </a:lnTo>
                  <a:lnTo>
                    <a:pt x="36" y="139878"/>
                  </a:lnTo>
                  <a:lnTo>
                    <a:pt x="0" y="145195"/>
                  </a:lnTo>
                  <a:lnTo>
                    <a:pt x="132" y="150510"/>
                  </a:lnTo>
                  <a:lnTo>
                    <a:pt x="434" y="155819"/>
                  </a:lnTo>
                  <a:lnTo>
                    <a:pt x="904" y="161115"/>
                  </a:lnTo>
                  <a:lnTo>
                    <a:pt x="1543" y="166393"/>
                  </a:lnTo>
                  <a:lnTo>
                    <a:pt x="2349" y="171649"/>
                  </a:lnTo>
                  <a:lnTo>
                    <a:pt x="3321" y="176876"/>
                  </a:lnTo>
                  <a:lnTo>
                    <a:pt x="4460" y="182070"/>
                  </a:lnTo>
                  <a:lnTo>
                    <a:pt x="5763" y="187225"/>
                  </a:lnTo>
                  <a:lnTo>
                    <a:pt x="7229" y="192336"/>
                  </a:lnTo>
                  <a:lnTo>
                    <a:pt x="8858" y="197397"/>
                  </a:lnTo>
                  <a:lnTo>
                    <a:pt x="10646" y="202405"/>
                  </a:lnTo>
                  <a:lnTo>
                    <a:pt x="12593" y="207353"/>
                  </a:lnTo>
                  <a:lnTo>
                    <a:pt x="14696" y="212236"/>
                  </a:lnTo>
                  <a:lnTo>
                    <a:pt x="16953" y="217050"/>
                  </a:lnTo>
                  <a:lnTo>
                    <a:pt x="19362" y="221790"/>
                  </a:lnTo>
                  <a:lnTo>
                    <a:pt x="21921" y="226451"/>
                  </a:lnTo>
                  <a:lnTo>
                    <a:pt x="24627" y="231028"/>
                  </a:lnTo>
                  <a:lnTo>
                    <a:pt x="27477" y="235517"/>
                  </a:lnTo>
                  <a:lnTo>
                    <a:pt x="30468" y="239913"/>
                  </a:lnTo>
                  <a:lnTo>
                    <a:pt x="33598" y="244211"/>
                  </a:lnTo>
                  <a:lnTo>
                    <a:pt x="36862" y="248408"/>
                  </a:lnTo>
                  <a:lnTo>
                    <a:pt x="40259" y="252499"/>
                  </a:lnTo>
                  <a:lnTo>
                    <a:pt x="43784" y="256480"/>
                  </a:lnTo>
                  <a:lnTo>
                    <a:pt x="47433" y="260346"/>
                  </a:lnTo>
                  <a:lnTo>
                    <a:pt x="51204" y="264095"/>
                  </a:lnTo>
                  <a:lnTo>
                    <a:pt x="55092" y="267722"/>
                  </a:lnTo>
                  <a:lnTo>
                    <a:pt x="59094" y="271223"/>
                  </a:lnTo>
                  <a:lnTo>
                    <a:pt x="63204" y="274595"/>
                  </a:lnTo>
                  <a:lnTo>
                    <a:pt x="67420" y="277835"/>
                  </a:lnTo>
                  <a:lnTo>
                    <a:pt x="71737" y="280939"/>
                  </a:lnTo>
                  <a:lnTo>
                    <a:pt x="76151" y="283905"/>
                  </a:lnTo>
                  <a:lnTo>
                    <a:pt x="80656" y="286728"/>
                  </a:lnTo>
                  <a:lnTo>
                    <a:pt x="85249" y="289407"/>
                  </a:lnTo>
                  <a:lnTo>
                    <a:pt x="89925" y="291938"/>
                  </a:lnTo>
                  <a:lnTo>
                    <a:pt x="94679" y="294319"/>
                  </a:lnTo>
                  <a:lnTo>
                    <a:pt x="99506" y="296548"/>
                  </a:lnTo>
                  <a:lnTo>
                    <a:pt x="104402" y="298623"/>
                  </a:lnTo>
                  <a:lnTo>
                    <a:pt x="109362" y="300540"/>
                  </a:lnTo>
                  <a:lnTo>
                    <a:pt x="114379" y="302299"/>
                  </a:lnTo>
                  <a:lnTo>
                    <a:pt x="119450" y="303897"/>
                  </a:lnTo>
                  <a:lnTo>
                    <a:pt x="124570" y="305334"/>
                  </a:lnTo>
                  <a:lnTo>
                    <a:pt x="129732" y="306606"/>
                  </a:lnTo>
                  <a:lnTo>
                    <a:pt x="134933" y="307714"/>
                  </a:lnTo>
                  <a:lnTo>
                    <a:pt x="140166" y="308656"/>
                  </a:lnTo>
                  <a:lnTo>
                    <a:pt x="145426" y="309431"/>
                  </a:lnTo>
                  <a:lnTo>
                    <a:pt x="150708" y="310039"/>
                  </a:lnTo>
                  <a:lnTo>
                    <a:pt x="156007" y="310478"/>
                  </a:lnTo>
                  <a:lnTo>
                    <a:pt x="161317" y="310748"/>
                  </a:lnTo>
                  <a:lnTo>
                    <a:pt x="166633" y="310849"/>
                  </a:lnTo>
                  <a:lnTo>
                    <a:pt x="171950" y="310781"/>
                  </a:lnTo>
                  <a:lnTo>
                    <a:pt x="177262" y="310545"/>
                  </a:lnTo>
                  <a:lnTo>
                    <a:pt x="182563" y="310139"/>
                  </a:lnTo>
                  <a:lnTo>
                    <a:pt x="187849" y="309565"/>
                  </a:lnTo>
                  <a:lnTo>
                    <a:pt x="193114" y="308823"/>
                  </a:lnTo>
                  <a:lnTo>
                    <a:pt x="198353" y="307914"/>
                  </a:lnTo>
                  <a:lnTo>
                    <a:pt x="203560" y="306839"/>
                  </a:lnTo>
                  <a:lnTo>
                    <a:pt x="208731" y="305599"/>
                  </a:lnTo>
                  <a:lnTo>
                    <a:pt x="213859" y="304195"/>
                  </a:lnTo>
                  <a:lnTo>
                    <a:pt x="218940" y="302628"/>
                  </a:lnTo>
                  <a:lnTo>
                    <a:pt x="223969" y="300901"/>
                  </a:lnTo>
                  <a:lnTo>
                    <a:pt x="228940" y="299015"/>
                  </a:lnTo>
                  <a:lnTo>
                    <a:pt x="233849" y="296972"/>
                  </a:lnTo>
                  <a:lnTo>
                    <a:pt x="238690" y="294773"/>
                  </a:lnTo>
                  <a:lnTo>
                    <a:pt x="243459" y="292422"/>
                  </a:lnTo>
                  <a:lnTo>
                    <a:pt x="248151" y="289920"/>
                  </a:lnTo>
                  <a:lnTo>
                    <a:pt x="252761" y="287270"/>
                  </a:lnTo>
                  <a:lnTo>
                    <a:pt x="257284" y="284476"/>
                  </a:lnTo>
                  <a:lnTo>
                    <a:pt x="261716" y="281538"/>
                  </a:lnTo>
                  <a:lnTo>
                    <a:pt x="266052" y="278461"/>
                  </a:lnTo>
                  <a:lnTo>
                    <a:pt x="270289" y="275248"/>
                  </a:lnTo>
                  <a:lnTo>
                    <a:pt x="274421" y="271902"/>
                  </a:lnTo>
                  <a:lnTo>
                    <a:pt x="278444" y="268426"/>
                  </a:lnTo>
                  <a:lnTo>
                    <a:pt x="282355" y="264823"/>
                  </a:lnTo>
                  <a:lnTo>
                    <a:pt x="286149" y="261099"/>
                  </a:lnTo>
                  <a:lnTo>
                    <a:pt x="289823" y="257255"/>
                  </a:lnTo>
                  <a:lnTo>
                    <a:pt x="293373" y="253297"/>
                  </a:lnTo>
                  <a:lnTo>
                    <a:pt x="296795" y="249227"/>
                  </a:lnTo>
                  <a:lnTo>
                    <a:pt x="300086" y="245051"/>
                  </a:lnTo>
                  <a:lnTo>
                    <a:pt x="303243" y="240772"/>
                  </a:lnTo>
                  <a:lnTo>
                    <a:pt x="306262" y="236395"/>
                  </a:lnTo>
                  <a:lnTo>
                    <a:pt x="309140" y="231925"/>
                  </a:lnTo>
                  <a:lnTo>
                    <a:pt x="311875" y="227365"/>
                  </a:lnTo>
                  <a:lnTo>
                    <a:pt x="314463" y="222720"/>
                  </a:lnTo>
                  <a:lnTo>
                    <a:pt x="316902" y="217995"/>
                  </a:lnTo>
                  <a:lnTo>
                    <a:pt x="319189" y="213196"/>
                  </a:lnTo>
                  <a:lnTo>
                    <a:pt x="321323" y="208325"/>
                  </a:lnTo>
                  <a:lnTo>
                    <a:pt x="323301" y="203390"/>
                  </a:lnTo>
                  <a:lnTo>
                    <a:pt x="325121" y="198394"/>
                  </a:lnTo>
                  <a:lnTo>
                    <a:pt x="326781" y="193343"/>
                  </a:lnTo>
                  <a:lnTo>
                    <a:pt x="328280" y="188241"/>
                  </a:lnTo>
                  <a:lnTo>
                    <a:pt x="329615" y="183095"/>
                  </a:lnTo>
                  <a:lnTo>
                    <a:pt x="330786" y="177908"/>
                  </a:lnTo>
                  <a:lnTo>
                    <a:pt x="331792" y="172687"/>
                  </a:lnTo>
                  <a:lnTo>
                    <a:pt x="332631" y="167437"/>
                  </a:lnTo>
                  <a:lnTo>
                    <a:pt x="333303" y="162162"/>
                  </a:lnTo>
                  <a:lnTo>
                    <a:pt x="333807" y="156869"/>
                  </a:lnTo>
                  <a:lnTo>
                    <a:pt x="334142" y="151563"/>
                  </a:lnTo>
                  <a:lnTo>
                    <a:pt x="334308" y="146248"/>
                  </a:lnTo>
                  <a:lnTo>
                    <a:pt x="334305" y="140931"/>
                  </a:lnTo>
                  <a:lnTo>
                    <a:pt x="334133" y="135617"/>
                  </a:lnTo>
                  <a:lnTo>
                    <a:pt x="333792" y="130311"/>
                  </a:lnTo>
                  <a:lnTo>
                    <a:pt x="333282" y="125018"/>
                  </a:lnTo>
                  <a:lnTo>
                    <a:pt x="332605" y="119744"/>
                  </a:lnTo>
                  <a:lnTo>
                    <a:pt x="331760" y="114495"/>
                  </a:lnTo>
                  <a:lnTo>
                    <a:pt x="330748" y="109275"/>
                  </a:lnTo>
                  <a:lnTo>
                    <a:pt x="329571" y="104090"/>
                  </a:lnTo>
                  <a:lnTo>
                    <a:pt x="328230" y="98945"/>
                  </a:lnTo>
                  <a:lnTo>
                    <a:pt x="326726" y="93845"/>
                  </a:lnTo>
                  <a:lnTo>
                    <a:pt x="325060" y="88795"/>
                  </a:lnTo>
                  <a:lnTo>
                    <a:pt x="323234" y="83801"/>
                  </a:lnTo>
                  <a:lnTo>
                    <a:pt x="321251" y="78868"/>
                  </a:lnTo>
                  <a:lnTo>
                    <a:pt x="319112" y="74000"/>
                  </a:lnTo>
                  <a:lnTo>
                    <a:pt x="316819" y="69203"/>
                  </a:lnTo>
                  <a:lnTo>
                    <a:pt x="314375" y="64481"/>
                  </a:lnTo>
                  <a:lnTo>
                    <a:pt x="311781" y="59839"/>
                  </a:lnTo>
                  <a:lnTo>
                    <a:pt x="309042" y="55283"/>
                  </a:lnTo>
                  <a:lnTo>
                    <a:pt x="306159" y="50815"/>
                  </a:lnTo>
                  <a:lnTo>
                    <a:pt x="303135" y="46441"/>
                  </a:lnTo>
                  <a:lnTo>
                    <a:pt x="299973" y="42166"/>
                  </a:lnTo>
                  <a:lnTo>
                    <a:pt x="296678" y="37994"/>
                  </a:lnTo>
                  <a:lnTo>
                    <a:pt x="293251" y="33928"/>
                  </a:lnTo>
                  <a:lnTo>
                    <a:pt x="289697" y="29974"/>
                  </a:lnTo>
                  <a:lnTo>
                    <a:pt x="286019" y="26134"/>
                  </a:lnTo>
                  <a:lnTo>
                    <a:pt x="282220" y="22414"/>
                  </a:lnTo>
                  <a:lnTo>
                    <a:pt x="278305" y="18816"/>
                  </a:lnTo>
                  <a:lnTo>
                    <a:pt x="274278" y="15344"/>
                  </a:lnTo>
                  <a:lnTo>
                    <a:pt x="270142" y="12002"/>
                  </a:lnTo>
                  <a:lnTo>
                    <a:pt x="265902" y="8794"/>
                  </a:lnTo>
                  <a:lnTo>
                    <a:pt x="261562" y="5722"/>
                  </a:lnTo>
                  <a:lnTo>
                    <a:pt x="257127" y="2789"/>
                  </a:lnTo>
                  <a:lnTo>
                    <a:pt x="252601" y="0"/>
                  </a:lnTo>
                  <a:lnTo>
                    <a:pt x="167160" y="1436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85440" cy="167167"/>
            </a:xfrm>
            <a:custGeom>
              <a:avLst/>
              <a:pathLst>
                <a:path w="85440" h="167167">
                  <a:moveTo>
                    <a:pt x="85440" y="23484"/>
                  </a:moveTo>
                  <a:lnTo>
                    <a:pt x="80575" y="20700"/>
                  </a:lnTo>
                  <a:lnTo>
                    <a:pt x="75620" y="18081"/>
                  </a:lnTo>
                  <a:lnTo>
                    <a:pt x="70580" y="15630"/>
                  </a:lnTo>
                  <a:lnTo>
                    <a:pt x="65460" y="13349"/>
                  </a:lnTo>
                  <a:lnTo>
                    <a:pt x="60267" y="11241"/>
                  </a:lnTo>
                  <a:lnTo>
                    <a:pt x="55006" y="9309"/>
                  </a:lnTo>
                  <a:lnTo>
                    <a:pt x="49683" y="7553"/>
                  </a:lnTo>
                  <a:lnTo>
                    <a:pt x="44304" y="5977"/>
                  </a:lnTo>
                  <a:lnTo>
                    <a:pt x="38876" y="4583"/>
                  </a:lnTo>
                  <a:lnTo>
                    <a:pt x="33403" y="3371"/>
                  </a:lnTo>
                  <a:lnTo>
                    <a:pt x="27894" y="2343"/>
                  </a:lnTo>
                  <a:lnTo>
                    <a:pt x="22353" y="1501"/>
                  </a:lnTo>
                  <a:lnTo>
                    <a:pt x="16786" y="844"/>
                  </a:lnTo>
                  <a:lnTo>
                    <a:pt x="11201" y="375"/>
                  </a:lnTo>
                  <a:lnTo>
                    <a:pt x="5604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385879" y="941493"/>
              <a:ext cx="100336" cy="167167"/>
            </a:xfrm>
            <a:custGeom>
              <a:avLst/>
              <a:pathLst>
                <a:path w="100336" h="167167">
                  <a:moveTo>
                    <a:pt x="100336" y="0"/>
                  </a:moveTo>
                  <a:lnTo>
                    <a:pt x="94673" y="95"/>
                  </a:lnTo>
                  <a:lnTo>
                    <a:pt x="89016" y="383"/>
                  </a:lnTo>
                  <a:lnTo>
                    <a:pt x="83373" y="862"/>
                  </a:lnTo>
                  <a:lnTo>
                    <a:pt x="77749" y="1532"/>
                  </a:lnTo>
                  <a:lnTo>
                    <a:pt x="72151" y="2393"/>
                  </a:lnTo>
                  <a:lnTo>
                    <a:pt x="66585" y="3442"/>
                  </a:lnTo>
                  <a:lnTo>
                    <a:pt x="61058" y="4679"/>
                  </a:lnTo>
                  <a:lnTo>
                    <a:pt x="55576" y="6103"/>
                  </a:lnTo>
                  <a:lnTo>
                    <a:pt x="50146" y="7712"/>
                  </a:lnTo>
                  <a:lnTo>
                    <a:pt x="44773" y="9504"/>
                  </a:lnTo>
                  <a:lnTo>
                    <a:pt x="39464" y="11476"/>
                  </a:lnTo>
                  <a:lnTo>
                    <a:pt x="34224" y="13628"/>
                  </a:lnTo>
                  <a:lnTo>
                    <a:pt x="29061" y="15956"/>
                  </a:lnTo>
                  <a:lnTo>
                    <a:pt x="23979" y="18457"/>
                  </a:lnTo>
                  <a:lnTo>
                    <a:pt x="18986" y="21129"/>
                  </a:lnTo>
                  <a:lnTo>
                    <a:pt x="14085" y="23969"/>
                  </a:lnTo>
                  <a:lnTo>
                    <a:pt x="9284" y="26973"/>
                  </a:lnTo>
                  <a:lnTo>
                    <a:pt x="4587" y="30138"/>
                  </a:lnTo>
                  <a:lnTo>
                    <a:pt x="0" y="33460"/>
                  </a:lnTo>
                  <a:lnTo>
                    <a:pt x="1003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85879" y="974953"/>
              <a:ext cx="100336" cy="133707"/>
            </a:xfrm>
            <a:custGeom>
              <a:avLst/>
              <a:pathLst>
                <a:path w="100336" h="133707">
                  <a:moveTo>
                    <a:pt x="0" y="0"/>
                  </a:moveTo>
                  <a:lnTo>
                    <a:pt x="100336" y="1337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048" y="974953"/>
              <a:ext cx="167167" cy="286596"/>
            </a:xfrm>
            <a:custGeom>
              <a:avLst/>
              <a:pathLst>
                <a:path w="167167" h="286596">
                  <a:moveTo>
                    <a:pt x="66830" y="0"/>
                  </a:moveTo>
                  <a:lnTo>
                    <a:pt x="62601" y="3281"/>
                  </a:lnTo>
                  <a:lnTo>
                    <a:pt x="58478" y="6695"/>
                  </a:lnTo>
                  <a:lnTo>
                    <a:pt x="54468" y="10241"/>
                  </a:lnTo>
                  <a:lnTo>
                    <a:pt x="50572" y="13912"/>
                  </a:lnTo>
                  <a:lnTo>
                    <a:pt x="46796" y="17707"/>
                  </a:lnTo>
                  <a:lnTo>
                    <a:pt x="43144" y="21620"/>
                  </a:lnTo>
                  <a:lnTo>
                    <a:pt x="39619" y="25649"/>
                  </a:lnTo>
                  <a:lnTo>
                    <a:pt x="36225" y="29788"/>
                  </a:lnTo>
                  <a:lnTo>
                    <a:pt x="32964" y="34034"/>
                  </a:lnTo>
                  <a:lnTo>
                    <a:pt x="29842" y="38382"/>
                  </a:lnTo>
                  <a:lnTo>
                    <a:pt x="26860" y="42827"/>
                  </a:lnTo>
                  <a:lnTo>
                    <a:pt x="24022" y="47366"/>
                  </a:lnTo>
                  <a:lnTo>
                    <a:pt x="21331" y="51994"/>
                  </a:lnTo>
                  <a:lnTo>
                    <a:pt x="18790" y="56705"/>
                  </a:lnTo>
                  <a:lnTo>
                    <a:pt x="16400" y="61495"/>
                  </a:lnTo>
                  <a:lnTo>
                    <a:pt x="14166" y="66359"/>
                  </a:lnTo>
                  <a:lnTo>
                    <a:pt x="12088" y="71293"/>
                  </a:lnTo>
                  <a:lnTo>
                    <a:pt x="10169" y="76290"/>
                  </a:lnTo>
                  <a:lnTo>
                    <a:pt x="8411" y="81346"/>
                  </a:lnTo>
                  <a:lnTo>
                    <a:pt x="6816" y="86456"/>
                  </a:lnTo>
                  <a:lnTo>
                    <a:pt x="5385" y="91614"/>
                  </a:lnTo>
                  <a:lnTo>
                    <a:pt x="4121" y="96816"/>
                  </a:lnTo>
                  <a:lnTo>
                    <a:pt x="3023" y="102055"/>
                  </a:lnTo>
                  <a:lnTo>
                    <a:pt x="2094" y="107327"/>
                  </a:lnTo>
                  <a:lnTo>
                    <a:pt x="1334" y="112626"/>
                  </a:lnTo>
                  <a:lnTo>
                    <a:pt x="744" y="117946"/>
                  </a:lnTo>
                  <a:lnTo>
                    <a:pt x="325" y="123283"/>
                  </a:lnTo>
                  <a:lnTo>
                    <a:pt x="76" y="128630"/>
                  </a:lnTo>
                  <a:lnTo>
                    <a:pt x="0" y="133983"/>
                  </a:lnTo>
                  <a:lnTo>
                    <a:pt x="94" y="139335"/>
                  </a:lnTo>
                  <a:lnTo>
                    <a:pt x="360" y="144681"/>
                  </a:lnTo>
                  <a:lnTo>
                    <a:pt x="797" y="150016"/>
                  </a:lnTo>
                  <a:lnTo>
                    <a:pt x="1404" y="155335"/>
                  </a:lnTo>
                  <a:lnTo>
                    <a:pt x="2182" y="160631"/>
                  </a:lnTo>
                  <a:lnTo>
                    <a:pt x="3128" y="165900"/>
                  </a:lnTo>
                  <a:lnTo>
                    <a:pt x="4243" y="171135"/>
                  </a:lnTo>
                  <a:lnTo>
                    <a:pt x="5525" y="176333"/>
                  </a:lnTo>
                  <a:lnTo>
                    <a:pt x="6973" y="181486"/>
                  </a:lnTo>
                  <a:lnTo>
                    <a:pt x="8585" y="186591"/>
                  </a:lnTo>
                  <a:lnTo>
                    <a:pt x="10359" y="191641"/>
                  </a:lnTo>
                  <a:lnTo>
                    <a:pt x="12295" y="196632"/>
                  </a:lnTo>
                  <a:lnTo>
                    <a:pt x="14389" y="201559"/>
                  </a:lnTo>
                  <a:lnTo>
                    <a:pt x="16640" y="206415"/>
                  </a:lnTo>
                  <a:lnTo>
                    <a:pt x="19045" y="211198"/>
                  </a:lnTo>
                  <a:lnTo>
                    <a:pt x="21602" y="215900"/>
                  </a:lnTo>
                  <a:lnTo>
                    <a:pt x="24308" y="220519"/>
                  </a:lnTo>
                  <a:lnTo>
                    <a:pt x="27161" y="225049"/>
                  </a:lnTo>
                  <a:lnTo>
                    <a:pt x="30157" y="229484"/>
                  </a:lnTo>
                  <a:lnTo>
                    <a:pt x="33294" y="233822"/>
                  </a:lnTo>
                  <a:lnTo>
                    <a:pt x="36568" y="238057"/>
                  </a:lnTo>
                  <a:lnTo>
                    <a:pt x="39976" y="242185"/>
                  </a:lnTo>
                  <a:lnTo>
                    <a:pt x="43515" y="246202"/>
                  </a:lnTo>
                  <a:lnTo>
                    <a:pt x="47180" y="250103"/>
                  </a:lnTo>
                  <a:lnTo>
                    <a:pt x="50968" y="253885"/>
                  </a:lnTo>
                  <a:lnTo>
                    <a:pt x="54876" y="257544"/>
                  </a:lnTo>
                  <a:lnTo>
                    <a:pt x="58898" y="261076"/>
                  </a:lnTo>
                  <a:lnTo>
                    <a:pt x="63032" y="264477"/>
                  </a:lnTo>
                  <a:lnTo>
                    <a:pt x="67272" y="267744"/>
                  </a:lnTo>
                  <a:lnTo>
                    <a:pt x="71615" y="270874"/>
                  </a:lnTo>
                  <a:lnTo>
                    <a:pt x="76056" y="273863"/>
                  </a:lnTo>
                  <a:lnTo>
                    <a:pt x="80590" y="276708"/>
                  </a:lnTo>
                  <a:lnTo>
                    <a:pt x="85213" y="279407"/>
                  </a:lnTo>
                  <a:lnTo>
                    <a:pt x="89920" y="281956"/>
                  </a:lnTo>
                  <a:lnTo>
                    <a:pt x="94707" y="284353"/>
                  </a:lnTo>
                  <a:lnTo>
                    <a:pt x="99567" y="286596"/>
                  </a:lnTo>
                  <a:lnTo>
                    <a:pt x="167167" y="1337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18616" y="941493"/>
              <a:ext cx="234750" cy="334333"/>
            </a:xfrm>
            <a:custGeom>
              <a:avLst/>
              <a:pathLst>
                <a:path w="234750" h="334333">
                  <a:moveTo>
                    <a:pt x="0" y="320057"/>
                  </a:moveTo>
                  <a:lnTo>
                    <a:pt x="4890" y="322127"/>
                  </a:lnTo>
                  <a:lnTo>
                    <a:pt x="9843" y="324040"/>
                  </a:lnTo>
                  <a:lnTo>
                    <a:pt x="14855" y="325795"/>
                  </a:lnTo>
                  <a:lnTo>
                    <a:pt x="19920" y="327391"/>
                  </a:lnTo>
                  <a:lnTo>
                    <a:pt x="25033" y="328824"/>
                  </a:lnTo>
                  <a:lnTo>
                    <a:pt x="30189" y="330095"/>
                  </a:lnTo>
                  <a:lnTo>
                    <a:pt x="35382" y="331201"/>
                  </a:lnTo>
                  <a:lnTo>
                    <a:pt x="40609" y="332141"/>
                  </a:lnTo>
                  <a:lnTo>
                    <a:pt x="45862" y="332915"/>
                  </a:lnTo>
                  <a:lnTo>
                    <a:pt x="51137" y="333522"/>
                  </a:lnTo>
                  <a:lnTo>
                    <a:pt x="56429" y="333961"/>
                  </a:lnTo>
                  <a:lnTo>
                    <a:pt x="61733" y="334231"/>
                  </a:lnTo>
                  <a:lnTo>
                    <a:pt x="67042" y="334333"/>
                  </a:lnTo>
                  <a:lnTo>
                    <a:pt x="72352" y="334267"/>
                  </a:lnTo>
                  <a:lnTo>
                    <a:pt x="77657" y="334032"/>
                  </a:lnTo>
                  <a:lnTo>
                    <a:pt x="82951" y="333628"/>
                  </a:lnTo>
                  <a:lnTo>
                    <a:pt x="88231" y="333056"/>
                  </a:lnTo>
                  <a:lnTo>
                    <a:pt x="93489" y="332317"/>
                  </a:lnTo>
                  <a:lnTo>
                    <a:pt x="98722" y="331412"/>
                  </a:lnTo>
                  <a:lnTo>
                    <a:pt x="103923" y="330340"/>
                  </a:lnTo>
                  <a:lnTo>
                    <a:pt x="109087" y="329104"/>
                  </a:lnTo>
                  <a:lnTo>
                    <a:pt x="114209" y="327705"/>
                  </a:lnTo>
                  <a:lnTo>
                    <a:pt x="119285" y="326144"/>
                  </a:lnTo>
                  <a:lnTo>
                    <a:pt x="124308" y="324422"/>
                  </a:lnTo>
                  <a:lnTo>
                    <a:pt x="129274" y="322541"/>
                  </a:lnTo>
                  <a:lnTo>
                    <a:pt x="134178" y="320504"/>
                  </a:lnTo>
                  <a:lnTo>
                    <a:pt x="139015" y="318312"/>
                  </a:lnTo>
                  <a:lnTo>
                    <a:pt x="143779" y="315967"/>
                  </a:lnTo>
                  <a:lnTo>
                    <a:pt x="148467" y="313473"/>
                  </a:lnTo>
                  <a:lnTo>
                    <a:pt x="153073" y="310830"/>
                  </a:lnTo>
                  <a:lnTo>
                    <a:pt x="157593" y="308043"/>
                  </a:lnTo>
                  <a:lnTo>
                    <a:pt x="162022" y="305114"/>
                  </a:lnTo>
                  <a:lnTo>
                    <a:pt x="166356" y="302045"/>
                  </a:lnTo>
                  <a:lnTo>
                    <a:pt x="170590" y="298840"/>
                  </a:lnTo>
                  <a:lnTo>
                    <a:pt x="174720" y="295503"/>
                  </a:lnTo>
                  <a:lnTo>
                    <a:pt x="178742" y="292036"/>
                  </a:lnTo>
                  <a:lnTo>
                    <a:pt x="182652" y="288443"/>
                  </a:lnTo>
                  <a:lnTo>
                    <a:pt x="186446" y="284727"/>
                  </a:lnTo>
                  <a:lnTo>
                    <a:pt x="190120" y="280893"/>
                  </a:lnTo>
                  <a:lnTo>
                    <a:pt x="193670" y="276944"/>
                  </a:lnTo>
                  <a:lnTo>
                    <a:pt x="197093" y="272885"/>
                  </a:lnTo>
                  <a:lnTo>
                    <a:pt x="200386" y="268718"/>
                  </a:lnTo>
                  <a:lnTo>
                    <a:pt x="203544" y="264450"/>
                  </a:lnTo>
                  <a:lnTo>
                    <a:pt x="206565" y="260083"/>
                  </a:lnTo>
                  <a:lnTo>
                    <a:pt x="209446" y="255622"/>
                  </a:lnTo>
                  <a:lnTo>
                    <a:pt x="212184" y="251072"/>
                  </a:lnTo>
                  <a:lnTo>
                    <a:pt x="214776" y="246438"/>
                  </a:lnTo>
                  <a:lnTo>
                    <a:pt x="217220" y="241723"/>
                  </a:lnTo>
                  <a:lnTo>
                    <a:pt x="219512" y="236933"/>
                  </a:lnTo>
                  <a:lnTo>
                    <a:pt x="221652" y="232073"/>
                  </a:lnTo>
                  <a:lnTo>
                    <a:pt x="223635" y="227147"/>
                  </a:lnTo>
                  <a:lnTo>
                    <a:pt x="225462" y="222161"/>
                  </a:lnTo>
                  <a:lnTo>
                    <a:pt x="227129" y="217119"/>
                  </a:lnTo>
                  <a:lnTo>
                    <a:pt x="228635" y="212027"/>
                  </a:lnTo>
                  <a:lnTo>
                    <a:pt x="229978" y="206890"/>
                  </a:lnTo>
                  <a:lnTo>
                    <a:pt x="231158" y="201712"/>
                  </a:lnTo>
                  <a:lnTo>
                    <a:pt x="232173" y="196500"/>
                  </a:lnTo>
                  <a:lnTo>
                    <a:pt x="233022" y="191258"/>
                  </a:lnTo>
                  <a:lnTo>
                    <a:pt x="233703" y="185992"/>
                  </a:lnTo>
                  <a:lnTo>
                    <a:pt x="234217" y="180707"/>
                  </a:lnTo>
                  <a:lnTo>
                    <a:pt x="234563" y="175408"/>
                  </a:lnTo>
                  <a:lnTo>
                    <a:pt x="234741" y="170101"/>
                  </a:lnTo>
                  <a:lnTo>
                    <a:pt x="234750" y="164790"/>
                  </a:lnTo>
                  <a:lnTo>
                    <a:pt x="234590" y="159483"/>
                  </a:lnTo>
                  <a:lnTo>
                    <a:pt x="234262" y="154183"/>
                  </a:lnTo>
                  <a:lnTo>
                    <a:pt x="233765" y="148896"/>
                  </a:lnTo>
                  <a:lnTo>
                    <a:pt x="233101" y="143627"/>
                  </a:lnTo>
                  <a:lnTo>
                    <a:pt x="232270" y="138383"/>
                  </a:lnTo>
                  <a:lnTo>
                    <a:pt x="231272" y="133167"/>
                  </a:lnTo>
                  <a:lnTo>
                    <a:pt x="230110" y="127986"/>
                  </a:lnTo>
                  <a:lnTo>
                    <a:pt x="228784" y="122844"/>
                  </a:lnTo>
                  <a:lnTo>
                    <a:pt x="227294" y="117747"/>
                  </a:lnTo>
                  <a:lnTo>
                    <a:pt x="225644" y="112699"/>
                  </a:lnTo>
                  <a:lnTo>
                    <a:pt x="223834" y="107707"/>
                  </a:lnTo>
                  <a:lnTo>
                    <a:pt x="221867" y="102775"/>
                  </a:lnTo>
                  <a:lnTo>
                    <a:pt x="219744" y="97907"/>
                  </a:lnTo>
                  <a:lnTo>
                    <a:pt x="217468" y="93110"/>
                  </a:lnTo>
                  <a:lnTo>
                    <a:pt x="215040" y="88387"/>
                  </a:lnTo>
                  <a:lnTo>
                    <a:pt x="212463" y="83744"/>
                  </a:lnTo>
                  <a:lnTo>
                    <a:pt x="209740" y="79185"/>
                  </a:lnTo>
                  <a:lnTo>
                    <a:pt x="206874" y="74715"/>
                  </a:lnTo>
                  <a:lnTo>
                    <a:pt x="203868" y="70338"/>
                  </a:lnTo>
                  <a:lnTo>
                    <a:pt x="200723" y="66059"/>
                  </a:lnTo>
                  <a:lnTo>
                    <a:pt x="197445" y="61881"/>
                  </a:lnTo>
                  <a:lnTo>
                    <a:pt x="194035" y="57810"/>
                  </a:lnTo>
                  <a:lnTo>
                    <a:pt x="190498" y="53850"/>
                  </a:lnTo>
                  <a:lnTo>
                    <a:pt x="186837" y="50004"/>
                  </a:lnTo>
                  <a:lnTo>
                    <a:pt x="183056" y="46275"/>
                  </a:lnTo>
                  <a:lnTo>
                    <a:pt x="179158" y="42669"/>
                  </a:lnTo>
                  <a:lnTo>
                    <a:pt x="175147" y="39189"/>
                  </a:lnTo>
                  <a:lnTo>
                    <a:pt x="171028" y="35838"/>
                  </a:lnTo>
                  <a:lnTo>
                    <a:pt x="166805" y="32619"/>
                  </a:lnTo>
                  <a:lnTo>
                    <a:pt x="162481" y="29536"/>
                  </a:lnTo>
                  <a:lnTo>
                    <a:pt x="158062" y="26592"/>
                  </a:lnTo>
                  <a:lnTo>
                    <a:pt x="153551" y="23789"/>
                  </a:lnTo>
                  <a:lnTo>
                    <a:pt x="148954" y="21132"/>
                  </a:lnTo>
                  <a:lnTo>
                    <a:pt x="144275" y="18621"/>
                  </a:lnTo>
                  <a:lnTo>
                    <a:pt x="139518" y="16261"/>
                  </a:lnTo>
                  <a:lnTo>
                    <a:pt x="134689" y="14053"/>
                  </a:lnTo>
                  <a:lnTo>
                    <a:pt x="129792" y="11999"/>
                  </a:lnTo>
                  <a:lnTo>
                    <a:pt x="124832" y="10102"/>
                  </a:lnTo>
                  <a:lnTo>
                    <a:pt x="119814" y="8364"/>
                  </a:lnTo>
                  <a:lnTo>
                    <a:pt x="114744" y="6785"/>
                  </a:lnTo>
                  <a:lnTo>
                    <a:pt x="109627" y="5369"/>
                  </a:lnTo>
                  <a:lnTo>
                    <a:pt x="104466" y="4116"/>
                  </a:lnTo>
                  <a:lnTo>
                    <a:pt x="99269" y="3027"/>
                  </a:lnTo>
                  <a:lnTo>
                    <a:pt x="94040" y="2104"/>
                  </a:lnTo>
                  <a:lnTo>
                    <a:pt x="88784" y="1347"/>
                  </a:lnTo>
                  <a:lnTo>
                    <a:pt x="83506" y="758"/>
                  </a:lnTo>
                  <a:lnTo>
                    <a:pt x="78213" y="337"/>
                  </a:lnTo>
                  <a:lnTo>
                    <a:pt x="72909" y="84"/>
                  </a:lnTo>
                  <a:lnTo>
                    <a:pt x="67599" y="0"/>
                  </a:lnTo>
                  <a:lnTo>
                    <a:pt x="6759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797334" y="1071028"/>
              <a:ext cx="167167" cy="323840"/>
            </a:xfrm>
            <a:custGeom>
              <a:avLst/>
              <a:pathLst>
                <a:path w="167167" h="323840">
                  <a:moveTo>
                    <a:pt x="167167" y="0"/>
                  </a:moveTo>
                  <a:lnTo>
                    <a:pt x="161816" y="85"/>
                  </a:lnTo>
                  <a:lnTo>
                    <a:pt x="156470" y="342"/>
                  </a:lnTo>
                  <a:lnTo>
                    <a:pt x="151135" y="770"/>
                  </a:lnTo>
                  <a:lnTo>
                    <a:pt x="145817" y="1368"/>
                  </a:lnTo>
                  <a:lnTo>
                    <a:pt x="140521" y="2137"/>
                  </a:lnTo>
                  <a:lnTo>
                    <a:pt x="135252" y="3074"/>
                  </a:lnTo>
                  <a:lnTo>
                    <a:pt x="130015" y="4180"/>
                  </a:lnTo>
                  <a:lnTo>
                    <a:pt x="124817" y="5453"/>
                  </a:lnTo>
                  <a:lnTo>
                    <a:pt x="119662" y="6891"/>
                  </a:lnTo>
                  <a:lnTo>
                    <a:pt x="114556" y="8494"/>
                  </a:lnTo>
                  <a:lnTo>
                    <a:pt x="109504" y="10259"/>
                  </a:lnTo>
                  <a:lnTo>
                    <a:pt x="104511" y="12186"/>
                  </a:lnTo>
                  <a:lnTo>
                    <a:pt x="99582" y="14271"/>
                  </a:lnTo>
                  <a:lnTo>
                    <a:pt x="94722" y="16512"/>
                  </a:lnTo>
                  <a:lnTo>
                    <a:pt x="89937" y="18909"/>
                  </a:lnTo>
                  <a:lnTo>
                    <a:pt x="85231" y="21457"/>
                  </a:lnTo>
                  <a:lnTo>
                    <a:pt x="80609" y="24154"/>
                  </a:lnTo>
                  <a:lnTo>
                    <a:pt x="76075" y="26998"/>
                  </a:lnTo>
                  <a:lnTo>
                    <a:pt x="71635" y="29986"/>
                  </a:lnTo>
                  <a:lnTo>
                    <a:pt x="67293" y="33114"/>
                  </a:lnTo>
                  <a:lnTo>
                    <a:pt x="63053" y="36380"/>
                  </a:lnTo>
                  <a:lnTo>
                    <a:pt x="58920" y="39780"/>
                  </a:lnTo>
                  <a:lnTo>
                    <a:pt x="54897" y="43310"/>
                  </a:lnTo>
                  <a:lnTo>
                    <a:pt x="50990" y="46967"/>
                  </a:lnTo>
                  <a:lnTo>
                    <a:pt x="47202" y="50748"/>
                  </a:lnTo>
                  <a:lnTo>
                    <a:pt x="43537" y="54647"/>
                  </a:lnTo>
                  <a:lnTo>
                    <a:pt x="39998" y="58662"/>
                  </a:lnTo>
                  <a:lnTo>
                    <a:pt x="36590" y="62789"/>
                  </a:lnTo>
                  <a:lnTo>
                    <a:pt x="33316" y="67022"/>
                  </a:lnTo>
                  <a:lnTo>
                    <a:pt x="30179" y="71358"/>
                  </a:lnTo>
                  <a:lnTo>
                    <a:pt x="27182" y="75792"/>
                  </a:lnTo>
                  <a:lnTo>
                    <a:pt x="24329" y="80320"/>
                  </a:lnTo>
                  <a:lnTo>
                    <a:pt x="21622" y="84937"/>
                  </a:lnTo>
                  <a:lnTo>
                    <a:pt x="19065" y="89638"/>
                  </a:lnTo>
                  <a:lnTo>
                    <a:pt x="16659" y="94418"/>
                  </a:lnTo>
                  <a:lnTo>
                    <a:pt x="14407" y="99273"/>
                  </a:lnTo>
                  <a:lnTo>
                    <a:pt x="12312" y="104198"/>
                  </a:lnTo>
                  <a:lnTo>
                    <a:pt x="10376" y="109187"/>
                  </a:lnTo>
                  <a:lnTo>
                    <a:pt x="8600" y="114236"/>
                  </a:lnTo>
                  <a:lnTo>
                    <a:pt x="6987" y="119339"/>
                  </a:lnTo>
                  <a:lnTo>
                    <a:pt x="5538" y="124491"/>
                  </a:lnTo>
                  <a:lnTo>
                    <a:pt x="4255" y="129686"/>
                  </a:lnTo>
                  <a:lnTo>
                    <a:pt x="3139" y="134920"/>
                  </a:lnTo>
                  <a:lnTo>
                    <a:pt x="2191" y="140187"/>
                  </a:lnTo>
                  <a:lnTo>
                    <a:pt x="1412" y="145482"/>
                  </a:lnTo>
                  <a:lnTo>
                    <a:pt x="802" y="150799"/>
                  </a:lnTo>
                  <a:lnTo>
                    <a:pt x="364" y="156133"/>
                  </a:lnTo>
                  <a:lnTo>
                    <a:pt x="96" y="161478"/>
                  </a:lnTo>
                  <a:lnTo>
                    <a:pt x="0" y="166829"/>
                  </a:lnTo>
                  <a:lnTo>
                    <a:pt x="74" y="172180"/>
                  </a:lnTo>
                  <a:lnTo>
                    <a:pt x="320" y="177526"/>
                  </a:lnTo>
                  <a:lnTo>
                    <a:pt x="738" y="182862"/>
                  </a:lnTo>
                  <a:lnTo>
                    <a:pt x="1325" y="188181"/>
                  </a:lnTo>
                  <a:lnTo>
                    <a:pt x="2083" y="193479"/>
                  </a:lnTo>
                  <a:lnTo>
                    <a:pt x="3010" y="198750"/>
                  </a:lnTo>
                  <a:lnTo>
                    <a:pt x="4105" y="203988"/>
                  </a:lnTo>
                  <a:lnTo>
                    <a:pt x="5367" y="209189"/>
                  </a:lnTo>
                  <a:lnTo>
                    <a:pt x="6795" y="214347"/>
                  </a:lnTo>
                  <a:lnTo>
                    <a:pt x="8388" y="219456"/>
                  </a:lnTo>
                  <a:lnTo>
                    <a:pt x="10143" y="224512"/>
                  </a:lnTo>
                  <a:lnTo>
                    <a:pt x="12059" y="229509"/>
                  </a:lnTo>
                  <a:lnTo>
                    <a:pt x="14134" y="234442"/>
                  </a:lnTo>
                  <a:lnTo>
                    <a:pt x="16366" y="239306"/>
                  </a:lnTo>
                  <a:lnTo>
                    <a:pt x="18752" y="244096"/>
                  </a:lnTo>
                  <a:lnTo>
                    <a:pt x="21291" y="248808"/>
                  </a:lnTo>
                  <a:lnTo>
                    <a:pt x="23979" y="253436"/>
                  </a:lnTo>
                  <a:lnTo>
                    <a:pt x="26814" y="257975"/>
                  </a:lnTo>
                  <a:lnTo>
                    <a:pt x="29793" y="262421"/>
                  </a:lnTo>
                  <a:lnTo>
                    <a:pt x="32912" y="266770"/>
                  </a:lnTo>
                  <a:lnTo>
                    <a:pt x="36169" y="271016"/>
                  </a:lnTo>
                  <a:lnTo>
                    <a:pt x="39561" y="275156"/>
                  </a:lnTo>
                  <a:lnTo>
                    <a:pt x="43083" y="279185"/>
                  </a:lnTo>
                  <a:lnTo>
                    <a:pt x="46732" y="283100"/>
                  </a:lnTo>
                  <a:lnTo>
                    <a:pt x="50505" y="286896"/>
                  </a:lnTo>
                  <a:lnTo>
                    <a:pt x="54397" y="290569"/>
                  </a:lnTo>
                  <a:lnTo>
                    <a:pt x="58405" y="294115"/>
                  </a:lnTo>
                  <a:lnTo>
                    <a:pt x="62525" y="297532"/>
                  </a:lnTo>
                  <a:lnTo>
                    <a:pt x="66751" y="300815"/>
                  </a:lnTo>
                  <a:lnTo>
                    <a:pt x="71081" y="303960"/>
                  </a:lnTo>
                  <a:lnTo>
                    <a:pt x="75509" y="306966"/>
                  </a:lnTo>
                  <a:lnTo>
                    <a:pt x="80031" y="309828"/>
                  </a:lnTo>
                  <a:lnTo>
                    <a:pt x="84642" y="312545"/>
                  </a:lnTo>
                  <a:lnTo>
                    <a:pt x="89338" y="315112"/>
                  </a:lnTo>
                  <a:lnTo>
                    <a:pt x="94114" y="317527"/>
                  </a:lnTo>
                  <a:lnTo>
                    <a:pt x="98964" y="319789"/>
                  </a:lnTo>
                  <a:lnTo>
                    <a:pt x="103885" y="321894"/>
                  </a:lnTo>
                  <a:lnTo>
                    <a:pt x="108870" y="32384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06204" y="1238196"/>
              <a:ext cx="58296" cy="156673"/>
            </a:xfrm>
            <a:custGeom>
              <a:avLst/>
              <a:pathLst>
                <a:path w="58296" h="156673">
                  <a:moveTo>
                    <a:pt x="0" y="156673"/>
                  </a:moveTo>
                  <a:lnTo>
                    <a:pt x="582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06204" y="1086792"/>
              <a:ext cx="225446" cy="318568"/>
            </a:xfrm>
            <a:custGeom>
              <a:avLst/>
              <a:pathLst>
                <a:path w="225446" h="318568">
                  <a:moveTo>
                    <a:pt x="0" y="308076"/>
                  </a:moveTo>
                  <a:lnTo>
                    <a:pt x="5022" y="309855"/>
                  </a:lnTo>
                  <a:lnTo>
                    <a:pt x="10099" y="311472"/>
                  </a:lnTo>
                  <a:lnTo>
                    <a:pt x="15225" y="312927"/>
                  </a:lnTo>
                  <a:lnTo>
                    <a:pt x="20395" y="314218"/>
                  </a:lnTo>
                  <a:lnTo>
                    <a:pt x="25603" y="315343"/>
                  </a:lnTo>
                  <a:lnTo>
                    <a:pt x="30844" y="316301"/>
                  </a:lnTo>
                  <a:lnTo>
                    <a:pt x="36114" y="317093"/>
                  </a:lnTo>
                  <a:lnTo>
                    <a:pt x="41405" y="317715"/>
                  </a:lnTo>
                  <a:lnTo>
                    <a:pt x="46714" y="318169"/>
                  </a:lnTo>
                  <a:lnTo>
                    <a:pt x="52035" y="318454"/>
                  </a:lnTo>
                  <a:lnTo>
                    <a:pt x="57362" y="318568"/>
                  </a:lnTo>
                  <a:lnTo>
                    <a:pt x="62690" y="318513"/>
                  </a:lnTo>
                  <a:lnTo>
                    <a:pt x="68014" y="318288"/>
                  </a:lnTo>
                  <a:lnTo>
                    <a:pt x="73327" y="317894"/>
                  </a:lnTo>
                  <a:lnTo>
                    <a:pt x="78626" y="317330"/>
                  </a:lnTo>
                  <a:lnTo>
                    <a:pt x="83904" y="316598"/>
                  </a:lnTo>
                  <a:lnTo>
                    <a:pt x="89155" y="315698"/>
                  </a:lnTo>
                  <a:lnTo>
                    <a:pt x="94376" y="314631"/>
                  </a:lnTo>
                  <a:lnTo>
                    <a:pt x="99560" y="313398"/>
                  </a:lnTo>
                  <a:lnTo>
                    <a:pt x="104701" y="312001"/>
                  </a:lnTo>
                  <a:lnTo>
                    <a:pt x="109796" y="310440"/>
                  </a:lnTo>
                  <a:lnTo>
                    <a:pt x="114838" y="308718"/>
                  </a:lnTo>
                  <a:lnTo>
                    <a:pt x="119823" y="306836"/>
                  </a:lnTo>
                  <a:lnTo>
                    <a:pt x="124746" y="304796"/>
                  </a:lnTo>
                  <a:lnTo>
                    <a:pt x="129601" y="302601"/>
                  </a:lnTo>
                  <a:lnTo>
                    <a:pt x="134383" y="300252"/>
                  </a:lnTo>
                  <a:lnTo>
                    <a:pt x="139088" y="297751"/>
                  </a:lnTo>
                  <a:lnTo>
                    <a:pt x="143711" y="295102"/>
                  </a:lnTo>
                  <a:lnTo>
                    <a:pt x="148248" y="292307"/>
                  </a:lnTo>
                  <a:lnTo>
                    <a:pt x="152693" y="289368"/>
                  </a:lnTo>
                  <a:lnTo>
                    <a:pt x="157042" y="286290"/>
                  </a:lnTo>
                  <a:lnTo>
                    <a:pt x="161290" y="283074"/>
                  </a:lnTo>
                  <a:lnTo>
                    <a:pt x="165434" y="279725"/>
                  </a:lnTo>
                  <a:lnTo>
                    <a:pt x="169469" y="276245"/>
                  </a:lnTo>
                  <a:lnTo>
                    <a:pt x="173392" y="272639"/>
                  </a:lnTo>
                  <a:lnTo>
                    <a:pt x="177197" y="268909"/>
                  </a:lnTo>
                  <a:lnTo>
                    <a:pt x="180882" y="265060"/>
                  </a:lnTo>
                  <a:lnTo>
                    <a:pt x="184442" y="261095"/>
                  </a:lnTo>
                  <a:lnTo>
                    <a:pt x="187873" y="257019"/>
                  </a:lnTo>
                  <a:lnTo>
                    <a:pt x="191174" y="252836"/>
                  </a:lnTo>
                  <a:lnTo>
                    <a:pt x="194339" y="248550"/>
                  </a:lnTo>
                  <a:lnTo>
                    <a:pt x="197366" y="244165"/>
                  </a:lnTo>
                  <a:lnTo>
                    <a:pt x="200251" y="239686"/>
                  </a:lnTo>
                  <a:lnTo>
                    <a:pt x="202993" y="235117"/>
                  </a:lnTo>
                  <a:lnTo>
                    <a:pt x="205587" y="230463"/>
                  </a:lnTo>
                  <a:lnTo>
                    <a:pt x="208032" y="225728"/>
                  </a:lnTo>
                  <a:lnTo>
                    <a:pt x="210325" y="220918"/>
                  </a:lnTo>
                  <a:lnTo>
                    <a:pt x="212463" y="216038"/>
                  </a:lnTo>
                  <a:lnTo>
                    <a:pt x="214444" y="211092"/>
                  </a:lnTo>
                  <a:lnTo>
                    <a:pt x="216267" y="206085"/>
                  </a:lnTo>
                  <a:lnTo>
                    <a:pt x="217930" y="201023"/>
                  </a:lnTo>
                  <a:lnTo>
                    <a:pt x="219430" y="195910"/>
                  </a:lnTo>
                  <a:lnTo>
                    <a:pt x="220767" y="190752"/>
                  </a:lnTo>
                  <a:lnTo>
                    <a:pt x="221938" y="185554"/>
                  </a:lnTo>
                  <a:lnTo>
                    <a:pt x="222944" y="180321"/>
                  </a:lnTo>
                  <a:lnTo>
                    <a:pt x="223781" y="175059"/>
                  </a:lnTo>
                  <a:lnTo>
                    <a:pt x="224451" y="169773"/>
                  </a:lnTo>
                  <a:lnTo>
                    <a:pt x="224952" y="164469"/>
                  </a:lnTo>
                  <a:lnTo>
                    <a:pt x="225284" y="159151"/>
                  </a:lnTo>
                  <a:lnTo>
                    <a:pt x="225446" y="153825"/>
                  </a:lnTo>
                  <a:lnTo>
                    <a:pt x="225438" y="148496"/>
                  </a:lnTo>
                  <a:lnTo>
                    <a:pt x="225261" y="143171"/>
                  </a:lnTo>
                  <a:lnTo>
                    <a:pt x="224914" y="137854"/>
                  </a:lnTo>
                  <a:lnTo>
                    <a:pt x="224397" y="132551"/>
                  </a:lnTo>
                  <a:lnTo>
                    <a:pt x="223712" y="127267"/>
                  </a:lnTo>
                  <a:lnTo>
                    <a:pt x="222859" y="122007"/>
                  </a:lnTo>
                  <a:lnTo>
                    <a:pt x="221838" y="116777"/>
                  </a:lnTo>
                  <a:lnTo>
                    <a:pt x="220652" y="111583"/>
                  </a:lnTo>
                  <a:lnTo>
                    <a:pt x="219300" y="106429"/>
                  </a:lnTo>
                  <a:lnTo>
                    <a:pt x="217785" y="101321"/>
                  </a:lnTo>
                  <a:lnTo>
                    <a:pt x="216108" y="96263"/>
                  </a:lnTo>
                  <a:lnTo>
                    <a:pt x="214270" y="91262"/>
                  </a:lnTo>
                  <a:lnTo>
                    <a:pt x="212274" y="86321"/>
                  </a:lnTo>
                  <a:lnTo>
                    <a:pt x="210122" y="81447"/>
                  </a:lnTo>
                  <a:lnTo>
                    <a:pt x="207815" y="76644"/>
                  </a:lnTo>
                  <a:lnTo>
                    <a:pt x="205357" y="71917"/>
                  </a:lnTo>
                  <a:lnTo>
                    <a:pt x="202749" y="67270"/>
                  </a:lnTo>
                  <a:lnTo>
                    <a:pt x="199994" y="62709"/>
                  </a:lnTo>
                  <a:lnTo>
                    <a:pt x="197095" y="58238"/>
                  </a:lnTo>
                  <a:lnTo>
                    <a:pt x="194056" y="53862"/>
                  </a:lnTo>
                  <a:lnTo>
                    <a:pt x="190878" y="49585"/>
                  </a:lnTo>
                  <a:lnTo>
                    <a:pt x="187566" y="45411"/>
                  </a:lnTo>
                  <a:lnTo>
                    <a:pt x="184122" y="41345"/>
                  </a:lnTo>
                  <a:lnTo>
                    <a:pt x="180551" y="37391"/>
                  </a:lnTo>
                  <a:lnTo>
                    <a:pt x="176855" y="33553"/>
                  </a:lnTo>
                  <a:lnTo>
                    <a:pt x="173039" y="29834"/>
                  </a:lnTo>
                  <a:lnTo>
                    <a:pt x="169106" y="26239"/>
                  </a:lnTo>
                  <a:lnTo>
                    <a:pt x="165061" y="22771"/>
                  </a:lnTo>
                  <a:lnTo>
                    <a:pt x="160907" y="19434"/>
                  </a:lnTo>
                  <a:lnTo>
                    <a:pt x="156649" y="16231"/>
                  </a:lnTo>
                  <a:lnTo>
                    <a:pt x="152291" y="13165"/>
                  </a:lnTo>
                  <a:lnTo>
                    <a:pt x="147838" y="10239"/>
                  </a:lnTo>
                  <a:lnTo>
                    <a:pt x="143293" y="7457"/>
                  </a:lnTo>
                  <a:lnTo>
                    <a:pt x="138663" y="4822"/>
                  </a:lnTo>
                  <a:lnTo>
                    <a:pt x="133950" y="2335"/>
                  </a:lnTo>
                  <a:lnTo>
                    <a:pt x="129161" y="0"/>
                  </a:lnTo>
                  <a:lnTo>
                    <a:pt x="58296" y="15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70864" cy="167167"/>
            </a:xfrm>
            <a:custGeom>
              <a:avLst/>
              <a:pathLst>
                <a:path w="70864" h="167167">
                  <a:moveTo>
                    <a:pt x="70864" y="15763"/>
                  </a:moveTo>
                  <a:lnTo>
                    <a:pt x="65295" y="13279"/>
                  </a:lnTo>
                  <a:lnTo>
                    <a:pt x="59639" y="11000"/>
                  </a:lnTo>
                  <a:lnTo>
                    <a:pt x="53904" y="8929"/>
                  </a:lnTo>
                  <a:lnTo>
                    <a:pt x="48096" y="7068"/>
                  </a:lnTo>
                  <a:lnTo>
                    <a:pt x="42225" y="5420"/>
                  </a:lnTo>
                  <a:lnTo>
                    <a:pt x="36298" y="3988"/>
                  </a:lnTo>
                  <a:lnTo>
                    <a:pt x="30322" y="2773"/>
                  </a:lnTo>
                  <a:lnTo>
                    <a:pt x="24306" y="1776"/>
                  </a:lnTo>
                  <a:lnTo>
                    <a:pt x="18258" y="1000"/>
                  </a:lnTo>
                  <a:lnTo>
                    <a:pt x="12185" y="444"/>
                  </a:lnTo>
                  <a:lnTo>
                    <a:pt x="6096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399002" y="1322571"/>
              <a:ext cx="89718" cy="167167"/>
            </a:xfrm>
            <a:custGeom>
              <a:avLst/>
              <a:pathLst>
                <a:path w="89718" h="167167">
                  <a:moveTo>
                    <a:pt x="89718" y="0"/>
                  </a:moveTo>
                  <a:lnTo>
                    <a:pt x="84148" y="92"/>
                  </a:lnTo>
                  <a:lnTo>
                    <a:pt x="78584" y="371"/>
                  </a:lnTo>
                  <a:lnTo>
                    <a:pt x="73033" y="834"/>
                  </a:lnTo>
                  <a:lnTo>
                    <a:pt x="67500" y="1482"/>
                  </a:lnTo>
                  <a:lnTo>
                    <a:pt x="61992" y="2315"/>
                  </a:lnTo>
                  <a:lnTo>
                    <a:pt x="56515" y="3330"/>
                  </a:lnTo>
                  <a:lnTo>
                    <a:pt x="51075" y="4527"/>
                  </a:lnTo>
                  <a:lnTo>
                    <a:pt x="45677" y="5905"/>
                  </a:lnTo>
                  <a:lnTo>
                    <a:pt x="40329" y="7462"/>
                  </a:lnTo>
                  <a:lnTo>
                    <a:pt x="35035" y="9196"/>
                  </a:lnTo>
                  <a:lnTo>
                    <a:pt x="29802" y="11106"/>
                  </a:lnTo>
                  <a:lnTo>
                    <a:pt x="24636" y="13189"/>
                  </a:lnTo>
                  <a:lnTo>
                    <a:pt x="19542" y="15443"/>
                  </a:lnTo>
                  <a:lnTo>
                    <a:pt x="14525" y="17865"/>
                  </a:lnTo>
                  <a:lnTo>
                    <a:pt x="9593" y="20453"/>
                  </a:lnTo>
                  <a:lnTo>
                    <a:pt x="4749" y="23204"/>
                  </a:lnTo>
                  <a:lnTo>
                    <a:pt x="0" y="26115"/>
                  </a:lnTo>
                  <a:lnTo>
                    <a:pt x="8971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99002" y="1348687"/>
              <a:ext cx="89718" cy="141051"/>
            </a:xfrm>
            <a:custGeom>
              <a:avLst/>
              <a:pathLst>
                <a:path w="89718" h="141051">
                  <a:moveTo>
                    <a:pt x="0" y="0"/>
                  </a:moveTo>
                  <a:lnTo>
                    <a:pt x="89718" y="141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21563" y="1348687"/>
              <a:ext cx="334315" cy="308217"/>
            </a:xfrm>
            <a:custGeom>
              <a:avLst/>
              <a:pathLst>
                <a:path w="334315" h="308217">
                  <a:moveTo>
                    <a:pt x="77439" y="0"/>
                  </a:moveTo>
                  <a:lnTo>
                    <a:pt x="73009" y="2917"/>
                  </a:lnTo>
                  <a:lnTo>
                    <a:pt x="68674" y="5973"/>
                  </a:lnTo>
                  <a:lnTo>
                    <a:pt x="64438" y="9165"/>
                  </a:lnTo>
                  <a:lnTo>
                    <a:pt x="60306" y="12490"/>
                  </a:lnTo>
                  <a:lnTo>
                    <a:pt x="56281" y="15945"/>
                  </a:lnTo>
                  <a:lnTo>
                    <a:pt x="52368" y="19525"/>
                  </a:lnTo>
                  <a:lnTo>
                    <a:pt x="48571" y="23228"/>
                  </a:lnTo>
                  <a:lnTo>
                    <a:pt x="44893" y="27049"/>
                  </a:lnTo>
                  <a:lnTo>
                    <a:pt x="41337" y="30986"/>
                  </a:lnTo>
                  <a:lnTo>
                    <a:pt x="37909" y="35032"/>
                  </a:lnTo>
                  <a:lnTo>
                    <a:pt x="34611" y="39186"/>
                  </a:lnTo>
                  <a:lnTo>
                    <a:pt x="31446" y="43442"/>
                  </a:lnTo>
                  <a:lnTo>
                    <a:pt x="28418" y="47797"/>
                  </a:lnTo>
                  <a:lnTo>
                    <a:pt x="25529" y="52245"/>
                  </a:lnTo>
                  <a:lnTo>
                    <a:pt x="22783" y="56783"/>
                  </a:lnTo>
                  <a:lnTo>
                    <a:pt x="20182" y="61405"/>
                  </a:lnTo>
                  <a:lnTo>
                    <a:pt x="17729" y="66108"/>
                  </a:lnTo>
                  <a:lnTo>
                    <a:pt x="15427" y="70886"/>
                  </a:lnTo>
                  <a:lnTo>
                    <a:pt x="13278" y="75735"/>
                  </a:lnTo>
                  <a:lnTo>
                    <a:pt x="11283" y="80650"/>
                  </a:lnTo>
                  <a:lnTo>
                    <a:pt x="9445" y="85625"/>
                  </a:lnTo>
                  <a:lnTo>
                    <a:pt x="7766" y="90656"/>
                  </a:lnTo>
                  <a:lnTo>
                    <a:pt x="6248" y="95738"/>
                  </a:lnTo>
                  <a:lnTo>
                    <a:pt x="4891" y="100866"/>
                  </a:lnTo>
                  <a:lnTo>
                    <a:pt x="3698" y="106034"/>
                  </a:lnTo>
                  <a:lnTo>
                    <a:pt x="2669" y="111237"/>
                  </a:lnTo>
                  <a:lnTo>
                    <a:pt x="1806" y="116470"/>
                  </a:lnTo>
                  <a:lnTo>
                    <a:pt x="1110" y="121728"/>
                  </a:lnTo>
                  <a:lnTo>
                    <a:pt x="580" y="127006"/>
                  </a:lnTo>
                  <a:lnTo>
                    <a:pt x="219" y="132297"/>
                  </a:lnTo>
                  <a:lnTo>
                    <a:pt x="25" y="137598"/>
                  </a:lnTo>
                  <a:lnTo>
                    <a:pt x="0" y="142902"/>
                  </a:lnTo>
                  <a:lnTo>
                    <a:pt x="142" y="148204"/>
                  </a:lnTo>
                  <a:lnTo>
                    <a:pt x="453" y="153499"/>
                  </a:lnTo>
                  <a:lnTo>
                    <a:pt x="932" y="158781"/>
                  </a:lnTo>
                  <a:lnTo>
                    <a:pt x="1578" y="164045"/>
                  </a:lnTo>
                  <a:lnTo>
                    <a:pt x="2391" y="169287"/>
                  </a:lnTo>
                  <a:lnTo>
                    <a:pt x="3370" y="174500"/>
                  </a:lnTo>
                  <a:lnTo>
                    <a:pt x="4513" y="179679"/>
                  </a:lnTo>
                  <a:lnTo>
                    <a:pt x="5821" y="184819"/>
                  </a:lnTo>
                  <a:lnTo>
                    <a:pt x="7290" y="189915"/>
                  </a:lnTo>
                  <a:lnTo>
                    <a:pt x="8921" y="194962"/>
                  </a:lnTo>
                  <a:lnTo>
                    <a:pt x="10711" y="199955"/>
                  </a:lnTo>
                  <a:lnTo>
                    <a:pt x="12658" y="204889"/>
                  </a:lnTo>
                  <a:lnTo>
                    <a:pt x="14761" y="209758"/>
                  </a:lnTo>
                  <a:lnTo>
                    <a:pt x="17018" y="214558"/>
                  </a:lnTo>
                  <a:lnTo>
                    <a:pt x="19425" y="219284"/>
                  </a:lnTo>
                  <a:lnTo>
                    <a:pt x="21981" y="223931"/>
                  </a:lnTo>
                  <a:lnTo>
                    <a:pt x="24684" y="228495"/>
                  </a:lnTo>
                  <a:lnTo>
                    <a:pt x="27530" y="232971"/>
                  </a:lnTo>
                  <a:lnTo>
                    <a:pt x="30516" y="237354"/>
                  </a:lnTo>
                  <a:lnTo>
                    <a:pt x="33640" y="241641"/>
                  </a:lnTo>
                  <a:lnTo>
                    <a:pt x="36898" y="245826"/>
                  </a:lnTo>
                  <a:lnTo>
                    <a:pt x="40288" y="249905"/>
                  </a:lnTo>
                  <a:lnTo>
                    <a:pt x="43805" y="253875"/>
                  </a:lnTo>
                  <a:lnTo>
                    <a:pt x="47446" y="257732"/>
                  </a:lnTo>
                  <a:lnTo>
                    <a:pt x="51208" y="261471"/>
                  </a:lnTo>
                  <a:lnTo>
                    <a:pt x="55087" y="265089"/>
                  </a:lnTo>
                  <a:lnTo>
                    <a:pt x="59078" y="268582"/>
                  </a:lnTo>
                  <a:lnTo>
                    <a:pt x="63178" y="271946"/>
                  </a:lnTo>
                  <a:lnTo>
                    <a:pt x="67383" y="275179"/>
                  </a:lnTo>
                  <a:lnTo>
                    <a:pt x="71689" y="278277"/>
                  </a:lnTo>
                  <a:lnTo>
                    <a:pt x="76090" y="281236"/>
                  </a:lnTo>
                  <a:lnTo>
                    <a:pt x="80583" y="284055"/>
                  </a:lnTo>
                  <a:lnTo>
                    <a:pt x="85163" y="286729"/>
                  </a:lnTo>
                  <a:lnTo>
                    <a:pt x="89826" y="289257"/>
                  </a:lnTo>
                  <a:lnTo>
                    <a:pt x="94567" y="291636"/>
                  </a:lnTo>
                  <a:lnTo>
                    <a:pt x="99381" y="293863"/>
                  </a:lnTo>
                  <a:lnTo>
                    <a:pt x="104263" y="295936"/>
                  </a:lnTo>
                  <a:lnTo>
                    <a:pt x="109208" y="297853"/>
                  </a:lnTo>
                  <a:lnTo>
                    <a:pt x="114211" y="299613"/>
                  </a:lnTo>
                  <a:lnTo>
                    <a:pt x="119268" y="301213"/>
                  </a:lnTo>
                  <a:lnTo>
                    <a:pt x="124373" y="302651"/>
                  </a:lnTo>
                  <a:lnTo>
                    <a:pt x="129522" y="303927"/>
                  </a:lnTo>
                  <a:lnTo>
                    <a:pt x="134708" y="305039"/>
                  </a:lnTo>
                  <a:lnTo>
                    <a:pt x="139926" y="305986"/>
                  </a:lnTo>
                  <a:lnTo>
                    <a:pt x="145173" y="306767"/>
                  </a:lnTo>
                  <a:lnTo>
                    <a:pt x="150441" y="307381"/>
                  </a:lnTo>
                  <a:lnTo>
                    <a:pt x="155726" y="307827"/>
                  </a:lnTo>
                  <a:lnTo>
                    <a:pt x="161023" y="308106"/>
                  </a:lnTo>
                  <a:lnTo>
                    <a:pt x="166325" y="308217"/>
                  </a:lnTo>
                  <a:lnTo>
                    <a:pt x="171629" y="308159"/>
                  </a:lnTo>
                  <a:lnTo>
                    <a:pt x="176928" y="307933"/>
                  </a:lnTo>
                  <a:lnTo>
                    <a:pt x="182218" y="307539"/>
                  </a:lnTo>
                  <a:lnTo>
                    <a:pt x="187492" y="306977"/>
                  </a:lnTo>
                  <a:lnTo>
                    <a:pt x="192745" y="306249"/>
                  </a:lnTo>
                  <a:lnTo>
                    <a:pt x="197973" y="305354"/>
                  </a:lnTo>
                  <a:lnTo>
                    <a:pt x="203170" y="304293"/>
                  </a:lnTo>
                  <a:lnTo>
                    <a:pt x="208331" y="303069"/>
                  </a:lnTo>
                  <a:lnTo>
                    <a:pt x="213450" y="301681"/>
                  </a:lnTo>
                  <a:lnTo>
                    <a:pt x="218522" y="300132"/>
                  </a:lnTo>
                  <a:lnTo>
                    <a:pt x="223543" y="298422"/>
                  </a:lnTo>
                  <a:lnTo>
                    <a:pt x="228507" y="296554"/>
                  </a:lnTo>
                  <a:lnTo>
                    <a:pt x="233410" y="294529"/>
                  </a:lnTo>
                  <a:lnTo>
                    <a:pt x="238245" y="292350"/>
                  </a:lnTo>
                  <a:lnTo>
                    <a:pt x="243009" y="290019"/>
                  </a:lnTo>
                  <a:lnTo>
                    <a:pt x="247697" y="287537"/>
                  </a:lnTo>
                  <a:lnTo>
                    <a:pt x="252304" y="284909"/>
                  </a:lnTo>
                  <a:lnTo>
                    <a:pt x="256825" y="282135"/>
                  </a:lnTo>
                  <a:lnTo>
                    <a:pt x="261255" y="279219"/>
                  </a:lnTo>
                  <a:lnTo>
                    <a:pt x="265591" y="276165"/>
                  </a:lnTo>
                  <a:lnTo>
                    <a:pt x="269828" y="272974"/>
                  </a:lnTo>
                  <a:lnTo>
                    <a:pt x="273962" y="269650"/>
                  </a:lnTo>
                  <a:lnTo>
                    <a:pt x="277988" y="266197"/>
                  </a:lnTo>
                  <a:lnTo>
                    <a:pt x="281902" y="262618"/>
                  </a:lnTo>
                  <a:lnTo>
                    <a:pt x="285701" y="258917"/>
                  </a:lnTo>
                  <a:lnTo>
                    <a:pt x="289380" y="255097"/>
                  </a:lnTo>
                  <a:lnTo>
                    <a:pt x="292937" y="251162"/>
                  </a:lnTo>
                  <a:lnTo>
                    <a:pt x="296367" y="247116"/>
                  </a:lnTo>
                  <a:lnTo>
                    <a:pt x="299667" y="242964"/>
                  </a:lnTo>
                  <a:lnTo>
                    <a:pt x="302833" y="238708"/>
                  </a:lnTo>
                  <a:lnTo>
                    <a:pt x="305863" y="234355"/>
                  </a:lnTo>
                  <a:lnTo>
                    <a:pt x="308753" y="229908"/>
                  </a:lnTo>
                  <a:lnTo>
                    <a:pt x="311501" y="225371"/>
                  </a:lnTo>
                  <a:lnTo>
                    <a:pt x="314103" y="220749"/>
                  </a:lnTo>
                  <a:lnTo>
                    <a:pt x="316557" y="216047"/>
                  </a:lnTo>
                  <a:lnTo>
                    <a:pt x="318861" y="211270"/>
                  </a:lnTo>
                  <a:lnTo>
                    <a:pt x="321013" y="206422"/>
                  </a:lnTo>
                  <a:lnTo>
                    <a:pt x="323009" y="201508"/>
                  </a:lnTo>
                  <a:lnTo>
                    <a:pt x="324848" y="196533"/>
                  </a:lnTo>
                  <a:lnTo>
                    <a:pt x="326529" y="191503"/>
                  </a:lnTo>
                  <a:lnTo>
                    <a:pt x="328050" y="186421"/>
                  </a:lnTo>
                  <a:lnTo>
                    <a:pt x="329408" y="181294"/>
                  </a:lnTo>
                  <a:lnTo>
                    <a:pt x="330603" y="176127"/>
                  </a:lnTo>
                  <a:lnTo>
                    <a:pt x="331633" y="170924"/>
                  </a:lnTo>
                  <a:lnTo>
                    <a:pt x="332498" y="165691"/>
                  </a:lnTo>
                  <a:lnTo>
                    <a:pt x="333197" y="160433"/>
                  </a:lnTo>
                  <a:lnTo>
                    <a:pt x="333728" y="155156"/>
                  </a:lnTo>
                  <a:lnTo>
                    <a:pt x="334092" y="149864"/>
                  </a:lnTo>
                  <a:lnTo>
                    <a:pt x="334287" y="144564"/>
                  </a:lnTo>
                  <a:lnTo>
                    <a:pt x="334315" y="139260"/>
                  </a:lnTo>
                  <a:lnTo>
                    <a:pt x="334174" y="133958"/>
                  </a:lnTo>
                  <a:lnTo>
                    <a:pt x="333864" y="128663"/>
                  </a:lnTo>
                  <a:lnTo>
                    <a:pt x="333388" y="123381"/>
                  </a:lnTo>
                  <a:lnTo>
                    <a:pt x="332743" y="118116"/>
                  </a:lnTo>
                  <a:lnTo>
                    <a:pt x="331932" y="112874"/>
                  </a:lnTo>
                  <a:lnTo>
                    <a:pt x="330956" y="107661"/>
                  </a:lnTo>
                  <a:lnTo>
                    <a:pt x="329814" y="102482"/>
                  </a:lnTo>
                  <a:lnTo>
                    <a:pt x="328508" y="97341"/>
                  </a:lnTo>
                  <a:lnTo>
                    <a:pt x="327040" y="92244"/>
                  </a:lnTo>
                  <a:lnTo>
                    <a:pt x="325412" y="87196"/>
                  </a:lnTo>
                  <a:lnTo>
                    <a:pt x="323623" y="82203"/>
                  </a:lnTo>
                  <a:lnTo>
                    <a:pt x="321678" y="77269"/>
                  </a:lnTo>
                  <a:lnTo>
                    <a:pt x="319577" y="72399"/>
                  </a:lnTo>
                  <a:lnTo>
                    <a:pt x="317322" y="67598"/>
                  </a:lnTo>
                  <a:lnTo>
                    <a:pt x="167157" y="1410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150165" cy="167167"/>
            </a:xfrm>
            <a:custGeom>
              <a:avLst/>
              <a:pathLst>
                <a:path w="150165" h="167167">
                  <a:moveTo>
                    <a:pt x="150165" y="93714"/>
                  </a:moveTo>
                  <a:lnTo>
                    <a:pt x="147673" y="88826"/>
                  </a:lnTo>
                  <a:lnTo>
                    <a:pt x="145023" y="84022"/>
                  </a:lnTo>
                  <a:lnTo>
                    <a:pt x="142217" y="79308"/>
                  </a:lnTo>
                  <a:lnTo>
                    <a:pt x="139257" y="74689"/>
                  </a:lnTo>
                  <a:lnTo>
                    <a:pt x="136148" y="70169"/>
                  </a:lnTo>
                  <a:lnTo>
                    <a:pt x="132892" y="65754"/>
                  </a:lnTo>
                  <a:lnTo>
                    <a:pt x="129492" y="61448"/>
                  </a:lnTo>
                  <a:lnTo>
                    <a:pt x="125954" y="57255"/>
                  </a:lnTo>
                  <a:lnTo>
                    <a:pt x="122279" y="53182"/>
                  </a:lnTo>
                  <a:lnTo>
                    <a:pt x="118473" y="49231"/>
                  </a:lnTo>
                  <a:lnTo>
                    <a:pt x="114539" y="45407"/>
                  </a:lnTo>
                  <a:lnTo>
                    <a:pt x="110482" y="41714"/>
                  </a:lnTo>
                  <a:lnTo>
                    <a:pt x="106306" y="38156"/>
                  </a:lnTo>
                  <a:lnTo>
                    <a:pt x="102016" y="34737"/>
                  </a:lnTo>
                  <a:lnTo>
                    <a:pt x="97615" y="31461"/>
                  </a:lnTo>
                  <a:lnTo>
                    <a:pt x="93109" y="28331"/>
                  </a:lnTo>
                  <a:lnTo>
                    <a:pt x="88504" y="25350"/>
                  </a:lnTo>
                  <a:lnTo>
                    <a:pt x="83802" y="22522"/>
                  </a:lnTo>
                  <a:lnTo>
                    <a:pt x="79011" y="19850"/>
                  </a:lnTo>
                  <a:lnTo>
                    <a:pt x="74134" y="17337"/>
                  </a:lnTo>
                  <a:lnTo>
                    <a:pt x="69178" y="14985"/>
                  </a:lnTo>
                  <a:lnTo>
                    <a:pt x="64147" y="12797"/>
                  </a:lnTo>
                  <a:lnTo>
                    <a:pt x="59047" y="10775"/>
                  </a:lnTo>
                  <a:lnTo>
                    <a:pt x="53884" y="8922"/>
                  </a:lnTo>
                  <a:lnTo>
                    <a:pt x="48662" y="7239"/>
                  </a:lnTo>
                  <a:lnTo>
                    <a:pt x="43388" y="5728"/>
                  </a:lnTo>
                  <a:lnTo>
                    <a:pt x="38067" y="4392"/>
                  </a:lnTo>
                  <a:lnTo>
                    <a:pt x="32705" y="3230"/>
                  </a:lnTo>
                  <a:lnTo>
                    <a:pt x="27308" y="2245"/>
                  </a:lnTo>
                  <a:lnTo>
                    <a:pt x="21882" y="1438"/>
                  </a:lnTo>
                  <a:lnTo>
                    <a:pt x="16432" y="809"/>
                  </a:lnTo>
                  <a:lnTo>
                    <a:pt x="10964" y="359"/>
                  </a:lnTo>
                  <a:lnTo>
                    <a:pt x="5485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039804" y="1681503"/>
              <a:ext cx="46720" cy="167167"/>
            </a:xfrm>
            <a:custGeom>
              <a:avLst/>
              <a:pathLst>
                <a:path w="46720" h="167167">
                  <a:moveTo>
                    <a:pt x="46720" y="0"/>
                  </a:moveTo>
                  <a:lnTo>
                    <a:pt x="40803" y="104"/>
                  </a:lnTo>
                  <a:lnTo>
                    <a:pt x="34892" y="418"/>
                  </a:lnTo>
                  <a:lnTo>
                    <a:pt x="28997" y="942"/>
                  </a:lnTo>
                  <a:lnTo>
                    <a:pt x="23124" y="1673"/>
                  </a:lnTo>
                  <a:lnTo>
                    <a:pt x="17280" y="2612"/>
                  </a:lnTo>
                  <a:lnTo>
                    <a:pt x="11473" y="3758"/>
                  </a:lnTo>
                  <a:lnTo>
                    <a:pt x="5711" y="5108"/>
                  </a:lnTo>
                  <a:lnTo>
                    <a:pt x="0" y="6661"/>
                  </a:lnTo>
                  <a:lnTo>
                    <a:pt x="4672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39804" y="1688164"/>
              <a:ext cx="46720" cy="160505"/>
            </a:xfrm>
            <a:custGeom>
              <a:avLst/>
              <a:pathLst>
                <a:path w="46720" h="160505">
                  <a:moveTo>
                    <a:pt x="0" y="0"/>
                  </a:moveTo>
                  <a:lnTo>
                    <a:pt x="46720" y="1605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19373" y="1681503"/>
              <a:ext cx="334298" cy="334334"/>
            </a:xfrm>
            <a:custGeom>
              <a:avLst/>
              <a:pathLst>
                <a:path w="334298" h="334334">
                  <a:moveTo>
                    <a:pt x="120430" y="6661"/>
                  </a:moveTo>
                  <a:lnTo>
                    <a:pt x="115359" y="8225"/>
                  </a:lnTo>
                  <a:lnTo>
                    <a:pt x="110340" y="9949"/>
                  </a:lnTo>
                  <a:lnTo>
                    <a:pt x="105378" y="11831"/>
                  </a:lnTo>
                  <a:lnTo>
                    <a:pt x="100479" y="13870"/>
                  </a:lnTo>
                  <a:lnTo>
                    <a:pt x="95647" y="16064"/>
                  </a:lnTo>
                  <a:lnTo>
                    <a:pt x="90887" y="18409"/>
                  </a:lnTo>
                  <a:lnTo>
                    <a:pt x="86204" y="20905"/>
                  </a:lnTo>
                  <a:lnTo>
                    <a:pt x="81602" y="23548"/>
                  </a:lnTo>
                  <a:lnTo>
                    <a:pt x="77087" y="26336"/>
                  </a:lnTo>
                  <a:lnTo>
                    <a:pt x="72662" y="29265"/>
                  </a:lnTo>
                  <a:lnTo>
                    <a:pt x="68333" y="32334"/>
                  </a:lnTo>
                  <a:lnTo>
                    <a:pt x="64103" y="35538"/>
                  </a:lnTo>
                  <a:lnTo>
                    <a:pt x="59977" y="38875"/>
                  </a:lnTo>
                  <a:lnTo>
                    <a:pt x="55959" y="42342"/>
                  </a:lnTo>
                  <a:lnTo>
                    <a:pt x="52053" y="45934"/>
                  </a:lnTo>
                  <a:lnTo>
                    <a:pt x="48263" y="49648"/>
                  </a:lnTo>
                  <a:lnTo>
                    <a:pt x="44593" y="53481"/>
                  </a:lnTo>
                  <a:lnTo>
                    <a:pt x="41046" y="57428"/>
                  </a:lnTo>
                  <a:lnTo>
                    <a:pt x="37626" y="61486"/>
                  </a:lnTo>
                  <a:lnTo>
                    <a:pt x="34337" y="65650"/>
                  </a:lnTo>
                  <a:lnTo>
                    <a:pt x="31182" y="69917"/>
                  </a:lnTo>
                  <a:lnTo>
                    <a:pt x="28164" y="74282"/>
                  </a:lnTo>
                  <a:lnTo>
                    <a:pt x="25286" y="78740"/>
                  </a:lnTo>
                  <a:lnTo>
                    <a:pt x="22550" y="83288"/>
                  </a:lnTo>
                  <a:lnTo>
                    <a:pt x="19961" y="87919"/>
                  </a:lnTo>
                  <a:lnTo>
                    <a:pt x="17520" y="92631"/>
                  </a:lnTo>
                  <a:lnTo>
                    <a:pt x="15229" y="97418"/>
                  </a:lnTo>
                  <a:lnTo>
                    <a:pt x="13092" y="102275"/>
                  </a:lnTo>
                  <a:lnTo>
                    <a:pt x="11110" y="107198"/>
                  </a:lnTo>
                  <a:lnTo>
                    <a:pt x="9285" y="112181"/>
                  </a:lnTo>
                  <a:lnTo>
                    <a:pt x="7619" y="117219"/>
                  </a:lnTo>
                  <a:lnTo>
                    <a:pt x="6114" y="122308"/>
                  </a:lnTo>
                  <a:lnTo>
                    <a:pt x="4772" y="127442"/>
                  </a:lnTo>
                  <a:lnTo>
                    <a:pt x="3593" y="132616"/>
                  </a:lnTo>
                  <a:lnTo>
                    <a:pt x="2578" y="137825"/>
                  </a:lnTo>
                  <a:lnTo>
                    <a:pt x="1730" y="143063"/>
                  </a:lnTo>
                  <a:lnTo>
                    <a:pt x="1048" y="148326"/>
                  </a:lnTo>
                  <a:lnTo>
                    <a:pt x="534" y="153607"/>
                  </a:lnTo>
                  <a:lnTo>
                    <a:pt x="187" y="158903"/>
                  </a:lnTo>
                  <a:lnTo>
                    <a:pt x="9" y="164206"/>
                  </a:lnTo>
                  <a:lnTo>
                    <a:pt x="0" y="169513"/>
                  </a:lnTo>
                  <a:lnTo>
                    <a:pt x="158" y="174817"/>
                  </a:lnTo>
                  <a:lnTo>
                    <a:pt x="485" y="180114"/>
                  </a:lnTo>
                  <a:lnTo>
                    <a:pt x="980" y="185397"/>
                  </a:lnTo>
                  <a:lnTo>
                    <a:pt x="1642" y="190662"/>
                  </a:lnTo>
                  <a:lnTo>
                    <a:pt x="2472" y="195904"/>
                  </a:lnTo>
                  <a:lnTo>
                    <a:pt x="3467" y="201116"/>
                  </a:lnTo>
                  <a:lnTo>
                    <a:pt x="4627" y="206294"/>
                  </a:lnTo>
                  <a:lnTo>
                    <a:pt x="5950" y="211433"/>
                  </a:lnTo>
                  <a:lnTo>
                    <a:pt x="7437" y="216527"/>
                  </a:lnTo>
                  <a:lnTo>
                    <a:pt x="9084" y="221572"/>
                  </a:lnTo>
                  <a:lnTo>
                    <a:pt x="10890" y="226562"/>
                  </a:lnTo>
                  <a:lnTo>
                    <a:pt x="12854" y="231491"/>
                  </a:lnTo>
                  <a:lnTo>
                    <a:pt x="14974" y="236356"/>
                  </a:lnTo>
                  <a:lnTo>
                    <a:pt x="17246" y="241152"/>
                  </a:lnTo>
                  <a:lnTo>
                    <a:pt x="19670" y="245872"/>
                  </a:lnTo>
                  <a:lnTo>
                    <a:pt x="22243" y="250514"/>
                  </a:lnTo>
                  <a:lnTo>
                    <a:pt x="24961" y="255071"/>
                  </a:lnTo>
                  <a:lnTo>
                    <a:pt x="27823" y="259540"/>
                  </a:lnTo>
                  <a:lnTo>
                    <a:pt x="30825" y="263916"/>
                  </a:lnTo>
                  <a:lnTo>
                    <a:pt x="33965" y="268194"/>
                  </a:lnTo>
                  <a:lnTo>
                    <a:pt x="37238" y="272371"/>
                  </a:lnTo>
                  <a:lnTo>
                    <a:pt x="40643" y="276441"/>
                  </a:lnTo>
                  <a:lnTo>
                    <a:pt x="44175" y="280401"/>
                  </a:lnTo>
                  <a:lnTo>
                    <a:pt x="47831" y="284248"/>
                  </a:lnTo>
                  <a:lnTo>
                    <a:pt x="51608" y="287976"/>
                  </a:lnTo>
                  <a:lnTo>
                    <a:pt x="55500" y="291582"/>
                  </a:lnTo>
                  <a:lnTo>
                    <a:pt x="59506" y="295063"/>
                  </a:lnTo>
                  <a:lnTo>
                    <a:pt x="63619" y="298416"/>
                  </a:lnTo>
                  <a:lnTo>
                    <a:pt x="67837" y="301636"/>
                  </a:lnTo>
                  <a:lnTo>
                    <a:pt x="72155" y="304720"/>
                  </a:lnTo>
                  <a:lnTo>
                    <a:pt x="76569" y="307666"/>
                  </a:lnTo>
                  <a:lnTo>
                    <a:pt x="81074" y="310470"/>
                  </a:lnTo>
                  <a:lnTo>
                    <a:pt x="85666" y="313130"/>
                  </a:lnTo>
                  <a:lnTo>
                    <a:pt x="90340" y="315643"/>
                  </a:lnTo>
                  <a:lnTo>
                    <a:pt x="95092" y="318006"/>
                  </a:lnTo>
                  <a:lnTo>
                    <a:pt x="99916" y="320217"/>
                  </a:lnTo>
                  <a:lnTo>
                    <a:pt x="104807" y="322274"/>
                  </a:lnTo>
                  <a:lnTo>
                    <a:pt x="109762" y="324175"/>
                  </a:lnTo>
                  <a:lnTo>
                    <a:pt x="114774" y="325917"/>
                  </a:lnTo>
                  <a:lnTo>
                    <a:pt x="119839" y="327500"/>
                  </a:lnTo>
                  <a:lnTo>
                    <a:pt x="124952" y="328921"/>
                  </a:lnTo>
                  <a:lnTo>
                    <a:pt x="130108" y="330179"/>
                  </a:lnTo>
                  <a:lnTo>
                    <a:pt x="135300" y="331272"/>
                  </a:lnTo>
                  <a:lnTo>
                    <a:pt x="140525" y="332200"/>
                  </a:lnTo>
                  <a:lnTo>
                    <a:pt x="145777" y="332962"/>
                  </a:lnTo>
                  <a:lnTo>
                    <a:pt x="151050" y="333557"/>
                  </a:lnTo>
                  <a:lnTo>
                    <a:pt x="156339" y="333984"/>
                  </a:lnTo>
                  <a:lnTo>
                    <a:pt x="161640" y="334244"/>
                  </a:lnTo>
                  <a:lnTo>
                    <a:pt x="166945" y="334334"/>
                  </a:lnTo>
                  <a:lnTo>
                    <a:pt x="172252" y="334257"/>
                  </a:lnTo>
                  <a:lnTo>
                    <a:pt x="177552" y="334010"/>
                  </a:lnTo>
                  <a:lnTo>
                    <a:pt x="182843" y="333596"/>
                  </a:lnTo>
                  <a:lnTo>
                    <a:pt x="188117" y="333014"/>
                  </a:lnTo>
                  <a:lnTo>
                    <a:pt x="193371" y="332265"/>
                  </a:lnTo>
                  <a:lnTo>
                    <a:pt x="198598" y="331350"/>
                  </a:lnTo>
                  <a:lnTo>
                    <a:pt x="203793" y="330269"/>
                  </a:lnTo>
                  <a:lnTo>
                    <a:pt x="208952" y="329024"/>
                  </a:lnTo>
                  <a:lnTo>
                    <a:pt x="214068" y="327615"/>
                  </a:lnTo>
                  <a:lnTo>
                    <a:pt x="219137" y="326045"/>
                  </a:lnTo>
                  <a:lnTo>
                    <a:pt x="224154" y="324315"/>
                  </a:lnTo>
                  <a:lnTo>
                    <a:pt x="229113" y="322427"/>
                  </a:lnTo>
                  <a:lnTo>
                    <a:pt x="234010" y="320382"/>
                  </a:lnTo>
                  <a:lnTo>
                    <a:pt x="238839" y="318182"/>
                  </a:lnTo>
                  <a:lnTo>
                    <a:pt x="243596" y="315831"/>
                  </a:lnTo>
                  <a:lnTo>
                    <a:pt x="248277" y="313330"/>
                  </a:lnTo>
                  <a:lnTo>
                    <a:pt x="252875" y="310681"/>
                  </a:lnTo>
                  <a:lnTo>
                    <a:pt x="257387" y="307888"/>
                  </a:lnTo>
                  <a:lnTo>
                    <a:pt x="261808" y="304953"/>
                  </a:lnTo>
                  <a:lnTo>
                    <a:pt x="266134" y="301879"/>
                  </a:lnTo>
                  <a:lnTo>
                    <a:pt x="270360" y="298669"/>
                  </a:lnTo>
                  <a:lnTo>
                    <a:pt x="274481" y="295327"/>
                  </a:lnTo>
                  <a:lnTo>
                    <a:pt x="278495" y="291856"/>
                  </a:lnTo>
                  <a:lnTo>
                    <a:pt x="282397" y="288259"/>
                  </a:lnTo>
                  <a:lnTo>
                    <a:pt x="286182" y="284540"/>
                  </a:lnTo>
                  <a:lnTo>
                    <a:pt x="289848" y="280703"/>
                  </a:lnTo>
                  <a:lnTo>
                    <a:pt x="293390" y="276751"/>
                  </a:lnTo>
                  <a:lnTo>
                    <a:pt x="296804" y="272689"/>
                  </a:lnTo>
                  <a:lnTo>
                    <a:pt x="300088" y="268520"/>
                  </a:lnTo>
                  <a:lnTo>
                    <a:pt x="303238" y="264250"/>
                  </a:lnTo>
                  <a:lnTo>
                    <a:pt x="306251" y="259882"/>
                  </a:lnTo>
                  <a:lnTo>
                    <a:pt x="309124" y="255420"/>
                  </a:lnTo>
                  <a:lnTo>
                    <a:pt x="311853" y="250869"/>
                  </a:lnTo>
                  <a:lnTo>
                    <a:pt x="314437" y="246234"/>
                  </a:lnTo>
                  <a:lnTo>
                    <a:pt x="316873" y="241519"/>
                  </a:lnTo>
                  <a:lnTo>
                    <a:pt x="319157" y="236729"/>
                  </a:lnTo>
                  <a:lnTo>
                    <a:pt x="321288" y="231870"/>
                  </a:lnTo>
                  <a:lnTo>
                    <a:pt x="323264" y="226945"/>
                  </a:lnTo>
                  <a:lnTo>
                    <a:pt x="325083" y="221959"/>
                  </a:lnTo>
                  <a:lnTo>
                    <a:pt x="326743" y="216919"/>
                  </a:lnTo>
                  <a:lnTo>
                    <a:pt x="328241" y="211828"/>
                  </a:lnTo>
                  <a:lnTo>
                    <a:pt x="329578" y="206693"/>
                  </a:lnTo>
                  <a:lnTo>
                    <a:pt x="330751" y="201517"/>
                  </a:lnTo>
                  <a:lnTo>
                    <a:pt x="331758" y="196307"/>
                  </a:lnTo>
                  <a:lnTo>
                    <a:pt x="332600" y="191068"/>
                  </a:lnTo>
                  <a:lnTo>
                    <a:pt x="333276" y="185805"/>
                  </a:lnTo>
                  <a:lnTo>
                    <a:pt x="333784" y="180522"/>
                  </a:lnTo>
                  <a:lnTo>
                    <a:pt x="334124" y="175227"/>
                  </a:lnTo>
                  <a:lnTo>
                    <a:pt x="334295" y="169923"/>
                  </a:lnTo>
                  <a:lnTo>
                    <a:pt x="334298" y="164616"/>
                  </a:lnTo>
                  <a:lnTo>
                    <a:pt x="334133" y="159312"/>
                  </a:lnTo>
                  <a:lnTo>
                    <a:pt x="333800" y="154016"/>
                  </a:lnTo>
                  <a:lnTo>
                    <a:pt x="333298" y="148733"/>
                  </a:lnTo>
                  <a:lnTo>
                    <a:pt x="332630" y="143469"/>
                  </a:lnTo>
                  <a:lnTo>
                    <a:pt x="331794" y="138228"/>
                  </a:lnTo>
                  <a:lnTo>
                    <a:pt x="330793" y="133017"/>
                  </a:lnTo>
                  <a:lnTo>
                    <a:pt x="329626" y="127840"/>
                  </a:lnTo>
                  <a:lnTo>
                    <a:pt x="328296" y="122703"/>
                  </a:lnTo>
                  <a:lnTo>
                    <a:pt x="326804" y="117611"/>
                  </a:lnTo>
                  <a:lnTo>
                    <a:pt x="325150" y="112568"/>
                  </a:lnTo>
                  <a:lnTo>
                    <a:pt x="323338" y="107581"/>
                  </a:lnTo>
                  <a:lnTo>
                    <a:pt x="321368" y="102653"/>
                  </a:lnTo>
                  <a:lnTo>
                    <a:pt x="319242" y="97791"/>
                  </a:lnTo>
                  <a:lnTo>
                    <a:pt x="316964" y="92998"/>
                  </a:lnTo>
                  <a:lnTo>
                    <a:pt x="314534" y="88281"/>
                  </a:lnTo>
                  <a:lnTo>
                    <a:pt x="311956" y="83642"/>
                  </a:lnTo>
                  <a:lnTo>
                    <a:pt x="309232" y="79088"/>
                  </a:lnTo>
                  <a:lnTo>
                    <a:pt x="306365" y="74623"/>
                  </a:lnTo>
                  <a:lnTo>
                    <a:pt x="303357" y="70251"/>
                  </a:lnTo>
                  <a:lnTo>
                    <a:pt x="300212" y="65977"/>
                  </a:lnTo>
                  <a:lnTo>
                    <a:pt x="296933" y="61804"/>
                  </a:lnTo>
                  <a:lnTo>
                    <a:pt x="293524" y="57738"/>
                  </a:lnTo>
                  <a:lnTo>
                    <a:pt x="289987" y="53782"/>
                  </a:lnTo>
                  <a:lnTo>
                    <a:pt x="286326" y="49940"/>
                  </a:lnTo>
                  <a:lnTo>
                    <a:pt x="282545" y="46216"/>
                  </a:lnTo>
                  <a:lnTo>
                    <a:pt x="278648" y="42615"/>
                  </a:lnTo>
                  <a:lnTo>
                    <a:pt x="274639" y="39139"/>
                  </a:lnTo>
                  <a:lnTo>
                    <a:pt x="270521" y="35791"/>
                  </a:lnTo>
                  <a:lnTo>
                    <a:pt x="266299" y="32577"/>
                  </a:lnTo>
                  <a:lnTo>
                    <a:pt x="261977" y="29497"/>
                  </a:lnTo>
                  <a:lnTo>
                    <a:pt x="257559" y="26557"/>
                  </a:lnTo>
                  <a:lnTo>
                    <a:pt x="253051" y="23758"/>
                  </a:lnTo>
                  <a:lnTo>
                    <a:pt x="248456" y="21104"/>
                  </a:lnTo>
                  <a:lnTo>
                    <a:pt x="243779" y="18597"/>
                  </a:lnTo>
                  <a:lnTo>
                    <a:pt x="239024" y="16239"/>
                  </a:lnTo>
                  <a:lnTo>
                    <a:pt x="234198" y="14034"/>
                  </a:lnTo>
                  <a:lnTo>
                    <a:pt x="229303" y="11983"/>
                  </a:lnTo>
                  <a:lnTo>
                    <a:pt x="224347" y="10089"/>
                  </a:lnTo>
                  <a:lnTo>
                    <a:pt x="219332" y="8352"/>
                  </a:lnTo>
                  <a:lnTo>
                    <a:pt x="214265" y="6776"/>
                  </a:lnTo>
                  <a:lnTo>
                    <a:pt x="209150" y="5362"/>
                  </a:lnTo>
                  <a:lnTo>
                    <a:pt x="203993" y="4110"/>
                  </a:lnTo>
                  <a:lnTo>
                    <a:pt x="198799" y="3023"/>
                  </a:lnTo>
                  <a:lnTo>
                    <a:pt x="193573" y="2101"/>
                  </a:lnTo>
                  <a:lnTo>
                    <a:pt x="188321" y="1345"/>
                  </a:lnTo>
                  <a:lnTo>
                    <a:pt x="183047" y="757"/>
                  </a:lnTo>
                  <a:lnTo>
                    <a:pt x="177757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86780" y="2126963"/>
              <a:ext cx="94507" cy="167167"/>
            </a:xfrm>
            <a:custGeom>
              <a:avLst/>
              <a:pathLst>
                <a:path w="94507" h="167167">
                  <a:moveTo>
                    <a:pt x="94507" y="0"/>
                  </a:moveTo>
                  <a:lnTo>
                    <a:pt x="88928" y="93"/>
                  </a:lnTo>
                  <a:lnTo>
                    <a:pt x="83355" y="372"/>
                  </a:lnTo>
                  <a:lnTo>
                    <a:pt x="77794" y="837"/>
                  </a:lnTo>
                  <a:lnTo>
                    <a:pt x="72252" y="1487"/>
                  </a:lnTo>
                  <a:lnTo>
                    <a:pt x="66735" y="2322"/>
                  </a:lnTo>
                  <a:lnTo>
                    <a:pt x="61249" y="3341"/>
                  </a:lnTo>
                  <a:lnTo>
                    <a:pt x="55800" y="4542"/>
                  </a:lnTo>
                  <a:lnTo>
                    <a:pt x="50394" y="5925"/>
                  </a:lnTo>
                  <a:lnTo>
                    <a:pt x="45037" y="7487"/>
                  </a:lnTo>
                  <a:lnTo>
                    <a:pt x="39736" y="9227"/>
                  </a:lnTo>
                  <a:lnTo>
                    <a:pt x="34495" y="11143"/>
                  </a:lnTo>
                  <a:lnTo>
                    <a:pt x="29321" y="13232"/>
                  </a:lnTo>
                  <a:lnTo>
                    <a:pt x="24220" y="15494"/>
                  </a:lnTo>
                  <a:lnTo>
                    <a:pt x="19197" y="17924"/>
                  </a:lnTo>
                  <a:lnTo>
                    <a:pt x="14258" y="20521"/>
                  </a:lnTo>
                  <a:lnTo>
                    <a:pt x="9409" y="23281"/>
                  </a:lnTo>
                  <a:lnTo>
                    <a:pt x="4654" y="26201"/>
                  </a:lnTo>
                  <a:lnTo>
                    <a:pt x="0" y="29278"/>
                  </a:lnTo>
                  <a:lnTo>
                    <a:pt x="945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86780" y="2156242"/>
              <a:ext cx="94507" cy="137888"/>
            </a:xfrm>
            <a:custGeom>
              <a:avLst/>
              <a:pathLst>
                <a:path w="94507" h="137888">
                  <a:moveTo>
                    <a:pt x="0" y="0"/>
                  </a:moveTo>
                  <a:lnTo>
                    <a:pt x="94507" y="1378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14129" y="2127579"/>
              <a:ext cx="334326" cy="333708"/>
            </a:xfrm>
            <a:custGeom>
              <a:avLst/>
              <a:pathLst>
                <a:path w="334326" h="333708">
                  <a:moveTo>
                    <a:pt x="72651" y="28663"/>
                  </a:moveTo>
                  <a:lnTo>
                    <a:pt x="68339" y="31719"/>
                  </a:lnTo>
                  <a:lnTo>
                    <a:pt x="64126" y="34911"/>
                  </a:lnTo>
                  <a:lnTo>
                    <a:pt x="60016" y="38234"/>
                  </a:lnTo>
                  <a:lnTo>
                    <a:pt x="56013" y="41685"/>
                  </a:lnTo>
                  <a:lnTo>
                    <a:pt x="52121" y="45261"/>
                  </a:lnTo>
                  <a:lnTo>
                    <a:pt x="48344" y="48958"/>
                  </a:lnTo>
                  <a:lnTo>
                    <a:pt x="44686" y="52773"/>
                  </a:lnTo>
                  <a:lnTo>
                    <a:pt x="41150" y="56702"/>
                  </a:lnTo>
                  <a:lnTo>
                    <a:pt x="37740" y="60740"/>
                  </a:lnTo>
                  <a:lnTo>
                    <a:pt x="34460" y="64885"/>
                  </a:lnTo>
                  <a:lnTo>
                    <a:pt x="31312" y="69130"/>
                  </a:lnTo>
                  <a:lnTo>
                    <a:pt x="28300" y="73474"/>
                  </a:lnTo>
                  <a:lnTo>
                    <a:pt x="25427" y="77910"/>
                  </a:lnTo>
                  <a:lnTo>
                    <a:pt x="22696" y="82435"/>
                  </a:lnTo>
                  <a:lnTo>
                    <a:pt x="20109" y="87044"/>
                  </a:lnTo>
                  <a:lnTo>
                    <a:pt x="17669" y="91732"/>
                  </a:lnTo>
                  <a:lnTo>
                    <a:pt x="15378" y="96495"/>
                  </a:lnTo>
                  <a:lnTo>
                    <a:pt x="13240" y="101329"/>
                  </a:lnTo>
                  <a:lnTo>
                    <a:pt x="11255" y="106227"/>
                  </a:lnTo>
                  <a:lnTo>
                    <a:pt x="9425" y="111186"/>
                  </a:lnTo>
                  <a:lnTo>
                    <a:pt x="7754" y="116200"/>
                  </a:lnTo>
                  <a:lnTo>
                    <a:pt x="6242" y="121265"/>
                  </a:lnTo>
                  <a:lnTo>
                    <a:pt x="4891" y="126374"/>
                  </a:lnTo>
                  <a:lnTo>
                    <a:pt x="3702" y="131524"/>
                  </a:lnTo>
                  <a:lnTo>
                    <a:pt x="2676" y="136709"/>
                  </a:lnTo>
                  <a:lnTo>
                    <a:pt x="1815" y="141924"/>
                  </a:lnTo>
                  <a:lnTo>
                    <a:pt x="1119" y="147163"/>
                  </a:lnTo>
                  <a:lnTo>
                    <a:pt x="589" y="152422"/>
                  </a:lnTo>
                  <a:lnTo>
                    <a:pt x="226" y="157695"/>
                  </a:lnTo>
                  <a:lnTo>
                    <a:pt x="29" y="162977"/>
                  </a:lnTo>
                  <a:lnTo>
                    <a:pt x="0" y="168262"/>
                  </a:lnTo>
                  <a:lnTo>
                    <a:pt x="137" y="173546"/>
                  </a:lnTo>
                  <a:lnTo>
                    <a:pt x="442" y="178822"/>
                  </a:lnTo>
                  <a:lnTo>
                    <a:pt x="913" y="184087"/>
                  </a:lnTo>
                  <a:lnTo>
                    <a:pt x="1550" y="189333"/>
                  </a:lnTo>
                  <a:lnTo>
                    <a:pt x="2353" y="194557"/>
                  </a:lnTo>
                  <a:lnTo>
                    <a:pt x="3321" y="199753"/>
                  </a:lnTo>
                  <a:lnTo>
                    <a:pt x="4453" y="204916"/>
                  </a:lnTo>
                  <a:lnTo>
                    <a:pt x="5747" y="210041"/>
                  </a:lnTo>
                  <a:lnTo>
                    <a:pt x="7202" y="215122"/>
                  </a:lnTo>
                  <a:lnTo>
                    <a:pt x="8818" y="220154"/>
                  </a:lnTo>
                  <a:lnTo>
                    <a:pt x="10591" y="225133"/>
                  </a:lnTo>
                  <a:lnTo>
                    <a:pt x="12522" y="230053"/>
                  </a:lnTo>
                  <a:lnTo>
                    <a:pt x="14606" y="234910"/>
                  </a:lnTo>
                  <a:lnTo>
                    <a:pt x="16844" y="239699"/>
                  </a:lnTo>
                  <a:lnTo>
                    <a:pt x="19231" y="244414"/>
                  </a:lnTo>
                  <a:lnTo>
                    <a:pt x="21767" y="249052"/>
                  </a:lnTo>
                  <a:lnTo>
                    <a:pt x="24448" y="253607"/>
                  </a:lnTo>
                  <a:lnTo>
                    <a:pt x="27271" y="258075"/>
                  </a:lnTo>
                  <a:lnTo>
                    <a:pt x="30234" y="262451"/>
                  </a:lnTo>
                  <a:lnTo>
                    <a:pt x="33334" y="266732"/>
                  </a:lnTo>
                  <a:lnTo>
                    <a:pt x="36568" y="270913"/>
                  </a:lnTo>
                  <a:lnTo>
                    <a:pt x="39933" y="274989"/>
                  </a:lnTo>
                  <a:lnTo>
                    <a:pt x="43424" y="278957"/>
                  </a:lnTo>
                  <a:lnTo>
                    <a:pt x="47040" y="282812"/>
                  </a:lnTo>
                  <a:lnTo>
                    <a:pt x="50775" y="286551"/>
                  </a:lnTo>
                  <a:lnTo>
                    <a:pt x="54627" y="290171"/>
                  </a:lnTo>
                  <a:lnTo>
                    <a:pt x="58591" y="293666"/>
                  </a:lnTo>
                  <a:lnTo>
                    <a:pt x="62664" y="297035"/>
                  </a:lnTo>
                  <a:lnTo>
                    <a:pt x="66841" y="300273"/>
                  </a:lnTo>
                  <a:lnTo>
                    <a:pt x="71119" y="303378"/>
                  </a:lnTo>
                  <a:lnTo>
                    <a:pt x="75492" y="306345"/>
                  </a:lnTo>
                  <a:lnTo>
                    <a:pt x="79958" y="309173"/>
                  </a:lnTo>
                  <a:lnTo>
                    <a:pt x="84510" y="311859"/>
                  </a:lnTo>
                  <a:lnTo>
                    <a:pt x="89145" y="314399"/>
                  </a:lnTo>
                  <a:lnTo>
                    <a:pt x="93858" y="316791"/>
                  </a:lnTo>
                  <a:lnTo>
                    <a:pt x="98644" y="319034"/>
                  </a:lnTo>
                  <a:lnTo>
                    <a:pt x="103499" y="321123"/>
                  </a:lnTo>
                  <a:lnTo>
                    <a:pt x="108417" y="323059"/>
                  </a:lnTo>
                  <a:lnTo>
                    <a:pt x="113394" y="324837"/>
                  </a:lnTo>
                  <a:lnTo>
                    <a:pt x="118425" y="326458"/>
                  </a:lnTo>
                  <a:lnTo>
                    <a:pt x="123505" y="327919"/>
                  </a:lnTo>
                  <a:lnTo>
                    <a:pt x="128628" y="329218"/>
                  </a:lnTo>
                  <a:lnTo>
                    <a:pt x="133789" y="330355"/>
                  </a:lnTo>
                  <a:lnTo>
                    <a:pt x="138985" y="331328"/>
                  </a:lnTo>
                  <a:lnTo>
                    <a:pt x="144208" y="332136"/>
                  </a:lnTo>
                  <a:lnTo>
                    <a:pt x="149454" y="332779"/>
                  </a:lnTo>
                  <a:lnTo>
                    <a:pt x="154718" y="333255"/>
                  </a:lnTo>
                  <a:lnTo>
                    <a:pt x="159994" y="333565"/>
                  </a:lnTo>
                  <a:lnTo>
                    <a:pt x="165277" y="333708"/>
                  </a:lnTo>
                  <a:lnTo>
                    <a:pt x="170563" y="333684"/>
                  </a:lnTo>
                  <a:lnTo>
                    <a:pt x="175845" y="333493"/>
                  </a:lnTo>
                  <a:lnTo>
                    <a:pt x="181118" y="333135"/>
                  </a:lnTo>
                  <a:lnTo>
                    <a:pt x="186377" y="332610"/>
                  </a:lnTo>
                  <a:lnTo>
                    <a:pt x="191617" y="331920"/>
                  </a:lnTo>
                  <a:lnTo>
                    <a:pt x="196833" y="331064"/>
                  </a:lnTo>
                  <a:lnTo>
                    <a:pt x="202019" y="330044"/>
                  </a:lnTo>
                  <a:lnTo>
                    <a:pt x="207170" y="328860"/>
                  </a:lnTo>
                  <a:lnTo>
                    <a:pt x="212281" y="327514"/>
                  </a:lnTo>
                  <a:lnTo>
                    <a:pt x="217347" y="326007"/>
                  </a:lnTo>
                  <a:lnTo>
                    <a:pt x="222363" y="324341"/>
                  </a:lnTo>
                  <a:lnTo>
                    <a:pt x="227324" y="322516"/>
                  </a:lnTo>
                  <a:lnTo>
                    <a:pt x="232224" y="320536"/>
                  </a:lnTo>
                  <a:lnTo>
                    <a:pt x="237060" y="318403"/>
                  </a:lnTo>
                  <a:lnTo>
                    <a:pt x="241825" y="316117"/>
                  </a:lnTo>
                  <a:lnTo>
                    <a:pt x="246516" y="313682"/>
                  </a:lnTo>
                  <a:lnTo>
                    <a:pt x="251128" y="311099"/>
                  </a:lnTo>
                  <a:lnTo>
                    <a:pt x="255655" y="308372"/>
                  </a:lnTo>
                  <a:lnTo>
                    <a:pt x="260095" y="305504"/>
                  </a:lnTo>
                  <a:lnTo>
                    <a:pt x="264441" y="302496"/>
                  </a:lnTo>
                  <a:lnTo>
                    <a:pt x="268690" y="299353"/>
                  </a:lnTo>
                  <a:lnTo>
                    <a:pt x="272838" y="296077"/>
                  </a:lnTo>
                  <a:lnTo>
                    <a:pt x="276879" y="292671"/>
                  </a:lnTo>
                  <a:lnTo>
                    <a:pt x="280812" y="289140"/>
                  </a:lnTo>
                  <a:lnTo>
                    <a:pt x="284630" y="285485"/>
                  </a:lnTo>
                  <a:lnTo>
                    <a:pt x="288331" y="281712"/>
                  </a:lnTo>
                  <a:lnTo>
                    <a:pt x="291912" y="277824"/>
                  </a:lnTo>
                  <a:lnTo>
                    <a:pt x="295367" y="273824"/>
                  </a:lnTo>
                  <a:lnTo>
                    <a:pt x="298694" y="269718"/>
                  </a:lnTo>
                  <a:lnTo>
                    <a:pt x="301890" y="265508"/>
                  </a:lnTo>
                  <a:lnTo>
                    <a:pt x="304951" y="261199"/>
                  </a:lnTo>
                  <a:lnTo>
                    <a:pt x="307874" y="256796"/>
                  </a:lnTo>
                  <a:lnTo>
                    <a:pt x="310657" y="252302"/>
                  </a:lnTo>
                  <a:lnTo>
                    <a:pt x="313296" y="247723"/>
                  </a:lnTo>
                  <a:lnTo>
                    <a:pt x="315789" y="243062"/>
                  </a:lnTo>
                  <a:lnTo>
                    <a:pt x="318133" y="238325"/>
                  </a:lnTo>
                  <a:lnTo>
                    <a:pt x="320327" y="233517"/>
                  </a:lnTo>
                  <a:lnTo>
                    <a:pt x="322367" y="228641"/>
                  </a:lnTo>
                  <a:lnTo>
                    <a:pt x="324253" y="223703"/>
                  </a:lnTo>
                  <a:lnTo>
                    <a:pt x="325981" y="218708"/>
                  </a:lnTo>
                  <a:lnTo>
                    <a:pt x="327550" y="213661"/>
                  </a:lnTo>
                  <a:lnTo>
                    <a:pt x="328959" y="208567"/>
                  </a:lnTo>
                  <a:lnTo>
                    <a:pt x="330207" y="203431"/>
                  </a:lnTo>
                  <a:lnTo>
                    <a:pt x="331291" y="198258"/>
                  </a:lnTo>
                  <a:lnTo>
                    <a:pt x="332211" y="193054"/>
                  </a:lnTo>
                  <a:lnTo>
                    <a:pt x="332967" y="187823"/>
                  </a:lnTo>
                  <a:lnTo>
                    <a:pt x="333556" y="182570"/>
                  </a:lnTo>
                  <a:lnTo>
                    <a:pt x="333980" y="177302"/>
                  </a:lnTo>
                  <a:lnTo>
                    <a:pt x="334236" y="172023"/>
                  </a:lnTo>
                  <a:lnTo>
                    <a:pt x="334326" y="166738"/>
                  </a:lnTo>
                  <a:lnTo>
                    <a:pt x="334248" y="161453"/>
                  </a:lnTo>
                  <a:lnTo>
                    <a:pt x="334003" y="156173"/>
                  </a:lnTo>
                  <a:lnTo>
                    <a:pt x="333592" y="150904"/>
                  </a:lnTo>
                  <a:lnTo>
                    <a:pt x="333014" y="145650"/>
                  </a:lnTo>
                  <a:lnTo>
                    <a:pt x="332270" y="140418"/>
                  </a:lnTo>
                  <a:lnTo>
                    <a:pt x="331361" y="135211"/>
                  </a:lnTo>
                  <a:lnTo>
                    <a:pt x="330289" y="130036"/>
                  </a:lnTo>
                  <a:lnTo>
                    <a:pt x="329053" y="124897"/>
                  </a:lnTo>
                  <a:lnTo>
                    <a:pt x="327655" y="119799"/>
                  </a:lnTo>
                  <a:lnTo>
                    <a:pt x="326097" y="114749"/>
                  </a:lnTo>
                  <a:lnTo>
                    <a:pt x="324380" y="109750"/>
                  </a:lnTo>
                  <a:lnTo>
                    <a:pt x="322505" y="104808"/>
                  </a:lnTo>
                  <a:lnTo>
                    <a:pt x="320476" y="99928"/>
                  </a:lnTo>
                  <a:lnTo>
                    <a:pt x="318293" y="95115"/>
                  </a:lnTo>
                  <a:lnTo>
                    <a:pt x="315959" y="90372"/>
                  </a:lnTo>
                  <a:lnTo>
                    <a:pt x="313476" y="85706"/>
                  </a:lnTo>
                  <a:lnTo>
                    <a:pt x="310848" y="81121"/>
                  </a:lnTo>
                  <a:lnTo>
                    <a:pt x="308075" y="76621"/>
                  </a:lnTo>
                  <a:lnTo>
                    <a:pt x="305162" y="72212"/>
                  </a:lnTo>
                  <a:lnTo>
                    <a:pt x="302110" y="67896"/>
                  </a:lnTo>
                  <a:lnTo>
                    <a:pt x="298924" y="63679"/>
                  </a:lnTo>
                  <a:lnTo>
                    <a:pt x="295606" y="59565"/>
                  </a:lnTo>
                  <a:lnTo>
                    <a:pt x="292159" y="55558"/>
                  </a:lnTo>
                  <a:lnTo>
                    <a:pt x="288588" y="51661"/>
                  </a:lnTo>
                  <a:lnTo>
                    <a:pt x="284895" y="47880"/>
                  </a:lnTo>
                  <a:lnTo>
                    <a:pt x="281085" y="44217"/>
                  </a:lnTo>
                  <a:lnTo>
                    <a:pt x="277161" y="40677"/>
                  </a:lnTo>
                  <a:lnTo>
                    <a:pt x="273126" y="37262"/>
                  </a:lnTo>
                  <a:lnTo>
                    <a:pt x="268986" y="33977"/>
                  </a:lnTo>
                  <a:lnTo>
                    <a:pt x="264744" y="30824"/>
                  </a:lnTo>
                  <a:lnTo>
                    <a:pt x="260404" y="27807"/>
                  </a:lnTo>
                  <a:lnTo>
                    <a:pt x="255972" y="24928"/>
                  </a:lnTo>
                  <a:lnTo>
                    <a:pt x="251450" y="22191"/>
                  </a:lnTo>
                  <a:lnTo>
                    <a:pt x="246844" y="19599"/>
                  </a:lnTo>
                  <a:lnTo>
                    <a:pt x="242159" y="17153"/>
                  </a:lnTo>
                  <a:lnTo>
                    <a:pt x="237398" y="14857"/>
                  </a:lnTo>
                  <a:lnTo>
                    <a:pt x="232567" y="12712"/>
                  </a:lnTo>
                  <a:lnTo>
                    <a:pt x="227671" y="10721"/>
                  </a:lnTo>
                  <a:lnTo>
                    <a:pt x="222715" y="8886"/>
                  </a:lnTo>
                  <a:lnTo>
                    <a:pt x="217703" y="7208"/>
                  </a:lnTo>
                  <a:lnTo>
                    <a:pt x="212640" y="5690"/>
                  </a:lnTo>
                  <a:lnTo>
                    <a:pt x="207532" y="4333"/>
                  </a:lnTo>
                  <a:lnTo>
                    <a:pt x="202384" y="3138"/>
                  </a:lnTo>
                  <a:lnTo>
                    <a:pt x="197200" y="2106"/>
                  </a:lnTo>
                  <a:lnTo>
                    <a:pt x="191986" y="1238"/>
                  </a:lnTo>
                  <a:lnTo>
                    <a:pt x="186748" y="536"/>
                  </a:lnTo>
                  <a:lnTo>
                    <a:pt x="181490" y="0"/>
                  </a:lnTo>
                  <a:lnTo>
                    <a:pt x="167158" y="1665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14331" cy="167167"/>
            </a:xfrm>
            <a:custGeom>
              <a:avLst/>
              <a:pathLst>
                <a:path w="14331" h="167167">
                  <a:moveTo>
                    <a:pt x="14331" y="61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423599" y="2633064"/>
              <a:ext cx="334302" cy="334334"/>
            </a:xfrm>
            <a:custGeom>
              <a:avLst/>
              <a:pathLst>
                <a:path w="33430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8" y="757"/>
                  </a:lnTo>
                  <a:lnTo>
                    <a:pt x="145973" y="1346"/>
                  </a:lnTo>
                  <a:lnTo>
                    <a:pt x="140719" y="2102"/>
                  </a:lnTo>
                  <a:lnTo>
                    <a:pt x="135491" y="3024"/>
                  </a:lnTo>
                  <a:lnTo>
                    <a:pt x="130296" y="4112"/>
                  </a:lnTo>
                  <a:lnTo>
                    <a:pt x="125138" y="5364"/>
                  </a:lnTo>
                  <a:lnTo>
                    <a:pt x="120022" y="6780"/>
                  </a:lnTo>
                  <a:lnTo>
                    <a:pt x="114954" y="8357"/>
                  </a:lnTo>
                  <a:lnTo>
                    <a:pt x="109938" y="10094"/>
                  </a:lnTo>
                  <a:lnTo>
                    <a:pt x="104980" y="11990"/>
                  </a:lnTo>
                  <a:lnTo>
                    <a:pt x="100085" y="14042"/>
                  </a:lnTo>
                  <a:lnTo>
                    <a:pt x="95257" y="16248"/>
                  </a:lnTo>
                  <a:lnTo>
                    <a:pt x="90502" y="18606"/>
                  </a:lnTo>
                  <a:lnTo>
                    <a:pt x="85824" y="21115"/>
                  </a:lnTo>
                  <a:lnTo>
                    <a:pt x="81228" y="23770"/>
                  </a:lnTo>
                  <a:lnTo>
                    <a:pt x="76718" y="26570"/>
                  </a:lnTo>
                  <a:lnTo>
                    <a:pt x="72300" y="29512"/>
                  </a:lnTo>
                  <a:lnTo>
                    <a:pt x="67978" y="32593"/>
                  </a:lnTo>
                  <a:lnTo>
                    <a:pt x="63755" y="35809"/>
                  </a:lnTo>
                  <a:lnTo>
                    <a:pt x="59637" y="39158"/>
                  </a:lnTo>
                  <a:lnTo>
                    <a:pt x="55627" y="42636"/>
                  </a:lnTo>
                  <a:lnTo>
                    <a:pt x="51730" y="46240"/>
                  </a:lnTo>
                  <a:lnTo>
                    <a:pt x="47948" y="49965"/>
                  </a:lnTo>
                  <a:lnTo>
                    <a:pt x="44288" y="53809"/>
                  </a:lnTo>
                  <a:lnTo>
                    <a:pt x="40750" y="57766"/>
                  </a:lnTo>
                  <a:lnTo>
                    <a:pt x="37341" y="61834"/>
                  </a:lnTo>
                  <a:lnTo>
                    <a:pt x="34062" y="66009"/>
                  </a:lnTo>
                  <a:lnTo>
                    <a:pt x="30918" y="70285"/>
                  </a:lnTo>
                  <a:lnTo>
                    <a:pt x="27910" y="74659"/>
                  </a:lnTo>
                  <a:lnTo>
                    <a:pt x="25044" y="79126"/>
                  </a:lnTo>
                  <a:lnTo>
                    <a:pt x="22320" y="83682"/>
                  </a:lnTo>
                  <a:lnTo>
                    <a:pt x="19743" y="88323"/>
                  </a:lnTo>
                  <a:lnTo>
                    <a:pt x="17314" y="93042"/>
                  </a:lnTo>
                  <a:lnTo>
                    <a:pt x="15036" y="97837"/>
                  </a:lnTo>
                  <a:lnTo>
                    <a:pt x="12911" y="102701"/>
                  </a:lnTo>
                  <a:lnTo>
                    <a:pt x="10942" y="107630"/>
                  </a:lnTo>
                  <a:lnTo>
                    <a:pt x="9131" y="112620"/>
                  </a:lnTo>
                  <a:lnTo>
                    <a:pt x="7479" y="117664"/>
                  </a:lnTo>
                  <a:lnTo>
                    <a:pt x="5988" y="122758"/>
                  </a:lnTo>
                  <a:lnTo>
                    <a:pt x="4659" y="127897"/>
                  </a:lnTo>
                  <a:lnTo>
                    <a:pt x="3494" y="133076"/>
                  </a:lnTo>
                  <a:lnTo>
                    <a:pt x="2494" y="138289"/>
                  </a:lnTo>
                  <a:lnTo>
                    <a:pt x="1660" y="143531"/>
                  </a:lnTo>
                  <a:lnTo>
                    <a:pt x="993" y="148797"/>
                  </a:lnTo>
                  <a:lnTo>
                    <a:pt x="494" y="154081"/>
                  </a:lnTo>
                  <a:lnTo>
                    <a:pt x="163" y="159379"/>
                  </a:lnTo>
                  <a:lnTo>
                    <a:pt x="0" y="164685"/>
                  </a:lnTo>
                  <a:lnTo>
                    <a:pt x="5" y="169993"/>
                  </a:lnTo>
                  <a:lnTo>
                    <a:pt x="179" y="175298"/>
                  </a:lnTo>
                  <a:lnTo>
                    <a:pt x="521" y="180595"/>
                  </a:lnTo>
                  <a:lnTo>
                    <a:pt x="1032" y="185878"/>
                  </a:lnTo>
                  <a:lnTo>
                    <a:pt x="1709" y="191143"/>
                  </a:lnTo>
                  <a:lnTo>
                    <a:pt x="2554" y="196383"/>
                  </a:lnTo>
                  <a:lnTo>
                    <a:pt x="3564" y="201594"/>
                  </a:lnTo>
                  <a:lnTo>
                    <a:pt x="4740" y="206770"/>
                  </a:lnTo>
                  <a:lnTo>
                    <a:pt x="6079" y="211907"/>
                  </a:lnTo>
                  <a:lnTo>
                    <a:pt x="7581" y="216998"/>
                  </a:lnTo>
                  <a:lnTo>
                    <a:pt x="9243" y="222039"/>
                  </a:lnTo>
                  <a:lnTo>
                    <a:pt x="11065" y="227024"/>
                  </a:lnTo>
                  <a:lnTo>
                    <a:pt x="13044" y="231950"/>
                  </a:lnTo>
                  <a:lnTo>
                    <a:pt x="15179" y="236809"/>
                  </a:lnTo>
                  <a:lnTo>
                    <a:pt x="17466" y="241599"/>
                  </a:lnTo>
                  <a:lnTo>
                    <a:pt x="19905" y="246314"/>
                  </a:lnTo>
                  <a:lnTo>
                    <a:pt x="22492" y="250949"/>
                  </a:lnTo>
                  <a:lnTo>
                    <a:pt x="25225" y="255499"/>
                  </a:lnTo>
                  <a:lnTo>
                    <a:pt x="28101" y="259961"/>
                  </a:lnTo>
                  <a:lnTo>
                    <a:pt x="31117" y="264328"/>
                  </a:lnTo>
                  <a:lnTo>
                    <a:pt x="34270" y="268598"/>
                  </a:lnTo>
                  <a:lnTo>
                    <a:pt x="37557" y="272766"/>
                  </a:lnTo>
                  <a:lnTo>
                    <a:pt x="40975" y="276827"/>
                  </a:lnTo>
                  <a:lnTo>
                    <a:pt x="44521" y="280777"/>
                  </a:lnTo>
                  <a:lnTo>
                    <a:pt x="48189" y="284613"/>
                  </a:lnTo>
                  <a:lnTo>
                    <a:pt x="51978" y="288331"/>
                  </a:lnTo>
                  <a:lnTo>
                    <a:pt x="55883" y="291926"/>
                  </a:lnTo>
                  <a:lnTo>
                    <a:pt x="59900" y="295396"/>
                  </a:lnTo>
                  <a:lnTo>
                    <a:pt x="64025" y="298736"/>
                  </a:lnTo>
                  <a:lnTo>
                    <a:pt x="68254" y="301944"/>
                  </a:lnTo>
                  <a:lnTo>
                    <a:pt x="72583" y="305016"/>
                  </a:lnTo>
                  <a:lnTo>
                    <a:pt x="77007" y="307949"/>
                  </a:lnTo>
                  <a:lnTo>
                    <a:pt x="81522" y="310740"/>
                  </a:lnTo>
                  <a:lnTo>
                    <a:pt x="86124" y="313386"/>
                  </a:lnTo>
                  <a:lnTo>
                    <a:pt x="90807" y="315885"/>
                  </a:lnTo>
                  <a:lnTo>
                    <a:pt x="95567" y="318233"/>
                  </a:lnTo>
                  <a:lnTo>
                    <a:pt x="100399" y="320430"/>
                  </a:lnTo>
                  <a:lnTo>
                    <a:pt x="105299" y="322472"/>
                  </a:lnTo>
                  <a:lnTo>
                    <a:pt x="110261" y="324357"/>
                  </a:lnTo>
                  <a:lnTo>
                    <a:pt x="115280" y="326084"/>
                  </a:lnTo>
                  <a:lnTo>
                    <a:pt x="120352" y="327651"/>
                  </a:lnTo>
                  <a:lnTo>
                    <a:pt x="125470" y="329055"/>
                  </a:lnTo>
                  <a:lnTo>
                    <a:pt x="130631" y="330297"/>
                  </a:lnTo>
                  <a:lnTo>
                    <a:pt x="135829" y="331374"/>
                  </a:lnTo>
                  <a:lnTo>
                    <a:pt x="141058" y="332286"/>
                  </a:lnTo>
                  <a:lnTo>
                    <a:pt x="146313" y="333031"/>
                  </a:lnTo>
                  <a:lnTo>
                    <a:pt x="151590" y="333609"/>
                  </a:lnTo>
                  <a:lnTo>
                    <a:pt x="156882" y="334019"/>
                  </a:lnTo>
                  <a:lnTo>
                    <a:pt x="162184" y="334261"/>
                  </a:lnTo>
                  <a:lnTo>
                    <a:pt x="167492" y="334334"/>
                  </a:lnTo>
                  <a:lnTo>
                    <a:pt x="172799" y="334239"/>
                  </a:lnTo>
                  <a:lnTo>
                    <a:pt x="178100" y="333975"/>
                  </a:lnTo>
                  <a:lnTo>
                    <a:pt x="183391" y="333543"/>
                  </a:lnTo>
                  <a:lnTo>
                    <a:pt x="188665" y="332944"/>
                  </a:lnTo>
                  <a:lnTo>
                    <a:pt x="193917" y="332177"/>
                  </a:lnTo>
                  <a:lnTo>
                    <a:pt x="199143" y="331244"/>
                  </a:lnTo>
                  <a:lnTo>
                    <a:pt x="204336" y="330146"/>
                  </a:lnTo>
                  <a:lnTo>
                    <a:pt x="209491" y="328883"/>
                  </a:lnTo>
                  <a:lnTo>
                    <a:pt x="214604" y="327457"/>
                  </a:lnTo>
                  <a:lnTo>
                    <a:pt x="219669" y="325870"/>
                  </a:lnTo>
                  <a:lnTo>
                    <a:pt x="224681" y="324122"/>
                  </a:lnTo>
                  <a:lnTo>
                    <a:pt x="229636" y="322216"/>
                  </a:lnTo>
                  <a:lnTo>
                    <a:pt x="234527" y="320154"/>
                  </a:lnTo>
                  <a:lnTo>
                    <a:pt x="239350" y="317938"/>
                  </a:lnTo>
                  <a:lnTo>
                    <a:pt x="244100" y="315570"/>
                  </a:lnTo>
                  <a:lnTo>
                    <a:pt x="248773" y="313052"/>
                  </a:lnTo>
                  <a:lnTo>
                    <a:pt x="253364" y="310387"/>
                  </a:lnTo>
                  <a:lnTo>
                    <a:pt x="257867" y="307577"/>
                  </a:lnTo>
                  <a:lnTo>
                    <a:pt x="262279" y="304626"/>
                  </a:lnTo>
                  <a:lnTo>
                    <a:pt x="266595" y="301537"/>
                  </a:lnTo>
                  <a:lnTo>
                    <a:pt x="270811" y="298312"/>
                  </a:lnTo>
                  <a:lnTo>
                    <a:pt x="274923" y="294955"/>
                  </a:lnTo>
                  <a:lnTo>
                    <a:pt x="278926" y="291468"/>
                  </a:lnTo>
                  <a:lnTo>
                    <a:pt x="282816" y="287857"/>
                  </a:lnTo>
                  <a:lnTo>
                    <a:pt x="286589" y="284124"/>
                  </a:lnTo>
                  <a:lnTo>
                    <a:pt x="290242" y="280273"/>
                  </a:lnTo>
                  <a:lnTo>
                    <a:pt x="293771" y="276308"/>
                  </a:lnTo>
                  <a:lnTo>
                    <a:pt x="297172" y="272233"/>
                  </a:lnTo>
                  <a:lnTo>
                    <a:pt x="300442" y="268052"/>
                  </a:lnTo>
                  <a:lnTo>
                    <a:pt x="303578" y="263769"/>
                  </a:lnTo>
                  <a:lnTo>
                    <a:pt x="306576" y="259389"/>
                  </a:lnTo>
                  <a:lnTo>
                    <a:pt x="309434" y="254916"/>
                  </a:lnTo>
                  <a:lnTo>
                    <a:pt x="312148" y="250354"/>
                  </a:lnTo>
                  <a:lnTo>
                    <a:pt x="314716" y="245708"/>
                  </a:lnTo>
                  <a:lnTo>
                    <a:pt x="317135" y="240984"/>
                  </a:lnTo>
                  <a:lnTo>
                    <a:pt x="319403" y="236185"/>
                  </a:lnTo>
                  <a:lnTo>
                    <a:pt x="321518" y="231316"/>
                  </a:lnTo>
                  <a:lnTo>
                    <a:pt x="323477" y="226383"/>
                  </a:lnTo>
                  <a:lnTo>
                    <a:pt x="325278" y="221390"/>
                  </a:lnTo>
                  <a:lnTo>
                    <a:pt x="326920" y="216342"/>
                  </a:lnTo>
                  <a:lnTo>
                    <a:pt x="328400" y="211245"/>
                  </a:lnTo>
                  <a:lnTo>
                    <a:pt x="329718" y="206103"/>
                  </a:lnTo>
                  <a:lnTo>
                    <a:pt x="330873" y="200922"/>
                  </a:lnTo>
                  <a:lnTo>
                    <a:pt x="331862" y="195707"/>
                  </a:lnTo>
                  <a:lnTo>
                    <a:pt x="332685" y="190463"/>
                  </a:lnTo>
                  <a:lnTo>
                    <a:pt x="333341" y="185196"/>
                  </a:lnTo>
                  <a:lnTo>
                    <a:pt x="333830" y="179910"/>
                  </a:lnTo>
                  <a:lnTo>
                    <a:pt x="334150" y="174612"/>
                  </a:lnTo>
                  <a:lnTo>
                    <a:pt x="334302" y="169306"/>
                  </a:lnTo>
                  <a:lnTo>
                    <a:pt x="334286" y="163998"/>
                  </a:lnTo>
                  <a:lnTo>
                    <a:pt x="334101" y="158693"/>
                  </a:lnTo>
                  <a:lnTo>
                    <a:pt x="333748" y="153397"/>
                  </a:lnTo>
                  <a:lnTo>
                    <a:pt x="333227" y="148115"/>
                  </a:lnTo>
                  <a:lnTo>
                    <a:pt x="332538" y="142851"/>
                  </a:lnTo>
                  <a:lnTo>
                    <a:pt x="331683" y="137613"/>
                  </a:lnTo>
                  <a:lnTo>
                    <a:pt x="330661" y="132404"/>
                  </a:lnTo>
                  <a:lnTo>
                    <a:pt x="329475" y="127230"/>
                  </a:lnTo>
                  <a:lnTo>
                    <a:pt x="328126" y="122097"/>
                  </a:lnTo>
                  <a:lnTo>
                    <a:pt x="326614" y="117009"/>
                  </a:lnTo>
                  <a:lnTo>
                    <a:pt x="324941" y="111971"/>
                  </a:lnTo>
                  <a:lnTo>
                    <a:pt x="323109" y="106989"/>
                  </a:lnTo>
                  <a:lnTo>
                    <a:pt x="321120" y="102068"/>
                  </a:lnTo>
                  <a:lnTo>
                    <a:pt x="318975" y="97212"/>
                  </a:lnTo>
                  <a:lnTo>
                    <a:pt x="316678" y="92427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725492"/>
              <a:ext cx="149529" cy="74739"/>
            </a:xfrm>
            <a:custGeom>
              <a:avLst/>
              <a:pathLst>
                <a:path w="149529" h="74739">
                  <a:moveTo>
                    <a:pt x="149529" y="0"/>
                  </a:moveTo>
                  <a:lnTo>
                    <a:pt x="0" y="747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8760"/>
              <a:ext cx="149529" cy="161471"/>
            </a:xfrm>
            <a:custGeom>
              <a:avLst/>
              <a:pathLst>
                <a:path w="149529" h="161471">
                  <a:moveTo>
                    <a:pt x="149529" y="86731"/>
                  </a:moveTo>
                  <a:lnTo>
                    <a:pt x="146916" y="81718"/>
                  </a:lnTo>
                  <a:lnTo>
                    <a:pt x="144135" y="76796"/>
                  </a:lnTo>
                  <a:lnTo>
                    <a:pt x="141190" y="71971"/>
                  </a:lnTo>
                  <a:lnTo>
                    <a:pt x="138083" y="67248"/>
                  </a:lnTo>
                  <a:lnTo>
                    <a:pt x="134818" y="62633"/>
                  </a:lnTo>
                  <a:lnTo>
                    <a:pt x="131399" y="58131"/>
                  </a:lnTo>
                  <a:lnTo>
                    <a:pt x="127829" y="53747"/>
                  </a:lnTo>
                  <a:lnTo>
                    <a:pt x="124114" y="49486"/>
                  </a:lnTo>
                  <a:lnTo>
                    <a:pt x="120256" y="45353"/>
                  </a:lnTo>
                  <a:lnTo>
                    <a:pt x="116261" y="41354"/>
                  </a:lnTo>
                  <a:lnTo>
                    <a:pt x="112133" y="37491"/>
                  </a:lnTo>
                  <a:lnTo>
                    <a:pt x="107877" y="33770"/>
                  </a:lnTo>
                  <a:lnTo>
                    <a:pt x="103497" y="30196"/>
                  </a:lnTo>
                  <a:lnTo>
                    <a:pt x="99000" y="26771"/>
                  </a:lnTo>
                  <a:lnTo>
                    <a:pt x="94388" y="23501"/>
                  </a:lnTo>
                  <a:lnTo>
                    <a:pt x="89669" y="20388"/>
                  </a:lnTo>
                  <a:lnTo>
                    <a:pt x="84848" y="17437"/>
                  </a:lnTo>
                  <a:lnTo>
                    <a:pt x="79929" y="14650"/>
                  </a:lnTo>
                  <a:lnTo>
                    <a:pt x="74919" y="12032"/>
                  </a:lnTo>
                  <a:lnTo>
                    <a:pt x="69823" y="9584"/>
                  </a:lnTo>
                  <a:lnTo>
                    <a:pt x="64647" y="7310"/>
                  </a:lnTo>
                  <a:lnTo>
                    <a:pt x="59398" y="5212"/>
                  </a:lnTo>
                  <a:lnTo>
                    <a:pt x="54080" y="3293"/>
                  </a:lnTo>
                  <a:lnTo>
                    <a:pt x="48701" y="1555"/>
                  </a:lnTo>
                  <a:lnTo>
                    <a:pt x="43266" y="0"/>
                  </a:lnTo>
                  <a:lnTo>
                    <a:pt x="0" y="1614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43266" cy="167167"/>
            </a:xfrm>
            <a:custGeom>
              <a:avLst/>
              <a:pathLst>
                <a:path w="43266" h="167167">
                  <a:moveTo>
                    <a:pt x="43266" y="5696"/>
                  </a:moveTo>
                  <a:lnTo>
                    <a:pt x="37198" y="4191"/>
                  </a:lnTo>
                  <a:lnTo>
                    <a:pt x="31078" y="2914"/>
                  </a:lnTo>
                  <a:lnTo>
                    <a:pt x="24915" y="1867"/>
                  </a:lnTo>
                  <a:lnTo>
                    <a:pt x="18716" y="1051"/>
                  </a:lnTo>
                  <a:lnTo>
                    <a:pt x="12492" y="467"/>
                  </a:lnTo>
                  <a:lnTo>
                    <a:pt x="6250" y="11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358820" y="3170392"/>
              <a:ext cx="334326" cy="334319"/>
            </a:xfrm>
            <a:custGeom>
              <a:avLst/>
              <a:pathLst>
                <a:path w="334326" h="334319">
                  <a:moveTo>
                    <a:pt x="167160" y="0"/>
                  </a:moveTo>
                  <a:lnTo>
                    <a:pt x="161879" y="83"/>
                  </a:lnTo>
                  <a:lnTo>
                    <a:pt x="156604" y="333"/>
                  </a:lnTo>
                  <a:lnTo>
                    <a:pt x="151339" y="750"/>
                  </a:lnTo>
                  <a:lnTo>
                    <a:pt x="146090" y="1333"/>
                  </a:lnTo>
                  <a:lnTo>
                    <a:pt x="140862" y="2081"/>
                  </a:lnTo>
                  <a:lnTo>
                    <a:pt x="135660" y="2994"/>
                  </a:lnTo>
                  <a:lnTo>
                    <a:pt x="130489" y="4071"/>
                  </a:lnTo>
                  <a:lnTo>
                    <a:pt x="125356" y="5311"/>
                  </a:lnTo>
                  <a:lnTo>
                    <a:pt x="120263" y="6712"/>
                  </a:lnTo>
                  <a:lnTo>
                    <a:pt x="115218" y="8274"/>
                  </a:lnTo>
                  <a:lnTo>
                    <a:pt x="110225" y="9994"/>
                  </a:lnTo>
                  <a:lnTo>
                    <a:pt x="105288" y="11871"/>
                  </a:lnTo>
                  <a:lnTo>
                    <a:pt x="100413" y="13903"/>
                  </a:lnTo>
                  <a:lnTo>
                    <a:pt x="95605" y="16088"/>
                  </a:lnTo>
                  <a:lnTo>
                    <a:pt x="90868" y="18424"/>
                  </a:lnTo>
                  <a:lnTo>
                    <a:pt x="86208" y="20908"/>
                  </a:lnTo>
                  <a:lnTo>
                    <a:pt x="81628" y="23538"/>
                  </a:lnTo>
                  <a:lnTo>
                    <a:pt x="77133" y="26312"/>
                  </a:lnTo>
                  <a:lnTo>
                    <a:pt x="72729" y="29226"/>
                  </a:lnTo>
                  <a:lnTo>
                    <a:pt x="68418" y="32278"/>
                  </a:lnTo>
                  <a:lnTo>
                    <a:pt x="64206" y="35465"/>
                  </a:lnTo>
                  <a:lnTo>
                    <a:pt x="60097" y="38783"/>
                  </a:lnTo>
                  <a:lnTo>
                    <a:pt x="56095" y="42229"/>
                  </a:lnTo>
                  <a:lnTo>
                    <a:pt x="52204" y="45800"/>
                  </a:lnTo>
                  <a:lnTo>
                    <a:pt x="48427" y="49492"/>
                  </a:lnTo>
                  <a:lnTo>
                    <a:pt x="44769" y="53301"/>
                  </a:lnTo>
                  <a:lnTo>
                    <a:pt x="41233" y="57224"/>
                  </a:lnTo>
                  <a:lnTo>
                    <a:pt x="37823" y="61257"/>
                  </a:lnTo>
                  <a:lnTo>
                    <a:pt x="34542" y="65396"/>
                  </a:lnTo>
                  <a:lnTo>
                    <a:pt x="31393" y="69636"/>
                  </a:lnTo>
                  <a:lnTo>
                    <a:pt x="28380" y="73973"/>
                  </a:lnTo>
                  <a:lnTo>
                    <a:pt x="25505" y="78404"/>
                  </a:lnTo>
                  <a:lnTo>
                    <a:pt x="22772" y="82923"/>
                  </a:lnTo>
                  <a:lnTo>
                    <a:pt x="20183" y="87526"/>
                  </a:lnTo>
                  <a:lnTo>
                    <a:pt x="17740" y="92209"/>
                  </a:lnTo>
                  <a:lnTo>
                    <a:pt x="15447" y="96967"/>
                  </a:lnTo>
                  <a:lnTo>
                    <a:pt x="13305" y="101794"/>
                  </a:lnTo>
                  <a:lnTo>
                    <a:pt x="11317" y="106687"/>
                  </a:lnTo>
                  <a:lnTo>
                    <a:pt x="9484" y="111640"/>
                  </a:lnTo>
                  <a:lnTo>
                    <a:pt x="7809" y="116649"/>
                  </a:lnTo>
                  <a:lnTo>
                    <a:pt x="6293" y="121708"/>
                  </a:lnTo>
                  <a:lnTo>
                    <a:pt x="4937" y="126812"/>
                  </a:lnTo>
                  <a:lnTo>
                    <a:pt x="3743" y="131957"/>
                  </a:lnTo>
                  <a:lnTo>
                    <a:pt x="2712" y="137137"/>
                  </a:lnTo>
                  <a:lnTo>
                    <a:pt x="1846" y="142347"/>
                  </a:lnTo>
                  <a:lnTo>
                    <a:pt x="1144" y="147581"/>
                  </a:lnTo>
                  <a:lnTo>
                    <a:pt x="608" y="152836"/>
                  </a:lnTo>
                  <a:lnTo>
                    <a:pt x="239" y="158104"/>
                  </a:lnTo>
                  <a:lnTo>
                    <a:pt x="36" y="163382"/>
                  </a:lnTo>
                  <a:lnTo>
                    <a:pt x="0" y="168663"/>
                  </a:lnTo>
                  <a:lnTo>
                    <a:pt x="130" y="173943"/>
                  </a:lnTo>
                  <a:lnTo>
                    <a:pt x="428" y="179216"/>
                  </a:lnTo>
                  <a:lnTo>
                    <a:pt x="891" y="184477"/>
                  </a:lnTo>
                  <a:lnTo>
                    <a:pt x="1521" y="189720"/>
                  </a:lnTo>
                  <a:lnTo>
                    <a:pt x="2316" y="194942"/>
                  </a:lnTo>
                  <a:lnTo>
                    <a:pt x="3276" y="200135"/>
                  </a:lnTo>
                  <a:lnTo>
                    <a:pt x="4399" y="205296"/>
                  </a:lnTo>
                  <a:lnTo>
                    <a:pt x="5685" y="210418"/>
                  </a:lnTo>
                  <a:lnTo>
                    <a:pt x="7132" y="215498"/>
                  </a:lnTo>
                  <a:lnTo>
                    <a:pt x="8738" y="220529"/>
                  </a:lnTo>
                  <a:lnTo>
                    <a:pt x="10503" y="225507"/>
                  </a:lnTo>
                  <a:lnTo>
                    <a:pt x="12424" y="230426"/>
                  </a:lnTo>
                  <a:lnTo>
                    <a:pt x="14500" y="235283"/>
                  </a:lnTo>
                  <a:lnTo>
                    <a:pt x="16728" y="240071"/>
                  </a:lnTo>
                  <a:lnTo>
                    <a:pt x="19106" y="244787"/>
                  </a:lnTo>
                  <a:lnTo>
                    <a:pt x="21632" y="249425"/>
                  </a:lnTo>
                  <a:lnTo>
                    <a:pt x="24303" y="253981"/>
                  </a:lnTo>
                  <a:lnTo>
                    <a:pt x="27117" y="258451"/>
                  </a:lnTo>
                  <a:lnTo>
                    <a:pt x="30070" y="262829"/>
                  </a:lnTo>
                  <a:lnTo>
                    <a:pt x="33161" y="267112"/>
                  </a:lnTo>
                  <a:lnTo>
                    <a:pt x="36385" y="271295"/>
                  </a:lnTo>
                  <a:lnTo>
                    <a:pt x="39739" y="275374"/>
                  </a:lnTo>
                  <a:lnTo>
                    <a:pt x="43221" y="279346"/>
                  </a:lnTo>
                  <a:lnTo>
                    <a:pt x="46827" y="283205"/>
                  </a:lnTo>
                  <a:lnTo>
                    <a:pt x="50552" y="286948"/>
                  </a:lnTo>
                  <a:lnTo>
                    <a:pt x="54394" y="290572"/>
                  </a:lnTo>
                  <a:lnTo>
                    <a:pt x="58349" y="294073"/>
                  </a:lnTo>
                  <a:lnTo>
                    <a:pt x="62412" y="297447"/>
                  </a:lnTo>
                  <a:lnTo>
                    <a:pt x="66580" y="300691"/>
                  </a:lnTo>
                  <a:lnTo>
                    <a:pt x="70848" y="303801"/>
                  </a:lnTo>
                  <a:lnTo>
                    <a:pt x="75212" y="306775"/>
                  </a:lnTo>
                  <a:lnTo>
                    <a:pt x="79668" y="309610"/>
                  </a:lnTo>
                  <a:lnTo>
                    <a:pt x="84212" y="312303"/>
                  </a:lnTo>
                  <a:lnTo>
                    <a:pt x="88838" y="314851"/>
                  </a:lnTo>
                  <a:lnTo>
                    <a:pt x="93542" y="317251"/>
                  </a:lnTo>
                  <a:lnTo>
                    <a:pt x="98320" y="319502"/>
                  </a:lnTo>
                  <a:lnTo>
                    <a:pt x="103167" y="321601"/>
                  </a:lnTo>
                  <a:lnTo>
                    <a:pt x="108077" y="323545"/>
                  </a:lnTo>
                  <a:lnTo>
                    <a:pt x="113047" y="325334"/>
                  </a:lnTo>
                  <a:lnTo>
                    <a:pt x="118070" y="326964"/>
                  </a:lnTo>
                  <a:lnTo>
                    <a:pt x="123143" y="328435"/>
                  </a:lnTo>
                  <a:lnTo>
                    <a:pt x="128259" y="329745"/>
                  </a:lnTo>
                  <a:lnTo>
                    <a:pt x="133414" y="330893"/>
                  </a:lnTo>
                  <a:lnTo>
                    <a:pt x="138603" y="331877"/>
                  </a:lnTo>
                  <a:lnTo>
                    <a:pt x="143820" y="332697"/>
                  </a:lnTo>
                  <a:lnTo>
                    <a:pt x="149061" y="333352"/>
                  </a:lnTo>
                  <a:lnTo>
                    <a:pt x="154320" y="333841"/>
                  </a:lnTo>
                  <a:lnTo>
                    <a:pt x="159591" y="334163"/>
                  </a:lnTo>
                  <a:lnTo>
                    <a:pt x="164871" y="334319"/>
                  </a:lnTo>
                  <a:lnTo>
                    <a:pt x="170152" y="334308"/>
                  </a:lnTo>
                  <a:lnTo>
                    <a:pt x="175430" y="334130"/>
                  </a:lnTo>
                  <a:lnTo>
                    <a:pt x="180701" y="333785"/>
                  </a:lnTo>
                  <a:lnTo>
                    <a:pt x="185957" y="333274"/>
                  </a:lnTo>
                  <a:lnTo>
                    <a:pt x="191195" y="332598"/>
                  </a:lnTo>
                  <a:lnTo>
                    <a:pt x="196409" y="331756"/>
                  </a:lnTo>
                  <a:lnTo>
                    <a:pt x="201594" y="330750"/>
                  </a:lnTo>
                  <a:lnTo>
                    <a:pt x="206744" y="329580"/>
                  </a:lnTo>
                  <a:lnTo>
                    <a:pt x="211855" y="328249"/>
                  </a:lnTo>
                  <a:lnTo>
                    <a:pt x="216921" y="326756"/>
                  </a:lnTo>
                  <a:lnTo>
                    <a:pt x="221938" y="325105"/>
                  </a:lnTo>
                  <a:lnTo>
                    <a:pt x="226900" y="323296"/>
                  </a:lnTo>
                  <a:lnTo>
                    <a:pt x="231802" y="321331"/>
                  </a:lnTo>
                  <a:lnTo>
                    <a:pt x="236639" y="319212"/>
                  </a:lnTo>
                  <a:lnTo>
                    <a:pt x="241408" y="316941"/>
                  </a:lnTo>
                  <a:lnTo>
                    <a:pt x="246102" y="314521"/>
                  </a:lnTo>
                  <a:lnTo>
                    <a:pt x="250718" y="311953"/>
                  </a:lnTo>
                  <a:lnTo>
                    <a:pt x="255250" y="309242"/>
                  </a:lnTo>
                  <a:lnTo>
                    <a:pt x="259694" y="306388"/>
                  </a:lnTo>
                  <a:lnTo>
                    <a:pt x="264045" y="303395"/>
                  </a:lnTo>
                  <a:lnTo>
                    <a:pt x="268301" y="300267"/>
                  </a:lnTo>
                  <a:lnTo>
                    <a:pt x="272455" y="297005"/>
                  </a:lnTo>
                  <a:lnTo>
                    <a:pt x="276504" y="293614"/>
                  </a:lnTo>
                  <a:lnTo>
                    <a:pt x="280443" y="290097"/>
                  </a:lnTo>
                  <a:lnTo>
                    <a:pt x="284270" y="286457"/>
                  </a:lnTo>
                  <a:lnTo>
                    <a:pt x="287980" y="282698"/>
                  </a:lnTo>
                  <a:lnTo>
                    <a:pt x="291569" y="278824"/>
                  </a:lnTo>
                  <a:lnTo>
                    <a:pt x="295035" y="274838"/>
                  </a:lnTo>
                  <a:lnTo>
                    <a:pt x="298372" y="270745"/>
                  </a:lnTo>
                  <a:lnTo>
                    <a:pt x="301579" y="266548"/>
                  </a:lnTo>
                  <a:lnTo>
                    <a:pt x="304651" y="262253"/>
                  </a:lnTo>
                  <a:lnTo>
                    <a:pt x="307586" y="257862"/>
                  </a:lnTo>
                  <a:lnTo>
                    <a:pt x="310381" y="253381"/>
                  </a:lnTo>
                  <a:lnTo>
                    <a:pt x="313033" y="248813"/>
                  </a:lnTo>
                  <a:lnTo>
                    <a:pt x="315539" y="244164"/>
                  </a:lnTo>
                  <a:lnTo>
                    <a:pt x="317898" y="239439"/>
                  </a:lnTo>
                  <a:lnTo>
                    <a:pt x="320105" y="234641"/>
                  </a:lnTo>
                  <a:lnTo>
                    <a:pt x="322161" y="229776"/>
                  </a:lnTo>
                  <a:lnTo>
                    <a:pt x="324061" y="224848"/>
                  </a:lnTo>
                  <a:lnTo>
                    <a:pt x="325805" y="219863"/>
                  </a:lnTo>
                  <a:lnTo>
                    <a:pt x="327390" y="214825"/>
                  </a:lnTo>
                  <a:lnTo>
                    <a:pt x="328816" y="209740"/>
                  </a:lnTo>
                  <a:lnTo>
                    <a:pt x="330080" y="204612"/>
                  </a:lnTo>
                  <a:lnTo>
                    <a:pt x="331182" y="199447"/>
                  </a:lnTo>
                  <a:lnTo>
                    <a:pt x="332119" y="194249"/>
                  </a:lnTo>
                  <a:lnTo>
                    <a:pt x="332893" y="189025"/>
                  </a:lnTo>
                  <a:lnTo>
                    <a:pt x="333500" y="183778"/>
                  </a:lnTo>
                  <a:lnTo>
                    <a:pt x="333942" y="178515"/>
                  </a:lnTo>
                  <a:lnTo>
                    <a:pt x="334217" y="173241"/>
                  </a:lnTo>
                  <a:lnTo>
                    <a:pt x="334326" y="167961"/>
                  </a:lnTo>
                  <a:lnTo>
                    <a:pt x="334267" y="162680"/>
                  </a:lnTo>
                  <a:lnTo>
                    <a:pt x="334042" y="157403"/>
                  </a:lnTo>
                  <a:lnTo>
                    <a:pt x="333651" y="152136"/>
                  </a:lnTo>
                  <a:lnTo>
                    <a:pt x="333093" y="146884"/>
                  </a:lnTo>
                  <a:lnTo>
                    <a:pt x="332369" y="141653"/>
                  </a:lnTo>
                  <a:lnTo>
                    <a:pt x="331481" y="136446"/>
                  </a:lnTo>
                  <a:lnTo>
                    <a:pt x="330428" y="131271"/>
                  </a:lnTo>
                  <a:lnTo>
                    <a:pt x="329213" y="126131"/>
                  </a:lnTo>
                  <a:lnTo>
                    <a:pt x="327836" y="121033"/>
                  </a:lnTo>
                  <a:lnTo>
                    <a:pt x="326298" y="115980"/>
                  </a:lnTo>
                  <a:lnTo>
                    <a:pt x="324602" y="110978"/>
                  </a:lnTo>
                  <a:lnTo>
                    <a:pt x="322748" y="106033"/>
                  </a:lnTo>
                  <a:lnTo>
                    <a:pt x="320739" y="101148"/>
                  </a:lnTo>
                  <a:lnTo>
                    <a:pt x="318577" y="96330"/>
                  </a:lnTo>
                  <a:lnTo>
                    <a:pt x="316264" y="91582"/>
                  </a:lnTo>
                  <a:lnTo>
                    <a:pt x="313802" y="86910"/>
                  </a:lnTo>
                  <a:lnTo>
                    <a:pt x="311193" y="82317"/>
                  </a:lnTo>
                  <a:lnTo>
                    <a:pt x="308441" y="77810"/>
                  </a:lnTo>
                  <a:lnTo>
                    <a:pt x="305548" y="73391"/>
                  </a:lnTo>
                  <a:lnTo>
                    <a:pt x="302516" y="69067"/>
                  </a:lnTo>
                  <a:lnTo>
                    <a:pt x="299350" y="64840"/>
                  </a:lnTo>
                  <a:lnTo>
                    <a:pt x="296051" y="60715"/>
                  </a:lnTo>
                  <a:lnTo>
                    <a:pt x="292624" y="56696"/>
                  </a:lnTo>
                  <a:lnTo>
                    <a:pt x="289072" y="52788"/>
                  </a:lnTo>
                  <a:lnTo>
                    <a:pt x="285398" y="48994"/>
                  </a:lnTo>
                  <a:lnTo>
                    <a:pt x="281606" y="45318"/>
                  </a:lnTo>
                  <a:lnTo>
                    <a:pt x="277700" y="41764"/>
                  </a:lnTo>
                  <a:lnTo>
                    <a:pt x="273683" y="38334"/>
                  </a:lnTo>
                  <a:lnTo>
                    <a:pt x="269560" y="35033"/>
                  </a:lnTo>
                  <a:lnTo>
                    <a:pt x="265335" y="31865"/>
                  </a:lnTo>
                  <a:lnTo>
                    <a:pt x="261012" y="28831"/>
                  </a:lnTo>
                  <a:lnTo>
                    <a:pt x="256595" y="25935"/>
                  </a:lnTo>
                  <a:lnTo>
                    <a:pt x="252089" y="23180"/>
                  </a:lnTo>
                  <a:lnTo>
                    <a:pt x="247498" y="20569"/>
                  </a:lnTo>
                  <a:lnTo>
                    <a:pt x="242827" y="18105"/>
                  </a:lnTo>
                  <a:lnTo>
                    <a:pt x="238080" y="15789"/>
                  </a:lnTo>
                  <a:lnTo>
                    <a:pt x="233263" y="13624"/>
                  </a:lnTo>
                  <a:lnTo>
                    <a:pt x="228380" y="11613"/>
                  </a:lnTo>
                  <a:lnTo>
                    <a:pt x="223435" y="9756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80149"/>
              <a:ext cx="56274" cy="157410"/>
            </a:xfrm>
            <a:custGeom>
              <a:avLst/>
              <a:pathLst>
                <a:path w="56274" h="157410">
                  <a:moveTo>
                    <a:pt x="56274" y="0"/>
                  </a:moveTo>
                  <a:lnTo>
                    <a:pt x="0" y="15741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5544"/>
              <a:ext cx="56274" cy="162015"/>
            </a:xfrm>
            <a:custGeom>
              <a:avLst/>
              <a:pathLst>
                <a:path w="56274" h="162015">
                  <a:moveTo>
                    <a:pt x="56274" y="4604"/>
                  </a:moveTo>
                  <a:lnTo>
                    <a:pt x="48783" y="2124"/>
                  </a:lnTo>
                  <a:lnTo>
                    <a:pt x="41183" y="0"/>
                  </a:lnTo>
                  <a:lnTo>
                    <a:pt x="0" y="1620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41183" cy="167167"/>
            </a:xfrm>
            <a:custGeom>
              <a:avLst/>
              <a:pathLst>
                <a:path w="41183" h="167167">
                  <a:moveTo>
                    <a:pt x="41183" y="5152"/>
                  </a:moveTo>
                  <a:lnTo>
                    <a:pt x="34428" y="3583"/>
                  </a:lnTo>
                  <a:lnTo>
                    <a:pt x="27614" y="2296"/>
                  </a:lnTo>
                  <a:lnTo>
                    <a:pt x="20752" y="1293"/>
                  </a:lnTo>
                  <a:lnTo>
                    <a:pt x="13854" y="575"/>
                  </a:lnTo>
                  <a:lnTo>
                    <a:pt x="6933" y="14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423596" y="3707720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6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14135" y="4213821"/>
              <a:ext cx="334311" cy="334333"/>
            </a:xfrm>
            <a:custGeom>
              <a:avLst/>
              <a:pathLst>
                <a:path w="334311" h="334333">
                  <a:moveTo>
                    <a:pt x="167151" y="0"/>
                  </a:moveTo>
                  <a:lnTo>
                    <a:pt x="161855" y="83"/>
                  </a:lnTo>
                  <a:lnTo>
                    <a:pt x="156563" y="335"/>
                  </a:lnTo>
                  <a:lnTo>
                    <a:pt x="151283" y="754"/>
                  </a:lnTo>
                  <a:lnTo>
                    <a:pt x="146018" y="1341"/>
                  </a:lnTo>
                  <a:lnTo>
                    <a:pt x="140774" y="2094"/>
                  </a:lnTo>
                  <a:lnTo>
                    <a:pt x="135557" y="3012"/>
                  </a:lnTo>
                  <a:lnTo>
                    <a:pt x="130372" y="4096"/>
                  </a:lnTo>
                  <a:lnTo>
                    <a:pt x="125224" y="5343"/>
                  </a:lnTo>
                  <a:lnTo>
                    <a:pt x="120117" y="6753"/>
                  </a:lnTo>
                  <a:lnTo>
                    <a:pt x="115058" y="8323"/>
                  </a:lnTo>
                  <a:lnTo>
                    <a:pt x="110052" y="10054"/>
                  </a:lnTo>
                  <a:lnTo>
                    <a:pt x="105102" y="11942"/>
                  </a:lnTo>
                  <a:lnTo>
                    <a:pt x="100215" y="13986"/>
                  </a:lnTo>
                  <a:lnTo>
                    <a:pt x="95395" y="16183"/>
                  </a:lnTo>
                  <a:lnTo>
                    <a:pt x="90647" y="18533"/>
                  </a:lnTo>
                  <a:lnTo>
                    <a:pt x="85976" y="21031"/>
                  </a:lnTo>
                  <a:lnTo>
                    <a:pt x="81387" y="23677"/>
                  </a:lnTo>
                  <a:lnTo>
                    <a:pt x="76883" y="26466"/>
                  </a:lnTo>
                  <a:lnTo>
                    <a:pt x="72471" y="29397"/>
                  </a:lnTo>
                  <a:lnTo>
                    <a:pt x="68153" y="32466"/>
                  </a:lnTo>
                  <a:lnTo>
                    <a:pt x="63935" y="35670"/>
                  </a:lnTo>
                  <a:lnTo>
                    <a:pt x="59820" y="39007"/>
                  </a:lnTo>
                  <a:lnTo>
                    <a:pt x="55813" y="42472"/>
                  </a:lnTo>
                  <a:lnTo>
                    <a:pt x="51918" y="46062"/>
                  </a:lnTo>
                  <a:lnTo>
                    <a:pt x="48139" y="49774"/>
                  </a:lnTo>
                  <a:lnTo>
                    <a:pt x="44479" y="53604"/>
                  </a:lnTo>
                  <a:lnTo>
                    <a:pt x="40943" y="57548"/>
                  </a:lnTo>
                  <a:lnTo>
                    <a:pt x="37533" y="61602"/>
                  </a:lnTo>
                  <a:lnTo>
                    <a:pt x="34253" y="65762"/>
                  </a:lnTo>
                  <a:lnTo>
                    <a:pt x="31107" y="70023"/>
                  </a:lnTo>
                  <a:lnTo>
                    <a:pt x="28097" y="74383"/>
                  </a:lnTo>
                  <a:lnTo>
                    <a:pt x="25227" y="78835"/>
                  </a:lnTo>
                  <a:lnTo>
                    <a:pt x="22500" y="83376"/>
                  </a:lnTo>
                  <a:lnTo>
                    <a:pt x="19917" y="88001"/>
                  </a:lnTo>
                  <a:lnTo>
                    <a:pt x="17483" y="92706"/>
                  </a:lnTo>
                  <a:lnTo>
                    <a:pt x="15199" y="97486"/>
                  </a:lnTo>
                  <a:lnTo>
                    <a:pt x="13067" y="102335"/>
                  </a:lnTo>
                  <a:lnTo>
                    <a:pt x="11091" y="107250"/>
                  </a:lnTo>
                  <a:lnTo>
                    <a:pt x="9271" y="112225"/>
                  </a:lnTo>
                  <a:lnTo>
                    <a:pt x="7609" y="117255"/>
                  </a:lnTo>
                  <a:lnTo>
                    <a:pt x="6108" y="122335"/>
                  </a:lnTo>
                  <a:lnTo>
                    <a:pt x="4768" y="127460"/>
                  </a:lnTo>
                  <a:lnTo>
                    <a:pt x="3591" y="132625"/>
                  </a:lnTo>
                  <a:lnTo>
                    <a:pt x="2579" y="137825"/>
                  </a:lnTo>
                  <a:lnTo>
                    <a:pt x="1732" y="143054"/>
                  </a:lnTo>
                  <a:lnTo>
                    <a:pt x="1051" y="148307"/>
                  </a:lnTo>
                  <a:lnTo>
                    <a:pt x="537" y="153579"/>
                  </a:lnTo>
                  <a:lnTo>
                    <a:pt x="190" y="158865"/>
                  </a:lnTo>
                  <a:lnTo>
                    <a:pt x="11" y="164160"/>
                  </a:lnTo>
                  <a:lnTo>
                    <a:pt x="0" y="169457"/>
                  </a:lnTo>
                  <a:lnTo>
                    <a:pt x="156" y="174752"/>
                  </a:lnTo>
                  <a:lnTo>
                    <a:pt x="480" y="180039"/>
                  </a:lnTo>
                  <a:lnTo>
                    <a:pt x="972" y="185314"/>
                  </a:lnTo>
                  <a:lnTo>
                    <a:pt x="1630" y="190570"/>
                  </a:lnTo>
                  <a:lnTo>
                    <a:pt x="2455" y="195803"/>
                  </a:lnTo>
                  <a:lnTo>
                    <a:pt x="3445" y="201007"/>
                  </a:lnTo>
                  <a:lnTo>
                    <a:pt x="4599" y="206177"/>
                  </a:lnTo>
                  <a:lnTo>
                    <a:pt x="5917" y="211307"/>
                  </a:lnTo>
                  <a:lnTo>
                    <a:pt x="7396" y="216394"/>
                  </a:lnTo>
                  <a:lnTo>
                    <a:pt x="9036" y="221431"/>
                  </a:lnTo>
                  <a:lnTo>
                    <a:pt x="10835" y="226414"/>
                  </a:lnTo>
                  <a:lnTo>
                    <a:pt x="12791" y="231337"/>
                  </a:lnTo>
                  <a:lnTo>
                    <a:pt x="14901" y="236195"/>
                  </a:lnTo>
                  <a:lnTo>
                    <a:pt x="17165" y="240985"/>
                  </a:lnTo>
                  <a:lnTo>
                    <a:pt x="19579" y="245700"/>
                  </a:lnTo>
                  <a:lnTo>
                    <a:pt x="22141" y="250336"/>
                  </a:lnTo>
                  <a:lnTo>
                    <a:pt x="24849" y="254889"/>
                  </a:lnTo>
                  <a:lnTo>
                    <a:pt x="27700" y="259354"/>
                  </a:lnTo>
                  <a:lnTo>
                    <a:pt x="30691" y="263726"/>
                  </a:lnTo>
                  <a:lnTo>
                    <a:pt x="33819" y="268001"/>
                  </a:lnTo>
                  <a:lnTo>
                    <a:pt x="37081" y="272175"/>
                  </a:lnTo>
                  <a:lnTo>
                    <a:pt x="40473" y="276243"/>
                  </a:lnTo>
                  <a:lnTo>
                    <a:pt x="43993" y="280202"/>
                  </a:lnTo>
                  <a:lnTo>
                    <a:pt x="47636" y="284048"/>
                  </a:lnTo>
                  <a:lnTo>
                    <a:pt x="51400" y="287776"/>
                  </a:lnTo>
                  <a:lnTo>
                    <a:pt x="55279" y="291383"/>
                  </a:lnTo>
                  <a:lnTo>
                    <a:pt x="59271" y="294865"/>
                  </a:lnTo>
                  <a:lnTo>
                    <a:pt x="63371" y="298219"/>
                  </a:lnTo>
                  <a:lnTo>
                    <a:pt x="67576" y="301442"/>
                  </a:lnTo>
                  <a:lnTo>
                    <a:pt x="71880" y="304529"/>
                  </a:lnTo>
                  <a:lnTo>
                    <a:pt x="76280" y="307479"/>
                  </a:lnTo>
                  <a:lnTo>
                    <a:pt x="80772" y="310288"/>
                  </a:lnTo>
                  <a:lnTo>
                    <a:pt x="85350" y="312953"/>
                  </a:lnTo>
                  <a:lnTo>
                    <a:pt x="90010" y="315471"/>
                  </a:lnTo>
                  <a:lnTo>
                    <a:pt x="94748" y="317841"/>
                  </a:lnTo>
                  <a:lnTo>
                    <a:pt x="99558" y="320060"/>
                  </a:lnTo>
                  <a:lnTo>
                    <a:pt x="104437" y="322124"/>
                  </a:lnTo>
                  <a:lnTo>
                    <a:pt x="109378" y="324034"/>
                  </a:lnTo>
                  <a:lnTo>
                    <a:pt x="114377" y="325785"/>
                  </a:lnTo>
                  <a:lnTo>
                    <a:pt x="119429" y="327378"/>
                  </a:lnTo>
                  <a:lnTo>
                    <a:pt x="124529" y="328810"/>
                  </a:lnTo>
                  <a:lnTo>
                    <a:pt x="129672" y="330079"/>
                  </a:lnTo>
                  <a:lnTo>
                    <a:pt x="134853" y="331185"/>
                  </a:lnTo>
                  <a:lnTo>
                    <a:pt x="140066" y="332126"/>
                  </a:lnTo>
                  <a:lnTo>
                    <a:pt x="145306" y="332901"/>
                  </a:lnTo>
                  <a:lnTo>
                    <a:pt x="150569" y="333510"/>
                  </a:lnTo>
                  <a:lnTo>
                    <a:pt x="155847" y="333952"/>
                  </a:lnTo>
                  <a:lnTo>
                    <a:pt x="161138" y="334226"/>
                  </a:lnTo>
                  <a:lnTo>
                    <a:pt x="166434" y="334333"/>
                  </a:lnTo>
                  <a:lnTo>
                    <a:pt x="171731" y="334272"/>
                  </a:lnTo>
                  <a:lnTo>
                    <a:pt x="177023" y="334043"/>
                  </a:lnTo>
                  <a:lnTo>
                    <a:pt x="182306" y="333646"/>
                  </a:lnTo>
                  <a:lnTo>
                    <a:pt x="187573" y="333082"/>
                  </a:lnTo>
                  <a:lnTo>
                    <a:pt x="192819" y="332352"/>
                  </a:lnTo>
                  <a:lnTo>
                    <a:pt x="198040" y="331456"/>
                  </a:lnTo>
                  <a:lnTo>
                    <a:pt x="203230" y="330395"/>
                  </a:lnTo>
                  <a:lnTo>
                    <a:pt x="208384" y="329169"/>
                  </a:lnTo>
                  <a:lnTo>
                    <a:pt x="213496" y="327782"/>
                  </a:lnTo>
                  <a:lnTo>
                    <a:pt x="218562" y="326233"/>
                  </a:lnTo>
                  <a:lnTo>
                    <a:pt x="223576" y="324524"/>
                  </a:lnTo>
                  <a:lnTo>
                    <a:pt x="228534" y="322657"/>
                  </a:lnTo>
                  <a:lnTo>
                    <a:pt x="233429" y="320634"/>
                  </a:lnTo>
                  <a:lnTo>
                    <a:pt x="238259" y="318457"/>
                  </a:lnTo>
                  <a:lnTo>
                    <a:pt x="243017" y="316128"/>
                  </a:lnTo>
                  <a:lnTo>
                    <a:pt x="247698" y="313649"/>
                  </a:lnTo>
                  <a:lnTo>
                    <a:pt x="252299" y="311024"/>
                  </a:lnTo>
                  <a:lnTo>
                    <a:pt x="256814" y="308254"/>
                  </a:lnTo>
                  <a:lnTo>
                    <a:pt x="261240" y="305342"/>
                  </a:lnTo>
                  <a:lnTo>
                    <a:pt x="265570" y="302291"/>
                  </a:lnTo>
                  <a:lnTo>
                    <a:pt x="269802" y="299105"/>
                  </a:lnTo>
                  <a:lnTo>
                    <a:pt x="273931" y="295787"/>
                  </a:lnTo>
                  <a:lnTo>
                    <a:pt x="277953" y="292339"/>
                  </a:lnTo>
                  <a:lnTo>
                    <a:pt x="281863" y="288765"/>
                  </a:lnTo>
                  <a:lnTo>
                    <a:pt x="285658" y="285069"/>
                  </a:lnTo>
                  <a:lnTo>
                    <a:pt x="289335" y="281255"/>
                  </a:lnTo>
                  <a:lnTo>
                    <a:pt x="292888" y="277327"/>
                  </a:lnTo>
                  <a:lnTo>
                    <a:pt x="296315" y="273288"/>
                  </a:lnTo>
                  <a:lnTo>
                    <a:pt x="299613" y="269142"/>
                  </a:lnTo>
                  <a:lnTo>
                    <a:pt x="302777" y="264894"/>
                  </a:lnTo>
                  <a:lnTo>
                    <a:pt x="305806" y="260547"/>
                  </a:lnTo>
                  <a:lnTo>
                    <a:pt x="308695" y="256107"/>
                  </a:lnTo>
                  <a:lnTo>
                    <a:pt x="311442" y="251578"/>
                  </a:lnTo>
                  <a:lnTo>
                    <a:pt x="314044" y="246964"/>
                  </a:lnTo>
                  <a:lnTo>
                    <a:pt x="316498" y="242269"/>
                  </a:lnTo>
                  <a:lnTo>
                    <a:pt x="318803" y="237500"/>
                  </a:lnTo>
                  <a:lnTo>
                    <a:pt x="320955" y="232659"/>
                  </a:lnTo>
                  <a:lnTo>
                    <a:pt x="322953" y="227753"/>
                  </a:lnTo>
                  <a:lnTo>
                    <a:pt x="324795" y="222786"/>
                  </a:lnTo>
                  <a:lnTo>
                    <a:pt x="326478" y="217763"/>
                  </a:lnTo>
                  <a:lnTo>
                    <a:pt x="328001" y="212690"/>
                  </a:lnTo>
                  <a:lnTo>
                    <a:pt x="329363" y="207570"/>
                  </a:lnTo>
                  <a:lnTo>
                    <a:pt x="330561" y="202411"/>
                  </a:lnTo>
                  <a:lnTo>
                    <a:pt x="331596" y="197215"/>
                  </a:lnTo>
                  <a:lnTo>
                    <a:pt x="332465" y="191990"/>
                  </a:lnTo>
                  <a:lnTo>
                    <a:pt x="333169" y="186739"/>
                  </a:lnTo>
                  <a:lnTo>
                    <a:pt x="333706" y="181469"/>
                  </a:lnTo>
                  <a:lnTo>
                    <a:pt x="334075" y="176185"/>
                  </a:lnTo>
                  <a:lnTo>
                    <a:pt x="334277" y="170892"/>
                  </a:lnTo>
                  <a:lnTo>
                    <a:pt x="334311" y="165594"/>
                  </a:lnTo>
                  <a:lnTo>
                    <a:pt x="334178" y="160299"/>
                  </a:lnTo>
                  <a:lnTo>
                    <a:pt x="333876" y="155010"/>
                  </a:lnTo>
                  <a:lnTo>
                    <a:pt x="333407" y="149734"/>
                  </a:lnTo>
                  <a:lnTo>
                    <a:pt x="332771" y="144475"/>
                  </a:lnTo>
                  <a:lnTo>
                    <a:pt x="331969" y="139238"/>
                  </a:lnTo>
                  <a:lnTo>
                    <a:pt x="331002" y="134030"/>
                  </a:lnTo>
                  <a:lnTo>
                    <a:pt x="329869" y="128855"/>
                  </a:lnTo>
                  <a:lnTo>
                    <a:pt x="328574" y="123719"/>
                  </a:lnTo>
                  <a:lnTo>
                    <a:pt x="327116" y="118626"/>
                  </a:lnTo>
                  <a:lnTo>
                    <a:pt x="325498" y="113582"/>
                  </a:lnTo>
                  <a:lnTo>
                    <a:pt x="323720" y="108592"/>
                  </a:lnTo>
                  <a:lnTo>
                    <a:pt x="321786" y="103660"/>
                  </a:lnTo>
                  <a:lnTo>
                    <a:pt x="319696" y="98793"/>
                  </a:lnTo>
                  <a:lnTo>
                    <a:pt x="317453" y="93994"/>
                  </a:lnTo>
                  <a:lnTo>
                    <a:pt x="315059" y="89268"/>
                  </a:lnTo>
                  <a:lnTo>
                    <a:pt x="312517" y="84621"/>
                  </a:lnTo>
                  <a:lnTo>
                    <a:pt x="309828" y="80056"/>
                  </a:lnTo>
                  <a:lnTo>
                    <a:pt x="306997" y="75580"/>
                  </a:lnTo>
                  <a:lnTo>
                    <a:pt x="304024" y="71195"/>
                  </a:lnTo>
                  <a:lnTo>
                    <a:pt x="300915" y="66906"/>
                  </a:lnTo>
                  <a:lnTo>
                    <a:pt x="297671" y="62718"/>
                  </a:lnTo>
                  <a:lnTo>
                    <a:pt x="294296" y="58635"/>
                  </a:lnTo>
                  <a:lnTo>
                    <a:pt x="290793" y="54661"/>
                  </a:lnTo>
                  <a:lnTo>
                    <a:pt x="287167" y="50800"/>
                  </a:lnTo>
                  <a:lnTo>
                    <a:pt x="283419" y="47056"/>
                  </a:lnTo>
                  <a:lnTo>
                    <a:pt x="279555" y="43432"/>
                  </a:lnTo>
                  <a:lnTo>
                    <a:pt x="275578" y="39933"/>
                  </a:lnTo>
                  <a:lnTo>
                    <a:pt x="271493" y="36561"/>
                  </a:lnTo>
                  <a:lnTo>
                    <a:pt x="267302" y="33321"/>
                  </a:lnTo>
                  <a:lnTo>
                    <a:pt x="263011" y="30215"/>
                  </a:lnTo>
                  <a:lnTo>
                    <a:pt x="258623" y="27246"/>
                  </a:lnTo>
                  <a:lnTo>
                    <a:pt x="254144" y="24418"/>
                  </a:lnTo>
                  <a:lnTo>
                    <a:pt x="249578" y="21734"/>
                  </a:lnTo>
                  <a:lnTo>
                    <a:pt x="244928" y="19195"/>
                  </a:lnTo>
                  <a:lnTo>
                    <a:pt x="240201" y="16805"/>
                  </a:lnTo>
                  <a:lnTo>
                    <a:pt x="235400" y="14566"/>
                  </a:lnTo>
                  <a:lnTo>
                    <a:pt x="230530" y="12480"/>
                  </a:lnTo>
                  <a:lnTo>
                    <a:pt x="225597" y="10550"/>
                  </a:lnTo>
                  <a:lnTo>
                    <a:pt x="220606" y="8776"/>
                  </a:lnTo>
                  <a:lnTo>
                    <a:pt x="215560" y="7162"/>
                  </a:lnTo>
                  <a:lnTo>
                    <a:pt x="210466" y="5709"/>
                  </a:lnTo>
                  <a:lnTo>
                    <a:pt x="205329" y="4417"/>
                  </a:lnTo>
                  <a:lnTo>
                    <a:pt x="200153" y="3289"/>
                  </a:lnTo>
                  <a:lnTo>
                    <a:pt x="194944" y="2326"/>
                  </a:lnTo>
                  <a:lnTo>
                    <a:pt x="189707" y="1528"/>
                  </a:lnTo>
                  <a:lnTo>
                    <a:pt x="184448" y="897"/>
                  </a:lnTo>
                  <a:lnTo>
                    <a:pt x="179171" y="432"/>
                  </a:lnTo>
                  <a:lnTo>
                    <a:pt x="173882" y="135"/>
                  </a:lnTo>
                  <a:lnTo>
                    <a:pt x="168586" y="6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7"/>
              <a:ext cx="1434" cy="167161"/>
            </a:xfrm>
            <a:custGeom>
              <a:avLst/>
              <a:pathLst>
                <a:path w="1434" h="167161">
                  <a:moveTo>
                    <a:pt x="1434" y="0"/>
                  </a:moveTo>
                  <a:lnTo>
                    <a:pt x="0" y="16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1434" cy="167167"/>
            </a:xfrm>
            <a:custGeom>
              <a:avLst/>
              <a:pathLst>
                <a:path w="1434" h="167167">
                  <a:moveTo>
                    <a:pt x="1434" y="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922892" y="4659281"/>
              <a:ext cx="163632" cy="167167"/>
            </a:xfrm>
            <a:custGeom>
              <a:avLst/>
              <a:pathLst>
                <a:path w="163632" h="167167">
                  <a:moveTo>
                    <a:pt x="163632" y="0"/>
                  </a:moveTo>
                  <a:lnTo>
                    <a:pt x="158201" y="88"/>
                  </a:lnTo>
                  <a:lnTo>
                    <a:pt x="152776" y="352"/>
                  </a:lnTo>
                  <a:lnTo>
                    <a:pt x="147362" y="793"/>
                  </a:lnTo>
                  <a:lnTo>
                    <a:pt x="141965" y="1410"/>
                  </a:lnTo>
                  <a:lnTo>
                    <a:pt x="136591" y="2201"/>
                  </a:lnTo>
                  <a:lnTo>
                    <a:pt x="131246" y="3167"/>
                  </a:lnTo>
                  <a:lnTo>
                    <a:pt x="125935" y="4306"/>
                  </a:lnTo>
                  <a:lnTo>
                    <a:pt x="120663" y="5616"/>
                  </a:lnTo>
                  <a:lnTo>
                    <a:pt x="115437" y="7098"/>
                  </a:lnTo>
                  <a:lnTo>
                    <a:pt x="110262" y="8748"/>
                  </a:lnTo>
                  <a:lnTo>
                    <a:pt x="105143" y="10566"/>
                  </a:lnTo>
                  <a:lnTo>
                    <a:pt x="100086" y="12548"/>
                  </a:lnTo>
                  <a:lnTo>
                    <a:pt x="95097" y="14695"/>
                  </a:lnTo>
                  <a:lnTo>
                    <a:pt x="90179" y="17002"/>
                  </a:lnTo>
                  <a:lnTo>
                    <a:pt x="85339" y="19468"/>
                  </a:lnTo>
                  <a:lnTo>
                    <a:pt x="80582" y="22089"/>
                  </a:lnTo>
                  <a:lnTo>
                    <a:pt x="75912" y="24864"/>
                  </a:lnTo>
                  <a:lnTo>
                    <a:pt x="71335" y="27789"/>
                  </a:lnTo>
                  <a:lnTo>
                    <a:pt x="66856" y="30861"/>
                  </a:lnTo>
                  <a:lnTo>
                    <a:pt x="62478" y="34078"/>
                  </a:lnTo>
                  <a:lnTo>
                    <a:pt x="58208" y="37434"/>
                  </a:lnTo>
                  <a:lnTo>
                    <a:pt x="54048" y="40928"/>
                  </a:lnTo>
                  <a:lnTo>
                    <a:pt x="50005" y="44555"/>
                  </a:lnTo>
                  <a:lnTo>
                    <a:pt x="46081" y="48311"/>
                  </a:lnTo>
                  <a:lnTo>
                    <a:pt x="42282" y="52193"/>
                  </a:lnTo>
                  <a:lnTo>
                    <a:pt x="38610" y="56196"/>
                  </a:lnTo>
                  <a:lnTo>
                    <a:pt x="35071" y="60317"/>
                  </a:lnTo>
                  <a:lnTo>
                    <a:pt x="31667" y="64550"/>
                  </a:lnTo>
                  <a:lnTo>
                    <a:pt x="28403" y="68892"/>
                  </a:lnTo>
                  <a:lnTo>
                    <a:pt x="25282" y="73337"/>
                  </a:lnTo>
                  <a:lnTo>
                    <a:pt x="22306" y="77882"/>
                  </a:lnTo>
                  <a:lnTo>
                    <a:pt x="19480" y="82520"/>
                  </a:lnTo>
                  <a:lnTo>
                    <a:pt x="16806" y="87248"/>
                  </a:lnTo>
                  <a:lnTo>
                    <a:pt x="14287" y="92061"/>
                  </a:lnTo>
                  <a:lnTo>
                    <a:pt x="11926" y="96953"/>
                  </a:lnTo>
                  <a:lnTo>
                    <a:pt x="9725" y="101919"/>
                  </a:lnTo>
                  <a:lnTo>
                    <a:pt x="7686" y="106953"/>
                  </a:lnTo>
                  <a:lnTo>
                    <a:pt x="5812" y="112052"/>
                  </a:lnTo>
                  <a:lnTo>
                    <a:pt x="4105" y="117208"/>
                  </a:lnTo>
                  <a:lnTo>
                    <a:pt x="2566" y="122418"/>
                  </a:lnTo>
                  <a:lnTo>
                    <a:pt x="1197" y="127674"/>
                  </a:lnTo>
                  <a:lnTo>
                    <a:pt x="0" y="132972"/>
                  </a:lnTo>
                  <a:lnTo>
                    <a:pt x="163632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922892" y="4792254"/>
              <a:ext cx="163632" cy="34194"/>
            </a:xfrm>
            <a:custGeom>
              <a:avLst/>
              <a:pathLst>
                <a:path w="163632" h="34194">
                  <a:moveTo>
                    <a:pt x="0" y="0"/>
                  </a:moveTo>
                  <a:lnTo>
                    <a:pt x="163632" y="341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920318" y="4792254"/>
              <a:ext cx="166206" cy="34194"/>
            </a:xfrm>
            <a:custGeom>
              <a:avLst/>
              <a:pathLst>
                <a:path w="166206" h="34194">
                  <a:moveTo>
                    <a:pt x="2573" y="0"/>
                  </a:moveTo>
                  <a:lnTo>
                    <a:pt x="1085" y="8114"/>
                  </a:lnTo>
                  <a:lnTo>
                    <a:pt x="0" y="16292"/>
                  </a:lnTo>
                  <a:lnTo>
                    <a:pt x="166206" y="341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919369" y="4659281"/>
              <a:ext cx="334304" cy="334334"/>
            </a:xfrm>
            <a:custGeom>
              <a:avLst/>
              <a:pathLst>
                <a:path w="334304" h="334334">
                  <a:moveTo>
                    <a:pt x="948" y="149265"/>
                  </a:moveTo>
                  <a:lnTo>
                    <a:pt x="464" y="154543"/>
                  </a:lnTo>
                  <a:lnTo>
                    <a:pt x="148" y="159834"/>
                  </a:lnTo>
                  <a:lnTo>
                    <a:pt x="0" y="165133"/>
                  </a:lnTo>
                  <a:lnTo>
                    <a:pt x="19" y="170433"/>
                  </a:lnTo>
                  <a:lnTo>
                    <a:pt x="207" y="175730"/>
                  </a:lnTo>
                  <a:lnTo>
                    <a:pt x="562" y="181019"/>
                  </a:lnTo>
                  <a:lnTo>
                    <a:pt x="1085" y="186293"/>
                  </a:lnTo>
                  <a:lnTo>
                    <a:pt x="1775" y="191548"/>
                  </a:lnTo>
                  <a:lnTo>
                    <a:pt x="2631" y="196779"/>
                  </a:lnTo>
                  <a:lnTo>
                    <a:pt x="3652" y="201980"/>
                  </a:lnTo>
                  <a:lnTo>
                    <a:pt x="4838" y="207146"/>
                  </a:lnTo>
                  <a:lnTo>
                    <a:pt x="6187" y="212272"/>
                  </a:lnTo>
                  <a:lnTo>
                    <a:pt x="7698" y="217353"/>
                  </a:lnTo>
                  <a:lnTo>
                    <a:pt x="9369" y="222383"/>
                  </a:lnTo>
                  <a:lnTo>
                    <a:pt x="11199" y="227357"/>
                  </a:lnTo>
                  <a:lnTo>
                    <a:pt x="13186" y="232271"/>
                  </a:lnTo>
                  <a:lnTo>
                    <a:pt x="15327" y="237120"/>
                  </a:lnTo>
                  <a:lnTo>
                    <a:pt x="17621" y="241898"/>
                  </a:lnTo>
                  <a:lnTo>
                    <a:pt x="20066" y="246601"/>
                  </a:lnTo>
                  <a:lnTo>
                    <a:pt x="22658" y="251224"/>
                  </a:lnTo>
                  <a:lnTo>
                    <a:pt x="25395" y="255763"/>
                  </a:lnTo>
                  <a:lnTo>
                    <a:pt x="28275" y="260213"/>
                  </a:lnTo>
                  <a:lnTo>
                    <a:pt x="31295" y="264569"/>
                  </a:lnTo>
                  <a:lnTo>
                    <a:pt x="34451" y="268827"/>
                  </a:lnTo>
                  <a:lnTo>
                    <a:pt x="37741" y="272983"/>
                  </a:lnTo>
                  <a:lnTo>
                    <a:pt x="41161" y="277033"/>
                  </a:lnTo>
                  <a:lnTo>
                    <a:pt x="44707" y="280972"/>
                  </a:lnTo>
                  <a:lnTo>
                    <a:pt x="48377" y="284797"/>
                  </a:lnTo>
                  <a:lnTo>
                    <a:pt x="52166" y="288503"/>
                  </a:lnTo>
                  <a:lnTo>
                    <a:pt x="56070" y="292088"/>
                  </a:lnTo>
                  <a:lnTo>
                    <a:pt x="60086" y="295547"/>
                  </a:lnTo>
                  <a:lnTo>
                    <a:pt x="64210" y="298877"/>
                  </a:lnTo>
                  <a:lnTo>
                    <a:pt x="68438" y="302074"/>
                  </a:lnTo>
                  <a:lnTo>
                    <a:pt x="72764" y="305136"/>
                  </a:lnTo>
                  <a:lnTo>
                    <a:pt x="77186" y="308059"/>
                  </a:lnTo>
                  <a:lnTo>
                    <a:pt x="81698" y="310840"/>
                  </a:lnTo>
                  <a:lnTo>
                    <a:pt x="86295" y="313477"/>
                  </a:lnTo>
                  <a:lnTo>
                    <a:pt x="90975" y="315967"/>
                  </a:lnTo>
                  <a:lnTo>
                    <a:pt x="95730" y="318308"/>
                  </a:lnTo>
                  <a:lnTo>
                    <a:pt x="100558" y="320496"/>
                  </a:lnTo>
                  <a:lnTo>
                    <a:pt x="105452" y="322530"/>
                  </a:lnTo>
                  <a:lnTo>
                    <a:pt x="110409" y="324408"/>
                  </a:lnTo>
                  <a:lnTo>
                    <a:pt x="115422" y="326128"/>
                  </a:lnTo>
                  <a:lnTo>
                    <a:pt x="120488" y="327689"/>
                  </a:lnTo>
                  <a:lnTo>
                    <a:pt x="125601" y="329087"/>
                  </a:lnTo>
                  <a:lnTo>
                    <a:pt x="130755" y="330323"/>
                  </a:lnTo>
                  <a:lnTo>
                    <a:pt x="135946" y="331395"/>
                  </a:lnTo>
                  <a:lnTo>
                    <a:pt x="141168" y="332302"/>
                  </a:lnTo>
                  <a:lnTo>
                    <a:pt x="146416" y="333043"/>
                  </a:lnTo>
                  <a:lnTo>
                    <a:pt x="151686" y="333617"/>
                  </a:lnTo>
                  <a:lnTo>
                    <a:pt x="156970" y="334024"/>
                  </a:lnTo>
                  <a:lnTo>
                    <a:pt x="162265" y="334263"/>
                  </a:lnTo>
                  <a:lnTo>
                    <a:pt x="167565" y="334334"/>
                  </a:lnTo>
                  <a:lnTo>
                    <a:pt x="172865" y="334237"/>
                  </a:lnTo>
                  <a:lnTo>
                    <a:pt x="178158" y="333972"/>
                  </a:lnTo>
                  <a:lnTo>
                    <a:pt x="183441" y="333539"/>
                  </a:lnTo>
                  <a:lnTo>
                    <a:pt x="188708" y="332939"/>
                  </a:lnTo>
                  <a:lnTo>
                    <a:pt x="193952" y="332173"/>
                  </a:lnTo>
                  <a:lnTo>
                    <a:pt x="199170" y="331240"/>
                  </a:lnTo>
                  <a:lnTo>
                    <a:pt x="204355" y="330143"/>
                  </a:lnTo>
                  <a:lnTo>
                    <a:pt x="209504" y="328881"/>
                  </a:lnTo>
                  <a:lnTo>
                    <a:pt x="214609" y="327457"/>
                  </a:lnTo>
                  <a:lnTo>
                    <a:pt x="219667" y="325872"/>
                  </a:lnTo>
                  <a:lnTo>
                    <a:pt x="224672" y="324128"/>
                  </a:lnTo>
                  <a:lnTo>
                    <a:pt x="229619" y="322225"/>
                  </a:lnTo>
                  <a:lnTo>
                    <a:pt x="234504" y="320167"/>
                  </a:lnTo>
                  <a:lnTo>
                    <a:pt x="239320" y="317955"/>
                  </a:lnTo>
                  <a:lnTo>
                    <a:pt x="244065" y="315591"/>
                  </a:lnTo>
                  <a:lnTo>
                    <a:pt x="248732" y="313078"/>
                  </a:lnTo>
                  <a:lnTo>
                    <a:pt x="253316" y="310419"/>
                  </a:lnTo>
                  <a:lnTo>
                    <a:pt x="257815" y="307615"/>
                  </a:lnTo>
                  <a:lnTo>
                    <a:pt x="262222" y="304670"/>
                  </a:lnTo>
                  <a:lnTo>
                    <a:pt x="266533" y="301587"/>
                  </a:lnTo>
                  <a:lnTo>
                    <a:pt x="270745" y="298369"/>
                  </a:lnTo>
                  <a:lnTo>
                    <a:pt x="274852" y="295019"/>
                  </a:lnTo>
                  <a:lnTo>
                    <a:pt x="278851" y="291540"/>
                  </a:lnTo>
                  <a:lnTo>
                    <a:pt x="282738" y="287937"/>
                  </a:lnTo>
                  <a:lnTo>
                    <a:pt x="286509" y="284212"/>
                  </a:lnTo>
                  <a:lnTo>
                    <a:pt x="290160" y="280369"/>
                  </a:lnTo>
                  <a:lnTo>
                    <a:pt x="293687" y="276412"/>
                  </a:lnTo>
                  <a:lnTo>
                    <a:pt x="297086" y="272346"/>
                  </a:lnTo>
                  <a:lnTo>
                    <a:pt x="300356" y="268174"/>
                  </a:lnTo>
                  <a:lnTo>
                    <a:pt x="303491" y="263900"/>
                  </a:lnTo>
                  <a:lnTo>
                    <a:pt x="306489" y="259529"/>
                  </a:lnTo>
                  <a:lnTo>
                    <a:pt x="309347" y="255066"/>
                  </a:lnTo>
                  <a:lnTo>
                    <a:pt x="312063" y="250513"/>
                  </a:lnTo>
                  <a:lnTo>
                    <a:pt x="314632" y="245878"/>
                  </a:lnTo>
                  <a:lnTo>
                    <a:pt x="317053" y="241162"/>
                  </a:lnTo>
                  <a:lnTo>
                    <a:pt x="319324" y="236373"/>
                  </a:lnTo>
                  <a:lnTo>
                    <a:pt x="321441" y="231514"/>
                  </a:lnTo>
                  <a:lnTo>
                    <a:pt x="323404" y="226590"/>
                  </a:lnTo>
                  <a:lnTo>
                    <a:pt x="325209" y="221607"/>
                  </a:lnTo>
                  <a:lnTo>
                    <a:pt x="326856" y="216569"/>
                  </a:lnTo>
                  <a:lnTo>
                    <a:pt x="328342" y="211481"/>
                  </a:lnTo>
                  <a:lnTo>
                    <a:pt x="329665" y="206348"/>
                  </a:lnTo>
                  <a:lnTo>
                    <a:pt x="330826" y="201177"/>
                  </a:lnTo>
                  <a:lnTo>
                    <a:pt x="331822" y="195971"/>
                  </a:lnTo>
                  <a:lnTo>
                    <a:pt x="332652" y="190736"/>
                  </a:lnTo>
                  <a:lnTo>
                    <a:pt x="333316" y="185477"/>
                  </a:lnTo>
                  <a:lnTo>
                    <a:pt x="333813" y="180200"/>
                  </a:lnTo>
                  <a:lnTo>
                    <a:pt x="334143" y="174910"/>
                  </a:lnTo>
                  <a:lnTo>
                    <a:pt x="334304" y="169612"/>
                  </a:lnTo>
                  <a:lnTo>
                    <a:pt x="334298" y="164311"/>
                  </a:lnTo>
                  <a:lnTo>
                    <a:pt x="334123" y="159014"/>
                  </a:lnTo>
                  <a:lnTo>
                    <a:pt x="333781" y="153725"/>
                  </a:lnTo>
                  <a:lnTo>
                    <a:pt x="333271" y="148449"/>
                  </a:lnTo>
                  <a:lnTo>
                    <a:pt x="332594" y="143192"/>
                  </a:lnTo>
                  <a:lnTo>
                    <a:pt x="331751" y="137959"/>
                  </a:lnTo>
                  <a:lnTo>
                    <a:pt x="330742" y="132755"/>
                  </a:lnTo>
                  <a:lnTo>
                    <a:pt x="329569" y="127586"/>
                  </a:lnTo>
                  <a:lnTo>
                    <a:pt x="328232" y="122457"/>
                  </a:lnTo>
                  <a:lnTo>
                    <a:pt x="326734" y="117373"/>
                  </a:lnTo>
                  <a:lnTo>
                    <a:pt x="325075" y="112339"/>
                  </a:lnTo>
                  <a:lnTo>
                    <a:pt x="323257" y="107360"/>
                  </a:lnTo>
                  <a:lnTo>
                    <a:pt x="321283" y="102441"/>
                  </a:lnTo>
                  <a:lnTo>
                    <a:pt x="319153" y="97587"/>
                  </a:lnTo>
                  <a:lnTo>
                    <a:pt x="316871" y="92803"/>
                  </a:lnTo>
                  <a:lnTo>
                    <a:pt x="314438" y="88094"/>
                  </a:lnTo>
                  <a:lnTo>
                    <a:pt x="311857" y="83465"/>
                  </a:lnTo>
                  <a:lnTo>
                    <a:pt x="309131" y="78919"/>
                  </a:lnTo>
                  <a:lnTo>
                    <a:pt x="306262" y="74463"/>
                  </a:lnTo>
                  <a:lnTo>
                    <a:pt x="303253" y="70099"/>
                  </a:lnTo>
                  <a:lnTo>
                    <a:pt x="300107" y="65833"/>
                  </a:lnTo>
                  <a:lnTo>
                    <a:pt x="296828" y="61669"/>
                  </a:lnTo>
                  <a:lnTo>
                    <a:pt x="293418" y="57611"/>
                  </a:lnTo>
                  <a:lnTo>
                    <a:pt x="289881" y="53663"/>
                  </a:lnTo>
                  <a:lnTo>
                    <a:pt x="286221" y="49829"/>
                  </a:lnTo>
                  <a:lnTo>
                    <a:pt x="282441" y="46113"/>
                  </a:lnTo>
                  <a:lnTo>
                    <a:pt x="278546" y="42519"/>
                  </a:lnTo>
                  <a:lnTo>
                    <a:pt x="274538" y="39051"/>
                  </a:lnTo>
                  <a:lnTo>
                    <a:pt x="270422" y="35711"/>
                  </a:lnTo>
                  <a:lnTo>
                    <a:pt x="266203" y="32503"/>
                  </a:lnTo>
                  <a:lnTo>
                    <a:pt x="261884" y="29430"/>
                  </a:lnTo>
                  <a:lnTo>
                    <a:pt x="257469" y="26496"/>
                  </a:lnTo>
                  <a:lnTo>
                    <a:pt x="252964" y="23704"/>
                  </a:lnTo>
                  <a:lnTo>
                    <a:pt x="248373" y="21056"/>
                  </a:lnTo>
                  <a:lnTo>
                    <a:pt x="243700" y="18554"/>
                  </a:lnTo>
                  <a:lnTo>
                    <a:pt x="238950" y="16202"/>
                  </a:lnTo>
                  <a:lnTo>
                    <a:pt x="234128" y="14002"/>
                  </a:lnTo>
                  <a:lnTo>
                    <a:pt x="229238" y="11956"/>
                  </a:lnTo>
                  <a:lnTo>
                    <a:pt x="224286" y="10065"/>
                  </a:lnTo>
                  <a:lnTo>
                    <a:pt x="219277" y="8333"/>
                  </a:lnTo>
                  <a:lnTo>
                    <a:pt x="214215" y="6760"/>
                  </a:lnTo>
                  <a:lnTo>
                    <a:pt x="209106" y="5349"/>
                  </a:lnTo>
                  <a:lnTo>
                    <a:pt x="203955" y="4100"/>
                  </a:lnTo>
                  <a:lnTo>
                    <a:pt x="198767" y="3016"/>
                  </a:lnTo>
                  <a:lnTo>
                    <a:pt x="193547" y="2096"/>
                  </a:lnTo>
                  <a:lnTo>
                    <a:pt x="188300" y="1342"/>
                  </a:lnTo>
                  <a:lnTo>
                    <a:pt x="183032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321563" y="5018213"/>
              <a:ext cx="334324" cy="334326"/>
            </a:xfrm>
            <a:custGeom>
              <a:avLst/>
              <a:pathLst>
                <a:path w="334324" h="334326">
                  <a:moveTo>
                    <a:pt x="167157" y="0"/>
                  </a:moveTo>
                  <a:lnTo>
                    <a:pt x="161870" y="83"/>
                  </a:lnTo>
                  <a:lnTo>
                    <a:pt x="156588" y="334"/>
                  </a:lnTo>
                  <a:lnTo>
                    <a:pt x="151317" y="752"/>
                  </a:lnTo>
                  <a:lnTo>
                    <a:pt x="146062" y="1336"/>
                  </a:lnTo>
                  <a:lnTo>
                    <a:pt x="140827" y="2086"/>
                  </a:lnTo>
                  <a:lnTo>
                    <a:pt x="135619" y="3001"/>
                  </a:lnTo>
                  <a:lnTo>
                    <a:pt x="130443" y="4081"/>
                  </a:lnTo>
                  <a:lnTo>
                    <a:pt x="125303" y="5324"/>
                  </a:lnTo>
                  <a:lnTo>
                    <a:pt x="120205" y="6728"/>
                  </a:lnTo>
                  <a:lnTo>
                    <a:pt x="115155" y="8294"/>
                  </a:lnTo>
                  <a:lnTo>
                    <a:pt x="110156" y="10018"/>
                  </a:lnTo>
                  <a:lnTo>
                    <a:pt x="105214" y="11899"/>
                  </a:lnTo>
                  <a:lnTo>
                    <a:pt x="100334" y="13936"/>
                  </a:lnTo>
                  <a:lnTo>
                    <a:pt x="95522" y="16126"/>
                  </a:lnTo>
                  <a:lnTo>
                    <a:pt x="90780" y="18467"/>
                  </a:lnTo>
                  <a:lnTo>
                    <a:pt x="86115" y="20957"/>
                  </a:lnTo>
                  <a:lnTo>
                    <a:pt x="81532" y="23594"/>
                  </a:lnTo>
                  <a:lnTo>
                    <a:pt x="77034" y="26374"/>
                  </a:lnTo>
                  <a:lnTo>
                    <a:pt x="72626" y="29295"/>
                  </a:lnTo>
                  <a:lnTo>
                    <a:pt x="68313" y="32353"/>
                  </a:lnTo>
                  <a:lnTo>
                    <a:pt x="64098" y="35547"/>
                  </a:lnTo>
                  <a:lnTo>
                    <a:pt x="59987" y="38872"/>
                  </a:lnTo>
                  <a:lnTo>
                    <a:pt x="55983" y="42326"/>
                  </a:lnTo>
                  <a:lnTo>
                    <a:pt x="52090" y="45905"/>
                  </a:lnTo>
                  <a:lnTo>
                    <a:pt x="48312" y="49605"/>
                  </a:lnTo>
                  <a:lnTo>
                    <a:pt x="44654" y="53422"/>
                  </a:lnTo>
                  <a:lnTo>
                    <a:pt x="41117" y="57354"/>
                  </a:lnTo>
                  <a:lnTo>
                    <a:pt x="37707" y="61395"/>
                  </a:lnTo>
                  <a:lnTo>
                    <a:pt x="34427" y="65542"/>
                  </a:lnTo>
                  <a:lnTo>
                    <a:pt x="31279" y="69791"/>
                  </a:lnTo>
                  <a:lnTo>
                    <a:pt x="28267" y="74137"/>
                  </a:lnTo>
                  <a:lnTo>
                    <a:pt x="25394" y="78576"/>
                  </a:lnTo>
                  <a:lnTo>
                    <a:pt x="22663" y="83104"/>
                  </a:lnTo>
                  <a:lnTo>
                    <a:pt x="20077" y="87716"/>
                  </a:lnTo>
                  <a:lnTo>
                    <a:pt x="17638" y="92408"/>
                  </a:lnTo>
                  <a:lnTo>
                    <a:pt x="15348" y="97174"/>
                  </a:lnTo>
                  <a:lnTo>
                    <a:pt x="13210" y="102011"/>
                  </a:lnTo>
                  <a:lnTo>
                    <a:pt x="11227" y="106912"/>
                  </a:lnTo>
                  <a:lnTo>
                    <a:pt x="9399" y="111874"/>
                  </a:lnTo>
                  <a:lnTo>
                    <a:pt x="7729" y="116891"/>
                  </a:lnTo>
                  <a:lnTo>
                    <a:pt x="6219" y="121959"/>
                  </a:lnTo>
                  <a:lnTo>
                    <a:pt x="4869" y="127071"/>
                  </a:lnTo>
                  <a:lnTo>
                    <a:pt x="3682" y="132224"/>
                  </a:lnTo>
                  <a:lnTo>
                    <a:pt x="2659" y="137412"/>
                  </a:lnTo>
                  <a:lnTo>
                    <a:pt x="1800" y="142630"/>
                  </a:lnTo>
                  <a:lnTo>
                    <a:pt x="1107" y="147872"/>
                  </a:lnTo>
                  <a:lnTo>
                    <a:pt x="580" y="153133"/>
                  </a:lnTo>
                  <a:lnTo>
                    <a:pt x="219" y="158409"/>
                  </a:lnTo>
                  <a:lnTo>
                    <a:pt x="26" y="163693"/>
                  </a:lnTo>
                  <a:lnTo>
                    <a:pt x="0" y="168981"/>
                  </a:lnTo>
                  <a:lnTo>
                    <a:pt x="140" y="174266"/>
                  </a:lnTo>
                  <a:lnTo>
                    <a:pt x="449" y="179545"/>
                  </a:lnTo>
                  <a:lnTo>
                    <a:pt x="923" y="184812"/>
                  </a:lnTo>
                  <a:lnTo>
                    <a:pt x="1565" y="190060"/>
                  </a:lnTo>
                  <a:lnTo>
                    <a:pt x="2372" y="195286"/>
                  </a:lnTo>
                  <a:lnTo>
                    <a:pt x="3343" y="200484"/>
                  </a:lnTo>
                  <a:lnTo>
                    <a:pt x="4479" y="205648"/>
                  </a:lnTo>
                  <a:lnTo>
                    <a:pt x="5778" y="210774"/>
                  </a:lnTo>
                  <a:lnTo>
                    <a:pt x="7237" y="215856"/>
                  </a:lnTo>
                  <a:lnTo>
                    <a:pt x="8857" y="220890"/>
                  </a:lnTo>
                  <a:lnTo>
                    <a:pt x="10636" y="225870"/>
                  </a:lnTo>
                  <a:lnTo>
                    <a:pt x="12571" y="230791"/>
                  </a:lnTo>
                  <a:lnTo>
                    <a:pt x="14660" y="235648"/>
                  </a:lnTo>
                  <a:lnTo>
                    <a:pt x="16902" y="240437"/>
                  </a:lnTo>
                  <a:lnTo>
                    <a:pt x="19295" y="245153"/>
                  </a:lnTo>
                  <a:lnTo>
                    <a:pt x="21835" y="249790"/>
                  </a:lnTo>
                  <a:lnTo>
                    <a:pt x="24521" y="254345"/>
                  </a:lnTo>
                  <a:lnTo>
                    <a:pt x="27350" y="258813"/>
                  </a:lnTo>
                  <a:lnTo>
                    <a:pt x="30318" y="263188"/>
                  </a:lnTo>
                  <a:lnTo>
                    <a:pt x="33424" y="267468"/>
                  </a:lnTo>
                  <a:lnTo>
                    <a:pt x="36663" y="271648"/>
                  </a:lnTo>
                  <a:lnTo>
                    <a:pt x="40033" y="275723"/>
                  </a:lnTo>
                  <a:lnTo>
                    <a:pt x="43530" y="279689"/>
                  </a:lnTo>
                  <a:lnTo>
                    <a:pt x="47150" y="283543"/>
                  </a:lnTo>
                  <a:lnTo>
                    <a:pt x="50891" y="287280"/>
                  </a:lnTo>
                  <a:lnTo>
                    <a:pt x="54748" y="290897"/>
                  </a:lnTo>
                  <a:lnTo>
                    <a:pt x="58718" y="294391"/>
                  </a:lnTo>
                  <a:lnTo>
                    <a:pt x="62796" y="297757"/>
                  </a:lnTo>
                  <a:lnTo>
                    <a:pt x="66978" y="300992"/>
                  </a:lnTo>
                  <a:lnTo>
                    <a:pt x="71261" y="304093"/>
                  </a:lnTo>
                  <a:lnTo>
                    <a:pt x="75640" y="307058"/>
                  </a:lnTo>
                  <a:lnTo>
                    <a:pt x="80110" y="309882"/>
                  </a:lnTo>
                  <a:lnTo>
                    <a:pt x="84667" y="312564"/>
                  </a:lnTo>
                  <a:lnTo>
                    <a:pt x="89307" y="315100"/>
                  </a:lnTo>
                  <a:lnTo>
                    <a:pt x="94025" y="317489"/>
                  </a:lnTo>
                  <a:lnTo>
                    <a:pt x="98815" y="319726"/>
                  </a:lnTo>
                  <a:lnTo>
                    <a:pt x="103675" y="321812"/>
                  </a:lnTo>
                  <a:lnTo>
                    <a:pt x="108598" y="323742"/>
                  </a:lnTo>
                  <a:lnTo>
                    <a:pt x="113579" y="325516"/>
                  </a:lnTo>
                  <a:lnTo>
                    <a:pt x="118614" y="327131"/>
                  </a:lnTo>
                  <a:lnTo>
                    <a:pt x="123698" y="328586"/>
                  </a:lnTo>
                  <a:lnTo>
                    <a:pt x="128825" y="329880"/>
                  </a:lnTo>
                  <a:lnTo>
                    <a:pt x="133990" y="331011"/>
                  </a:lnTo>
                  <a:lnTo>
                    <a:pt x="139189" y="331978"/>
                  </a:lnTo>
                  <a:lnTo>
                    <a:pt x="144415" y="332780"/>
                  </a:lnTo>
                  <a:lnTo>
                    <a:pt x="149665" y="333417"/>
                  </a:lnTo>
                  <a:lnTo>
                    <a:pt x="154931" y="333887"/>
                  </a:lnTo>
                  <a:lnTo>
                    <a:pt x="160210" y="334190"/>
                  </a:lnTo>
                  <a:lnTo>
                    <a:pt x="165496" y="334326"/>
                  </a:lnTo>
                  <a:lnTo>
                    <a:pt x="170784" y="334295"/>
                  </a:lnTo>
                  <a:lnTo>
                    <a:pt x="176068" y="334097"/>
                  </a:lnTo>
                  <a:lnTo>
                    <a:pt x="181343" y="333731"/>
                  </a:lnTo>
                  <a:lnTo>
                    <a:pt x="186604" y="333199"/>
                  </a:lnTo>
                  <a:lnTo>
                    <a:pt x="191846" y="332501"/>
                  </a:lnTo>
                  <a:lnTo>
                    <a:pt x="197063" y="331638"/>
                  </a:lnTo>
                  <a:lnTo>
                    <a:pt x="202249" y="330610"/>
                  </a:lnTo>
                  <a:lnTo>
                    <a:pt x="207401" y="329418"/>
                  </a:lnTo>
                  <a:lnTo>
                    <a:pt x="212513" y="328064"/>
                  </a:lnTo>
                  <a:lnTo>
                    <a:pt x="217579" y="326549"/>
                  </a:lnTo>
                  <a:lnTo>
                    <a:pt x="222594" y="324874"/>
                  </a:lnTo>
                  <a:lnTo>
                    <a:pt x="227555" y="323042"/>
                  </a:lnTo>
                  <a:lnTo>
                    <a:pt x="232454" y="321054"/>
                  </a:lnTo>
                  <a:lnTo>
                    <a:pt x="237289" y="318912"/>
                  </a:lnTo>
                  <a:lnTo>
                    <a:pt x="242053" y="316618"/>
                  </a:lnTo>
                  <a:lnTo>
                    <a:pt x="246742" y="314174"/>
                  </a:lnTo>
                  <a:lnTo>
                    <a:pt x="251352" y="311584"/>
                  </a:lnTo>
                  <a:lnTo>
                    <a:pt x="255877" y="308849"/>
                  </a:lnTo>
                  <a:lnTo>
                    <a:pt x="260314" y="305972"/>
                  </a:lnTo>
                  <a:lnTo>
                    <a:pt x="264658" y="302956"/>
                  </a:lnTo>
                  <a:lnTo>
                    <a:pt x="268903" y="299804"/>
                  </a:lnTo>
                  <a:lnTo>
                    <a:pt x="273048" y="296520"/>
                  </a:lnTo>
                  <a:lnTo>
                    <a:pt x="277086" y="293106"/>
                  </a:lnTo>
                  <a:lnTo>
                    <a:pt x="281014" y="289566"/>
                  </a:lnTo>
                  <a:lnTo>
                    <a:pt x="284828" y="285904"/>
                  </a:lnTo>
                  <a:lnTo>
                    <a:pt x="288525" y="282123"/>
                  </a:lnTo>
                  <a:lnTo>
                    <a:pt x="292100" y="278227"/>
                  </a:lnTo>
                  <a:lnTo>
                    <a:pt x="295550" y="274220"/>
                  </a:lnTo>
                  <a:lnTo>
                    <a:pt x="298871" y="270105"/>
                  </a:lnTo>
                  <a:lnTo>
                    <a:pt x="302061" y="265888"/>
                  </a:lnTo>
                  <a:lnTo>
                    <a:pt x="305116" y="261572"/>
                  </a:lnTo>
                  <a:lnTo>
                    <a:pt x="308033" y="257161"/>
                  </a:lnTo>
                  <a:lnTo>
                    <a:pt x="310809" y="252661"/>
                  </a:lnTo>
                  <a:lnTo>
                    <a:pt x="313441" y="248075"/>
                  </a:lnTo>
                  <a:lnTo>
                    <a:pt x="315926" y="243408"/>
                  </a:lnTo>
                  <a:lnTo>
                    <a:pt x="318263" y="238664"/>
                  </a:lnTo>
                  <a:lnTo>
                    <a:pt x="320449" y="233849"/>
                  </a:lnTo>
                  <a:lnTo>
                    <a:pt x="322481" y="228968"/>
                  </a:lnTo>
                  <a:lnTo>
                    <a:pt x="324358" y="224024"/>
                  </a:lnTo>
                  <a:lnTo>
                    <a:pt x="326078" y="219024"/>
                  </a:lnTo>
                  <a:lnTo>
                    <a:pt x="327638" y="213972"/>
                  </a:lnTo>
                  <a:lnTo>
                    <a:pt x="329038" y="208873"/>
                  </a:lnTo>
                  <a:lnTo>
                    <a:pt x="330277" y="203732"/>
                  </a:lnTo>
                  <a:lnTo>
                    <a:pt x="331351" y="198555"/>
                  </a:lnTo>
                  <a:lnTo>
                    <a:pt x="332262" y="193346"/>
                  </a:lnTo>
                  <a:lnTo>
                    <a:pt x="333007" y="188111"/>
                  </a:lnTo>
                  <a:lnTo>
                    <a:pt x="333587" y="182855"/>
                  </a:lnTo>
                  <a:lnTo>
                    <a:pt x="334000" y="177583"/>
                  </a:lnTo>
                  <a:lnTo>
                    <a:pt x="334246" y="172301"/>
                  </a:lnTo>
                  <a:lnTo>
                    <a:pt x="334324" y="167014"/>
                  </a:lnTo>
                  <a:lnTo>
                    <a:pt x="334236" y="161727"/>
                  </a:lnTo>
                  <a:lnTo>
                    <a:pt x="333980" y="156445"/>
                  </a:lnTo>
                  <a:lnTo>
                    <a:pt x="333558" y="151174"/>
                  </a:lnTo>
                  <a:lnTo>
                    <a:pt x="332969" y="145920"/>
                  </a:lnTo>
                  <a:lnTo>
                    <a:pt x="332214" y="140686"/>
                  </a:lnTo>
                  <a:lnTo>
                    <a:pt x="331294" y="135479"/>
                  </a:lnTo>
                  <a:lnTo>
                    <a:pt x="330209" y="130304"/>
                  </a:lnTo>
                  <a:lnTo>
                    <a:pt x="328962" y="125165"/>
                  </a:lnTo>
                  <a:lnTo>
                    <a:pt x="327553" y="120069"/>
                  </a:lnTo>
                  <a:lnTo>
                    <a:pt x="325983" y="115019"/>
                  </a:lnTo>
                  <a:lnTo>
                    <a:pt x="324254" y="110022"/>
                  </a:lnTo>
                  <a:lnTo>
                    <a:pt x="322368" y="105082"/>
                  </a:lnTo>
                  <a:lnTo>
                    <a:pt x="320327" y="100204"/>
                  </a:lnTo>
                  <a:lnTo>
                    <a:pt x="318132" y="95393"/>
                  </a:lnTo>
                  <a:lnTo>
                    <a:pt x="315787" y="90654"/>
                  </a:lnTo>
                  <a:lnTo>
                    <a:pt x="313292" y="85992"/>
                  </a:lnTo>
                  <a:lnTo>
                    <a:pt x="310652" y="81410"/>
                  </a:lnTo>
                  <a:lnTo>
                    <a:pt x="307868" y="76915"/>
                  </a:lnTo>
                  <a:lnTo>
                    <a:pt x="304943" y="72510"/>
                  </a:lnTo>
                  <a:lnTo>
                    <a:pt x="301880" y="68199"/>
                  </a:lnTo>
                  <a:lnTo>
                    <a:pt x="298683" y="63988"/>
                  </a:lnTo>
                  <a:lnTo>
                    <a:pt x="295354" y="59879"/>
                  </a:lnTo>
                  <a:lnTo>
                    <a:pt x="291896" y="55879"/>
                  </a:lnTo>
                  <a:lnTo>
                    <a:pt x="288314" y="51989"/>
                  </a:lnTo>
                  <a:lnTo>
                    <a:pt x="284611" y="48215"/>
                  </a:lnTo>
                  <a:lnTo>
                    <a:pt x="280790" y="44559"/>
                  </a:lnTo>
                  <a:lnTo>
                    <a:pt x="276855" y="41027"/>
                  </a:lnTo>
                  <a:lnTo>
                    <a:pt x="272811" y="37620"/>
                  </a:lnTo>
                  <a:lnTo>
                    <a:pt x="268661" y="34344"/>
                  </a:lnTo>
                  <a:lnTo>
                    <a:pt x="264409" y="31200"/>
                  </a:lnTo>
                  <a:lnTo>
                    <a:pt x="260060" y="28192"/>
                  </a:lnTo>
                  <a:lnTo>
                    <a:pt x="255618" y="25323"/>
                  </a:lnTo>
                  <a:lnTo>
                    <a:pt x="251088" y="22596"/>
                  </a:lnTo>
                  <a:lnTo>
                    <a:pt x="246473" y="20014"/>
                  </a:lnTo>
                  <a:lnTo>
                    <a:pt x="241779" y="17579"/>
                  </a:lnTo>
                  <a:lnTo>
                    <a:pt x="237011" y="15294"/>
                  </a:lnTo>
                  <a:lnTo>
                    <a:pt x="232173" y="13161"/>
                  </a:lnTo>
                  <a:lnTo>
                    <a:pt x="227269" y="11181"/>
                  </a:lnTo>
                  <a:lnTo>
                    <a:pt x="222306" y="9358"/>
                  </a:lnTo>
                  <a:lnTo>
                    <a:pt x="217287" y="7693"/>
                  </a:lnTo>
                  <a:lnTo>
                    <a:pt x="212218" y="6187"/>
                  </a:lnTo>
                  <a:lnTo>
                    <a:pt x="207104" y="4843"/>
                  </a:lnTo>
                  <a:lnTo>
                    <a:pt x="201950" y="3660"/>
                  </a:lnTo>
                  <a:lnTo>
                    <a:pt x="196761" y="2642"/>
                  </a:lnTo>
                  <a:lnTo>
                    <a:pt x="191543" y="1788"/>
                  </a:lnTo>
                  <a:lnTo>
                    <a:pt x="186300" y="1099"/>
                  </a:lnTo>
                  <a:lnTo>
                    <a:pt x="181038" y="577"/>
                  </a:lnTo>
                  <a:lnTo>
                    <a:pt x="175763" y="22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8605" cy="167167"/>
            </a:xfrm>
            <a:custGeom>
              <a:avLst/>
              <a:pathLst>
                <a:path w="8605" h="167167">
                  <a:moveTo>
                    <a:pt x="8605" y="22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798373" y="5269756"/>
              <a:ext cx="166127" cy="167167"/>
            </a:xfrm>
            <a:custGeom>
              <a:avLst/>
              <a:pathLst>
                <a:path w="166127" h="167167">
                  <a:moveTo>
                    <a:pt x="166127" y="0"/>
                  </a:moveTo>
                  <a:lnTo>
                    <a:pt x="160708" y="87"/>
                  </a:lnTo>
                  <a:lnTo>
                    <a:pt x="155293" y="351"/>
                  </a:lnTo>
                  <a:lnTo>
                    <a:pt x="149891" y="790"/>
                  </a:lnTo>
                  <a:lnTo>
                    <a:pt x="144505" y="1404"/>
                  </a:lnTo>
                  <a:lnTo>
                    <a:pt x="139142" y="2192"/>
                  </a:lnTo>
                  <a:lnTo>
                    <a:pt x="133808" y="3154"/>
                  </a:lnTo>
                  <a:lnTo>
                    <a:pt x="128507" y="4288"/>
                  </a:lnTo>
                  <a:lnTo>
                    <a:pt x="123246" y="5593"/>
                  </a:lnTo>
                  <a:lnTo>
                    <a:pt x="118030" y="7068"/>
                  </a:lnTo>
                  <a:lnTo>
                    <a:pt x="112865" y="8712"/>
                  </a:lnTo>
                  <a:lnTo>
                    <a:pt x="107756" y="10522"/>
                  </a:lnTo>
                  <a:lnTo>
                    <a:pt x="102708" y="12497"/>
                  </a:lnTo>
                  <a:lnTo>
                    <a:pt x="97727" y="14634"/>
                  </a:lnTo>
                  <a:lnTo>
                    <a:pt x="92817" y="16932"/>
                  </a:lnTo>
                  <a:lnTo>
                    <a:pt x="87985" y="19388"/>
                  </a:lnTo>
                  <a:lnTo>
                    <a:pt x="83235" y="21999"/>
                  </a:lnTo>
                  <a:lnTo>
                    <a:pt x="78572" y="24763"/>
                  </a:lnTo>
                  <a:lnTo>
                    <a:pt x="74001" y="27676"/>
                  </a:lnTo>
                  <a:lnTo>
                    <a:pt x="69527" y="30736"/>
                  </a:lnTo>
                  <a:lnTo>
                    <a:pt x="65155" y="33940"/>
                  </a:lnTo>
                  <a:lnTo>
                    <a:pt x="60888" y="37284"/>
                  </a:lnTo>
                  <a:lnTo>
                    <a:pt x="56733" y="40764"/>
                  </a:lnTo>
                  <a:lnTo>
                    <a:pt x="52692" y="44377"/>
                  </a:lnTo>
                  <a:lnTo>
                    <a:pt x="48771" y="48119"/>
                  </a:lnTo>
                  <a:lnTo>
                    <a:pt x="44973" y="51987"/>
                  </a:lnTo>
                  <a:lnTo>
                    <a:pt x="41302" y="55975"/>
                  </a:lnTo>
                  <a:lnTo>
                    <a:pt x="37763" y="60081"/>
                  </a:lnTo>
                  <a:lnTo>
                    <a:pt x="34358" y="64299"/>
                  </a:lnTo>
                  <a:lnTo>
                    <a:pt x="31092" y="68625"/>
                  </a:lnTo>
                  <a:lnTo>
                    <a:pt x="27969" y="73055"/>
                  </a:lnTo>
                  <a:lnTo>
                    <a:pt x="24990" y="77583"/>
                  </a:lnTo>
                  <a:lnTo>
                    <a:pt x="22160" y="82206"/>
                  </a:lnTo>
                  <a:lnTo>
                    <a:pt x="19481" y="86919"/>
                  </a:lnTo>
                  <a:lnTo>
                    <a:pt x="16956" y="91715"/>
                  </a:lnTo>
                  <a:lnTo>
                    <a:pt x="14588" y="96591"/>
                  </a:lnTo>
                  <a:lnTo>
                    <a:pt x="12380" y="101541"/>
                  </a:lnTo>
                  <a:lnTo>
                    <a:pt x="10333" y="106561"/>
                  </a:lnTo>
                  <a:lnTo>
                    <a:pt x="8450" y="111643"/>
                  </a:lnTo>
                  <a:lnTo>
                    <a:pt x="6733" y="116785"/>
                  </a:lnTo>
                  <a:lnTo>
                    <a:pt x="5183" y="121979"/>
                  </a:lnTo>
                  <a:lnTo>
                    <a:pt x="3803" y="127221"/>
                  </a:lnTo>
                  <a:lnTo>
                    <a:pt x="2593" y="132504"/>
                  </a:lnTo>
                  <a:lnTo>
                    <a:pt x="1555" y="137825"/>
                  </a:lnTo>
                  <a:lnTo>
                    <a:pt x="690" y="143176"/>
                  </a:lnTo>
                  <a:lnTo>
                    <a:pt x="0" y="148552"/>
                  </a:lnTo>
                  <a:lnTo>
                    <a:pt x="16612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797353" y="5269756"/>
              <a:ext cx="334294" cy="334334"/>
            </a:xfrm>
            <a:custGeom>
              <a:avLst/>
              <a:pathLst>
                <a:path w="334294" h="334334">
                  <a:moveTo>
                    <a:pt x="1019" y="148552"/>
                  </a:moveTo>
                  <a:lnTo>
                    <a:pt x="512" y="153833"/>
                  </a:lnTo>
                  <a:lnTo>
                    <a:pt x="173" y="159127"/>
                  </a:lnTo>
                  <a:lnTo>
                    <a:pt x="2" y="164429"/>
                  </a:lnTo>
                  <a:lnTo>
                    <a:pt x="0" y="169735"/>
                  </a:lnTo>
                  <a:lnTo>
                    <a:pt x="165" y="175037"/>
                  </a:lnTo>
                  <a:lnTo>
                    <a:pt x="499" y="180332"/>
                  </a:lnTo>
                  <a:lnTo>
                    <a:pt x="1001" y="185613"/>
                  </a:lnTo>
                  <a:lnTo>
                    <a:pt x="1670" y="190876"/>
                  </a:lnTo>
                  <a:lnTo>
                    <a:pt x="2505" y="196115"/>
                  </a:lnTo>
                  <a:lnTo>
                    <a:pt x="3507" y="201324"/>
                  </a:lnTo>
                  <a:lnTo>
                    <a:pt x="4673" y="206500"/>
                  </a:lnTo>
                  <a:lnTo>
                    <a:pt x="6003" y="211635"/>
                  </a:lnTo>
                  <a:lnTo>
                    <a:pt x="7495" y="216726"/>
                  </a:lnTo>
                  <a:lnTo>
                    <a:pt x="9148" y="221767"/>
                  </a:lnTo>
                  <a:lnTo>
                    <a:pt x="10960" y="226753"/>
                  </a:lnTo>
                  <a:lnTo>
                    <a:pt x="12930" y="231679"/>
                  </a:lnTo>
                  <a:lnTo>
                    <a:pt x="15054" y="236541"/>
                  </a:lnTo>
                  <a:lnTo>
                    <a:pt x="17332" y="241332"/>
                  </a:lnTo>
                  <a:lnTo>
                    <a:pt x="19761" y="246048"/>
                  </a:lnTo>
                  <a:lnTo>
                    <a:pt x="22338" y="250685"/>
                  </a:lnTo>
                  <a:lnTo>
                    <a:pt x="25061" y="255238"/>
                  </a:lnTo>
                  <a:lnTo>
                    <a:pt x="27927" y="259702"/>
                  </a:lnTo>
                  <a:lnTo>
                    <a:pt x="30934" y="264073"/>
                  </a:lnTo>
                  <a:lnTo>
                    <a:pt x="34077" y="268347"/>
                  </a:lnTo>
                  <a:lnTo>
                    <a:pt x="37355" y="272518"/>
                  </a:lnTo>
                  <a:lnTo>
                    <a:pt x="40763" y="276584"/>
                  </a:lnTo>
                  <a:lnTo>
                    <a:pt x="44299" y="280539"/>
                  </a:lnTo>
                  <a:lnTo>
                    <a:pt x="47958" y="284380"/>
                  </a:lnTo>
                  <a:lnTo>
                    <a:pt x="51738" y="288103"/>
                  </a:lnTo>
                  <a:lnTo>
                    <a:pt x="55633" y="291704"/>
                  </a:lnTo>
                  <a:lnTo>
                    <a:pt x="59641" y="295180"/>
                  </a:lnTo>
                  <a:lnTo>
                    <a:pt x="63757" y="298527"/>
                  </a:lnTo>
                  <a:lnTo>
                    <a:pt x="67978" y="301742"/>
                  </a:lnTo>
                  <a:lnTo>
                    <a:pt x="72298" y="304821"/>
                  </a:lnTo>
                  <a:lnTo>
                    <a:pt x="76713" y="307761"/>
                  </a:lnTo>
                  <a:lnTo>
                    <a:pt x="81220" y="310560"/>
                  </a:lnTo>
                  <a:lnTo>
                    <a:pt x="85813" y="313214"/>
                  </a:lnTo>
                  <a:lnTo>
                    <a:pt x="90489" y="315721"/>
                  </a:lnTo>
                  <a:lnTo>
                    <a:pt x="95241" y="318079"/>
                  </a:lnTo>
                  <a:lnTo>
                    <a:pt x="100066" y="320285"/>
                  </a:lnTo>
                  <a:lnTo>
                    <a:pt x="104958" y="322336"/>
                  </a:lnTo>
                  <a:lnTo>
                    <a:pt x="109913" y="324231"/>
                  </a:lnTo>
                  <a:lnTo>
                    <a:pt x="114926" y="325968"/>
                  </a:lnTo>
                  <a:lnTo>
                    <a:pt x="119991" y="327546"/>
                  </a:lnTo>
                  <a:lnTo>
                    <a:pt x="125104" y="328961"/>
                  </a:lnTo>
                  <a:lnTo>
                    <a:pt x="130259" y="330214"/>
                  </a:lnTo>
                  <a:lnTo>
                    <a:pt x="135452" y="331302"/>
                  </a:lnTo>
                  <a:lnTo>
                    <a:pt x="140676" y="332225"/>
                  </a:lnTo>
                  <a:lnTo>
                    <a:pt x="145927" y="332982"/>
                  </a:lnTo>
                  <a:lnTo>
                    <a:pt x="151199" y="333572"/>
                  </a:lnTo>
                  <a:lnTo>
                    <a:pt x="156487" y="333994"/>
                  </a:lnTo>
                  <a:lnTo>
                    <a:pt x="161786" y="334248"/>
                  </a:lnTo>
                  <a:lnTo>
                    <a:pt x="167091" y="334334"/>
                  </a:lnTo>
                  <a:lnTo>
                    <a:pt x="172395" y="334252"/>
                  </a:lnTo>
                  <a:lnTo>
                    <a:pt x="177694" y="334001"/>
                  </a:lnTo>
                  <a:lnTo>
                    <a:pt x="182983" y="333583"/>
                  </a:lnTo>
                  <a:lnTo>
                    <a:pt x="188255" y="332996"/>
                  </a:lnTo>
                  <a:lnTo>
                    <a:pt x="193507" y="332243"/>
                  </a:lnTo>
                  <a:lnTo>
                    <a:pt x="198732" y="331324"/>
                  </a:lnTo>
                  <a:lnTo>
                    <a:pt x="203925" y="330239"/>
                  </a:lnTo>
                  <a:lnTo>
                    <a:pt x="209081" y="328990"/>
                  </a:lnTo>
                  <a:lnTo>
                    <a:pt x="214194" y="327577"/>
                  </a:lnTo>
                  <a:lnTo>
                    <a:pt x="219261" y="326004"/>
                  </a:lnTo>
                  <a:lnTo>
                    <a:pt x="224275" y="324270"/>
                  </a:lnTo>
                  <a:lnTo>
                    <a:pt x="229231" y="322378"/>
                  </a:lnTo>
                  <a:lnTo>
                    <a:pt x="234125" y="320330"/>
                  </a:lnTo>
                  <a:lnTo>
                    <a:pt x="238951" y="318128"/>
                  </a:lnTo>
                  <a:lnTo>
                    <a:pt x="243705" y="315773"/>
                  </a:lnTo>
                  <a:lnTo>
                    <a:pt x="248382" y="313269"/>
                  </a:lnTo>
                  <a:lnTo>
                    <a:pt x="252977" y="310618"/>
                  </a:lnTo>
                  <a:lnTo>
                    <a:pt x="257486" y="307822"/>
                  </a:lnTo>
                  <a:lnTo>
                    <a:pt x="261903" y="304885"/>
                  </a:lnTo>
                  <a:lnTo>
                    <a:pt x="266226" y="301809"/>
                  </a:lnTo>
                  <a:lnTo>
                    <a:pt x="270448" y="298597"/>
                  </a:lnTo>
                  <a:lnTo>
                    <a:pt x="274567" y="295253"/>
                  </a:lnTo>
                  <a:lnTo>
                    <a:pt x="278577" y="291780"/>
                  </a:lnTo>
                  <a:lnTo>
                    <a:pt x="282475" y="288181"/>
                  </a:lnTo>
                  <a:lnTo>
                    <a:pt x="286257" y="284461"/>
                  </a:lnTo>
                  <a:lnTo>
                    <a:pt x="289919" y="280622"/>
                  </a:lnTo>
                  <a:lnTo>
                    <a:pt x="293457" y="276669"/>
                  </a:lnTo>
                  <a:lnTo>
                    <a:pt x="296868" y="272606"/>
                  </a:lnTo>
                  <a:lnTo>
                    <a:pt x="300148" y="268437"/>
                  </a:lnTo>
                  <a:lnTo>
                    <a:pt x="303295" y="264166"/>
                  </a:lnTo>
                  <a:lnTo>
                    <a:pt x="306304" y="259797"/>
                  </a:lnTo>
                  <a:lnTo>
                    <a:pt x="309173" y="255334"/>
                  </a:lnTo>
                  <a:lnTo>
                    <a:pt x="311900" y="250783"/>
                  </a:lnTo>
                  <a:lnTo>
                    <a:pt x="314480" y="246148"/>
                  </a:lnTo>
                  <a:lnTo>
                    <a:pt x="316912" y="241433"/>
                  </a:lnTo>
                  <a:lnTo>
                    <a:pt x="319193" y="236644"/>
                  </a:lnTo>
                  <a:lnTo>
                    <a:pt x="321321" y="231784"/>
                  </a:lnTo>
                  <a:lnTo>
                    <a:pt x="323294" y="226859"/>
                  </a:lnTo>
                  <a:lnTo>
                    <a:pt x="325109" y="221874"/>
                  </a:lnTo>
                  <a:lnTo>
                    <a:pt x="326766" y="216835"/>
                  </a:lnTo>
                  <a:lnTo>
                    <a:pt x="328261" y="211745"/>
                  </a:lnTo>
                  <a:lnTo>
                    <a:pt x="329595" y="206610"/>
                  </a:lnTo>
                  <a:lnTo>
                    <a:pt x="330765" y="201435"/>
                  </a:lnTo>
                  <a:lnTo>
                    <a:pt x="331770" y="196226"/>
                  </a:lnTo>
                  <a:lnTo>
                    <a:pt x="332609" y="190988"/>
                  </a:lnTo>
                  <a:lnTo>
                    <a:pt x="333281" y="185726"/>
                  </a:lnTo>
                  <a:lnTo>
                    <a:pt x="333787" y="180445"/>
                  </a:lnTo>
                  <a:lnTo>
                    <a:pt x="334124" y="175150"/>
                  </a:lnTo>
                  <a:lnTo>
                    <a:pt x="334293" y="169848"/>
                  </a:lnTo>
                  <a:lnTo>
                    <a:pt x="334294" y="164543"/>
                  </a:lnTo>
                  <a:lnTo>
                    <a:pt x="334127" y="159240"/>
                  </a:lnTo>
                  <a:lnTo>
                    <a:pt x="333791" y="153946"/>
                  </a:lnTo>
                  <a:lnTo>
                    <a:pt x="333288" y="148665"/>
                  </a:lnTo>
                  <a:lnTo>
                    <a:pt x="332617" y="143402"/>
                  </a:lnTo>
                  <a:lnTo>
                    <a:pt x="331779" y="138163"/>
                  </a:lnTo>
                  <a:lnTo>
                    <a:pt x="330776" y="132954"/>
                  </a:lnTo>
                  <a:lnTo>
                    <a:pt x="329608" y="127779"/>
                  </a:lnTo>
                  <a:lnTo>
                    <a:pt x="328276" y="122644"/>
                  </a:lnTo>
                  <a:lnTo>
                    <a:pt x="326783" y="117553"/>
                  </a:lnTo>
                  <a:lnTo>
                    <a:pt x="325128" y="112513"/>
                  </a:lnTo>
                  <a:lnTo>
                    <a:pt x="323314" y="107527"/>
                  </a:lnTo>
                  <a:lnTo>
                    <a:pt x="321343" y="102602"/>
                  </a:lnTo>
                  <a:lnTo>
                    <a:pt x="319217" y="97742"/>
                  </a:lnTo>
                  <a:lnTo>
                    <a:pt x="316937" y="92951"/>
                  </a:lnTo>
                  <a:lnTo>
                    <a:pt x="314507" y="88236"/>
                  </a:lnTo>
                  <a:lnTo>
                    <a:pt x="311928" y="83600"/>
                  </a:lnTo>
                  <a:lnTo>
                    <a:pt x="309203" y="79048"/>
                  </a:lnTo>
                  <a:lnTo>
                    <a:pt x="306336" y="74584"/>
                  </a:lnTo>
                  <a:lnTo>
                    <a:pt x="303328" y="70214"/>
                  </a:lnTo>
                  <a:lnTo>
                    <a:pt x="300183" y="65942"/>
                  </a:lnTo>
                  <a:lnTo>
                    <a:pt x="296904" y="61771"/>
                  </a:lnTo>
                  <a:lnTo>
                    <a:pt x="293494" y="57707"/>
                  </a:lnTo>
                  <a:lnTo>
                    <a:pt x="289957" y="53753"/>
                  </a:lnTo>
                  <a:lnTo>
                    <a:pt x="286297" y="49913"/>
                  </a:lnTo>
                  <a:lnTo>
                    <a:pt x="282516" y="46192"/>
                  </a:lnTo>
                  <a:lnTo>
                    <a:pt x="278619" y="42592"/>
                  </a:lnTo>
                  <a:lnTo>
                    <a:pt x="274610" y="39117"/>
                  </a:lnTo>
                  <a:lnTo>
                    <a:pt x="270493" y="35772"/>
                  </a:lnTo>
                  <a:lnTo>
                    <a:pt x="266271" y="32559"/>
                  </a:lnTo>
                  <a:lnTo>
                    <a:pt x="261950" y="29481"/>
                  </a:lnTo>
                  <a:lnTo>
                    <a:pt x="257533" y="26542"/>
                  </a:lnTo>
                  <a:lnTo>
                    <a:pt x="253026" y="23745"/>
                  </a:lnTo>
                  <a:lnTo>
                    <a:pt x="248431" y="21092"/>
                  </a:lnTo>
                  <a:lnTo>
                    <a:pt x="243755" y="18587"/>
                  </a:lnTo>
                  <a:lnTo>
                    <a:pt x="239002" y="16230"/>
                  </a:lnTo>
                  <a:lnTo>
                    <a:pt x="234177" y="14026"/>
                  </a:lnTo>
                  <a:lnTo>
                    <a:pt x="229283" y="11977"/>
                  </a:lnTo>
                  <a:lnTo>
                    <a:pt x="224328" y="10083"/>
                  </a:lnTo>
                  <a:lnTo>
                    <a:pt x="219314" y="8348"/>
                  </a:lnTo>
                  <a:lnTo>
                    <a:pt x="214249" y="6772"/>
                  </a:lnTo>
                  <a:lnTo>
                    <a:pt x="209135" y="5359"/>
                  </a:lnTo>
                  <a:lnTo>
                    <a:pt x="203980" y="4108"/>
                  </a:lnTo>
                  <a:lnTo>
                    <a:pt x="198787" y="3021"/>
                  </a:lnTo>
                  <a:lnTo>
                    <a:pt x="193563" y="2100"/>
                  </a:lnTo>
                  <a:lnTo>
                    <a:pt x="188312" y="1345"/>
                  </a:lnTo>
                  <a:lnTo>
                    <a:pt x="183039" y="757"/>
                  </a:lnTo>
                  <a:lnTo>
                    <a:pt x="177751" y="336"/>
                  </a:lnTo>
                  <a:lnTo>
                    <a:pt x="172452" y="84"/>
                  </a:lnTo>
                  <a:lnTo>
                    <a:pt x="167147" y="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63329" y="5399291"/>
              <a:ext cx="22886" cy="167167"/>
            </a:xfrm>
            <a:custGeom>
              <a:avLst/>
              <a:pathLst>
                <a:path w="22886" h="167167">
                  <a:moveTo>
                    <a:pt x="22886" y="0"/>
                  </a:moveTo>
                  <a:lnTo>
                    <a:pt x="15236" y="175"/>
                  </a:lnTo>
                  <a:lnTo>
                    <a:pt x="7602" y="700"/>
                  </a:lnTo>
                  <a:lnTo>
                    <a:pt x="0" y="1574"/>
                  </a:lnTo>
                  <a:lnTo>
                    <a:pt x="2288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63329" y="5400865"/>
              <a:ext cx="22886" cy="165593"/>
            </a:xfrm>
            <a:custGeom>
              <a:avLst/>
              <a:pathLst>
                <a:path w="22886" h="165593">
                  <a:moveTo>
                    <a:pt x="0" y="0"/>
                  </a:moveTo>
                  <a:lnTo>
                    <a:pt x="22886" y="165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63329" y="5400865"/>
              <a:ext cx="22886" cy="165593"/>
            </a:xfrm>
            <a:custGeom>
              <a:avLst/>
              <a:pathLst>
                <a:path w="22886" h="165593">
                  <a:moveTo>
                    <a:pt x="0" y="0"/>
                  </a:moveTo>
                  <a:lnTo>
                    <a:pt x="22886" y="165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63329" y="5400865"/>
              <a:ext cx="22886" cy="165593"/>
            </a:xfrm>
            <a:custGeom>
              <a:avLst/>
              <a:pathLst>
                <a:path w="22886" h="165593">
                  <a:moveTo>
                    <a:pt x="0" y="0"/>
                  </a:moveTo>
                  <a:lnTo>
                    <a:pt x="22886" y="165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63329" y="5400865"/>
              <a:ext cx="22886" cy="165593"/>
            </a:xfrm>
            <a:custGeom>
              <a:avLst/>
              <a:pathLst>
                <a:path w="22886" h="165593">
                  <a:moveTo>
                    <a:pt x="0" y="0"/>
                  </a:moveTo>
                  <a:lnTo>
                    <a:pt x="22886" y="1655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63329" y="5400865"/>
              <a:ext cx="22886" cy="165593"/>
            </a:xfrm>
            <a:custGeom>
              <a:avLst/>
              <a:pathLst>
                <a:path w="22886" h="165593">
                  <a:moveTo>
                    <a:pt x="0" y="0"/>
                  </a:moveTo>
                  <a:lnTo>
                    <a:pt x="22886" y="1655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63329" y="5400865"/>
              <a:ext cx="22886" cy="165593"/>
            </a:xfrm>
            <a:custGeom>
              <a:avLst/>
              <a:pathLst>
                <a:path w="22886" h="165593">
                  <a:moveTo>
                    <a:pt x="0" y="0"/>
                  </a:moveTo>
                  <a:lnTo>
                    <a:pt x="22886" y="1655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319054" y="5400105"/>
              <a:ext cx="334307" cy="333520"/>
            </a:xfrm>
            <a:custGeom>
              <a:avLst/>
              <a:pathLst>
                <a:path w="334307" h="333520">
                  <a:moveTo>
                    <a:pt x="144274" y="760"/>
                  </a:moveTo>
                  <a:lnTo>
                    <a:pt x="139044" y="1567"/>
                  </a:lnTo>
                  <a:lnTo>
                    <a:pt x="133842" y="2540"/>
                  </a:lnTo>
                  <a:lnTo>
                    <a:pt x="128673" y="3677"/>
                  </a:lnTo>
                  <a:lnTo>
                    <a:pt x="123543" y="4977"/>
                  </a:lnTo>
                  <a:lnTo>
                    <a:pt x="118456" y="6438"/>
                  </a:lnTo>
                  <a:lnTo>
                    <a:pt x="113418" y="8060"/>
                  </a:lnTo>
                  <a:lnTo>
                    <a:pt x="108434" y="9841"/>
                  </a:lnTo>
                  <a:lnTo>
                    <a:pt x="103509" y="11778"/>
                  </a:lnTo>
                  <a:lnTo>
                    <a:pt x="98648" y="13870"/>
                  </a:lnTo>
                  <a:lnTo>
                    <a:pt x="93856" y="16115"/>
                  </a:lnTo>
                  <a:lnTo>
                    <a:pt x="89137" y="18511"/>
                  </a:lnTo>
                  <a:lnTo>
                    <a:pt x="84496" y="21055"/>
                  </a:lnTo>
                  <a:lnTo>
                    <a:pt x="79938" y="23745"/>
                  </a:lnTo>
                  <a:lnTo>
                    <a:pt x="75467" y="26577"/>
                  </a:lnTo>
                  <a:lnTo>
                    <a:pt x="71089" y="29550"/>
                  </a:lnTo>
                  <a:lnTo>
                    <a:pt x="66806" y="32660"/>
                  </a:lnTo>
                  <a:lnTo>
                    <a:pt x="62624" y="35903"/>
                  </a:lnTo>
                  <a:lnTo>
                    <a:pt x="58547" y="39278"/>
                  </a:lnTo>
                  <a:lnTo>
                    <a:pt x="54579" y="42780"/>
                  </a:lnTo>
                  <a:lnTo>
                    <a:pt x="50724" y="46405"/>
                  </a:lnTo>
                  <a:lnTo>
                    <a:pt x="46985" y="50151"/>
                  </a:lnTo>
                  <a:lnTo>
                    <a:pt x="43367" y="54014"/>
                  </a:lnTo>
                  <a:lnTo>
                    <a:pt x="39873" y="57989"/>
                  </a:lnTo>
                  <a:lnTo>
                    <a:pt x="36507" y="62072"/>
                  </a:lnTo>
                  <a:lnTo>
                    <a:pt x="33271" y="66260"/>
                  </a:lnTo>
                  <a:lnTo>
                    <a:pt x="30170" y="70549"/>
                  </a:lnTo>
                  <a:lnTo>
                    <a:pt x="27206" y="74933"/>
                  </a:lnTo>
                  <a:lnTo>
                    <a:pt x="24382" y="79409"/>
                  </a:lnTo>
                  <a:lnTo>
                    <a:pt x="21701" y="83973"/>
                  </a:lnTo>
                  <a:lnTo>
                    <a:pt x="19166" y="88618"/>
                  </a:lnTo>
                  <a:lnTo>
                    <a:pt x="16780" y="93342"/>
                  </a:lnTo>
                  <a:lnTo>
                    <a:pt x="14544" y="98139"/>
                  </a:lnTo>
                  <a:lnTo>
                    <a:pt x="12461" y="103004"/>
                  </a:lnTo>
                  <a:lnTo>
                    <a:pt x="10533" y="107933"/>
                  </a:lnTo>
                  <a:lnTo>
                    <a:pt x="8763" y="112921"/>
                  </a:lnTo>
                  <a:lnTo>
                    <a:pt x="7151" y="117961"/>
                  </a:lnTo>
                  <a:lnTo>
                    <a:pt x="5699" y="123051"/>
                  </a:lnTo>
                  <a:lnTo>
                    <a:pt x="4409" y="128184"/>
                  </a:lnTo>
                  <a:lnTo>
                    <a:pt x="3282" y="133355"/>
                  </a:lnTo>
                  <a:lnTo>
                    <a:pt x="2320" y="138559"/>
                  </a:lnTo>
                  <a:lnTo>
                    <a:pt x="1523" y="143791"/>
                  </a:lnTo>
                  <a:lnTo>
                    <a:pt x="892" y="149045"/>
                  </a:lnTo>
                  <a:lnTo>
                    <a:pt x="427" y="154317"/>
                  </a:lnTo>
                  <a:lnTo>
                    <a:pt x="130" y="159601"/>
                  </a:lnTo>
                  <a:lnTo>
                    <a:pt x="0" y="164892"/>
                  </a:lnTo>
                  <a:lnTo>
                    <a:pt x="37" y="170184"/>
                  </a:lnTo>
                  <a:lnTo>
                    <a:pt x="242" y="175473"/>
                  </a:lnTo>
                  <a:lnTo>
                    <a:pt x="614" y="180752"/>
                  </a:lnTo>
                  <a:lnTo>
                    <a:pt x="1154" y="186017"/>
                  </a:lnTo>
                  <a:lnTo>
                    <a:pt x="1859" y="191262"/>
                  </a:lnTo>
                  <a:lnTo>
                    <a:pt x="2731" y="196482"/>
                  </a:lnTo>
                  <a:lnTo>
                    <a:pt x="3767" y="201672"/>
                  </a:lnTo>
                  <a:lnTo>
                    <a:pt x="4967" y="206826"/>
                  </a:lnTo>
                  <a:lnTo>
                    <a:pt x="6329" y="211940"/>
                  </a:lnTo>
                  <a:lnTo>
                    <a:pt x="7853" y="217009"/>
                  </a:lnTo>
                  <a:lnTo>
                    <a:pt x="9536" y="222026"/>
                  </a:lnTo>
                  <a:lnTo>
                    <a:pt x="11377" y="226988"/>
                  </a:lnTo>
                  <a:lnTo>
                    <a:pt x="13375" y="231889"/>
                  </a:lnTo>
                  <a:lnTo>
                    <a:pt x="15527" y="236724"/>
                  </a:lnTo>
                  <a:lnTo>
                    <a:pt x="17830" y="241489"/>
                  </a:lnTo>
                  <a:lnTo>
                    <a:pt x="20283" y="246178"/>
                  </a:lnTo>
                  <a:lnTo>
                    <a:pt x="22884" y="250788"/>
                  </a:lnTo>
                  <a:lnTo>
                    <a:pt x="25629" y="255313"/>
                  </a:lnTo>
                  <a:lnTo>
                    <a:pt x="28516" y="259748"/>
                  </a:lnTo>
                  <a:lnTo>
                    <a:pt x="31542" y="264090"/>
                  </a:lnTo>
                  <a:lnTo>
                    <a:pt x="34704" y="268334"/>
                  </a:lnTo>
                  <a:lnTo>
                    <a:pt x="37998" y="272476"/>
                  </a:lnTo>
                  <a:lnTo>
                    <a:pt x="41422" y="276511"/>
                  </a:lnTo>
                  <a:lnTo>
                    <a:pt x="44972" y="280437"/>
                  </a:lnTo>
                  <a:lnTo>
                    <a:pt x="48645" y="284247"/>
                  </a:lnTo>
                  <a:lnTo>
                    <a:pt x="52436" y="287940"/>
                  </a:lnTo>
                  <a:lnTo>
                    <a:pt x="56343" y="291510"/>
                  </a:lnTo>
                  <a:lnTo>
                    <a:pt x="60360" y="294956"/>
                  </a:lnTo>
                  <a:lnTo>
                    <a:pt x="64484" y="298272"/>
                  </a:lnTo>
                  <a:lnTo>
                    <a:pt x="68712" y="301456"/>
                  </a:lnTo>
                  <a:lnTo>
                    <a:pt x="73038" y="304505"/>
                  </a:lnTo>
                  <a:lnTo>
                    <a:pt x="77458" y="307415"/>
                  </a:lnTo>
                  <a:lnTo>
                    <a:pt x="81969" y="310184"/>
                  </a:lnTo>
                  <a:lnTo>
                    <a:pt x="86564" y="312809"/>
                  </a:lnTo>
                  <a:lnTo>
                    <a:pt x="91241" y="315286"/>
                  </a:lnTo>
                  <a:lnTo>
                    <a:pt x="95993" y="317615"/>
                  </a:lnTo>
                  <a:lnTo>
                    <a:pt x="100817" y="319792"/>
                  </a:lnTo>
                  <a:lnTo>
                    <a:pt x="105707" y="321815"/>
                  </a:lnTo>
                  <a:lnTo>
                    <a:pt x="110659" y="323683"/>
                  </a:lnTo>
                  <a:lnTo>
                    <a:pt x="115668" y="325392"/>
                  </a:lnTo>
                  <a:lnTo>
                    <a:pt x="120728" y="326943"/>
                  </a:lnTo>
                  <a:lnTo>
                    <a:pt x="125835" y="328332"/>
                  </a:lnTo>
                  <a:lnTo>
                    <a:pt x="130983" y="329559"/>
                  </a:lnTo>
                  <a:lnTo>
                    <a:pt x="136168" y="330622"/>
                  </a:lnTo>
                  <a:lnTo>
                    <a:pt x="141383" y="331521"/>
                  </a:lnTo>
                  <a:lnTo>
                    <a:pt x="146624" y="332254"/>
                  </a:lnTo>
                  <a:lnTo>
                    <a:pt x="151886" y="332821"/>
                  </a:lnTo>
                  <a:lnTo>
                    <a:pt x="157164" y="333221"/>
                  </a:lnTo>
                  <a:lnTo>
                    <a:pt x="162451" y="333454"/>
                  </a:lnTo>
                  <a:lnTo>
                    <a:pt x="167743" y="333520"/>
                  </a:lnTo>
                  <a:lnTo>
                    <a:pt x="173034" y="333417"/>
                  </a:lnTo>
                  <a:lnTo>
                    <a:pt x="178320" y="333148"/>
                  </a:lnTo>
                  <a:lnTo>
                    <a:pt x="183594" y="332711"/>
                  </a:lnTo>
                  <a:lnTo>
                    <a:pt x="188852" y="332107"/>
                  </a:lnTo>
                  <a:lnTo>
                    <a:pt x="194088" y="331338"/>
                  </a:lnTo>
                  <a:lnTo>
                    <a:pt x="199297" y="330403"/>
                  </a:lnTo>
                  <a:lnTo>
                    <a:pt x="204474" y="329303"/>
                  </a:lnTo>
                  <a:lnTo>
                    <a:pt x="209613" y="328040"/>
                  </a:lnTo>
                  <a:lnTo>
                    <a:pt x="214710" y="326615"/>
                  </a:lnTo>
                  <a:lnTo>
                    <a:pt x="219760" y="325030"/>
                  </a:lnTo>
                  <a:lnTo>
                    <a:pt x="224756" y="323285"/>
                  </a:lnTo>
                  <a:lnTo>
                    <a:pt x="229695" y="321383"/>
                  </a:lnTo>
                  <a:lnTo>
                    <a:pt x="234571" y="319326"/>
                  </a:lnTo>
                  <a:lnTo>
                    <a:pt x="239380" y="317116"/>
                  </a:lnTo>
                  <a:lnTo>
                    <a:pt x="244116" y="314754"/>
                  </a:lnTo>
                  <a:lnTo>
                    <a:pt x="248775" y="312244"/>
                  </a:lnTo>
                  <a:lnTo>
                    <a:pt x="253352" y="309587"/>
                  </a:lnTo>
                  <a:lnTo>
                    <a:pt x="257843" y="306787"/>
                  </a:lnTo>
                  <a:lnTo>
                    <a:pt x="262243" y="303846"/>
                  </a:lnTo>
                  <a:lnTo>
                    <a:pt x="266548" y="300767"/>
                  </a:lnTo>
                  <a:lnTo>
                    <a:pt x="270753" y="297554"/>
                  </a:lnTo>
                  <a:lnTo>
                    <a:pt x="274854" y="294209"/>
                  </a:lnTo>
                  <a:lnTo>
                    <a:pt x="278848" y="290735"/>
                  </a:lnTo>
                  <a:lnTo>
                    <a:pt x="282729" y="287138"/>
                  </a:lnTo>
                  <a:lnTo>
                    <a:pt x="286494" y="283419"/>
                  </a:lnTo>
                  <a:lnTo>
                    <a:pt x="290140" y="279583"/>
                  </a:lnTo>
                  <a:lnTo>
                    <a:pt x="293663" y="275633"/>
                  </a:lnTo>
                  <a:lnTo>
                    <a:pt x="297059" y="271574"/>
                  </a:lnTo>
                  <a:lnTo>
                    <a:pt x="300325" y="267409"/>
                  </a:lnTo>
                  <a:lnTo>
                    <a:pt x="303457" y="263143"/>
                  </a:lnTo>
                  <a:lnTo>
                    <a:pt x="306452" y="258780"/>
                  </a:lnTo>
                  <a:lnTo>
                    <a:pt x="309308" y="254324"/>
                  </a:lnTo>
                  <a:lnTo>
                    <a:pt x="312022" y="249781"/>
                  </a:lnTo>
                  <a:lnTo>
                    <a:pt x="314590" y="245153"/>
                  </a:lnTo>
                  <a:lnTo>
                    <a:pt x="317011" y="240447"/>
                  </a:lnTo>
                  <a:lnTo>
                    <a:pt x="319281" y="235666"/>
                  </a:lnTo>
                  <a:lnTo>
                    <a:pt x="321399" y="230816"/>
                  </a:lnTo>
                  <a:lnTo>
                    <a:pt x="323362" y="225901"/>
                  </a:lnTo>
                  <a:lnTo>
                    <a:pt x="325169" y="220927"/>
                  </a:lnTo>
                  <a:lnTo>
                    <a:pt x="326817" y="215898"/>
                  </a:lnTo>
                  <a:lnTo>
                    <a:pt x="328306" y="210819"/>
                  </a:lnTo>
                  <a:lnTo>
                    <a:pt x="329632" y="205696"/>
                  </a:lnTo>
                  <a:lnTo>
                    <a:pt x="330796" y="200533"/>
                  </a:lnTo>
                  <a:lnTo>
                    <a:pt x="331796" y="195336"/>
                  </a:lnTo>
                  <a:lnTo>
                    <a:pt x="332631" y="190110"/>
                  </a:lnTo>
                  <a:lnTo>
                    <a:pt x="333300" y="184860"/>
                  </a:lnTo>
                  <a:lnTo>
                    <a:pt x="333803" y="179591"/>
                  </a:lnTo>
                  <a:lnTo>
                    <a:pt x="334139" y="174310"/>
                  </a:lnTo>
                  <a:lnTo>
                    <a:pt x="334307" y="169020"/>
                  </a:lnTo>
                  <a:lnTo>
                    <a:pt x="334307" y="163728"/>
                  </a:lnTo>
                  <a:lnTo>
                    <a:pt x="334141" y="158438"/>
                  </a:lnTo>
                  <a:lnTo>
                    <a:pt x="333806" y="153156"/>
                  </a:lnTo>
                  <a:lnTo>
                    <a:pt x="333305" y="147888"/>
                  </a:lnTo>
                  <a:lnTo>
                    <a:pt x="332637" y="142637"/>
                  </a:lnTo>
                  <a:lnTo>
                    <a:pt x="331804" y="137411"/>
                  </a:lnTo>
                  <a:lnTo>
                    <a:pt x="330805" y="132214"/>
                  </a:lnTo>
                  <a:lnTo>
                    <a:pt x="329642" y="127051"/>
                  </a:lnTo>
                  <a:lnTo>
                    <a:pt x="328317" y="121927"/>
                  </a:lnTo>
                  <a:lnTo>
                    <a:pt x="326830" y="116848"/>
                  </a:lnTo>
                  <a:lnTo>
                    <a:pt x="325182" y="111818"/>
                  </a:lnTo>
                  <a:lnTo>
                    <a:pt x="323377" y="106844"/>
                  </a:lnTo>
                  <a:lnTo>
                    <a:pt x="321415" y="101928"/>
                  </a:lnTo>
                  <a:lnTo>
                    <a:pt x="319298" y="97078"/>
                  </a:lnTo>
                  <a:lnTo>
                    <a:pt x="317029" y="92296"/>
                  </a:lnTo>
                  <a:lnTo>
                    <a:pt x="314610" y="87589"/>
                  </a:lnTo>
                  <a:lnTo>
                    <a:pt x="312042" y="82961"/>
                  </a:lnTo>
                  <a:lnTo>
                    <a:pt x="309330" y="78417"/>
                  </a:lnTo>
                  <a:lnTo>
                    <a:pt x="306475" y="73961"/>
                  </a:lnTo>
                  <a:lnTo>
                    <a:pt x="303481" y="69597"/>
                  </a:lnTo>
                  <a:lnTo>
                    <a:pt x="300350" y="65330"/>
                  </a:lnTo>
                  <a:lnTo>
                    <a:pt x="297085" y="61165"/>
                  </a:lnTo>
                  <a:lnTo>
                    <a:pt x="293690" y="57105"/>
                  </a:lnTo>
                  <a:lnTo>
                    <a:pt x="290168" y="53154"/>
                  </a:lnTo>
                  <a:lnTo>
                    <a:pt x="286523" y="49317"/>
                  </a:lnTo>
                  <a:lnTo>
                    <a:pt x="282759" y="45597"/>
                  </a:lnTo>
                  <a:lnTo>
                    <a:pt x="278878" y="41998"/>
                  </a:lnTo>
                  <a:lnTo>
                    <a:pt x="274886" y="38524"/>
                  </a:lnTo>
                  <a:lnTo>
                    <a:pt x="270785" y="35178"/>
                  </a:lnTo>
                  <a:lnTo>
                    <a:pt x="266581" y="31964"/>
                  </a:lnTo>
                  <a:lnTo>
                    <a:pt x="262277" y="28884"/>
                  </a:lnTo>
                  <a:lnTo>
                    <a:pt x="257878" y="25942"/>
                  </a:lnTo>
                  <a:lnTo>
                    <a:pt x="253388" y="23141"/>
                  </a:lnTo>
                  <a:lnTo>
                    <a:pt x="248811" y="20483"/>
                  </a:lnTo>
                  <a:lnTo>
                    <a:pt x="244153" y="17971"/>
                  </a:lnTo>
                  <a:lnTo>
                    <a:pt x="239417" y="15609"/>
                  </a:lnTo>
                  <a:lnTo>
                    <a:pt x="234609" y="13397"/>
                  </a:lnTo>
                  <a:lnTo>
                    <a:pt x="229733" y="11338"/>
                  </a:lnTo>
                  <a:lnTo>
                    <a:pt x="224795" y="9435"/>
                  </a:lnTo>
                  <a:lnTo>
                    <a:pt x="219799" y="7689"/>
                  </a:lnTo>
                  <a:lnTo>
                    <a:pt x="214750" y="6103"/>
                  </a:lnTo>
                  <a:lnTo>
                    <a:pt x="209653" y="4677"/>
                  </a:lnTo>
                  <a:lnTo>
                    <a:pt x="204514" y="3413"/>
                  </a:lnTo>
                  <a:lnTo>
                    <a:pt x="199338" y="2312"/>
                  </a:lnTo>
                  <a:lnTo>
                    <a:pt x="194129" y="1375"/>
                  </a:lnTo>
                  <a:lnTo>
                    <a:pt x="188893" y="604"/>
                  </a:lnTo>
                  <a:lnTo>
                    <a:pt x="183635" y="0"/>
                  </a:lnTo>
                  <a:lnTo>
                    <a:pt x="167161" y="1663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16474" cy="167167"/>
            </a:xfrm>
            <a:custGeom>
              <a:avLst/>
              <a:pathLst>
                <a:path w="16474" h="167167">
                  <a:moveTo>
                    <a:pt x="16474" y="813"/>
                  </a:moveTo>
                  <a:lnTo>
                    <a:pt x="8247" y="2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856387" y="5399291"/>
              <a:ext cx="167156" cy="311215"/>
            </a:xfrm>
            <a:custGeom>
              <a:avLst/>
              <a:pathLst>
                <a:path w="167156" h="311215">
                  <a:moveTo>
                    <a:pt x="167156" y="0"/>
                  </a:moveTo>
                  <a:lnTo>
                    <a:pt x="161837" y="84"/>
                  </a:lnTo>
                  <a:lnTo>
                    <a:pt x="156524" y="338"/>
                  </a:lnTo>
                  <a:lnTo>
                    <a:pt x="151221" y="761"/>
                  </a:lnTo>
                  <a:lnTo>
                    <a:pt x="145935" y="1352"/>
                  </a:lnTo>
                  <a:lnTo>
                    <a:pt x="140670" y="2111"/>
                  </a:lnTo>
                  <a:lnTo>
                    <a:pt x="135432" y="3037"/>
                  </a:lnTo>
                  <a:lnTo>
                    <a:pt x="130226" y="4130"/>
                  </a:lnTo>
                  <a:lnTo>
                    <a:pt x="125057" y="5387"/>
                  </a:lnTo>
                  <a:lnTo>
                    <a:pt x="119931" y="6809"/>
                  </a:lnTo>
                  <a:lnTo>
                    <a:pt x="114853" y="8392"/>
                  </a:lnTo>
                  <a:lnTo>
                    <a:pt x="109828" y="10137"/>
                  </a:lnTo>
                  <a:lnTo>
                    <a:pt x="104861" y="12040"/>
                  </a:lnTo>
                  <a:lnTo>
                    <a:pt x="99957" y="14101"/>
                  </a:lnTo>
                  <a:lnTo>
                    <a:pt x="95121" y="16316"/>
                  </a:lnTo>
                  <a:lnTo>
                    <a:pt x="90357" y="18685"/>
                  </a:lnTo>
                  <a:lnTo>
                    <a:pt x="85672" y="21203"/>
                  </a:lnTo>
                  <a:lnTo>
                    <a:pt x="81069" y="23870"/>
                  </a:lnTo>
                  <a:lnTo>
                    <a:pt x="76554" y="26681"/>
                  </a:lnTo>
                  <a:lnTo>
                    <a:pt x="72130" y="29635"/>
                  </a:lnTo>
                  <a:lnTo>
                    <a:pt x="67802" y="32728"/>
                  </a:lnTo>
                  <a:lnTo>
                    <a:pt x="63575" y="35957"/>
                  </a:lnTo>
                  <a:lnTo>
                    <a:pt x="59453" y="39319"/>
                  </a:lnTo>
                  <a:lnTo>
                    <a:pt x="55440" y="42811"/>
                  </a:lnTo>
                  <a:lnTo>
                    <a:pt x="51539" y="46428"/>
                  </a:lnTo>
                  <a:lnTo>
                    <a:pt x="47757" y="50168"/>
                  </a:lnTo>
                  <a:lnTo>
                    <a:pt x="44094" y="54026"/>
                  </a:lnTo>
                  <a:lnTo>
                    <a:pt x="40557" y="57999"/>
                  </a:lnTo>
                  <a:lnTo>
                    <a:pt x="37148" y="62082"/>
                  </a:lnTo>
                  <a:lnTo>
                    <a:pt x="33870" y="66272"/>
                  </a:lnTo>
                  <a:lnTo>
                    <a:pt x="30727" y="70563"/>
                  </a:lnTo>
                  <a:lnTo>
                    <a:pt x="27723" y="74953"/>
                  </a:lnTo>
                  <a:lnTo>
                    <a:pt x="24860" y="79436"/>
                  </a:lnTo>
                  <a:lnTo>
                    <a:pt x="22140" y="84008"/>
                  </a:lnTo>
                  <a:lnTo>
                    <a:pt x="19568" y="88664"/>
                  </a:lnTo>
                  <a:lnTo>
                    <a:pt x="17145" y="93399"/>
                  </a:lnTo>
                  <a:lnTo>
                    <a:pt x="14874" y="98210"/>
                  </a:lnTo>
                  <a:lnTo>
                    <a:pt x="12757" y="103090"/>
                  </a:lnTo>
                  <a:lnTo>
                    <a:pt x="10796" y="108035"/>
                  </a:lnTo>
                  <a:lnTo>
                    <a:pt x="8994" y="113039"/>
                  </a:lnTo>
                  <a:lnTo>
                    <a:pt x="7352" y="118099"/>
                  </a:lnTo>
                  <a:lnTo>
                    <a:pt x="5872" y="123208"/>
                  </a:lnTo>
                  <a:lnTo>
                    <a:pt x="4555" y="128362"/>
                  </a:lnTo>
                  <a:lnTo>
                    <a:pt x="3402" y="133555"/>
                  </a:lnTo>
                  <a:lnTo>
                    <a:pt x="2416" y="138782"/>
                  </a:lnTo>
                  <a:lnTo>
                    <a:pt x="1596" y="144038"/>
                  </a:lnTo>
                  <a:lnTo>
                    <a:pt x="944" y="149317"/>
                  </a:lnTo>
                  <a:lnTo>
                    <a:pt x="460" y="154615"/>
                  </a:lnTo>
                  <a:lnTo>
                    <a:pt x="145" y="159925"/>
                  </a:lnTo>
                  <a:lnTo>
                    <a:pt x="0" y="165242"/>
                  </a:lnTo>
                  <a:lnTo>
                    <a:pt x="23" y="170561"/>
                  </a:lnTo>
                  <a:lnTo>
                    <a:pt x="216" y="175877"/>
                  </a:lnTo>
                  <a:lnTo>
                    <a:pt x="577" y="181184"/>
                  </a:lnTo>
                  <a:lnTo>
                    <a:pt x="1107" y="186477"/>
                  </a:lnTo>
                  <a:lnTo>
                    <a:pt x="1806" y="191751"/>
                  </a:lnTo>
                  <a:lnTo>
                    <a:pt x="2672" y="196999"/>
                  </a:lnTo>
                  <a:lnTo>
                    <a:pt x="3704" y="202217"/>
                  </a:lnTo>
                  <a:lnTo>
                    <a:pt x="4902" y="207400"/>
                  </a:lnTo>
                  <a:lnTo>
                    <a:pt x="6264" y="212542"/>
                  </a:lnTo>
                  <a:lnTo>
                    <a:pt x="7790" y="217638"/>
                  </a:lnTo>
                  <a:lnTo>
                    <a:pt x="9476" y="222683"/>
                  </a:lnTo>
                  <a:lnTo>
                    <a:pt x="11322" y="227672"/>
                  </a:lnTo>
                  <a:lnTo>
                    <a:pt x="13326" y="232599"/>
                  </a:lnTo>
                  <a:lnTo>
                    <a:pt x="15486" y="237461"/>
                  </a:lnTo>
                  <a:lnTo>
                    <a:pt x="17799" y="242251"/>
                  </a:lnTo>
                  <a:lnTo>
                    <a:pt x="20264" y="246965"/>
                  </a:lnTo>
                  <a:lnTo>
                    <a:pt x="22877" y="251598"/>
                  </a:lnTo>
                  <a:lnTo>
                    <a:pt x="25636" y="256146"/>
                  </a:lnTo>
                  <a:lnTo>
                    <a:pt x="28539" y="260603"/>
                  </a:lnTo>
                  <a:lnTo>
                    <a:pt x="31582" y="264966"/>
                  </a:lnTo>
                  <a:lnTo>
                    <a:pt x="34762" y="269230"/>
                  </a:lnTo>
                  <a:lnTo>
                    <a:pt x="38077" y="273391"/>
                  </a:lnTo>
                  <a:lnTo>
                    <a:pt x="41522" y="277444"/>
                  </a:lnTo>
                  <a:lnTo>
                    <a:pt x="45094" y="281385"/>
                  </a:lnTo>
                  <a:lnTo>
                    <a:pt x="48790" y="285211"/>
                  </a:lnTo>
                  <a:lnTo>
                    <a:pt x="52606" y="288917"/>
                  </a:lnTo>
                  <a:lnTo>
                    <a:pt x="56537" y="292500"/>
                  </a:lnTo>
                  <a:lnTo>
                    <a:pt x="60581" y="295956"/>
                  </a:lnTo>
                  <a:lnTo>
                    <a:pt x="64733" y="299282"/>
                  </a:lnTo>
                  <a:lnTo>
                    <a:pt x="68988" y="302474"/>
                  </a:lnTo>
                  <a:lnTo>
                    <a:pt x="73343" y="305529"/>
                  </a:lnTo>
                  <a:lnTo>
                    <a:pt x="77792" y="308444"/>
                  </a:lnTo>
                  <a:lnTo>
                    <a:pt x="82333" y="31121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938720" y="5566459"/>
              <a:ext cx="84823" cy="144048"/>
            </a:xfrm>
            <a:custGeom>
              <a:avLst/>
              <a:pathLst>
                <a:path w="84823" h="144048">
                  <a:moveTo>
                    <a:pt x="0" y="144048"/>
                  </a:moveTo>
                  <a:lnTo>
                    <a:pt x="84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938720" y="5566459"/>
              <a:ext cx="84823" cy="144048"/>
            </a:xfrm>
            <a:custGeom>
              <a:avLst/>
              <a:pathLst>
                <a:path w="84823" h="144048">
                  <a:moveTo>
                    <a:pt x="0" y="144048"/>
                  </a:moveTo>
                  <a:lnTo>
                    <a:pt x="84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938720" y="5566459"/>
              <a:ext cx="84823" cy="144048"/>
            </a:xfrm>
            <a:custGeom>
              <a:avLst/>
              <a:pathLst>
                <a:path w="84823" h="144048">
                  <a:moveTo>
                    <a:pt x="0" y="144048"/>
                  </a:moveTo>
                  <a:lnTo>
                    <a:pt x="8482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938720" y="5566459"/>
              <a:ext cx="84823" cy="144048"/>
            </a:xfrm>
            <a:custGeom>
              <a:avLst/>
              <a:pathLst>
                <a:path w="84823" h="144048">
                  <a:moveTo>
                    <a:pt x="0" y="144048"/>
                  </a:moveTo>
                  <a:lnTo>
                    <a:pt x="8482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4938720" y="5566459"/>
              <a:ext cx="84823" cy="144048"/>
            </a:xfrm>
            <a:custGeom>
              <a:avLst/>
              <a:pathLst>
                <a:path w="84823" h="144048">
                  <a:moveTo>
                    <a:pt x="0" y="144048"/>
                  </a:moveTo>
                  <a:lnTo>
                    <a:pt x="8482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4938720" y="5566459"/>
              <a:ext cx="99869" cy="167152"/>
            </a:xfrm>
            <a:custGeom>
              <a:avLst/>
              <a:pathLst>
                <a:path w="99869" h="167152">
                  <a:moveTo>
                    <a:pt x="0" y="144048"/>
                  </a:moveTo>
                  <a:lnTo>
                    <a:pt x="5029" y="146894"/>
                  </a:lnTo>
                  <a:lnTo>
                    <a:pt x="10155" y="149564"/>
                  </a:lnTo>
                  <a:lnTo>
                    <a:pt x="15369" y="152056"/>
                  </a:lnTo>
                  <a:lnTo>
                    <a:pt x="20666" y="154366"/>
                  </a:lnTo>
                  <a:lnTo>
                    <a:pt x="26041" y="156491"/>
                  </a:lnTo>
                  <a:lnTo>
                    <a:pt x="31485" y="158429"/>
                  </a:lnTo>
                  <a:lnTo>
                    <a:pt x="36993" y="160178"/>
                  </a:lnTo>
                  <a:lnTo>
                    <a:pt x="42558" y="161736"/>
                  </a:lnTo>
                  <a:lnTo>
                    <a:pt x="48174" y="163100"/>
                  </a:lnTo>
                  <a:lnTo>
                    <a:pt x="53834" y="164270"/>
                  </a:lnTo>
                  <a:lnTo>
                    <a:pt x="59531" y="165243"/>
                  </a:lnTo>
                  <a:lnTo>
                    <a:pt x="65257" y="166018"/>
                  </a:lnTo>
                  <a:lnTo>
                    <a:pt x="71008" y="166595"/>
                  </a:lnTo>
                  <a:lnTo>
                    <a:pt x="76775" y="166973"/>
                  </a:lnTo>
                  <a:lnTo>
                    <a:pt x="82551" y="167152"/>
                  </a:lnTo>
                  <a:lnTo>
                    <a:pt x="88330" y="167130"/>
                  </a:lnTo>
                  <a:lnTo>
                    <a:pt x="94105" y="166909"/>
                  </a:lnTo>
                  <a:lnTo>
                    <a:pt x="99869" y="166488"/>
                  </a:lnTo>
                  <a:lnTo>
                    <a:pt x="8482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167152" cy="333656"/>
            </a:xfrm>
            <a:custGeom>
              <a:avLst/>
              <a:pathLst>
                <a:path w="167152" h="333656">
                  <a:moveTo>
                    <a:pt x="15046" y="333656"/>
                  </a:moveTo>
                  <a:lnTo>
                    <a:pt x="20329" y="333094"/>
                  </a:lnTo>
                  <a:lnTo>
                    <a:pt x="25592" y="332364"/>
                  </a:lnTo>
                  <a:lnTo>
                    <a:pt x="30829" y="331467"/>
                  </a:lnTo>
                  <a:lnTo>
                    <a:pt x="36035" y="330404"/>
                  </a:lnTo>
                  <a:lnTo>
                    <a:pt x="41205" y="329176"/>
                  </a:lnTo>
                  <a:lnTo>
                    <a:pt x="46333" y="327785"/>
                  </a:lnTo>
                  <a:lnTo>
                    <a:pt x="51414" y="326231"/>
                  </a:lnTo>
                  <a:lnTo>
                    <a:pt x="56443" y="324517"/>
                  </a:lnTo>
                  <a:lnTo>
                    <a:pt x="61415" y="322644"/>
                  </a:lnTo>
                  <a:lnTo>
                    <a:pt x="66325" y="320613"/>
                  </a:lnTo>
                  <a:lnTo>
                    <a:pt x="71169" y="318428"/>
                  </a:lnTo>
                  <a:lnTo>
                    <a:pt x="75940" y="316090"/>
                  </a:lnTo>
                  <a:lnTo>
                    <a:pt x="80634" y="313601"/>
                  </a:lnTo>
                  <a:lnTo>
                    <a:pt x="85247" y="310965"/>
                  </a:lnTo>
                  <a:lnTo>
                    <a:pt x="89774" y="308183"/>
                  </a:lnTo>
                  <a:lnTo>
                    <a:pt x="94211" y="305258"/>
                  </a:lnTo>
                  <a:lnTo>
                    <a:pt x="98552" y="302194"/>
                  </a:lnTo>
                  <a:lnTo>
                    <a:pt x="102793" y="298994"/>
                  </a:lnTo>
                  <a:lnTo>
                    <a:pt x="106931" y="295661"/>
                  </a:lnTo>
                  <a:lnTo>
                    <a:pt x="110960" y="292197"/>
                  </a:lnTo>
                  <a:lnTo>
                    <a:pt x="114878" y="288608"/>
                  </a:lnTo>
                  <a:lnTo>
                    <a:pt x="118679" y="284896"/>
                  </a:lnTo>
                  <a:lnTo>
                    <a:pt x="122361" y="281064"/>
                  </a:lnTo>
                  <a:lnTo>
                    <a:pt x="125919" y="277118"/>
                  </a:lnTo>
                  <a:lnTo>
                    <a:pt x="129350" y="273061"/>
                  </a:lnTo>
                  <a:lnTo>
                    <a:pt x="132650" y="268896"/>
                  </a:lnTo>
                  <a:lnTo>
                    <a:pt x="135816" y="264629"/>
                  </a:lnTo>
                  <a:lnTo>
                    <a:pt x="138844" y="260264"/>
                  </a:lnTo>
                  <a:lnTo>
                    <a:pt x="141733" y="255804"/>
                  </a:lnTo>
                  <a:lnTo>
                    <a:pt x="144478" y="251255"/>
                  </a:lnTo>
                  <a:lnTo>
                    <a:pt x="147078" y="246621"/>
                  </a:lnTo>
                  <a:lnTo>
                    <a:pt x="149529" y="241906"/>
                  </a:lnTo>
                  <a:lnTo>
                    <a:pt x="151828" y="237117"/>
                  </a:lnTo>
                  <a:lnTo>
                    <a:pt x="153975" y="232256"/>
                  </a:lnTo>
                  <a:lnTo>
                    <a:pt x="155966" y="227330"/>
                  </a:lnTo>
                  <a:lnTo>
                    <a:pt x="157799" y="222343"/>
                  </a:lnTo>
                  <a:lnTo>
                    <a:pt x="159473" y="217300"/>
                  </a:lnTo>
                  <a:lnTo>
                    <a:pt x="160985" y="212206"/>
                  </a:lnTo>
                  <a:lnTo>
                    <a:pt x="162335" y="207067"/>
                  </a:lnTo>
                  <a:lnTo>
                    <a:pt x="163521" y="201888"/>
                  </a:lnTo>
                  <a:lnTo>
                    <a:pt x="164542" y="196674"/>
                  </a:lnTo>
                  <a:lnTo>
                    <a:pt x="165397" y="191429"/>
                  </a:lnTo>
                  <a:lnTo>
                    <a:pt x="166084" y="186161"/>
                  </a:lnTo>
                  <a:lnTo>
                    <a:pt x="166604" y="180873"/>
                  </a:lnTo>
                  <a:lnTo>
                    <a:pt x="166956" y="175571"/>
                  </a:lnTo>
                  <a:lnTo>
                    <a:pt x="167138" y="170261"/>
                  </a:lnTo>
                  <a:lnTo>
                    <a:pt x="167152" y="164947"/>
                  </a:lnTo>
                  <a:lnTo>
                    <a:pt x="166997" y="159636"/>
                  </a:lnTo>
                  <a:lnTo>
                    <a:pt x="166674" y="154333"/>
                  </a:lnTo>
                  <a:lnTo>
                    <a:pt x="166181" y="149042"/>
                  </a:lnTo>
                  <a:lnTo>
                    <a:pt x="165522" y="143770"/>
                  </a:lnTo>
                  <a:lnTo>
                    <a:pt x="164694" y="138521"/>
                  </a:lnTo>
                  <a:lnTo>
                    <a:pt x="163701" y="133302"/>
                  </a:lnTo>
                  <a:lnTo>
                    <a:pt x="162542" y="128116"/>
                  </a:lnTo>
                  <a:lnTo>
                    <a:pt x="161219" y="122970"/>
                  </a:lnTo>
                  <a:lnTo>
                    <a:pt x="159733" y="117869"/>
                  </a:lnTo>
                  <a:lnTo>
                    <a:pt x="158085" y="112817"/>
                  </a:lnTo>
                  <a:lnTo>
                    <a:pt x="156278" y="107821"/>
                  </a:lnTo>
                  <a:lnTo>
                    <a:pt x="154313" y="102884"/>
                  </a:lnTo>
                  <a:lnTo>
                    <a:pt x="152192" y="98012"/>
                  </a:lnTo>
                  <a:lnTo>
                    <a:pt x="149918" y="93211"/>
                  </a:lnTo>
                  <a:lnTo>
                    <a:pt x="147491" y="88483"/>
                  </a:lnTo>
                  <a:lnTo>
                    <a:pt x="144916" y="83836"/>
                  </a:lnTo>
                  <a:lnTo>
                    <a:pt x="142195" y="79272"/>
                  </a:lnTo>
                  <a:lnTo>
                    <a:pt x="139330" y="74798"/>
                  </a:lnTo>
                  <a:lnTo>
                    <a:pt x="136324" y="70416"/>
                  </a:lnTo>
                  <a:lnTo>
                    <a:pt x="133180" y="66133"/>
                  </a:lnTo>
                  <a:lnTo>
                    <a:pt x="129902" y="61951"/>
                  </a:lnTo>
                  <a:lnTo>
                    <a:pt x="126492" y="57876"/>
                  </a:lnTo>
                  <a:lnTo>
                    <a:pt x="122955" y="53911"/>
                  </a:lnTo>
                  <a:lnTo>
                    <a:pt x="119294" y="50061"/>
                  </a:lnTo>
                  <a:lnTo>
                    <a:pt x="115512" y="46329"/>
                  </a:lnTo>
                  <a:lnTo>
                    <a:pt x="111613" y="42719"/>
                  </a:lnTo>
                  <a:lnTo>
                    <a:pt x="107601" y="39234"/>
                  </a:lnTo>
                  <a:lnTo>
                    <a:pt x="103481" y="35879"/>
                  </a:lnTo>
                  <a:lnTo>
                    <a:pt x="99257" y="32657"/>
                  </a:lnTo>
                  <a:lnTo>
                    <a:pt x="94932" y="29570"/>
                  </a:lnTo>
                  <a:lnTo>
                    <a:pt x="90511" y="26623"/>
                  </a:lnTo>
                  <a:lnTo>
                    <a:pt x="85998" y="23817"/>
                  </a:lnTo>
                  <a:lnTo>
                    <a:pt x="81399" y="21157"/>
                  </a:lnTo>
                  <a:lnTo>
                    <a:pt x="76718" y="18643"/>
                  </a:lnTo>
                  <a:lnTo>
                    <a:pt x="71959" y="16280"/>
                  </a:lnTo>
                  <a:lnTo>
                    <a:pt x="67127" y="14070"/>
                  </a:lnTo>
                  <a:lnTo>
                    <a:pt x="62228" y="12013"/>
                  </a:lnTo>
                  <a:lnTo>
                    <a:pt x="57265" y="10114"/>
                  </a:lnTo>
                  <a:lnTo>
                    <a:pt x="52245" y="8374"/>
                  </a:lnTo>
                  <a:lnTo>
                    <a:pt x="47172" y="6793"/>
                  </a:lnTo>
                  <a:lnTo>
                    <a:pt x="42052" y="5375"/>
                  </a:lnTo>
                  <a:lnTo>
                    <a:pt x="36889" y="4120"/>
                  </a:lnTo>
                  <a:lnTo>
                    <a:pt x="31688" y="3030"/>
                  </a:lnTo>
                  <a:lnTo>
                    <a:pt x="26456" y="2106"/>
                  </a:lnTo>
                  <a:lnTo>
                    <a:pt x="21197" y="1349"/>
                  </a:lnTo>
                  <a:lnTo>
                    <a:pt x="15916" y="759"/>
                  </a:lnTo>
                  <a:lnTo>
                    <a:pt x="10620" y="337"/>
                  </a:lnTo>
                  <a:lnTo>
                    <a:pt x="5312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422090" y="5269756"/>
              <a:ext cx="123167" cy="167167"/>
            </a:xfrm>
            <a:custGeom>
              <a:avLst/>
              <a:pathLst>
                <a:path w="123167" h="167167">
                  <a:moveTo>
                    <a:pt x="123167" y="0"/>
                  </a:moveTo>
                  <a:lnTo>
                    <a:pt x="117630" y="91"/>
                  </a:lnTo>
                  <a:lnTo>
                    <a:pt x="112098" y="366"/>
                  </a:lnTo>
                  <a:lnTo>
                    <a:pt x="106579" y="825"/>
                  </a:lnTo>
                  <a:lnTo>
                    <a:pt x="101077" y="1465"/>
                  </a:lnTo>
                  <a:lnTo>
                    <a:pt x="95600" y="2288"/>
                  </a:lnTo>
                  <a:lnTo>
                    <a:pt x="90154" y="3292"/>
                  </a:lnTo>
                  <a:lnTo>
                    <a:pt x="84743" y="4475"/>
                  </a:lnTo>
                  <a:lnTo>
                    <a:pt x="79375" y="5838"/>
                  </a:lnTo>
                  <a:lnTo>
                    <a:pt x="74055" y="7377"/>
                  </a:lnTo>
                  <a:lnTo>
                    <a:pt x="68788" y="9091"/>
                  </a:lnTo>
                  <a:lnTo>
                    <a:pt x="63582" y="10980"/>
                  </a:lnTo>
                  <a:lnTo>
                    <a:pt x="58440" y="13039"/>
                  </a:lnTo>
                  <a:lnTo>
                    <a:pt x="53370" y="15268"/>
                  </a:lnTo>
                  <a:lnTo>
                    <a:pt x="48377" y="17663"/>
                  </a:lnTo>
                  <a:lnTo>
                    <a:pt x="43465" y="20223"/>
                  </a:lnTo>
                  <a:lnTo>
                    <a:pt x="38641" y="22944"/>
                  </a:lnTo>
                  <a:lnTo>
                    <a:pt x="33910" y="25823"/>
                  </a:lnTo>
                  <a:lnTo>
                    <a:pt x="29277" y="28858"/>
                  </a:lnTo>
                  <a:lnTo>
                    <a:pt x="24746" y="32044"/>
                  </a:lnTo>
                  <a:lnTo>
                    <a:pt x="20324" y="35378"/>
                  </a:lnTo>
                  <a:lnTo>
                    <a:pt x="16015" y="38858"/>
                  </a:lnTo>
                  <a:lnTo>
                    <a:pt x="11823" y="42478"/>
                  </a:lnTo>
                  <a:lnTo>
                    <a:pt x="7754" y="46234"/>
                  </a:lnTo>
                  <a:lnTo>
                    <a:pt x="3811" y="50124"/>
                  </a:lnTo>
                  <a:lnTo>
                    <a:pt x="0" y="54142"/>
                  </a:lnTo>
                  <a:lnTo>
                    <a:pt x="123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422090" y="5323898"/>
              <a:ext cx="123167" cy="113024"/>
            </a:xfrm>
            <a:custGeom>
              <a:avLst/>
              <a:pathLst>
                <a:path w="123167" h="113024">
                  <a:moveTo>
                    <a:pt x="0" y="0"/>
                  </a:moveTo>
                  <a:lnTo>
                    <a:pt x="123167" y="113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422090" y="5323898"/>
              <a:ext cx="123167" cy="113024"/>
            </a:xfrm>
            <a:custGeom>
              <a:avLst/>
              <a:pathLst>
                <a:path w="123167" h="113024">
                  <a:moveTo>
                    <a:pt x="0" y="0"/>
                  </a:moveTo>
                  <a:lnTo>
                    <a:pt x="123167" y="113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422090" y="5323898"/>
              <a:ext cx="123167" cy="113024"/>
            </a:xfrm>
            <a:custGeom>
              <a:avLst/>
              <a:pathLst>
                <a:path w="123167" h="113024">
                  <a:moveTo>
                    <a:pt x="0" y="0"/>
                  </a:moveTo>
                  <a:lnTo>
                    <a:pt x="123167" y="113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422090" y="5323898"/>
              <a:ext cx="123167" cy="113024"/>
            </a:xfrm>
            <a:custGeom>
              <a:avLst/>
              <a:pathLst>
                <a:path w="123167" h="113024">
                  <a:moveTo>
                    <a:pt x="0" y="0"/>
                  </a:moveTo>
                  <a:lnTo>
                    <a:pt x="123167" y="113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394160" y="5323898"/>
              <a:ext cx="151098" cy="113024"/>
            </a:xfrm>
            <a:custGeom>
              <a:avLst/>
              <a:pathLst>
                <a:path w="151098" h="113024">
                  <a:moveTo>
                    <a:pt x="27930" y="0"/>
                  </a:moveTo>
                  <a:lnTo>
                    <a:pt x="23773" y="4703"/>
                  </a:lnTo>
                  <a:lnTo>
                    <a:pt x="19796" y="9560"/>
                  </a:lnTo>
                  <a:lnTo>
                    <a:pt x="16004" y="14563"/>
                  </a:lnTo>
                  <a:lnTo>
                    <a:pt x="12403" y="19704"/>
                  </a:lnTo>
                  <a:lnTo>
                    <a:pt x="8997" y="24977"/>
                  </a:lnTo>
                  <a:lnTo>
                    <a:pt x="5792" y="30374"/>
                  </a:lnTo>
                  <a:lnTo>
                    <a:pt x="2791" y="35888"/>
                  </a:lnTo>
                  <a:lnTo>
                    <a:pt x="0" y="41510"/>
                  </a:lnTo>
                  <a:lnTo>
                    <a:pt x="151098" y="1130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378091" y="5269756"/>
              <a:ext cx="334325" cy="334324"/>
            </a:xfrm>
            <a:custGeom>
              <a:avLst/>
              <a:pathLst>
                <a:path w="334325" h="334324">
                  <a:moveTo>
                    <a:pt x="16069" y="95653"/>
                  </a:moveTo>
                  <a:lnTo>
                    <a:pt x="13883" y="100466"/>
                  </a:lnTo>
                  <a:lnTo>
                    <a:pt x="11851" y="105346"/>
                  </a:lnTo>
                  <a:lnTo>
                    <a:pt x="9974" y="110287"/>
                  </a:lnTo>
                  <a:lnTo>
                    <a:pt x="8254" y="115286"/>
                  </a:lnTo>
                  <a:lnTo>
                    <a:pt x="6693" y="120336"/>
                  </a:lnTo>
                  <a:lnTo>
                    <a:pt x="5293" y="125433"/>
                  </a:lnTo>
                  <a:lnTo>
                    <a:pt x="4054" y="130572"/>
                  </a:lnTo>
                  <a:lnTo>
                    <a:pt x="2979" y="135748"/>
                  </a:lnTo>
                  <a:lnTo>
                    <a:pt x="2067" y="140954"/>
                  </a:lnTo>
                  <a:lnTo>
                    <a:pt x="1321" y="146188"/>
                  </a:lnTo>
                  <a:lnTo>
                    <a:pt x="741" y="151442"/>
                  </a:lnTo>
                  <a:lnTo>
                    <a:pt x="327" y="156711"/>
                  </a:lnTo>
                  <a:lnTo>
                    <a:pt x="80" y="161992"/>
                  </a:lnTo>
                  <a:lnTo>
                    <a:pt x="0" y="167277"/>
                  </a:lnTo>
                  <a:lnTo>
                    <a:pt x="87" y="172562"/>
                  </a:lnTo>
                  <a:lnTo>
                    <a:pt x="341" y="177842"/>
                  </a:lnTo>
                  <a:lnTo>
                    <a:pt x="762" y="183111"/>
                  </a:lnTo>
                  <a:lnTo>
                    <a:pt x="1349" y="188365"/>
                  </a:lnTo>
                  <a:lnTo>
                    <a:pt x="2102" y="193597"/>
                  </a:lnTo>
                  <a:lnTo>
                    <a:pt x="3020" y="198802"/>
                  </a:lnTo>
                  <a:lnTo>
                    <a:pt x="4102" y="203976"/>
                  </a:lnTo>
                  <a:lnTo>
                    <a:pt x="5348" y="209114"/>
                  </a:lnTo>
                  <a:lnTo>
                    <a:pt x="6755" y="214209"/>
                  </a:lnTo>
                  <a:lnTo>
                    <a:pt x="8322" y="219257"/>
                  </a:lnTo>
                  <a:lnTo>
                    <a:pt x="10049" y="224253"/>
                  </a:lnTo>
                  <a:lnTo>
                    <a:pt x="11932" y="229192"/>
                  </a:lnTo>
                  <a:lnTo>
                    <a:pt x="13971" y="234069"/>
                  </a:lnTo>
                  <a:lnTo>
                    <a:pt x="16163" y="238880"/>
                  </a:lnTo>
                  <a:lnTo>
                    <a:pt x="18506" y="243618"/>
                  </a:lnTo>
                  <a:lnTo>
                    <a:pt x="20997" y="248280"/>
                  </a:lnTo>
                  <a:lnTo>
                    <a:pt x="23635" y="252861"/>
                  </a:lnTo>
                  <a:lnTo>
                    <a:pt x="26416" y="257356"/>
                  </a:lnTo>
                  <a:lnTo>
                    <a:pt x="29338" y="261761"/>
                  </a:lnTo>
                  <a:lnTo>
                    <a:pt x="32397" y="266072"/>
                  </a:lnTo>
                  <a:lnTo>
                    <a:pt x="35592" y="270283"/>
                  </a:lnTo>
                  <a:lnTo>
                    <a:pt x="38918" y="274392"/>
                  </a:lnTo>
                  <a:lnTo>
                    <a:pt x="42372" y="278393"/>
                  </a:lnTo>
                  <a:lnTo>
                    <a:pt x="45951" y="282283"/>
                  </a:lnTo>
                  <a:lnTo>
                    <a:pt x="49651" y="286058"/>
                  </a:lnTo>
                  <a:lnTo>
                    <a:pt x="53469" y="289714"/>
                  </a:lnTo>
                  <a:lnTo>
                    <a:pt x="57401" y="293248"/>
                  </a:lnTo>
                  <a:lnTo>
                    <a:pt x="61442" y="296655"/>
                  </a:lnTo>
                  <a:lnTo>
                    <a:pt x="65589" y="299933"/>
                  </a:lnTo>
                  <a:lnTo>
                    <a:pt x="69837" y="303078"/>
                  </a:lnTo>
                  <a:lnTo>
                    <a:pt x="74183" y="306088"/>
                  </a:lnTo>
                  <a:lnTo>
                    <a:pt x="78622" y="308958"/>
                  </a:lnTo>
                  <a:lnTo>
                    <a:pt x="83149" y="311687"/>
                  </a:lnTo>
                  <a:lnTo>
                    <a:pt x="87760" y="314271"/>
                  </a:lnTo>
                  <a:lnTo>
                    <a:pt x="92451" y="316708"/>
                  </a:lnTo>
                  <a:lnTo>
                    <a:pt x="97216" y="318995"/>
                  </a:lnTo>
                  <a:lnTo>
                    <a:pt x="102052" y="321131"/>
                  </a:lnTo>
                  <a:lnTo>
                    <a:pt x="106952" y="323113"/>
                  </a:lnTo>
                  <a:lnTo>
                    <a:pt x="111913" y="324939"/>
                  </a:lnTo>
                  <a:lnTo>
                    <a:pt x="116929" y="326607"/>
                  </a:lnTo>
                  <a:lnTo>
                    <a:pt x="121995" y="328116"/>
                  </a:lnTo>
                  <a:lnTo>
                    <a:pt x="127106" y="329463"/>
                  </a:lnTo>
                  <a:lnTo>
                    <a:pt x="132258" y="330649"/>
                  </a:lnTo>
                  <a:lnTo>
                    <a:pt x="137444" y="331671"/>
                  </a:lnTo>
                  <a:lnTo>
                    <a:pt x="142660" y="332528"/>
                  </a:lnTo>
                  <a:lnTo>
                    <a:pt x="147900" y="333220"/>
                  </a:lnTo>
                  <a:lnTo>
                    <a:pt x="153160" y="333747"/>
                  </a:lnTo>
                  <a:lnTo>
                    <a:pt x="158434" y="334106"/>
                  </a:lnTo>
                  <a:lnTo>
                    <a:pt x="163716" y="334299"/>
                  </a:lnTo>
                  <a:lnTo>
                    <a:pt x="169002" y="334324"/>
                  </a:lnTo>
                  <a:lnTo>
                    <a:pt x="174286" y="334183"/>
                  </a:lnTo>
                  <a:lnTo>
                    <a:pt x="179563" y="333874"/>
                  </a:lnTo>
                  <a:lnTo>
                    <a:pt x="184828" y="333399"/>
                  </a:lnTo>
                  <a:lnTo>
                    <a:pt x="190075" y="332757"/>
                  </a:lnTo>
                  <a:lnTo>
                    <a:pt x="195299" y="331950"/>
                  </a:lnTo>
                  <a:lnTo>
                    <a:pt x="200495" y="330978"/>
                  </a:lnTo>
                  <a:lnTo>
                    <a:pt x="205657" y="329843"/>
                  </a:lnTo>
                  <a:lnTo>
                    <a:pt x="210782" y="328545"/>
                  </a:lnTo>
                  <a:lnTo>
                    <a:pt x="215862" y="327085"/>
                  </a:lnTo>
                  <a:lnTo>
                    <a:pt x="220894" y="325465"/>
                  </a:lnTo>
                  <a:lnTo>
                    <a:pt x="225872" y="323687"/>
                  </a:lnTo>
                  <a:lnTo>
                    <a:pt x="230791" y="321753"/>
                  </a:lnTo>
                  <a:lnTo>
                    <a:pt x="235647" y="319664"/>
                  </a:lnTo>
                  <a:lnTo>
                    <a:pt x="240434" y="317423"/>
                  </a:lnTo>
                  <a:lnTo>
                    <a:pt x="245148" y="315031"/>
                  </a:lnTo>
                  <a:lnTo>
                    <a:pt x="249784" y="312492"/>
                  </a:lnTo>
                  <a:lnTo>
                    <a:pt x="254338" y="309807"/>
                  </a:lnTo>
                  <a:lnTo>
                    <a:pt x="258804" y="306980"/>
                  </a:lnTo>
                  <a:lnTo>
                    <a:pt x="263179" y="304012"/>
                  </a:lnTo>
                  <a:lnTo>
                    <a:pt x="267457" y="300908"/>
                  </a:lnTo>
                  <a:lnTo>
                    <a:pt x="271636" y="297671"/>
                  </a:lnTo>
                  <a:lnTo>
                    <a:pt x="275710" y="294302"/>
                  </a:lnTo>
                  <a:lnTo>
                    <a:pt x="279675" y="290807"/>
                  </a:lnTo>
                  <a:lnTo>
                    <a:pt x="283528" y="287188"/>
                  </a:lnTo>
                  <a:lnTo>
                    <a:pt x="287265" y="283449"/>
                  </a:lnTo>
                  <a:lnTo>
                    <a:pt x="290881" y="279594"/>
                  </a:lnTo>
                  <a:lnTo>
                    <a:pt x="294374" y="275626"/>
                  </a:lnTo>
                  <a:lnTo>
                    <a:pt x="297739" y="271550"/>
                  </a:lnTo>
                  <a:lnTo>
                    <a:pt x="300974" y="267369"/>
                  </a:lnTo>
                  <a:lnTo>
                    <a:pt x="304076" y="263089"/>
                  </a:lnTo>
                  <a:lnTo>
                    <a:pt x="307040" y="258712"/>
                  </a:lnTo>
                  <a:lnTo>
                    <a:pt x="309864" y="254244"/>
                  </a:lnTo>
                  <a:lnTo>
                    <a:pt x="312546" y="249689"/>
                  </a:lnTo>
                  <a:lnTo>
                    <a:pt x="315083" y="245051"/>
                  </a:lnTo>
                  <a:lnTo>
                    <a:pt x="317471" y="240335"/>
                  </a:lnTo>
                  <a:lnTo>
                    <a:pt x="319709" y="235547"/>
                  </a:lnTo>
                  <a:lnTo>
                    <a:pt x="321795" y="230690"/>
                  </a:lnTo>
                  <a:lnTo>
                    <a:pt x="323726" y="225769"/>
                  </a:lnTo>
                  <a:lnTo>
                    <a:pt x="325501" y="220790"/>
                  </a:lnTo>
                  <a:lnTo>
                    <a:pt x="327117" y="215757"/>
                  </a:lnTo>
                  <a:lnTo>
                    <a:pt x="328573" y="210675"/>
                  </a:lnTo>
                  <a:lnTo>
                    <a:pt x="329868" y="205550"/>
                  </a:lnTo>
                  <a:lnTo>
                    <a:pt x="331000" y="200387"/>
                  </a:lnTo>
                  <a:lnTo>
                    <a:pt x="331969" y="195191"/>
                  </a:lnTo>
                  <a:lnTo>
                    <a:pt x="332772" y="189966"/>
                  </a:lnTo>
                  <a:lnTo>
                    <a:pt x="333410" y="184719"/>
                  </a:lnTo>
                  <a:lnTo>
                    <a:pt x="333882" y="179454"/>
                  </a:lnTo>
                  <a:lnTo>
                    <a:pt x="334187" y="174177"/>
                  </a:lnTo>
                  <a:lnTo>
                    <a:pt x="334325" y="168892"/>
                  </a:lnTo>
                  <a:lnTo>
                    <a:pt x="334296" y="163606"/>
                  </a:lnTo>
                  <a:lnTo>
                    <a:pt x="334100" y="158324"/>
                  </a:lnTo>
                  <a:lnTo>
                    <a:pt x="333737" y="153050"/>
                  </a:lnTo>
                  <a:lnTo>
                    <a:pt x="333208" y="147791"/>
                  </a:lnTo>
                  <a:lnTo>
                    <a:pt x="332512" y="142551"/>
                  </a:lnTo>
                  <a:lnTo>
                    <a:pt x="331651" y="137336"/>
                  </a:lnTo>
                  <a:lnTo>
                    <a:pt x="330626" y="132150"/>
                  </a:lnTo>
                  <a:lnTo>
                    <a:pt x="329437" y="126999"/>
                  </a:lnTo>
                  <a:lnTo>
                    <a:pt x="328086" y="121889"/>
                  </a:lnTo>
                  <a:lnTo>
                    <a:pt x="326574" y="116824"/>
                  </a:lnTo>
                  <a:lnTo>
                    <a:pt x="324902" y="111809"/>
                  </a:lnTo>
                  <a:lnTo>
                    <a:pt x="323073" y="106850"/>
                  </a:lnTo>
                  <a:lnTo>
                    <a:pt x="321088" y="101950"/>
                  </a:lnTo>
                  <a:lnTo>
                    <a:pt x="318949" y="97117"/>
                  </a:lnTo>
                  <a:lnTo>
                    <a:pt x="316659" y="92353"/>
                  </a:lnTo>
                  <a:lnTo>
                    <a:pt x="314218" y="87664"/>
                  </a:lnTo>
                  <a:lnTo>
                    <a:pt x="311631" y="83054"/>
                  </a:lnTo>
                  <a:lnTo>
                    <a:pt x="308900" y="78528"/>
                  </a:lnTo>
                  <a:lnTo>
                    <a:pt x="306026" y="74092"/>
                  </a:lnTo>
                  <a:lnTo>
                    <a:pt x="303014" y="69748"/>
                  </a:lnTo>
                  <a:lnTo>
                    <a:pt x="299866" y="65501"/>
                  </a:lnTo>
                  <a:lnTo>
                    <a:pt x="296585" y="61357"/>
                  </a:lnTo>
                  <a:lnTo>
                    <a:pt x="293175" y="57318"/>
                  </a:lnTo>
                  <a:lnTo>
                    <a:pt x="289639" y="53389"/>
                  </a:lnTo>
                  <a:lnTo>
                    <a:pt x="285981" y="49573"/>
                  </a:lnTo>
                  <a:lnTo>
                    <a:pt x="282203" y="45876"/>
                  </a:lnTo>
                  <a:lnTo>
                    <a:pt x="278311" y="42299"/>
                  </a:lnTo>
                  <a:lnTo>
                    <a:pt x="274307" y="38847"/>
                  </a:lnTo>
                  <a:lnTo>
                    <a:pt x="270197" y="35524"/>
                  </a:lnTo>
                  <a:lnTo>
                    <a:pt x="265983" y="32332"/>
                  </a:lnTo>
                  <a:lnTo>
                    <a:pt x="261670" y="29276"/>
                  </a:lnTo>
                  <a:lnTo>
                    <a:pt x="257264" y="26357"/>
                  </a:lnTo>
                  <a:lnTo>
                    <a:pt x="252766" y="23578"/>
                  </a:lnTo>
                  <a:lnTo>
                    <a:pt x="248184" y="20944"/>
                  </a:lnTo>
                  <a:lnTo>
                    <a:pt x="243520" y="18455"/>
                  </a:lnTo>
                  <a:lnTo>
                    <a:pt x="238780" y="16116"/>
                  </a:lnTo>
                  <a:lnTo>
                    <a:pt x="233969" y="13927"/>
                  </a:lnTo>
                  <a:lnTo>
                    <a:pt x="229090" y="11892"/>
                  </a:lnTo>
                  <a:lnTo>
                    <a:pt x="224150" y="10011"/>
                  </a:lnTo>
                  <a:lnTo>
                    <a:pt x="219153" y="8288"/>
                  </a:lnTo>
                  <a:lnTo>
                    <a:pt x="214103" y="6724"/>
                  </a:lnTo>
                  <a:lnTo>
                    <a:pt x="209007" y="5320"/>
                  </a:lnTo>
                  <a:lnTo>
                    <a:pt x="203869" y="4078"/>
                  </a:lnTo>
                  <a:lnTo>
                    <a:pt x="198694" y="2999"/>
                  </a:lnTo>
                  <a:lnTo>
                    <a:pt x="193488" y="2085"/>
                  </a:lnTo>
                  <a:lnTo>
                    <a:pt x="188255" y="1335"/>
                  </a:lnTo>
                  <a:lnTo>
                    <a:pt x="183002" y="751"/>
                  </a:lnTo>
                  <a:lnTo>
                    <a:pt x="177732" y="334"/>
                  </a:lnTo>
                  <a:lnTo>
                    <a:pt x="172452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857118" y="5018213"/>
              <a:ext cx="163920" cy="167167"/>
            </a:xfrm>
            <a:custGeom>
              <a:avLst/>
              <a:pathLst>
                <a:path w="163920" h="167167">
                  <a:moveTo>
                    <a:pt x="163920" y="0"/>
                  </a:moveTo>
                  <a:lnTo>
                    <a:pt x="158454" y="89"/>
                  </a:lnTo>
                  <a:lnTo>
                    <a:pt x="152995" y="357"/>
                  </a:lnTo>
                  <a:lnTo>
                    <a:pt x="147547" y="803"/>
                  </a:lnTo>
                  <a:lnTo>
                    <a:pt x="142117" y="1427"/>
                  </a:lnTo>
                  <a:lnTo>
                    <a:pt x="136710" y="2229"/>
                  </a:lnTo>
                  <a:lnTo>
                    <a:pt x="131332" y="3207"/>
                  </a:lnTo>
                  <a:lnTo>
                    <a:pt x="125989" y="4360"/>
                  </a:lnTo>
                  <a:lnTo>
                    <a:pt x="120687" y="5687"/>
                  </a:lnTo>
                  <a:lnTo>
                    <a:pt x="115430" y="7187"/>
                  </a:lnTo>
                  <a:lnTo>
                    <a:pt x="110226" y="8857"/>
                  </a:lnTo>
                  <a:lnTo>
                    <a:pt x="105079" y="10697"/>
                  </a:lnTo>
                  <a:lnTo>
                    <a:pt x="99995" y="12705"/>
                  </a:lnTo>
                  <a:lnTo>
                    <a:pt x="94979" y="14877"/>
                  </a:lnTo>
                  <a:lnTo>
                    <a:pt x="90037" y="17213"/>
                  </a:lnTo>
                  <a:lnTo>
                    <a:pt x="85174" y="19708"/>
                  </a:lnTo>
                  <a:lnTo>
                    <a:pt x="80395" y="22362"/>
                  </a:lnTo>
                  <a:lnTo>
                    <a:pt x="75706" y="25170"/>
                  </a:lnTo>
                  <a:lnTo>
                    <a:pt x="71110" y="28130"/>
                  </a:lnTo>
                  <a:lnTo>
                    <a:pt x="66614" y="31238"/>
                  </a:lnTo>
                  <a:lnTo>
                    <a:pt x="62222" y="34492"/>
                  </a:lnTo>
                  <a:lnTo>
                    <a:pt x="57939" y="37888"/>
                  </a:lnTo>
                  <a:lnTo>
                    <a:pt x="53769" y="41422"/>
                  </a:lnTo>
                  <a:lnTo>
                    <a:pt x="49717" y="45090"/>
                  </a:lnTo>
                  <a:lnTo>
                    <a:pt x="45787" y="48889"/>
                  </a:lnTo>
                  <a:lnTo>
                    <a:pt x="41983" y="52815"/>
                  </a:lnTo>
                  <a:lnTo>
                    <a:pt x="38310" y="56862"/>
                  </a:lnTo>
                  <a:lnTo>
                    <a:pt x="34771" y="61028"/>
                  </a:lnTo>
                  <a:lnTo>
                    <a:pt x="31370" y="65307"/>
                  </a:lnTo>
                  <a:lnTo>
                    <a:pt x="28110" y="69695"/>
                  </a:lnTo>
                  <a:lnTo>
                    <a:pt x="24996" y="74187"/>
                  </a:lnTo>
                  <a:lnTo>
                    <a:pt x="22031" y="78779"/>
                  </a:lnTo>
                  <a:lnTo>
                    <a:pt x="19217" y="83465"/>
                  </a:lnTo>
                  <a:lnTo>
                    <a:pt x="16558" y="88240"/>
                  </a:lnTo>
                  <a:lnTo>
                    <a:pt x="14056" y="93100"/>
                  </a:lnTo>
                  <a:lnTo>
                    <a:pt x="11715" y="98040"/>
                  </a:lnTo>
                  <a:lnTo>
                    <a:pt x="9536" y="103053"/>
                  </a:lnTo>
                  <a:lnTo>
                    <a:pt x="7523" y="108134"/>
                  </a:lnTo>
                  <a:lnTo>
                    <a:pt x="5676" y="113279"/>
                  </a:lnTo>
                  <a:lnTo>
                    <a:pt x="3999" y="118481"/>
                  </a:lnTo>
                  <a:lnTo>
                    <a:pt x="2493" y="123736"/>
                  </a:lnTo>
                  <a:lnTo>
                    <a:pt x="1159" y="129037"/>
                  </a:lnTo>
                  <a:lnTo>
                    <a:pt x="0" y="134378"/>
                  </a:lnTo>
                  <a:lnTo>
                    <a:pt x="16392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857118" y="5152592"/>
              <a:ext cx="163920" cy="32788"/>
            </a:xfrm>
            <a:custGeom>
              <a:avLst/>
              <a:pathLst>
                <a:path w="163920" h="32788">
                  <a:moveTo>
                    <a:pt x="0" y="0"/>
                  </a:moveTo>
                  <a:lnTo>
                    <a:pt x="163920" y="327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857118" y="5152592"/>
              <a:ext cx="163920" cy="32788"/>
            </a:xfrm>
            <a:custGeom>
              <a:avLst/>
              <a:pathLst>
                <a:path w="163920" h="32788">
                  <a:moveTo>
                    <a:pt x="0" y="0"/>
                  </a:moveTo>
                  <a:lnTo>
                    <a:pt x="163920" y="327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5857118" y="5152592"/>
              <a:ext cx="163920" cy="32788"/>
            </a:xfrm>
            <a:custGeom>
              <a:avLst/>
              <a:pathLst>
                <a:path w="163920" h="32788">
                  <a:moveTo>
                    <a:pt x="0" y="0"/>
                  </a:moveTo>
                  <a:lnTo>
                    <a:pt x="163920" y="327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5853880" y="5152592"/>
              <a:ext cx="167159" cy="41394"/>
            </a:xfrm>
            <a:custGeom>
              <a:avLst/>
              <a:pathLst>
                <a:path w="167159" h="41394">
                  <a:moveTo>
                    <a:pt x="3238" y="0"/>
                  </a:moveTo>
                  <a:lnTo>
                    <a:pt x="2019" y="6826"/>
                  </a:lnTo>
                  <a:lnTo>
                    <a:pt x="1085" y="13698"/>
                  </a:lnTo>
                  <a:lnTo>
                    <a:pt x="436" y="20602"/>
                  </a:lnTo>
                  <a:lnTo>
                    <a:pt x="74" y="27528"/>
                  </a:lnTo>
                  <a:lnTo>
                    <a:pt x="0" y="34462"/>
                  </a:lnTo>
                  <a:lnTo>
                    <a:pt x="213" y="41394"/>
                  </a:lnTo>
                  <a:lnTo>
                    <a:pt x="167159" y="327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5854093" y="5018213"/>
              <a:ext cx="334095" cy="334334"/>
            </a:xfrm>
            <a:custGeom>
              <a:avLst/>
              <a:pathLst>
                <a:path w="334095" h="334334">
                  <a:moveTo>
                    <a:pt x="0" y="175773"/>
                  </a:moveTo>
                  <a:lnTo>
                    <a:pt x="356" y="181061"/>
                  </a:lnTo>
                  <a:lnTo>
                    <a:pt x="880" y="186335"/>
                  </a:lnTo>
                  <a:lnTo>
                    <a:pt x="1572" y="191590"/>
                  </a:lnTo>
                  <a:lnTo>
                    <a:pt x="2429" y="196820"/>
                  </a:lnTo>
                  <a:lnTo>
                    <a:pt x="3452" y="202020"/>
                  </a:lnTo>
                  <a:lnTo>
                    <a:pt x="4639" y="207186"/>
                  </a:lnTo>
                  <a:lnTo>
                    <a:pt x="5989" y="212311"/>
                  </a:lnTo>
                  <a:lnTo>
                    <a:pt x="7501" y="217391"/>
                  </a:lnTo>
                  <a:lnTo>
                    <a:pt x="9173" y="222420"/>
                  </a:lnTo>
                  <a:lnTo>
                    <a:pt x="11004" y="227394"/>
                  </a:lnTo>
                  <a:lnTo>
                    <a:pt x="12992" y="232307"/>
                  </a:lnTo>
                  <a:lnTo>
                    <a:pt x="15134" y="237155"/>
                  </a:lnTo>
                  <a:lnTo>
                    <a:pt x="17429" y="241933"/>
                  </a:lnTo>
                  <a:lnTo>
                    <a:pt x="19875" y="246635"/>
                  </a:lnTo>
                  <a:lnTo>
                    <a:pt x="22468" y="251257"/>
                  </a:lnTo>
                  <a:lnTo>
                    <a:pt x="25206" y="255795"/>
                  </a:lnTo>
                  <a:lnTo>
                    <a:pt x="28087" y="260244"/>
                  </a:lnTo>
                  <a:lnTo>
                    <a:pt x="31108" y="264599"/>
                  </a:lnTo>
                  <a:lnTo>
                    <a:pt x="34265" y="268857"/>
                  </a:lnTo>
                  <a:lnTo>
                    <a:pt x="37555" y="273012"/>
                  </a:lnTo>
                  <a:lnTo>
                    <a:pt x="40975" y="277060"/>
                  </a:lnTo>
                  <a:lnTo>
                    <a:pt x="44522" y="280998"/>
                  </a:lnTo>
                  <a:lnTo>
                    <a:pt x="48193" y="284822"/>
                  </a:lnTo>
                  <a:lnTo>
                    <a:pt x="51982" y="288528"/>
                  </a:lnTo>
                  <a:lnTo>
                    <a:pt x="55887" y="292111"/>
                  </a:lnTo>
                  <a:lnTo>
                    <a:pt x="59904" y="295569"/>
                  </a:lnTo>
                  <a:lnTo>
                    <a:pt x="64028" y="298898"/>
                  </a:lnTo>
                  <a:lnTo>
                    <a:pt x="68256" y="302094"/>
                  </a:lnTo>
                  <a:lnTo>
                    <a:pt x="72583" y="305155"/>
                  </a:lnTo>
                  <a:lnTo>
                    <a:pt x="77005" y="308077"/>
                  </a:lnTo>
                  <a:lnTo>
                    <a:pt x="81517" y="310858"/>
                  </a:lnTo>
                  <a:lnTo>
                    <a:pt x="86115" y="313494"/>
                  </a:lnTo>
                  <a:lnTo>
                    <a:pt x="90795" y="315982"/>
                  </a:lnTo>
                  <a:lnTo>
                    <a:pt x="95551" y="318322"/>
                  </a:lnTo>
                  <a:lnTo>
                    <a:pt x="100378" y="320509"/>
                  </a:lnTo>
                  <a:lnTo>
                    <a:pt x="105273" y="322542"/>
                  </a:lnTo>
                  <a:lnTo>
                    <a:pt x="110230" y="324419"/>
                  </a:lnTo>
                  <a:lnTo>
                    <a:pt x="115243" y="326138"/>
                  </a:lnTo>
                  <a:lnTo>
                    <a:pt x="120309" y="327697"/>
                  </a:lnTo>
                  <a:lnTo>
                    <a:pt x="125421" y="329095"/>
                  </a:lnTo>
                  <a:lnTo>
                    <a:pt x="130575" y="330330"/>
                  </a:lnTo>
                  <a:lnTo>
                    <a:pt x="135766" y="331401"/>
                  </a:lnTo>
                  <a:lnTo>
                    <a:pt x="140988" y="332307"/>
                  </a:lnTo>
                  <a:lnTo>
                    <a:pt x="146237" y="333047"/>
                  </a:lnTo>
                  <a:lnTo>
                    <a:pt x="151506" y="333620"/>
                  </a:lnTo>
                  <a:lnTo>
                    <a:pt x="156790" y="334026"/>
                  </a:lnTo>
                  <a:lnTo>
                    <a:pt x="162085" y="334264"/>
                  </a:lnTo>
                  <a:lnTo>
                    <a:pt x="167385" y="334334"/>
                  </a:lnTo>
                  <a:lnTo>
                    <a:pt x="172684" y="334236"/>
                  </a:lnTo>
                  <a:lnTo>
                    <a:pt x="177977" y="333970"/>
                  </a:lnTo>
                  <a:lnTo>
                    <a:pt x="183260" y="333536"/>
                  </a:lnTo>
                  <a:lnTo>
                    <a:pt x="188525" y="332936"/>
                  </a:lnTo>
                  <a:lnTo>
                    <a:pt x="193770" y="332168"/>
                  </a:lnTo>
                  <a:lnTo>
                    <a:pt x="198987" y="331235"/>
                  </a:lnTo>
                  <a:lnTo>
                    <a:pt x="204172" y="330137"/>
                  </a:lnTo>
                  <a:lnTo>
                    <a:pt x="209320" y="328875"/>
                  </a:lnTo>
                  <a:lnTo>
                    <a:pt x="214425" y="327450"/>
                  </a:lnTo>
                  <a:lnTo>
                    <a:pt x="219482" y="325864"/>
                  </a:lnTo>
                  <a:lnTo>
                    <a:pt x="224487" y="324119"/>
                  </a:lnTo>
                  <a:lnTo>
                    <a:pt x="229433" y="322216"/>
                  </a:lnTo>
                  <a:lnTo>
                    <a:pt x="234317" y="320157"/>
                  </a:lnTo>
                  <a:lnTo>
                    <a:pt x="239133" y="317944"/>
                  </a:lnTo>
                  <a:lnTo>
                    <a:pt x="243877" y="315580"/>
                  </a:lnTo>
                  <a:lnTo>
                    <a:pt x="248543" y="313067"/>
                  </a:lnTo>
                  <a:lnTo>
                    <a:pt x="253127" y="310407"/>
                  </a:lnTo>
                  <a:lnTo>
                    <a:pt x="257625" y="307603"/>
                  </a:lnTo>
                  <a:lnTo>
                    <a:pt x="262031" y="304657"/>
                  </a:lnTo>
                  <a:lnTo>
                    <a:pt x="266342" y="301574"/>
                  </a:lnTo>
                  <a:lnTo>
                    <a:pt x="270553" y="298355"/>
                  </a:lnTo>
                  <a:lnTo>
                    <a:pt x="274660" y="295005"/>
                  </a:lnTo>
                  <a:lnTo>
                    <a:pt x="278658" y="291526"/>
                  </a:lnTo>
                  <a:lnTo>
                    <a:pt x="282545" y="287922"/>
                  </a:lnTo>
                  <a:lnTo>
                    <a:pt x="286315" y="284196"/>
                  </a:lnTo>
                  <a:lnTo>
                    <a:pt x="289965" y="280353"/>
                  </a:lnTo>
                  <a:lnTo>
                    <a:pt x="293491" y="276397"/>
                  </a:lnTo>
                  <a:lnTo>
                    <a:pt x="296890" y="272330"/>
                  </a:lnTo>
                  <a:lnTo>
                    <a:pt x="300159" y="268158"/>
                  </a:lnTo>
                  <a:lnTo>
                    <a:pt x="303293" y="263884"/>
                  </a:lnTo>
                  <a:lnTo>
                    <a:pt x="306291" y="259513"/>
                  </a:lnTo>
                  <a:lnTo>
                    <a:pt x="309148" y="255049"/>
                  </a:lnTo>
                  <a:lnTo>
                    <a:pt x="311863" y="250497"/>
                  </a:lnTo>
                  <a:lnTo>
                    <a:pt x="314432" y="245861"/>
                  </a:lnTo>
                  <a:lnTo>
                    <a:pt x="316852" y="241146"/>
                  </a:lnTo>
                  <a:lnTo>
                    <a:pt x="319122" y="236356"/>
                  </a:lnTo>
                  <a:lnTo>
                    <a:pt x="321239" y="231497"/>
                  </a:lnTo>
                  <a:lnTo>
                    <a:pt x="323201" y="226574"/>
                  </a:lnTo>
                  <a:lnTo>
                    <a:pt x="325006" y="221590"/>
                  </a:lnTo>
                  <a:lnTo>
                    <a:pt x="326651" y="216552"/>
                  </a:lnTo>
                  <a:lnTo>
                    <a:pt x="328137" y="211465"/>
                  </a:lnTo>
                  <a:lnTo>
                    <a:pt x="329460" y="206332"/>
                  </a:lnTo>
                  <a:lnTo>
                    <a:pt x="330620" y="201161"/>
                  </a:lnTo>
                  <a:lnTo>
                    <a:pt x="331615" y="195955"/>
                  </a:lnTo>
                  <a:lnTo>
                    <a:pt x="332445" y="190720"/>
                  </a:lnTo>
                  <a:lnTo>
                    <a:pt x="333109" y="185462"/>
                  </a:lnTo>
                  <a:lnTo>
                    <a:pt x="333605" y="180185"/>
                  </a:lnTo>
                  <a:lnTo>
                    <a:pt x="333934" y="174895"/>
                  </a:lnTo>
                  <a:lnTo>
                    <a:pt x="334095" y="169597"/>
                  </a:lnTo>
                  <a:lnTo>
                    <a:pt x="334088" y="164297"/>
                  </a:lnTo>
                  <a:lnTo>
                    <a:pt x="333913" y="159000"/>
                  </a:lnTo>
                  <a:lnTo>
                    <a:pt x="333570" y="153711"/>
                  </a:lnTo>
                  <a:lnTo>
                    <a:pt x="333060" y="148436"/>
                  </a:lnTo>
                  <a:lnTo>
                    <a:pt x="332383" y="143179"/>
                  </a:lnTo>
                  <a:lnTo>
                    <a:pt x="331539" y="137946"/>
                  </a:lnTo>
                  <a:lnTo>
                    <a:pt x="330530" y="132743"/>
                  </a:lnTo>
                  <a:lnTo>
                    <a:pt x="329357" y="127575"/>
                  </a:lnTo>
                  <a:lnTo>
                    <a:pt x="328020" y="122446"/>
                  </a:lnTo>
                  <a:lnTo>
                    <a:pt x="326521" y="117362"/>
                  </a:lnTo>
                  <a:lnTo>
                    <a:pt x="324862" y="112328"/>
                  </a:lnTo>
                  <a:lnTo>
                    <a:pt x="323044" y="107350"/>
                  </a:lnTo>
                  <a:lnTo>
                    <a:pt x="321069" y="102431"/>
                  </a:lnTo>
                  <a:lnTo>
                    <a:pt x="318940" y="97578"/>
                  </a:lnTo>
                  <a:lnTo>
                    <a:pt x="316657" y="92794"/>
                  </a:lnTo>
                  <a:lnTo>
                    <a:pt x="314224" y="88086"/>
                  </a:lnTo>
                  <a:lnTo>
                    <a:pt x="311643" y="83456"/>
                  </a:lnTo>
                  <a:lnTo>
                    <a:pt x="308917" y="78911"/>
                  </a:lnTo>
                  <a:lnTo>
                    <a:pt x="306048" y="74455"/>
                  </a:lnTo>
                  <a:lnTo>
                    <a:pt x="303039" y="70092"/>
                  </a:lnTo>
                  <a:lnTo>
                    <a:pt x="299893" y="65826"/>
                  </a:lnTo>
                  <a:lnTo>
                    <a:pt x="296613" y="61663"/>
                  </a:lnTo>
                  <a:lnTo>
                    <a:pt x="293204" y="57605"/>
                  </a:lnTo>
                  <a:lnTo>
                    <a:pt x="289667" y="53658"/>
                  </a:lnTo>
                  <a:lnTo>
                    <a:pt x="286007" y="49824"/>
                  </a:lnTo>
                  <a:lnTo>
                    <a:pt x="282227" y="46109"/>
                  </a:lnTo>
                  <a:lnTo>
                    <a:pt x="278331" y="42515"/>
                  </a:lnTo>
                  <a:lnTo>
                    <a:pt x="274324" y="39047"/>
                  </a:lnTo>
                  <a:lnTo>
                    <a:pt x="270208" y="35707"/>
                  </a:lnTo>
                  <a:lnTo>
                    <a:pt x="265989" y="32499"/>
                  </a:lnTo>
                  <a:lnTo>
                    <a:pt x="261670" y="29427"/>
                  </a:lnTo>
                  <a:lnTo>
                    <a:pt x="257256" y="26494"/>
                  </a:lnTo>
                  <a:lnTo>
                    <a:pt x="252751" y="23701"/>
                  </a:lnTo>
                  <a:lnTo>
                    <a:pt x="248160" y="21053"/>
                  </a:lnTo>
                  <a:lnTo>
                    <a:pt x="243487" y="18552"/>
                  </a:lnTo>
                  <a:lnTo>
                    <a:pt x="238737" y="16200"/>
                  </a:lnTo>
                  <a:lnTo>
                    <a:pt x="233915" y="14000"/>
                  </a:lnTo>
                  <a:lnTo>
                    <a:pt x="229026" y="11954"/>
                  </a:lnTo>
                  <a:lnTo>
                    <a:pt x="224074" y="10064"/>
                  </a:lnTo>
                  <a:lnTo>
                    <a:pt x="219065" y="8332"/>
                  </a:lnTo>
                  <a:lnTo>
                    <a:pt x="214003" y="6760"/>
                  </a:lnTo>
                  <a:lnTo>
                    <a:pt x="208895" y="5349"/>
                  </a:lnTo>
                  <a:lnTo>
                    <a:pt x="203744" y="4100"/>
                  </a:lnTo>
                  <a:lnTo>
                    <a:pt x="198556" y="3015"/>
                  </a:lnTo>
                  <a:lnTo>
                    <a:pt x="193336" y="2096"/>
                  </a:lnTo>
                  <a:lnTo>
                    <a:pt x="188090" y="1342"/>
                  </a:lnTo>
                  <a:lnTo>
                    <a:pt x="182822" y="755"/>
                  </a:lnTo>
                  <a:lnTo>
                    <a:pt x="177539" y="335"/>
                  </a:lnTo>
                  <a:lnTo>
                    <a:pt x="172245" y="84"/>
                  </a:lnTo>
                  <a:lnTo>
                    <a:pt x="166945" y="0"/>
                  </a:lnTo>
                  <a:lnTo>
                    <a:pt x="16694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256078" y="465928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6" y="2088"/>
                  </a:lnTo>
                  <a:lnTo>
                    <a:pt x="135606" y="3004"/>
                  </a:lnTo>
                  <a:lnTo>
                    <a:pt x="130428" y="4084"/>
                  </a:lnTo>
                  <a:lnTo>
                    <a:pt x="125287" y="5328"/>
                  </a:lnTo>
                  <a:lnTo>
                    <a:pt x="120187" y="6734"/>
                  </a:lnTo>
                  <a:lnTo>
                    <a:pt x="115135" y="8300"/>
                  </a:lnTo>
                  <a:lnTo>
                    <a:pt x="110134" y="10025"/>
                  </a:lnTo>
                  <a:lnTo>
                    <a:pt x="105191" y="11908"/>
                  </a:lnTo>
                  <a:lnTo>
                    <a:pt x="100310" y="13946"/>
                  </a:lnTo>
                  <a:lnTo>
                    <a:pt x="95495" y="16138"/>
                  </a:lnTo>
                  <a:lnTo>
                    <a:pt x="90753" y="18481"/>
                  </a:lnTo>
                  <a:lnTo>
                    <a:pt x="86087" y="20973"/>
                  </a:lnTo>
                  <a:lnTo>
                    <a:pt x="81502" y="23611"/>
                  </a:lnTo>
                  <a:lnTo>
                    <a:pt x="77002" y="26393"/>
                  </a:lnTo>
                  <a:lnTo>
                    <a:pt x="72594" y="29316"/>
                  </a:lnTo>
                  <a:lnTo>
                    <a:pt x="68279" y="32377"/>
                  </a:lnTo>
                  <a:lnTo>
                    <a:pt x="64064" y="35573"/>
                  </a:lnTo>
                  <a:lnTo>
                    <a:pt x="59952" y="38900"/>
                  </a:lnTo>
                  <a:lnTo>
                    <a:pt x="55948" y="42357"/>
                  </a:lnTo>
                  <a:lnTo>
                    <a:pt x="52054" y="45938"/>
                  </a:lnTo>
                  <a:lnTo>
                    <a:pt x="48276" y="49640"/>
                  </a:lnTo>
                  <a:lnTo>
                    <a:pt x="44617" y="53460"/>
                  </a:lnTo>
                  <a:lnTo>
                    <a:pt x="41081" y="57394"/>
                  </a:lnTo>
                  <a:lnTo>
                    <a:pt x="37671" y="61438"/>
                  </a:lnTo>
                  <a:lnTo>
                    <a:pt x="34391" y="65588"/>
                  </a:lnTo>
                  <a:lnTo>
                    <a:pt x="31243" y="69839"/>
                  </a:lnTo>
                  <a:lnTo>
                    <a:pt x="28232" y="74188"/>
                  </a:lnTo>
                  <a:lnTo>
                    <a:pt x="25360" y="78630"/>
                  </a:lnTo>
                  <a:lnTo>
                    <a:pt x="22629" y="83161"/>
                  </a:lnTo>
                  <a:lnTo>
                    <a:pt x="20044" y="87776"/>
                  </a:lnTo>
                  <a:lnTo>
                    <a:pt x="17605" y="92470"/>
                  </a:lnTo>
                  <a:lnTo>
                    <a:pt x="15317" y="97239"/>
                  </a:lnTo>
                  <a:lnTo>
                    <a:pt x="13181" y="102078"/>
                  </a:lnTo>
                  <a:lnTo>
                    <a:pt x="11198" y="106983"/>
                  </a:lnTo>
                  <a:lnTo>
                    <a:pt x="9372" y="111947"/>
                  </a:lnTo>
                  <a:lnTo>
                    <a:pt x="7704" y="116967"/>
                  </a:lnTo>
                  <a:lnTo>
                    <a:pt x="6196" y="122037"/>
                  </a:lnTo>
                  <a:lnTo>
                    <a:pt x="4848" y="127153"/>
                  </a:lnTo>
                  <a:lnTo>
                    <a:pt x="3663" y="132308"/>
                  </a:lnTo>
                  <a:lnTo>
                    <a:pt x="2642" y="137498"/>
                  </a:lnTo>
                  <a:lnTo>
                    <a:pt x="1786" y="142718"/>
                  </a:lnTo>
                  <a:lnTo>
                    <a:pt x="1095" y="147963"/>
                  </a:lnTo>
                  <a:lnTo>
                    <a:pt x="571" y="153226"/>
                  </a:lnTo>
                  <a:lnTo>
                    <a:pt x="213" y="158504"/>
                  </a:lnTo>
                  <a:lnTo>
                    <a:pt x="23" y="163790"/>
                  </a:lnTo>
                  <a:lnTo>
                    <a:pt x="0" y="169080"/>
                  </a:lnTo>
                  <a:lnTo>
                    <a:pt x="144" y="174368"/>
                  </a:lnTo>
                  <a:lnTo>
                    <a:pt x="455" y="179648"/>
                  </a:lnTo>
                  <a:lnTo>
                    <a:pt x="934" y="184917"/>
                  </a:lnTo>
                  <a:lnTo>
                    <a:pt x="1578" y="190167"/>
                  </a:lnTo>
                  <a:lnTo>
                    <a:pt x="2389" y="195394"/>
                  </a:lnTo>
                  <a:lnTo>
                    <a:pt x="3365" y="200593"/>
                  </a:lnTo>
                  <a:lnTo>
                    <a:pt x="4504" y="205759"/>
                  </a:lnTo>
                  <a:lnTo>
                    <a:pt x="5807" y="210886"/>
                  </a:lnTo>
                  <a:lnTo>
                    <a:pt x="7271" y="215969"/>
                  </a:lnTo>
                  <a:lnTo>
                    <a:pt x="8895" y="221003"/>
                  </a:lnTo>
                  <a:lnTo>
                    <a:pt x="10677" y="225983"/>
                  </a:lnTo>
                  <a:lnTo>
                    <a:pt x="12617" y="230905"/>
                  </a:lnTo>
                  <a:lnTo>
                    <a:pt x="14711" y="235763"/>
                  </a:lnTo>
                  <a:lnTo>
                    <a:pt x="16957" y="240551"/>
                  </a:lnTo>
                  <a:lnTo>
                    <a:pt x="19354" y="245267"/>
                  </a:lnTo>
                  <a:lnTo>
                    <a:pt x="21899" y="249904"/>
                  </a:lnTo>
                  <a:lnTo>
                    <a:pt x="24590" y="254459"/>
                  </a:lnTo>
                  <a:lnTo>
                    <a:pt x="27423" y="258926"/>
                  </a:lnTo>
                  <a:lnTo>
                    <a:pt x="30396" y="263301"/>
                  </a:lnTo>
                  <a:lnTo>
                    <a:pt x="33506" y="267580"/>
                  </a:lnTo>
                  <a:lnTo>
                    <a:pt x="36750" y="271758"/>
                  </a:lnTo>
                  <a:lnTo>
                    <a:pt x="40125" y="275832"/>
                  </a:lnTo>
                  <a:lnTo>
                    <a:pt x="43626" y="279796"/>
                  </a:lnTo>
                  <a:lnTo>
                    <a:pt x="47252" y="283649"/>
                  </a:lnTo>
                  <a:lnTo>
                    <a:pt x="50997" y="287384"/>
                  </a:lnTo>
                  <a:lnTo>
                    <a:pt x="54859" y="290999"/>
                  </a:lnTo>
                  <a:lnTo>
                    <a:pt x="58833" y="294490"/>
                  </a:lnTo>
                  <a:lnTo>
                    <a:pt x="62916" y="297853"/>
                  </a:lnTo>
                  <a:lnTo>
                    <a:pt x="67103" y="301086"/>
                  </a:lnTo>
                  <a:lnTo>
                    <a:pt x="71390" y="304185"/>
                  </a:lnTo>
                  <a:lnTo>
                    <a:pt x="75773" y="307146"/>
                  </a:lnTo>
                  <a:lnTo>
                    <a:pt x="80248" y="309967"/>
                  </a:lnTo>
                  <a:lnTo>
                    <a:pt x="84810" y="312646"/>
                  </a:lnTo>
                  <a:lnTo>
                    <a:pt x="89454" y="315178"/>
                  </a:lnTo>
                  <a:lnTo>
                    <a:pt x="94176" y="317563"/>
                  </a:lnTo>
                  <a:lnTo>
                    <a:pt x="98971" y="319796"/>
                  </a:lnTo>
                  <a:lnTo>
                    <a:pt x="103834" y="321877"/>
                  </a:lnTo>
                  <a:lnTo>
                    <a:pt x="108761" y="323803"/>
                  </a:lnTo>
                  <a:lnTo>
                    <a:pt x="113746" y="325572"/>
                  </a:lnTo>
                  <a:lnTo>
                    <a:pt x="118784" y="327183"/>
                  </a:lnTo>
                  <a:lnTo>
                    <a:pt x="123871" y="328633"/>
                  </a:lnTo>
                  <a:lnTo>
                    <a:pt x="129002" y="329922"/>
                  </a:lnTo>
                  <a:lnTo>
                    <a:pt x="134170" y="331048"/>
                  </a:lnTo>
                  <a:lnTo>
                    <a:pt x="139372" y="332009"/>
                  </a:lnTo>
                  <a:lnTo>
                    <a:pt x="144601" y="332806"/>
                  </a:lnTo>
                  <a:lnTo>
                    <a:pt x="149853" y="333437"/>
                  </a:lnTo>
                  <a:lnTo>
                    <a:pt x="155123" y="333901"/>
                  </a:lnTo>
                  <a:lnTo>
                    <a:pt x="160404" y="334198"/>
                  </a:lnTo>
                  <a:lnTo>
                    <a:pt x="165692" y="334328"/>
                  </a:lnTo>
                  <a:lnTo>
                    <a:pt x="170982" y="334291"/>
                  </a:lnTo>
                  <a:lnTo>
                    <a:pt x="176268" y="334086"/>
                  </a:lnTo>
                  <a:lnTo>
                    <a:pt x="181545" y="333714"/>
                  </a:lnTo>
                  <a:lnTo>
                    <a:pt x="186807" y="333175"/>
                  </a:lnTo>
                  <a:lnTo>
                    <a:pt x="192049" y="332471"/>
                  </a:lnTo>
                  <a:lnTo>
                    <a:pt x="197267" y="331600"/>
                  </a:lnTo>
                  <a:lnTo>
                    <a:pt x="202455" y="330565"/>
                  </a:lnTo>
                  <a:lnTo>
                    <a:pt x="207607" y="329366"/>
                  </a:lnTo>
                  <a:lnTo>
                    <a:pt x="212718" y="328005"/>
                  </a:lnTo>
                  <a:lnTo>
                    <a:pt x="217784" y="326483"/>
                  </a:lnTo>
                  <a:lnTo>
                    <a:pt x="222800" y="324802"/>
                  </a:lnTo>
                  <a:lnTo>
                    <a:pt x="227759" y="322962"/>
                  </a:lnTo>
                  <a:lnTo>
                    <a:pt x="232658" y="320967"/>
                  </a:lnTo>
                  <a:lnTo>
                    <a:pt x="237492" y="318817"/>
                  </a:lnTo>
                  <a:lnTo>
                    <a:pt x="242255" y="316516"/>
                  </a:lnTo>
                  <a:lnTo>
                    <a:pt x="246942" y="314065"/>
                  </a:lnTo>
                  <a:lnTo>
                    <a:pt x="251550" y="311467"/>
                  </a:lnTo>
                  <a:lnTo>
                    <a:pt x="256074" y="308725"/>
                  </a:lnTo>
                  <a:lnTo>
                    <a:pt x="260508" y="305841"/>
                  </a:lnTo>
                  <a:lnTo>
                    <a:pt x="264849" y="302818"/>
                  </a:lnTo>
                  <a:lnTo>
                    <a:pt x="269092" y="299659"/>
                  </a:lnTo>
                  <a:lnTo>
                    <a:pt x="273233" y="296367"/>
                  </a:lnTo>
                  <a:lnTo>
                    <a:pt x="277267" y="292946"/>
                  </a:lnTo>
                  <a:lnTo>
                    <a:pt x="281192" y="289399"/>
                  </a:lnTo>
                  <a:lnTo>
                    <a:pt x="285002" y="285730"/>
                  </a:lnTo>
                  <a:lnTo>
                    <a:pt x="288694" y="281942"/>
                  </a:lnTo>
                  <a:lnTo>
                    <a:pt x="292265" y="278039"/>
                  </a:lnTo>
                  <a:lnTo>
                    <a:pt x="295710" y="274025"/>
                  </a:lnTo>
                  <a:lnTo>
                    <a:pt x="299027" y="269904"/>
                  </a:lnTo>
                  <a:lnTo>
                    <a:pt x="302212" y="265681"/>
                  </a:lnTo>
                  <a:lnTo>
                    <a:pt x="305261" y="261358"/>
                  </a:lnTo>
                  <a:lnTo>
                    <a:pt x="308172" y="256942"/>
                  </a:lnTo>
                  <a:lnTo>
                    <a:pt x="310942" y="252435"/>
                  </a:lnTo>
                  <a:lnTo>
                    <a:pt x="313568" y="247843"/>
                  </a:lnTo>
                  <a:lnTo>
                    <a:pt x="316047" y="243170"/>
                  </a:lnTo>
                  <a:lnTo>
                    <a:pt x="318377" y="238421"/>
                  </a:lnTo>
                  <a:lnTo>
                    <a:pt x="320556" y="233601"/>
                  </a:lnTo>
                  <a:lnTo>
                    <a:pt x="322581" y="228714"/>
                  </a:lnTo>
                  <a:lnTo>
                    <a:pt x="324450" y="223766"/>
                  </a:lnTo>
                  <a:lnTo>
                    <a:pt x="326162" y="218761"/>
                  </a:lnTo>
                  <a:lnTo>
                    <a:pt x="327715" y="213704"/>
                  </a:lnTo>
                  <a:lnTo>
                    <a:pt x="329107" y="208601"/>
                  </a:lnTo>
                  <a:lnTo>
                    <a:pt x="330337" y="203456"/>
                  </a:lnTo>
                  <a:lnTo>
                    <a:pt x="331404" y="198275"/>
                  </a:lnTo>
                  <a:lnTo>
                    <a:pt x="332306" y="193063"/>
                  </a:lnTo>
                  <a:lnTo>
                    <a:pt x="333042" y="187824"/>
                  </a:lnTo>
                  <a:lnTo>
                    <a:pt x="333613" y="182565"/>
                  </a:lnTo>
                  <a:lnTo>
                    <a:pt x="334017" y="177291"/>
                  </a:lnTo>
                  <a:lnTo>
                    <a:pt x="334253" y="172007"/>
                  </a:lnTo>
                  <a:lnTo>
                    <a:pt x="334323" y="166717"/>
                  </a:lnTo>
                  <a:lnTo>
                    <a:pt x="334225" y="161428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820710"/>
              <a:ext cx="167068" cy="5738"/>
            </a:xfrm>
            <a:custGeom>
              <a:avLst/>
              <a:pathLst>
                <a:path w="167068" h="5738">
                  <a:moveTo>
                    <a:pt x="167068" y="0"/>
                  </a:moveTo>
                  <a:lnTo>
                    <a:pt x="0" y="573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820710"/>
              <a:ext cx="167068" cy="5738"/>
            </a:xfrm>
            <a:custGeom>
              <a:avLst/>
              <a:pathLst>
                <a:path w="167068" h="5738">
                  <a:moveTo>
                    <a:pt x="167068" y="0"/>
                  </a:moveTo>
                  <a:lnTo>
                    <a:pt x="0" y="573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728423"/>
              <a:ext cx="167068" cy="98026"/>
            </a:xfrm>
            <a:custGeom>
              <a:avLst/>
              <a:pathLst>
                <a:path w="167068" h="98026">
                  <a:moveTo>
                    <a:pt x="167068" y="92287"/>
                  </a:moveTo>
                  <a:lnTo>
                    <a:pt x="166767" y="86471"/>
                  </a:lnTo>
                  <a:lnTo>
                    <a:pt x="166263" y="80670"/>
                  </a:lnTo>
                  <a:lnTo>
                    <a:pt x="165558" y="74889"/>
                  </a:lnTo>
                  <a:lnTo>
                    <a:pt x="164652" y="69136"/>
                  </a:lnTo>
                  <a:lnTo>
                    <a:pt x="163545" y="63418"/>
                  </a:lnTo>
                  <a:lnTo>
                    <a:pt x="162241" y="57743"/>
                  </a:lnTo>
                  <a:lnTo>
                    <a:pt x="160739" y="52116"/>
                  </a:lnTo>
                  <a:lnTo>
                    <a:pt x="159042" y="46545"/>
                  </a:lnTo>
                  <a:lnTo>
                    <a:pt x="157153" y="41036"/>
                  </a:lnTo>
                  <a:lnTo>
                    <a:pt x="155072" y="35597"/>
                  </a:lnTo>
                  <a:lnTo>
                    <a:pt x="152804" y="30233"/>
                  </a:lnTo>
                  <a:lnTo>
                    <a:pt x="150350" y="24952"/>
                  </a:lnTo>
                  <a:lnTo>
                    <a:pt x="147713" y="19759"/>
                  </a:lnTo>
                  <a:lnTo>
                    <a:pt x="144897" y="14661"/>
                  </a:lnTo>
                  <a:lnTo>
                    <a:pt x="141906" y="9665"/>
                  </a:lnTo>
                  <a:lnTo>
                    <a:pt x="138742" y="4776"/>
                  </a:lnTo>
                  <a:lnTo>
                    <a:pt x="135409" y="0"/>
                  </a:lnTo>
                  <a:lnTo>
                    <a:pt x="0" y="980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135409" cy="167167"/>
            </a:xfrm>
            <a:custGeom>
              <a:avLst/>
              <a:pathLst>
                <a:path w="135409" h="167167">
                  <a:moveTo>
                    <a:pt x="135409" y="69141"/>
                  </a:moveTo>
                  <a:lnTo>
                    <a:pt x="132147" y="64785"/>
                  </a:lnTo>
                  <a:lnTo>
                    <a:pt x="128744" y="60537"/>
                  </a:lnTo>
                  <a:lnTo>
                    <a:pt x="125204" y="56403"/>
                  </a:lnTo>
                  <a:lnTo>
                    <a:pt x="121532" y="52386"/>
                  </a:lnTo>
                  <a:lnTo>
                    <a:pt x="117731" y="48490"/>
                  </a:lnTo>
                  <a:lnTo>
                    <a:pt x="113806" y="44721"/>
                  </a:lnTo>
                  <a:lnTo>
                    <a:pt x="109760" y="41081"/>
                  </a:lnTo>
                  <a:lnTo>
                    <a:pt x="105597" y="37575"/>
                  </a:lnTo>
                  <a:lnTo>
                    <a:pt x="101322" y="34206"/>
                  </a:lnTo>
                  <a:lnTo>
                    <a:pt x="96940" y="30978"/>
                  </a:lnTo>
                  <a:lnTo>
                    <a:pt x="92456" y="27895"/>
                  </a:lnTo>
                  <a:lnTo>
                    <a:pt x="87873" y="24959"/>
                  </a:lnTo>
                  <a:lnTo>
                    <a:pt x="83197" y="22174"/>
                  </a:lnTo>
                  <a:lnTo>
                    <a:pt x="78433" y="19542"/>
                  </a:lnTo>
                  <a:lnTo>
                    <a:pt x="73586" y="17067"/>
                  </a:lnTo>
                  <a:lnTo>
                    <a:pt x="68661" y="14751"/>
                  </a:lnTo>
                  <a:lnTo>
                    <a:pt x="63663" y="12597"/>
                  </a:lnTo>
                  <a:lnTo>
                    <a:pt x="58598" y="10606"/>
                  </a:lnTo>
                  <a:lnTo>
                    <a:pt x="53470" y="8782"/>
                  </a:lnTo>
                  <a:lnTo>
                    <a:pt x="48286" y="7125"/>
                  </a:lnTo>
                  <a:lnTo>
                    <a:pt x="43051" y="5638"/>
                  </a:lnTo>
                  <a:lnTo>
                    <a:pt x="37769" y="4322"/>
                  </a:lnTo>
                  <a:lnTo>
                    <a:pt x="32448" y="3179"/>
                  </a:lnTo>
                  <a:lnTo>
                    <a:pt x="27093" y="2210"/>
                  </a:lnTo>
                  <a:lnTo>
                    <a:pt x="21709" y="1415"/>
                  </a:lnTo>
                  <a:lnTo>
                    <a:pt x="16302" y="796"/>
                  </a:lnTo>
                  <a:lnTo>
                    <a:pt x="10877" y="354"/>
                  </a:lnTo>
                  <a:lnTo>
                    <a:pt x="5441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561324" y="4213821"/>
              <a:ext cx="333817" cy="334334"/>
            </a:xfrm>
            <a:custGeom>
              <a:avLst/>
              <a:pathLst>
                <a:path w="333817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3" y="2101"/>
                  </a:lnTo>
                  <a:lnTo>
                    <a:pt x="135497" y="3023"/>
                  </a:lnTo>
                  <a:lnTo>
                    <a:pt x="130303" y="4111"/>
                  </a:lnTo>
                  <a:lnTo>
                    <a:pt x="125145" y="5362"/>
                  </a:lnTo>
                  <a:lnTo>
                    <a:pt x="120031" y="6777"/>
                  </a:lnTo>
                  <a:lnTo>
                    <a:pt x="114963" y="8353"/>
                  </a:lnTo>
                  <a:lnTo>
                    <a:pt x="109948" y="10090"/>
                  </a:lnTo>
                  <a:lnTo>
                    <a:pt x="104991" y="11985"/>
                  </a:lnTo>
                  <a:lnTo>
                    <a:pt x="100097" y="14036"/>
                  </a:lnTo>
                  <a:lnTo>
                    <a:pt x="95270" y="16241"/>
                  </a:lnTo>
                  <a:lnTo>
                    <a:pt x="90515" y="18599"/>
                  </a:lnTo>
                  <a:lnTo>
                    <a:pt x="85838" y="21106"/>
                  </a:lnTo>
                  <a:lnTo>
                    <a:pt x="81243" y="23761"/>
                  </a:lnTo>
                  <a:lnTo>
                    <a:pt x="76734" y="26560"/>
                  </a:lnTo>
                  <a:lnTo>
                    <a:pt x="72316" y="29501"/>
                  </a:lnTo>
                  <a:lnTo>
                    <a:pt x="67994" y="32580"/>
                  </a:lnTo>
                  <a:lnTo>
                    <a:pt x="63772" y="35795"/>
                  </a:lnTo>
                  <a:lnTo>
                    <a:pt x="59654" y="39143"/>
                  </a:lnTo>
                  <a:lnTo>
                    <a:pt x="55645" y="42620"/>
                  </a:lnTo>
                  <a:lnTo>
                    <a:pt x="51748" y="46222"/>
                  </a:lnTo>
                  <a:lnTo>
                    <a:pt x="47967" y="49946"/>
                  </a:lnTo>
                  <a:lnTo>
                    <a:pt x="44306" y="53788"/>
                  </a:lnTo>
                  <a:lnTo>
                    <a:pt x="40769" y="57744"/>
                  </a:lnTo>
                  <a:lnTo>
                    <a:pt x="37359" y="61811"/>
                  </a:lnTo>
                  <a:lnTo>
                    <a:pt x="34080" y="65984"/>
                  </a:lnTo>
                  <a:lnTo>
                    <a:pt x="30936" y="70259"/>
                  </a:lnTo>
                  <a:lnTo>
                    <a:pt x="27928" y="74631"/>
                  </a:lnTo>
                  <a:lnTo>
                    <a:pt x="25061" y="79097"/>
                  </a:lnTo>
                  <a:lnTo>
                    <a:pt x="22337" y="83651"/>
                  </a:lnTo>
                  <a:lnTo>
                    <a:pt x="19759" y="88290"/>
                  </a:lnTo>
                  <a:lnTo>
                    <a:pt x="17330" y="93008"/>
                  </a:lnTo>
                  <a:lnTo>
                    <a:pt x="15051" y="97801"/>
                  </a:lnTo>
                  <a:lnTo>
                    <a:pt x="12926" y="102664"/>
                  </a:lnTo>
                  <a:lnTo>
                    <a:pt x="10956" y="107592"/>
                  </a:lnTo>
                  <a:lnTo>
                    <a:pt x="9144" y="112580"/>
                  </a:lnTo>
                  <a:lnTo>
                    <a:pt x="7491" y="117623"/>
                  </a:lnTo>
                  <a:lnTo>
                    <a:pt x="5999" y="122715"/>
                  </a:lnTo>
                  <a:lnTo>
                    <a:pt x="4669" y="127853"/>
                  </a:lnTo>
                  <a:lnTo>
                    <a:pt x="3503" y="133030"/>
                  </a:lnTo>
                  <a:lnTo>
                    <a:pt x="2502" y="138242"/>
                  </a:lnTo>
                  <a:lnTo>
                    <a:pt x="1667" y="143483"/>
                  </a:lnTo>
                  <a:lnTo>
                    <a:pt x="998" y="148747"/>
                  </a:lnTo>
                  <a:lnTo>
                    <a:pt x="497" y="154031"/>
                  </a:lnTo>
                  <a:lnTo>
                    <a:pt x="164" y="159327"/>
                  </a:lnTo>
                  <a:lnTo>
                    <a:pt x="0" y="164631"/>
                  </a:lnTo>
                  <a:lnTo>
                    <a:pt x="3" y="169938"/>
                  </a:lnTo>
                  <a:lnTo>
                    <a:pt x="175" y="175242"/>
                  </a:lnTo>
                  <a:lnTo>
                    <a:pt x="516" y="180538"/>
                  </a:lnTo>
                  <a:lnTo>
                    <a:pt x="1024" y="185821"/>
                  </a:lnTo>
                  <a:lnTo>
                    <a:pt x="1700" y="191085"/>
                  </a:lnTo>
                  <a:lnTo>
                    <a:pt x="2543" y="196324"/>
                  </a:lnTo>
                  <a:lnTo>
                    <a:pt x="3551" y="201535"/>
                  </a:lnTo>
                  <a:lnTo>
                    <a:pt x="4725" y="206710"/>
                  </a:lnTo>
                  <a:lnTo>
                    <a:pt x="6062" y="211846"/>
                  </a:lnTo>
                  <a:lnTo>
                    <a:pt x="7561" y="216937"/>
                  </a:lnTo>
                  <a:lnTo>
                    <a:pt x="9221" y="221977"/>
                  </a:lnTo>
                  <a:lnTo>
                    <a:pt x="11041" y="226962"/>
                  </a:lnTo>
                  <a:lnTo>
                    <a:pt x="13017" y="231887"/>
                  </a:lnTo>
                  <a:lnTo>
                    <a:pt x="15149" y="236747"/>
                  </a:lnTo>
                  <a:lnTo>
                    <a:pt x="17434" y="241537"/>
                  </a:lnTo>
                  <a:lnTo>
                    <a:pt x="19871" y="246252"/>
                  </a:lnTo>
                  <a:lnTo>
                    <a:pt x="22455" y="250887"/>
                  </a:lnTo>
                  <a:lnTo>
                    <a:pt x="25186" y="255437"/>
                  </a:lnTo>
                  <a:lnTo>
                    <a:pt x="28059" y="259899"/>
                  </a:lnTo>
                  <a:lnTo>
                    <a:pt x="31073" y="264267"/>
                  </a:lnTo>
                  <a:lnTo>
                    <a:pt x="34223" y="268538"/>
                  </a:lnTo>
                  <a:lnTo>
                    <a:pt x="37508" y="272706"/>
                  </a:lnTo>
                  <a:lnTo>
                    <a:pt x="40923" y="276768"/>
                  </a:lnTo>
                  <a:lnTo>
                    <a:pt x="44466" y="280719"/>
                  </a:lnTo>
                  <a:lnTo>
                    <a:pt x="48132" y="284556"/>
                  </a:lnTo>
                  <a:lnTo>
                    <a:pt x="51918" y="288275"/>
                  </a:lnTo>
                  <a:lnTo>
                    <a:pt x="55821" y="291872"/>
                  </a:lnTo>
                  <a:lnTo>
                    <a:pt x="59835" y="295342"/>
                  </a:lnTo>
                  <a:lnTo>
                    <a:pt x="63958" y="298684"/>
                  </a:lnTo>
                  <a:lnTo>
                    <a:pt x="68184" y="301893"/>
                  </a:lnTo>
                  <a:lnTo>
                    <a:pt x="72511" y="304967"/>
                  </a:lnTo>
                  <a:lnTo>
                    <a:pt x="76933" y="307901"/>
                  </a:lnTo>
                  <a:lnTo>
                    <a:pt x="81445" y="310694"/>
                  </a:lnTo>
                  <a:lnTo>
                    <a:pt x="86044" y="313342"/>
                  </a:lnTo>
                  <a:lnTo>
                    <a:pt x="90725" y="315843"/>
                  </a:lnTo>
                  <a:lnTo>
                    <a:pt x="95483" y="318194"/>
                  </a:lnTo>
                  <a:lnTo>
                    <a:pt x="100313" y="320392"/>
                  </a:lnTo>
                  <a:lnTo>
                    <a:pt x="105210" y="322437"/>
                  </a:lnTo>
                  <a:lnTo>
                    <a:pt x="110170" y="324325"/>
                  </a:lnTo>
                  <a:lnTo>
                    <a:pt x="115187" y="326054"/>
                  </a:lnTo>
                  <a:lnTo>
                    <a:pt x="120257" y="327623"/>
                  </a:lnTo>
                  <a:lnTo>
                    <a:pt x="125374" y="329031"/>
                  </a:lnTo>
                  <a:lnTo>
                    <a:pt x="130533" y="330275"/>
                  </a:lnTo>
                  <a:lnTo>
                    <a:pt x="135729" y="331355"/>
                  </a:lnTo>
                  <a:lnTo>
                    <a:pt x="140956" y="332270"/>
                  </a:lnTo>
                  <a:lnTo>
                    <a:pt x="146210" y="333018"/>
                  </a:lnTo>
                  <a:lnTo>
                    <a:pt x="151485" y="333599"/>
                  </a:lnTo>
                  <a:lnTo>
                    <a:pt x="156776" y="334012"/>
                  </a:lnTo>
                  <a:lnTo>
                    <a:pt x="162077" y="334257"/>
                  </a:lnTo>
                  <a:lnTo>
                    <a:pt x="167384" y="334334"/>
                  </a:lnTo>
                  <a:lnTo>
                    <a:pt x="172690" y="334242"/>
                  </a:lnTo>
                  <a:lnTo>
                    <a:pt x="177990" y="333982"/>
                  </a:lnTo>
                  <a:lnTo>
                    <a:pt x="183280" y="333554"/>
                  </a:lnTo>
                  <a:lnTo>
                    <a:pt x="188553" y="332958"/>
                  </a:lnTo>
                  <a:lnTo>
                    <a:pt x="193805" y="332195"/>
                  </a:lnTo>
                  <a:lnTo>
                    <a:pt x="199030" y="331266"/>
                  </a:lnTo>
                  <a:lnTo>
                    <a:pt x="204223" y="330171"/>
                  </a:lnTo>
                  <a:lnTo>
                    <a:pt x="209378" y="328912"/>
                  </a:lnTo>
                  <a:lnTo>
                    <a:pt x="214491" y="327490"/>
                  </a:lnTo>
                  <a:lnTo>
                    <a:pt x="219556" y="325907"/>
                  </a:lnTo>
                  <a:lnTo>
                    <a:pt x="224569" y="324163"/>
                  </a:lnTo>
                  <a:lnTo>
                    <a:pt x="229523" y="322261"/>
                  </a:lnTo>
                  <a:lnTo>
                    <a:pt x="234415" y="320203"/>
                  </a:lnTo>
                  <a:lnTo>
                    <a:pt x="239238" y="317991"/>
                  </a:lnTo>
                  <a:lnTo>
                    <a:pt x="243990" y="315627"/>
                  </a:lnTo>
                  <a:lnTo>
                    <a:pt x="248663" y="313113"/>
                  </a:lnTo>
                  <a:lnTo>
                    <a:pt x="253255" y="310452"/>
                  </a:lnTo>
                  <a:lnTo>
                    <a:pt x="257760" y="307646"/>
                  </a:lnTo>
                  <a:lnTo>
                    <a:pt x="262173" y="304699"/>
                  </a:lnTo>
                  <a:lnTo>
                    <a:pt x="266491" y="301614"/>
                  </a:lnTo>
                  <a:lnTo>
                    <a:pt x="270708" y="298392"/>
                  </a:lnTo>
                  <a:lnTo>
                    <a:pt x="274822" y="295039"/>
                  </a:lnTo>
                  <a:lnTo>
                    <a:pt x="278826" y="291557"/>
                  </a:lnTo>
                  <a:lnTo>
                    <a:pt x="282718" y="287949"/>
                  </a:lnTo>
                  <a:lnTo>
                    <a:pt x="286494" y="284220"/>
                  </a:lnTo>
                  <a:lnTo>
                    <a:pt x="290149" y="280373"/>
                  </a:lnTo>
                  <a:lnTo>
                    <a:pt x="293681" y="276411"/>
                  </a:lnTo>
                  <a:lnTo>
                    <a:pt x="297085" y="272340"/>
                  </a:lnTo>
                  <a:lnTo>
                    <a:pt x="300358" y="268162"/>
                  </a:lnTo>
                  <a:lnTo>
                    <a:pt x="303496" y="263883"/>
                  </a:lnTo>
                  <a:lnTo>
                    <a:pt x="306498" y="259506"/>
                  </a:lnTo>
                  <a:lnTo>
                    <a:pt x="309358" y="255037"/>
                  </a:lnTo>
                  <a:lnTo>
                    <a:pt x="312076" y="250478"/>
                  </a:lnTo>
                  <a:lnTo>
                    <a:pt x="314647" y="245836"/>
                  </a:lnTo>
                  <a:lnTo>
                    <a:pt x="317070" y="241114"/>
                  </a:lnTo>
                  <a:lnTo>
                    <a:pt x="319342" y="236318"/>
                  </a:lnTo>
                  <a:lnTo>
                    <a:pt x="321460" y="231452"/>
                  </a:lnTo>
                  <a:lnTo>
                    <a:pt x="323423" y="226522"/>
                  </a:lnTo>
                  <a:lnTo>
                    <a:pt x="325228" y="221531"/>
                  </a:lnTo>
                  <a:lnTo>
                    <a:pt x="326874" y="216486"/>
                  </a:lnTo>
                  <a:lnTo>
                    <a:pt x="328359" y="211391"/>
                  </a:lnTo>
                  <a:lnTo>
                    <a:pt x="329682" y="206252"/>
                  </a:lnTo>
                  <a:lnTo>
                    <a:pt x="330841" y="201073"/>
                  </a:lnTo>
                  <a:lnTo>
                    <a:pt x="331834" y="195860"/>
                  </a:lnTo>
                  <a:lnTo>
                    <a:pt x="332662" y="190618"/>
                  </a:lnTo>
                  <a:lnTo>
                    <a:pt x="333323" y="185352"/>
                  </a:lnTo>
                  <a:lnTo>
                    <a:pt x="333817" y="180068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380988"/>
              <a:ext cx="166668" cy="12901"/>
            </a:xfrm>
            <a:custGeom>
              <a:avLst/>
              <a:pathLst>
                <a:path w="166668" h="12901">
                  <a:moveTo>
                    <a:pt x="166668" y="129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99276"/>
              <a:ext cx="167161" cy="94614"/>
            </a:xfrm>
            <a:custGeom>
              <a:avLst/>
              <a:pathLst>
                <a:path w="167161" h="94614">
                  <a:moveTo>
                    <a:pt x="166668" y="94614"/>
                  </a:moveTo>
                  <a:lnTo>
                    <a:pt x="167015" y="88842"/>
                  </a:lnTo>
                  <a:lnTo>
                    <a:pt x="167161" y="83063"/>
                  </a:lnTo>
                  <a:lnTo>
                    <a:pt x="167108" y="77282"/>
                  </a:lnTo>
                  <a:lnTo>
                    <a:pt x="166855" y="71506"/>
                  </a:lnTo>
                  <a:lnTo>
                    <a:pt x="166402" y="65742"/>
                  </a:lnTo>
                  <a:lnTo>
                    <a:pt x="165751" y="59997"/>
                  </a:lnTo>
                  <a:lnTo>
                    <a:pt x="164901" y="54279"/>
                  </a:lnTo>
                  <a:lnTo>
                    <a:pt x="163853" y="48593"/>
                  </a:lnTo>
                  <a:lnTo>
                    <a:pt x="162610" y="42946"/>
                  </a:lnTo>
                  <a:lnTo>
                    <a:pt x="161172" y="37347"/>
                  </a:lnTo>
                  <a:lnTo>
                    <a:pt x="159542" y="31800"/>
                  </a:lnTo>
                  <a:lnTo>
                    <a:pt x="157720" y="26313"/>
                  </a:lnTo>
                  <a:lnTo>
                    <a:pt x="155710" y="20892"/>
                  </a:lnTo>
                  <a:lnTo>
                    <a:pt x="153514" y="15544"/>
                  </a:lnTo>
                  <a:lnTo>
                    <a:pt x="151134" y="10275"/>
                  </a:lnTo>
                  <a:lnTo>
                    <a:pt x="148573" y="5091"/>
                  </a:lnTo>
                  <a:lnTo>
                    <a:pt x="145835" y="0"/>
                  </a:lnTo>
                  <a:lnTo>
                    <a:pt x="0" y="817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145835" cy="167167"/>
            </a:xfrm>
            <a:custGeom>
              <a:avLst/>
              <a:pathLst>
                <a:path w="145835" h="167167">
                  <a:moveTo>
                    <a:pt x="145835" y="85454"/>
                  </a:moveTo>
                  <a:lnTo>
                    <a:pt x="143048" y="80669"/>
                  </a:lnTo>
                  <a:lnTo>
                    <a:pt x="140105" y="75978"/>
                  </a:lnTo>
                  <a:lnTo>
                    <a:pt x="137008" y="71388"/>
                  </a:lnTo>
                  <a:lnTo>
                    <a:pt x="133760" y="66902"/>
                  </a:lnTo>
                  <a:lnTo>
                    <a:pt x="130366" y="62527"/>
                  </a:lnTo>
                  <a:lnTo>
                    <a:pt x="126829" y="58267"/>
                  </a:lnTo>
                  <a:lnTo>
                    <a:pt x="123152" y="54126"/>
                  </a:lnTo>
                  <a:lnTo>
                    <a:pt x="119341" y="50109"/>
                  </a:lnTo>
                  <a:lnTo>
                    <a:pt x="115398" y="46220"/>
                  </a:lnTo>
                  <a:lnTo>
                    <a:pt x="111329" y="42464"/>
                  </a:lnTo>
                  <a:lnTo>
                    <a:pt x="107137" y="38845"/>
                  </a:lnTo>
                  <a:lnTo>
                    <a:pt x="102829" y="35367"/>
                  </a:lnTo>
                  <a:lnTo>
                    <a:pt x="98407" y="32034"/>
                  </a:lnTo>
                  <a:lnTo>
                    <a:pt x="93877" y="28849"/>
                  </a:lnTo>
                  <a:lnTo>
                    <a:pt x="89244" y="25815"/>
                  </a:lnTo>
                  <a:lnTo>
                    <a:pt x="84513" y="22937"/>
                  </a:lnTo>
                  <a:lnTo>
                    <a:pt x="79690" y="20217"/>
                  </a:lnTo>
                  <a:lnTo>
                    <a:pt x="74779" y="17658"/>
                  </a:lnTo>
                  <a:lnTo>
                    <a:pt x="69786" y="15263"/>
                  </a:lnTo>
                  <a:lnTo>
                    <a:pt x="64717" y="13035"/>
                  </a:lnTo>
                  <a:lnTo>
                    <a:pt x="59576" y="10976"/>
                  </a:lnTo>
                  <a:lnTo>
                    <a:pt x="54370" y="9089"/>
                  </a:lnTo>
                  <a:lnTo>
                    <a:pt x="49105" y="7374"/>
                  </a:lnTo>
                  <a:lnTo>
                    <a:pt x="43785" y="5836"/>
                  </a:lnTo>
                  <a:lnTo>
                    <a:pt x="38418" y="4474"/>
                  </a:lnTo>
                  <a:lnTo>
                    <a:pt x="33008" y="3291"/>
                  </a:lnTo>
                  <a:lnTo>
                    <a:pt x="27562" y="2287"/>
                  </a:lnTo>
                  <a:lnTo>
                    <a:pt x="22086" y="1465"/>
                  </a:lnTo>
                  <a:lnTo>
                    <a:pt x="16586" y="824"/>
                  </a:lnTo>
                  <a:lnTo>
                    <a:pt x="11067" y="366"/>
                  </a:lnTo>
                  <a:lnTo>
                    <a:pt x="5536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751848" y="3707720"/>
              <a:ext cx="196426" cy="334314"/>
            </a:xfrm>
            <a:custGeom>
              <a:avLst/>
              <a:pathLst>
                <a:path w="196426" h="334314">
                  <a:moveTo>
                    <a:pt x="167162" y="0"/>
                  </a:moveTo>
                  <a:lnTo>
                    <a:pt x="161830" y="85"/>
                  </a:lnTo>
                  <a:lnTo>
                    <a:pt x="156504" y="340"/>
                  </a:lnTo>
                  <a:lnTo>
                    <a:pt x="151189" y="764"/>
                  </a:lnTo>
                  <a:lnTo>
                    <a:pt x="145890" y="1359"/>
                  </a:lnTo>
                  <a:lnTo>
                    <a:pt x="140612" y="2121"/>
                  </a:lnTo>
                  <a:lnTo>
                    <a:pt x="135362" y="3052"/>
                  </a:lnTo>
                  <a:lnTo>
                    <a:pt x="130143" y="4150"/>
                  </a:lnTo>
                  <a:lnTo>
                    <a:pt x="124963" y="5413"/>
                  </a:lnTo>
                  <a:lnTo>
                    <a:pt x="119825" y="6842"/>
                  </a:lnTo>
                  <a:lnTo>
                    <a:pt x="114736" y="8433"/>
                  </a:lnTo>
                  <a:lnTo>
                    <a:pt x="109700" y="10186"/>
                  </a:lnTo>
                  <a:lnTo>
                    <a:pt x="104722" y="12098"/>
                  </a:lnTo>
                  <a:lnTo>
                    <a:pt x="99808" y="14169"/>
                  </a:lnTo>
                  <a:lnTo>
                    <a:pt x="94963" y="16395"/>
                  </a:lnTo>
                  <a:lnTo>
                    <a:pt x="90191" y="18774"/>
                  </a:lnTo>
                  <a:lnTo>
                    <a:pt x="85497" y="21305"/>
                  </a:lnTo>
                  <a:lnTo>
                    <a:pt x="80887" y="23983"/>
                  </a:lnTo>
                  <a:lnTo>
                    <a:pt x="76364" y="26808"/>
                  </a:lnTo>
                  <a:lnTo>
                    <a:pt x="71933" y="29775"/>
                  </a:lnTo>
                  <a:lnTo>
                    <a:pt x="67600" y="32882"/>
                  </a:lnTo>
                  <a:lnTo>
                    <a:pt x="63368" y="36126"/>
                  </a:lnTo>
                  <a:lnTo>
                    <a:pt x="59241" y="39503"/>
                  </a:lnTo>
                  <a:lnTo>
                    <a:pt x="55224" y="43010"/>
                  </a:lnTo>
                  <a:lnTo>
                    <a:pt x="51321" y="46644"/>
                  </a:lnTo>
                  <a:lnTo>
                    <a:pt x="47536" y="50400"/>
                  </a:lnTo>
                  <a:lnTo>
                    <a:pt x="43873" y="54274"/>
                  </a:lnTo>
                  <a:lnTo>
                    <a:pt x="40335" y="58264"/>
                  </a:lnTo>
                  <a:lnTo>
                    <a:pt x="36926" y="62364"/>
                  </a:lnTo>
                  <a:lnTo>
                    <a:pt x="33650" y="66572"/>
                  </a:lnTo>
                  <a:lnTo>
                    <a:pt x="30509" y="70881"/>
                  </a:lnTo>
                  <a:lnTo>
                    <a:pt x="27508" y="75288"/>
                  </a:lnTo>
                  <a:lnTo>
                    <a:pt x="24648" y="79789"/>
                  </a:lnTo>
                  <a:lnTo>
                    <a:pt x="21934" y="84379"/>
                  </a:lnTo>
                  <a:lnTo>
                    <a:pt x="19368" y="89053"/>
                  </a:lnTo>
                  <a:lnTo>
                    <a:pt x="16951" y="93807"/>
                  </a:lnTo>
                  <a:lnTo>
                    <a:pt x="14688" y="98635"/>
                  </a:lnTo>
                  <a:lnTo>
                    <a:pt x="12580" y="103533"/>
                  </a:lnTo>
                  <a:lnTo>
                    <a:pt x="10629" y="108495"/>
                  </a:lnTo>
                  <a:lnTo>
                    <a:pt x="8837" y="113518"/>
                  </a:lnTo>
                  <a:lnTo>
                    <a:pt x="7207" y="118595"/>
                  </a:lnTo>
                  <a:lnTo>
                    <a:pt x="5739" y="123721"/>
                  </a:lnTo>
                  <a:lnTo>
                    <a:pt x="4435" y="128891"/>
                  </a:lnTo>
                  <a:lnTo>
                    <a:pt x="3297" y="134101"/>
                  </a:lnTo>
                  <a:lnTo>
                    <a:pt x="2326" y="139344"/>
                  </a:lnTo>
                  <a:lnTo>
                    <a:pt x="1523" y="144616"/>
                  </a:lnTo>
                  <a:lnTo>
                    <a:pt x="888" y="149910"/>
                  </a:lnTo>
                  <a:lnTo>
                    <a:pt x="422" y="155222"/>
                  </a:lnTo>
                  <a:lnTo>
                    <a:pt x="126" y="160546"/>
                  </a:lnTo>
                  <a:lnTo>
                    <a:pt x="0" y="165877"/>
                  </a:lnTo>
                  <a:lnTo>
                    <a:pt x="43" y="171209"/>
                  </a:lnTo>
                  <a:lnTo>
                    <a:pt x="257" y="176537"/>
                  </a:lnTo>
                  <a:lnTo>
                    <a:pt x="641" y="181856"/>
                  </a:lnTo>
                  <a:lnTo>
                    <a:pt x="1194" y="187159"/>
                  </a:lnTo>
                  <a:lnTo>
                    <a:pt x="1916" y="192442"/>
                  </a:lnTo>
                  <a:lnTo>
                    <a:pt x="2807" y="197700"/>
                  </a:lnTo>
                  <a:lnTo>
                    <a:pt x="3864" y="202926"/>
                  </a:lnTo>
                  <a:lnTo>
                    <a:pt x="5088" y="208116"/>
                  </a:lnTo>
                  <a:lnTo>
                    <a:pt x="6476" y="213265"/>
                  </a:lnTo>
                  <a:lnTo>
                    <a:pt x="8028" y="218366"/>
                  </a:lnTo>
                  <a:lnTo>
                    <a:pt x="9742" y="223416"/>
                  </a:lnTo>
                  <a:lnTo>
                    <a:pt x="11616" y="228408"/>
                  </a:lnTo>
                  <a:lnTo>
                    <a:pt x="13649" y="233338"/>
                  </a:lnTo>
                  <a:lnTo>
                    <a:pt x="15837" y="238200"/>
                  </a:lnTo>
                  <a:lnTo>
                    <a:pt x="18180" y="242991"/>
                  </a:lnTo>
                  <a:lnTo>
                    <a:pt x="20674" y="247704"/>
                  </a:lnTo>
                  <a:lnTo>
                    <a:pt x="23317" y="252335"/>
                  </a:lnTo>
                  <a:lnTo>
                    <a:pt x="26106" y="256879"/>
                  </a:lnTo>
                  <a:lnTo>
                    <a:pt x="29040" y="261332"/>
                  </a:lnTo>
                  <a:lnTo>
                    <a:pt x="32113" y="265690"/>
                  </a:lnTo>
                  <a:lnTo>
                    <a:pt x="35324" y="269947"/>
                  </a:lnTo>
                  <a:lnTo>
                    <a:pt x="38669" y="274100"/>
                  </a:lnTo>
                  <a:lnTo>
                    <a:pt x="42145" y="278143"/>
                  </a:lnTo>
                  <a:lnTo>
                    <a:pt x="45748" y="282074"/>
                  </a:lnTo>
                  <a:lnTo>
                    <a:pt x="49475" y="285888"/>
                  </a:lnTo>
                  <a:lnTo>
                    <a:pt x="53321" y="289581"/>
                  </a:lnTo>
                  <a:lnTo>
                    <a:pt x="57284" y="293150"/>
                  </a:lnTo>
                  <a:lnTo>
                    <a:pt x="61358" y="296590"/>
                  </a:lnTo>
                  <a:lnTo>
                    <a:pt x="65539" y="299899"/>
                  </a:lnTo>
                  <a:lnTo>
                    <a:pt x="69824" y="303073"/>
                  </a:lnTo>
                  <a:lnTo>
                    <a:pt x="74208" y="306108"/>
                  </a:lnTo>
                  <a:lnTo>
                    <a:pt x="78687" y="309002"/>
                  </a:lnTo>
                  <a:lnTo>
                    <a:pt x="83256" y="311752"/>
                  </a:lnTo>
                  <a:lnTo>
                    <a:pt x="87910" y="314354"/>
                  </a:lnTo>
                  <a:lnTo>
                    <a:pt x="92645" y="316807"/>
                  </a:lnTo>
                  <a:lnTo>
                    <a:pt x="97455" y="319107"/>
                  </a:lnTo>
                  <a:lnTo>
                    <a:pt x="102337" y="321253"/>
                  </a:lnTo>
                  <a:lnTo>
                    <a:pt x="107284" y="323243"/>
                  </a:lnTo>
                  <a:lnTo>
                    <a:pt x="112293" y="325073"/>
                  </a:lnTo>
                  <a:lnTo>
                    <a:pt x="117357" y="326743"/>
                  </a:lnTo>
                  <a:lnTo>
                    <a:pt x="122472" y="328250"/>
                  </a:lnTo>
                  <a:lnTo>
                    <a:pt x="127632" y="329593"/>
                  </a:lnTo>
                  <a:lnTo>
                    <a:pt x="132832" y="330771"/>
                  </a:lnTo>
                  <a:lnTo>
                    <a:pt x="138068" y="331783"/>
                  </a:lnTo>
                  <a:lnTo>
                    <a:pt x="143333" y="332627"/>
                  </a:lnTo>
                  <a:lnTo>
                    <a:pt x="148622" y="333303"/>
                  </a:lnTo>
                  <a:lnTo>
                    <a:pt x="153931" y="333810"/>
                  </a:lnTo>
                  <a:lnTo>
                    <a:pt x="159252" y="334147"/>
                  </a:lnTo>
                  <a:lnTo>
                    <a:pt x="164582" y="334314"/>
                  </a:lnTo>
                  <a:lnTo>
                    <a:pt x="169914" y="334312"/>
                  </a:lnTo>
                  <a:lnTo>
                    <a:pt x="175244" y="334139"/>
                  </a:lnTo>
                  <a:lnTo>
                    <a:pt x="180565" y="333796"/>
                  </a:lnTo>
                  <a:lnTo>
                    <a:pt x="185873" y="333284"/>
                  </a:lnTo>
                  <a:lnTo>
                    <a:pt x="191162" y="332603"/>
                  </a:lnTo>
                  <a:lnTo>
                    <a:pt x="196426" y="331753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907"/>
              <a:ext cx="167146" cy="331567"/>
            </a:xfrm>
            <a:custGeom>
              <a:avLst/>
              <a:pathLst>
                <a:path w="167146" h="331567">
                  <a:moveTo>
                    <a:pt x="29263" y="331567"/>
                  </a:moveTo>
                  <a:lnTo>
                    <a:pt x="34526" y="330544"/>
                  </a:lnTo>
                  <a:lnTo>
                    <a:pt x="39753" y="329353"/>
                  </a:lnTo>
                  <a:lnTo>
                    <a:pt x="44939" y="327994"/>
                  </a:lnTo>
                  <a:lnTo>
                    <a:pt x="50078" y="326471"/>
                  </a:lnTo>
                  <a:lnTo>
                    <a:pt x="55167" y="324783"/>
                  </a:lnTo>
                  <a:lnTo>
                    <a:pt x="60198" y="322933"/>
                  </a:lnTo>
                  <a:lnTo>
                    <a:pt x="65168" y="320922"/>
                  </a:lnTo>
                  <a:lnTo>
                    <a:pt x="70071" y="318754"/>
                  </a:lnTo>
                  <a:lnTo>
                    <a:pt x="74901" y="316429"/>
                  </a:lnTo>
                  <a:lnTo>
                    <a:pt x="79655" y="313950"/>
                  </a:lnTo>
                  <a:lnTo>
                    <a:pt x="84326" y="311320"/>
                  </a:lnTo>
                  <a:lnTo>
                    <a:pt x="88911" y="308542"/>
                  </a:lnTo>
                  <a:lnTo>
                    <a:pt x="93405" y="305618"/>
                  </a:lnTo>
                  <a:lnTo>
                    <a:pt x="97802" y="302552"/>
                  </a:lnTo>
                  <a:lnTo>
                    <a:pt x="102099" y="299346"/>
                  </a:lnTo>
                  <a:lnTo>
                    <a:pt x="106291" y="296004"/>
                  </a:lnTo>
                  <a:lnTo>
                    <a:pt x="110373" y="292530"/>
                  </a:lnTo>
                  <a:lnTo>
                    <a:pt x="114342" y="288926"/>
                  </a:lnTo>
                  <a:lnTo>
                    <a:pt x="118194" y="285197"/>
                  </a:lnTo>
                  <a:lnTo>
                    <a:pt x="121923" y="281346"/>
                  </a:lnTo>
                  <a:lnTo>
                    <a:pt x="125528" y="277378"/>
                  </a:lnTo>
                  <a:lnTo>
                    <a:pt x="129003" y="273296"/>
                  </a:lnTo>
                  <a:lnTo>
                    <a:pt x="132346" y="269105"/>
                  </a:lnTo>
                  <a:lnTo>
                    <a:pt x="135552" y="264809"/>
                  </a:lnTo>
                  <a:lnTo>
                    <a:pt x="138620" y="260412"/>
                  </a:lnTo>
                  <a:lnTo>
                    <a:pt x="141544" y="255919"/>
                  </a:lnTo>
                  <a:lnTo>
                    <a:pt x="144323" y="251335"/>
                  </a:lnTo>
                  <a:lnTo>
                    <a:pt x="146954" y="246664"/>
                  </a:lnTo>
                  <a:lnTo>
                    <a:pt x="149433" y="241911"/>
                  </a:lnTo>
                  <a:lnTo>
                    <a:pt x="151759" y="237080"/>
                  </a:lnTo>
                  <a:lnTo>
                    <a:pt x="153929" y="232178"/>
                  </a:lnTo>
                  <a:lnTo>
                    <a:pt x="155940" y="227209"/>
                  </a:lnTo>
                  <a:lnTo>
                    <a:pt x="157791" y="222178"/>
                  </a:lnTo>
                  <a:lnTo>
                    <a:pt x="159480" y="217090"/>
                  </a:lnTo>
                  <a:lnTo>
                    <a:pt x="161005" y="211950"/>
                  </a:lnTo>
                  <a:lnTo>
                    <a:pt x="162364" y="206764"/>
                  </a:lnTo>
                  <a:lnTo>
                    <a:pt x="163556" y="201538"/>
                  </a:lnTo>
                  <a:lnTo>
                    <a:pt x="164580" y="196276"/>
                  </a:lnTo>
                  <a:lnTo>
                    <a:pt x="165435" y="190983"/>
                  </a:lnTo>
                  <a:lnTo>
                    <a:pt x="166119" y="185666"/>
                  </a:lnTo>
                  <a:lnTo>
                    <a:pt x="166633" y="180330"/>
                  </a:lnTo>
                  <a:lnTo>
                    <a:pt x="166975" y="174980"/>
                  </a:lnTo>
                  <a:lnTo>
                    <a:pt x="167146" y="169622"/>
                  </a:lnTo>
                  <a:lnTo>
                    <a:pt x="167145" y="164261"/>
                  </a:lnTo>
                  <a:lnTo>
                    <a:pt x="166972" y="158903"/>
                  </a:lnTo>
                  <a:lnTo>
                    <a:pt x="166627" y="153553"/>
                  </a:lnTo>
                  <a:lnTo>
                    <a:pt x="166111" y="148217"/>
                  </a:lnTo>
                  <a:lnTo>
                    <a:pt x="165423" y="142900"/>
                  </a:lnTo>
                  <a:lnTo>
                    <a:pt x="164566" y="137608"/>
                  </a:lnTo>
                  <a:lnTo>
                    <a:pt x="163540" y="132346"/>
                  </a:lnTo>
                  <a:lnTo>
                    <a:pt x="162345" y="127120"/>
                  </a:lnTo>
                  <a:lnTo>
                    <a:pt x="160984" y="121935"/>
                  </a:lnTo>
                  <a:lnTo>
                    <a:pt x="159456" y="116796"/>
                  </a:lnTo>
                  <a:lnTo>
                    <a:pt x="157765" y="111709"/>
                  </a:lnTo>
                  <a:lnTo>
                    <a:pt x="155912" y="106679"/>
                  </a:lnTo>
                  <a:lnTo>
                    <a:pt x="153898" y="101711"/>
                  </a:lnTo>
                  <a:lnTo>
                    <a:pt x="151726" y="96809"/>
                  </a:lnTo>
                  <a:lnTo>
                    <a:pt x="149398" y="91980"/>
                  </a:lnTo>
                  <a:lnTo>
                    <a:pt x="146916" y="87228"/>
                  </a:lnTo>
                  <a:lnTo>
                    <a:pt x="144283" y="82559"/>
                  </a:lnTo>
                  <a:lnTo>
                    <a:pt x="141502" y="77976"/>
                  </a:lnTo>
                  <a:lnTo>
                    <a:pt x="138576" y="73484"/>
                  </a:lnTo>
                  <a:lnTo>
                    <a:pt x="135506" y="69089"/>
                  </a:lnTo>
                  <a:lnTo>
                    <a:pt x="132298" y="64794"/>
                  </a:lnTo>
                  <a:lnTo>
                    <a:pt x="128953" y="60604"/>
                  </a:lnTo>
                  <a:lnTo>
                    <a:pt x="125476" y="56524"/>
                  </a:lnTo>
                  <a:lnTo>
                    <a:pt x="121869" y="52558"/>
                  </a:lnTo>
                  <a:lnTo>
                    <a:pt x="118138" y="48709"/>
                  </a:lnTo>
                  <a:lnTo>
                    <a:pt x="114285" y="44981"/>
                  </a:lnTo>
                  <a:lnTo>
                    <a:pt x="110314" y="41379"/>
                  </a:lnTo>
                  <a:lnTo>
                    <a:pt x="106230" y="37907"/>
                  </a:lnTo>
                  <a:lnTo>
                    <a:pt x="102036" y="34567"/>
                  </a:lnTo>
                  <a:lnTo>
                    <a:pt x="97738" y="31363"/>
                  </a:lnTo>
                  <a:lnTo>
                    <a:pt x="93339" y="28299"/>
                  </a:lnTo>
                  <a:lnTo>
                    <a:pt x="88844" y="25377"/>
                  </a:lnTo>
                  <a:lnTo>
                    <a:pt x="84258" y="22601"/>
                  </a:lnTo>
                  <a:lnTo>
                    <a:pt x="79585" y="19974"/>
                  </a:lnTo>
                  <a:lnTo>
                    <a:pt x="74831" y="17497"/>
                  </a:lnTo>
                  <a:lnTo>
                    <a:pt x="69999" y="15175"/>
                  </a:lnTo>
                  <a:lnTo>
                    <a:pt x="65095" y="13008"/>
                  </a:lnTo>
                  <a:lnTo>
                    <a:pt x="60125" y="11000"/>
                  </a:lnTo>
                  <a:lnTo>
                    <a:pt x="55092" y="9153"/>
                  </a:lnTo>
                  <a:lnTo>
                    <a:pt x="50003" y="7467"/>
                  </a:lnTo>
                  <a:lnTo>
                    <a:pt x="44863" y="5946"/>
                  </a:lnTo>
                  <a:lnTo>
                    <a:pt x="39676" y="4590"/>
                  </a:lnTo>
                  <a:lnTo>
                    <a:pt x="34449" y="3401"/>
                  </a:lnTo>
                  <a:lnTo>
                    <a:pt x="29186" y="2381"/>
                  </a:lnTo>
                  <a:lnTo>
                    <a:pt x="23893" y="1530"/>
                  </a:lnTo>
                  <a:lnTo>
                    <a:pt x="18575" y="849"/>
                  </a:lnTo>
                  <a:lnTo>
                    <a:pt x="13239" y="338"/>
                  </a:lnTo>
                  <a:lnTo>
                    <a:pt x="7888" y="0"/>
                  </a:lnTo>
                  <a:lnTo>
                    <a:pt x="0" y="16698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7888" cy="167167"/>
            </a:xfrm>
            <a:custGeom>
              <a:avLst/>
              <a:pathLst>
                <a:path w="7888" h="167167">
                  <a:moveTo>
                    <a:pt x="7888" y="18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tx797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2025-06-05T22:55:15Z</dcterms:modified>
  <cp:category/>
</cp:coreProperties>
</file>