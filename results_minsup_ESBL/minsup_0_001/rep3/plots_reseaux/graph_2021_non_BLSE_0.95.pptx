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19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05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2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1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7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1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36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32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82840" y="1713845"/>
              <a:ext cx="0" cy="3247428"/>
            </a:xfrm>
            <a:custGeom>
              <a:avLst/>
              <a:pathLst>
                <a:path w="0" h="3247428">
                  <a:moveTo>
                    <a:pt x="0" y="0"/>
                  </a:moveTo>
                  <a:lnTo>
                    <a:pt x="0" y="3247428"/>
                  </a:lnTo>
                </a:path>
              </a:pathLst>
            </a:custGeom>
            <a:ln w="1615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58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78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11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21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35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35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81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201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34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43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32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7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1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36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79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653" y="3170392"/>
              <a:ext cx="3125" cy="167167"/>
            </a:xfrm>
            <a:custGeom>
              <a:avLst/>
              <a:pathLst>
                <a:path w="3125" h="167167">
                  <a:moveTo>
                    <a:pt x="3125" y="0"/>
                  </a:moveTo>
                  <a:lnTo>
                    <a:pt x="0" y="29"/>
                  </a:lnTo>
                  <a:lnTo>
                    <a:pt x="31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653" y="3170421"/>
              <a:ext cx="3125" cy="167138"/>
            </a:xfrm>
            <a:custGeom>
              <a:avLst/>
              <a:pathLst>
                <a:path w="3125" h="167138">
                  <a:moveTo>
                    <a:pt x="0" y="0"/>
                  </a:moveTo>
                  <a:lnTo>
                    <a:pt x="3125" y="167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17"/>
              <a:ext cx="334334" cy="334290"/>
            </a:xfrm>
            <a:custGeom>
              <a:avLst/>
              <a:pathLst>
                <a:path w="334334" h="334290">
                  <a:moveTo>
                    <a:pt x="164041" y="4"/>
                  </a:moveTo>
                  <a:lnTo>
                    <a:pt x="158743" y="187"/>
                  </a:lnTo>
                  <a:lnTo>
                    <a:pt x="153454" y="538"/>
                  </a:lnTo>
                  <a:lnTo>
                    <a:pt x="148179" y="1056"/>
                  </a:lnTo>
                  <a:lnTo>
                    <a:pt x="142922" y="1742"/>
                  </a:lnTo>
                  <a:lnTo>
                    <a:pt x="137690" y="2594"/>
                  </a:lnTo>
                  <a:lnTo>
                    <a:pt x="132488" y="3611"/>
                  </a:lnTo>
                  <a:lnTo>
                    <a:pt x="127320" y="4793"/>
                  </a:lnTo>
                  <a:lnTo>
                    <a:pt x="122193" y="6138"/>
                  </a:lnTo>
                  <a:lnTo>
                    <a:pt x="117111" y="7645"/>
                  </a:lnTo>
                  <a:lnTo>
                    <a:pt x="112079" y="9312"/>
                  </a:lnTo>
                  <a:lnTo>
                    <a:pt x="107102" y="11138"/>
                  </a:lnTo>
                  <a:lnTo>
                    <a:pt x="102186" y="13121"/>
                  </a:lnTo>
                  <a:lnTo>
                    <a:pt x="97336" y="15258"/>
                  </a:lnTo>
                  <a:lnTo>
                    <a:pt x="92555" y="17549"/>
                  </a:lnTo>
                  <a:lnTo>
                    <a:pt x="87850" y="19990"/>
                  </a:lnTo>
                  <a:lnTo>
                    <a:pt x="83224" y="22579"/>
                  </a:lnTo>
                  <a:lnTo>
                    <a:pt x="78682" y="25313"/>
                  </a:lnTo>
                  <a:lnTo>
                    <a:pt x="74230" y="28190"/>
                  </a:lnTo>
                  <a:lnTo>
                    <a:pt x="69871" y="31206"/>
                  </a:lnTo>
                  <a:lnTo>
                    <a:pt x="65610" y="34359"/>
                  </a:lnTo>
                  <a:lnTo>
                    <a:pt x="61451" y="37646"/>
                  </a:lnTo>
                  <a:lnTo>
                    <a:pt x="57398" y="41063"/>
                  </a:lnTo>
                  <a:lnTo>
                    <a:pt x="53456" y="44607"/>
                  </a:lnTo>
                  <a:lnTo>
                    <a:pt x="49628" y="48274"/>
                  </a:lnTo>
                  <a:lnTo>
                    <a:pt x="45918" y="52060"/>
                  </a:lnTo>
                  <a:lnTo>
                    <a:pt x="42331" y="55962"/>
                  </a:lnTo>
                  <a:lnTo>
                    <a:pt x="38868" y="59976"/>
                  </a:lnTo>
                  <a:lnTo>
                    <a:pt x="35535" y="64098"/>
                  </a:lnTo>
                  <a:lnTo>
                    <a:pt x="32334" y="68323"/>
                  </a:lnTo>
                  <a:lnTo>
                    <a:pt x="29269" y="72648"/>
                  </a:lnTo>
                  <a:lnTo>
                    <a:pt x="26342" y="77068"/>
                  </a:lnTo>
                  <a:lnTo>
                    <a:pt x="23557" y="81578"/>
                  </a:lnTo>
                  <a:lnTo>
                    <a:pt x="20916" y="86174"/>
                  </a:lnTo>
                  <a:lnTo>
                    <a:pt x="18423" y="90852"/>
                  </a:lnTo>
                  <a:lnTo>
                    <a:pt x="16079" y="95606"/>
                  </a:lnTo>
                  <a:lnTo>
                    <a:pt x="13886" y="100433"/>
                  </a:lnTo>
                  <a:lnTo>
                    <a:pt x="11848" y="105326"/>
                  </a:lnTo>
                  <a:lnTo>
                    <a:pt x="9966" y="110282"/>
                  </a:lnTo>
                  <a:lnTo>
                    <a:pt x="8243" y="115295"/>
                  </a:lnTo>
                  <a:lnTo>
                    <a:pt x="6679" y="120360"/>
                  </a:lnTo>
                  <a:lnTo>
                    <a:pt x="5276" y="125472"/>
                  </a:lnTo>
                  <a:lnTo>
                    <a:pt x="4036" y="130625"/>
                  </a:lnTo>
                  <a:lnTo>
                    <a:pt x="2961" y="135816"/>
                  </a:lnTo>
                  <a:lnTo>
                    <a:pt x="2050" y="141038"/>
                  </a:lnTo>
                  <a:lnTo>
                    <a:pt x="1305" y="146286"/>
                  </a:lnTo>
                  <a:lnTo>
                    <a:pt x="727" y="151556"/>
                  </a:lnTo>
                  <a:lnTo>
                    <a:pt x="317" y="156841"/>
                  </a:lnTo>
                  <a:lnTo>
                    <a:pt x="74" y="162136"/>
                  </a:lnTo>
                  <a:lnTo>
                    <a:pt x="0" y="167436"/>
                  </a:lnTo>
                  <a:lnTo>
                    <a:pt x="93" y="172737"/>
                  </a:lnTo>
                  <a:lnTo>
                    <a:pt x="354" y="178031"/>
                  </a:lnTo>
                  <a:lnTo>
                    <a:pt x="783" y="183314"/>
                  </a:lnTo>
                  <a:lnTo>
                    <a:pt x="1380" y="188582"/>
                  </a:lnTo>
                  <a:lnTo>
                    <a:pt x="2143" y="193827"/>
                  </a:lnTo>
                  <a:lnTo>
                    <a:pt x="3072" y="199046"/>
                  </a:lnTo>
                  <a:lnTo>
                    <a:pt x="4166" y="204233"/>
                  </a:lnTo>
                  <a:lnTo>
                    <a:pt x="5424" y="209382"/>
                  </a:lnTo>
                  <a:lnTo>
                    <a:pt x="6845" y="214489"/>
                  </a:lnTo>
                  <a:lnTo>
                    <a:pt x="8426" y="219549"/>
                  </a:lnTo>
                  <a:lnTo>
                    <a:pt x="10168" y="224556"/>
                  </a:lnTo>
                  <a:lnTo>
                    <a:pt x="12067" y="229504"/>
                  </a:lnTo>
                  <a:lnTo>
                    <a:pt x="14122" y="234391"/>
                  </a:lnTo>
                  <a:lnTo>
                    <a:pt x="16332" y="239209"/>
                  </a:lnTo>
                  <a:lnTo>
                    <a:pt x="18692" y="243956"/>
                  </a:lnTo>
                  <a:lnTo>
                    <a:pt x="21203" y="248624"/>
                  </a:lnTo>
                  <a:lnTo>
                    <a:pt x="23859" y="253211"/>
                  </a:lnTo>
                  <a:lnTo>
                    <a:pt x="26660" y="257712"/>
                  </a:lnTo>
                  <a:lnTo>
                    <a:pt x="29603" y="262121"/>
                  </a:lnTo>
                  <a:lnTo>
                    <a:pt x="32683" y="266435"/>
                  </a:lnTo>
                  <a:lnTo>
                    <a:pt x="35899" y="270649"/>
                  </a:lnTo>
                  <a:lnTo>
                    <a:pt x="39247" y="274759"/>
                  </a:lnTo>
                  <a:lnTo>
                    <a:pt x="42723" y="278761"/>
                  </a:lnTo>
                  <a:lnTo>
                    <a:pt x="46325" y="282650"/>
                  </a:lnTo>
                  <a:lnTo>
                    <a:pt x="50048" y="286424"/>
                  </a:lnTo>
                  <a:lnTo>
                    <a:pt x="53889" y="290077"/>
                  </a:lnTo>
                  <a:lnTo>
                    <a:pt x="57844" y="293607"/>
                  </a:lnTo>
                  <a:lnTo>
                    <a:pt x="61908" y="297010"/>
                  </a:lnTo>
                  <a:lnTo>
                    <a:pt x="66079" y="300282"/>
                  </a:lnTo>
                  <a:lnTo>
                    <a:pt x="70351" y="303420"/>
                  </a:lnTo>
                  <a:lnTo>
                    <a:pt x="74720" y="306421"/>
                  </a:lnTo>
                  <a:lnTo>
                    <a:pt x="79183" y="309282"/>
                  </a:lnTo>
                  <a:lnTo>
                    <a:pt x="83734" y="312000"/>
                  </a:lnTo>
                  <a:lnTo>
                    <a:pt x="88369" y="314573"/>
                  </a:lnTo>
                  <a:lnTo>
                    <a:pt x="93083" y="316997"/>
                  </a:lnTo>
                  <a:lnTo>
                    <a:pt x="97871" y="319270"/>
                  </a:lnTo>
                  <a:lnTo>
                    <a:pt x="102730" y="321391"/>
                  </a:lnTo>
                  <a:lnTo>
                    <a:pt x="107653" y="323357"/>
                  </a:lnTo>
                  <a:lnTo>
                    <a:pt x="112636" y="325165"/>
                  </a:lnTo>
                  <a:lnTo>
                    <a:pt x="117673" y="326814"/>
                  </a:lnTo>
                  <a:lnTo>
                    <a:pt x="122761" y="328303"/>
                  </a:lnTo>
                  <a:lnTo>
                    <a:pt x="127893" y="329630"/>
                  </a:lnTo>
                  <a:lnTo>
                    <a:pt x="133064" y="330794"/>
                  </a:lnTo>
                  <a:lnTo>
                    <a:pt x="138270" y="331793"/>
                  </a:lnTo>
                  <a:lnTo>
                    <a:pt x="143505" y="332626"/>
                  </a:lnTo>
                  <a:lnTo>
                    <a:pt x="148764" y="333293"/>
                  </a:lnTo>
                  <a:lnTo>
                    <a:pt x="154041" y="333793"/>
                  </a:lnTo>
                  <a:lnTo>
                    <a:pt x="159332" y="334126"/>
                  </a:lnTo>
                  <a:lnTo>
                    <a:pt x="164630" y="334290"/>
                  </a:lnTo>
                  <a:lnTo>
                    <a:pt x="169931" y="334286"/>
                  </a:lnTo>
                  <a:lnTo>
                    <a:pt x="175229" y="334115"/>
                  </a:lnTo>
                  <a:lnTo>
                    <a:pt x="180519" y="333775"/>
                  </a:lnTo>
                  <a:lnTo>
                    <a:pt x="185796" y="333268"/>
                  </a:lnTo>
                  <a:lnTo>
                    <a:pt x="191054" y="332594"/>
                  </a:lnTo>
                  <a:lnTo>
                    <a:pt x="196287" y="331753"/>
                  </a:lnTo>
                  <a:lnTo>
                    <a:pt x="201492" y="330747"/>
                  </a:lnTo>
                  <a:lnTo>
                    <a:pt x="206662" y="329577"/>
                  </a:lnTo>
                  <a:lnTo>
                    <a:pt x="211792" y="328243"/>
                  </a:lnTo>
                  <a:lnTo>
                    <a:pt x="216878" y="326747"/>
                  </a:lnTo>
                  <a:lnTo>
                    <a:pt x="221913" y="325090"/>
                  </a:lnTo>
                  <a:lnTo>
                    <a:pt x="226894" y="323275"/>
                  </a:lnTo>
                  <a:lnTo>
                    <a:pt x="231814" y="321303"/>
                  </a:lnTo>
                  <a:lnTo>
                    <a:pt x="236669" y="319176"/>
                  </a:lnTo>
                  <a:lnTo>
                    <a:pt x="241455" y="316896"/>
                  </a:lnTo>
                  <a:lnTo>
                    <a:pt x="246166" y="314465"/>
                  </a:lnTo>
                  <a:lnTo>
                    <a:pt x="250797" y="311886"/>
                  </a:lnTo>
                  <a:lnTo>
                    <a:pt x="255344" y="309162"/>
                  </a:lnTo>
                  <a:lnTo>
                    <a:pt x="259803" y="306295"/>
                  </a:lnTo>
                  <a:lnTo>
                    <a:pt x="264168" y="303288"/>
                  </a:lnTo>
                  <a:lnTo>
                    <a:pt x="268436" y="300144"/>
                  </a:lnTo>
                  <a:lnTo>
                    <a:pt x="272602" y="296866"/>
                  </a:lnTo>
                  <a:lnTo>
                    <a:pt x="276662" y="293458"/>
                  </a:lnTo>
                  <a:lnTo>
                    <a:pt x="280612" y="289922"/>
                  </a:lnTo>
                  <a:lnTo>
                    <a:pt x="284448" y="286264"/>
                  </a:lnTo>
                  <a:lnTo>
                    <a:pt x="288166" y="282485"/>
                  </a:lnTo>
                  <a:lnTo>
                    <a:pt x="291762" y="278591"/>
                  </a:lnTo>
                  <a:lnTo>
                    <a:pt x="295233" y="274585"/>
                  </a:lnTo>
                  <a:lnTo>
                    <a:pt x="298575" y="270470"/>
                  </a:lnTo>
                  <a:lnTo>
                    <a:pt x="301785" y="266252"/>
                  </a:lnTo>
                  <a:lnTo>
                    <a:pt x="304860" y="261934"/>
                  </a:lnTo>
                  <a:lnTo>
                    <a:pt x="307796" y="257520"/>
                  </a:lnTo>
                  <a:lnTo>
                    <a:pt x="310591" y="253016"/>
                  </a:lnTo>
                  <a:lnTo>
                    <a:pt x="313242" y="248425"/>
                  </a:lnTo>
                  <a:lnTo>
                    <a:pt x="315746" y="243753"/>
                  </a:lnTo>
                  <a:lnTo>
                    <a:pt x="318100" y="239004"/>
                  </a:lnTo>
                  <a:lnTo>
                    <a:pt x="320302" y="234182"/>
                  </a:lnTo>
                  <a:lnTo>
                    <a:pt x="322351" y="229293"/>
                  </a:lnTo>
                  <a:lnTo>
                    <a:pt x="324244" y="224341"/>
                  </a:lnTo>
                  <a:lnTo>
                    <a:pt x="325978" y="219332"/>
                  </a:lnTo>
                  <a:lnTo>
                    <a:pt x="327553" y="214271"/>
                  </a:lnTo>
                  <a:lnTo>
                    <a:pt x="328967" y="209162"/>
                  </a:lnTo>
                  <a:lnTo>
                    <a:pt x="330218" y="204011"/>
                  </a:lnTo>
                  <a:lnTo>
                    <a:pt x="331305" y="198822"/>
                  </a:lnTo>
                  <a:lnTo>
                    <a:pt x="332227" y="193602"/>
                  </a:lnTo>
                  <a:lnTo>
                    <a:pt x="332983" y="188356"/>
                  </a:lnTo>
                  <a:lnTo>
                    <a:pt x="333572" y="183088"/>
                  </a:lnTo>
                  <a:lnTo>
                    <a:pt x="333994" y="177803"/>
                  </a:lnTo>
                  <a:lnTo>
                    <a:pt x="334248" y="172509"/>
                  </a:lnTo>
                  <a:lnTo>
                    <a:pt x="334334" y="167208"/>
                  </a:lnTo>
                  <a:lnTo>
                    <a:pt x="334252" y="161908"/>
                  </a:lnTo>
                  <a:lnTo>
                    <a:pt x="334002" y="156613"/>
                  </a:lnTo>
                  <a:lnTo>
                    <a:pt x="333585" y="151329"/>
                  </a:lnTo>
                  <a:lnTo>
                    <a:pt x="332999" y="146060"/>
                  </a:lnTo>
                  <a:lnTo>
                    <a:pt x="332248" y="140813"/>
                  </a:lnTo>
                  <a:lnTo>
                    <a:pt x="331330" y="135592"/>
                  </a:lnTo>
                  <a:lnTo>
                    <a:pt x="330247" y="130403"/>
                  </a:lnTo>
                  <a:lnTo>
                    <a:pt x="329000" y="125251"/>
                  </a:lnTo>
                  <a:lnTo>
                    <a:pt x="327591" y="120141"/>
                  </a:lnTo>
                  <a:lnTo>
                    <a:pt x="326020" y="115078"/>
                  </a:lnTo>
                  <a:lnTo>
                    <a:pt x="324289" y="110068"/>
                  </a:lnTo>
                  <a:lnTo>
                    <a:pt x="322401" y="105114"/>
                  </a:lnTo>
                  <a:lnTo>
                    <a:pt x="320356" y="100224"/>
                  </a:lnTo>
                  <a:lnTo>
                    <a:pt x="318157" y="95400"/>
                  </a:lnTo>
                  <a:lnTo>
                    <a:pt x="315807" y="90649"/>
                  </a:lnTo>
                  <a:lnTo>
                    <a:pt x="313307" y="85975"/>
                  </a:lnTo>
                  <a:lnTo>
                    <a:pt x="310660" y="81382"/>
                  </a:lnTo>
                  <a:lnTo>
                    <a:pt x="307868" y="76876"/>
                  </a:lnTo>
                  <a:lnTo>
                    <a:pt x="304936" y="72460"/>
                  </a:lnTo>
                  <a:lnTo>
                    <a:pt x="301864" y="68139"/>
                  </a:lnTo>
                  <a:lnTo>
                    <a:pt x="298658" y="63918"/>
                  </a:lnTo>
                  <a:lnTo>
                    <a:pt x="295319" y="59801"/>
                  </a:lnTo>
                  <a:lnTo>
                    <a:pt x="291851" y="55792"/>
                  </a:lnTo>
                  <a:lnTo>
                    <a:pt x="288258" y="51895"/>
                  </a:lnTo>
                  <a:lnTo>
                    <a:pt x="284543" y="48113"/>
                  </a:lnTo>
                  <a:lnTo>
                    <a:pt x="280710" y="44452"/>
                  </a:lnTo>
                  <a:lnTo>
                    <a:pt x="276763" y="40913"/>
                  </a:lnTo>
                  <a:lnTo>
                    <a:pt x="272706" y="37502"/>
                  </a:lnTo>
                  <a:lnTo>
                    <a:pt x="268542" y="34221"/>
                  </a:lnTo>
                  <a:lnTo>
                    <a:pt x="264277" y="31073"/>
                  </a:lnTo>
                  <a:lnTo>
                    <a:pt x="259914" y="28063"/>
                  </a:lnTo>
                  <a:lnTo>
                    <a:pt x="255457" y="25192"/>
                  </a:lnTo>
                  <a:lnTo>
                    <a:pt x="250912" y="22464"/>
                  </a:lnTo>
                  <a:lnTo>
                    <a:pt x="246283" y="19882"/>
                  </a:lnTo>
                  <a:lnTo>
                    <a:pt x="241574" y="17447"/>
                  </a:lnTo>
                  <a:lnTo>
                    <a:pt x="236791" y="15163"/>
                  </a:lnTo>
                  <a:lnTo>
                    <a:pt x="231937" y="13032"/>
                  </a:lnTo>
                  <a:lnTo>
                    <a:pt x="227018" y="11056"/>
                  </a:lnTo>
                  <a:lnTo>
                    <a:pt x="222039" y="9237"/>
                  </a:lnTo>
                  <a:lnTo>
                    <a:pt x="217005" y="7577"/>
                  </a:lnTo>
                  <a:lnTo>
                    <a:pt x="211921" y="6077"/>
                  </a:lnTo>
                  <a:lnTo>
                    <a:pt x="206792" y="4739"/>
                  </a:lnTo>
                  <a:lnTo>
                    <a:pt x="201622" y="3564"/>
                  </a:lnTo>
                  <a:lnTo>
                    <a:pt x="196419" y="2554"/>
                  </a:lnTo>
                  <a:lnTo>
                    <a:pt x="191186" y="1709"/>
                  </a:lnTo>
                  <a:lnTo>
                    <a:pt x="185928" y="1031"/>
                  </a:lnTo>
                  <a:lnTo>
                    <a:pt x="180652" y="519"/>
                  </a:lnTo>
                  <a:lnTo>
                    <a:pt x="175362" y="175"/>
                  </a:lnTo>
                  <a:lnTo>
                    <a:pt x="170064" y="0"/>
                  </a:lnTo>
                  <a:lnTo>
                    <a:pt x="167167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940" y="2655501"/>
              <a:ext cx="30554" cy="167167"/>
            </a:xfrm>
            <a:custGeom>
              <a:avLst/>
              <a:pathLst>
                <a:path w="30554" h="167167">
                  <a:moveTo>
                    <a:pt x="30554" y="0"/>
                  </a:moveTo>
                  <a:lnTo>
                    <a:pt x="22875" y="176"/>
                  </a:lnTo>
                  <a:lnTo>
                    <a:pt x="15212" y="705"/>
                  </a:lnTo>
                  <a:lnTo>
                    <a:pt x="7581" y="1585"/>
                  </a:lnTo>
                  <a:lnTo>
                    <a:pt x="0" y="2816"/>
                  </a:lnTo>
                  <a:lnTo>
                    <a:pt x="305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2940" y="2658317"/>
              <a:ext cx="30554" cy="164351"/>
            </a:xfrm>
            <a:custGeom>
              <a:avLst/>
              <a:pathLst>
                <a:path w="30554" h="164351">
                  <a:moveTo>
                    <a:pt x="0" y="0"/>
                  </a:moveTo>
                  <a:lnTo>
                    <a:pt x="30554" y="1643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6332" y="2658317"/>
              <a:ext cx="334329" cy="331508"/>
            </a:xfrm>
            <a:custGeom>
              <a:avLst/>
              <a:pathLst>
                <a:path w="334329" h="331508">
                  <a:moveTo>
                    <a:pt x="136608" y="0"/>
                  </a:moveTo>
                  <a:lnTo>
                    <a:pt x="131417" y="1050"/>
                  </a:lnTo>
                  <a:lnTo>
                    <a:pt x="126261" y="2264"/>
                  </a:lnTo>
                  <a:lnTo>
                    <a:pt x="121146" y="3642"/>
                  </a:lnTo>
                  <a:lnTo>
                    <a:pt x="116078" y="5180"/>
                  </a:lnTo>
                  <a:lnTo>
                    <a:pt x="111061" y="6879"/>
                  </a:lnTo>
                  <a:lnTo>
                    <a:pt x="106100" y="8735"/>
                  </a:lnTo>
                  <a:lnTo>
                    <a:pt x="101201" y="10748"/>
                  </a:lnTo>
                  <a:lnTo>
                    <a:pt x="96367" y="12914"/>
                  </a:lnTo>
                  <a:lnTo>
                    <a:pt x="91605" y="15233"/>
                  </a:lnTo>
                  <a:lnTo>
                    <a:pt x="86919" y="17702"/>
                  </a:lnTo>
                  <a:lnTo>
                    <a:pt x="82313" y="20318"/>
                  </a:lnTo>
                  <a:lnTo>
                    <a:pt x="77792" y="23078"/>
                  </a:lnTo>
                  <a:lnTo>
                    <a:pt x="73362" y="25981"/>
                  </a:lnTo>
                  <a:lnTo>
                    <a:pt x="69025" y="29022"/>
                  </a:lnTo>
                  <a:lnTo>
                    <a:pt x="64787" y="32199"/>
                  </a:lnTo>
                  <a:lnTo>
                    <a:pt x="60651" y="35509"/>
                  </a:lnTo>
                  <a:lnTo>
                    <a:pt x="56623" y="38948"/>
                  </a:lnTo>
                  <a:lnTo>
                    <a:pt x="52705" y="42513"/>
                  </a:lnTo>
                  <a:lnTo>
                    <a:pt x="48903" y="46200"/>
                  </a:lnTo>
                  <a:lnTo>
                    <a:pt x="45219" y="50006"/>
                  </a:lnTo>
                  <a:lnTo>
                    <a:pt x="41658" y="53927"/>
                  </a:lnTo>
                  <a:lnTo>
                    <a:pt x="38222" y="57958"/>
                  </a:lnTo>
                  <a:lnTo>
                    <a:pt x="34916" y="62097"/>
                  </a:lnTo>
                  <a:lnTo>
                    <a:pt x="31743" y="66338"/>
                  </a:lnTo>
                  <a:lnTo>
                    <a:pt x="28706" y="70677"/>
                  </a:lnTo>
                  <a:lnTo>
                    <a:pt x="25808" y="75111"/>
                  </a:lnTo>
                  <a:lnTo>
                    <a:pt x="23051" y="79634"/>
                  </a:lnTo>
                  <a:lnTo>
                    <a:pt x="20440" y="84242"/>
                  </a:lnTo>
                  <a:lnTo>
                    <a:pt x="17976" y="88931"/>
                  </a:lnTo>
                  <a:lnTo>
                    <a:pt x="15661" y="93695"/>
                  </a:lnTo>
                  <a:lnTo>
                    <a:pt x="13499" y="98531"/>
                  </a:lnTo>
                  <a:lnTo>
                    <a:pt x="11490" y="103432"/>
                  </a:lnTo>
                  <a:lnTo>
                    <a:pt x="9639" y="108394"/>
                  </a:lnTo>
                  <a:lnTo>
                    <a:pt x="7945" y="113413"/>
                  </a:lnTo>
                  <a:lnTo>
                    <a:pt x="6411" y="118483"/>
                  </a:lnTo>
                  <a:lnTo>
                    <a:pt x="5038" y="123599"/>
                  </a:lnTo>
                  <a:lnTo>
                    <a:pt x="3829" y="128756"/>
                  </a:lnTo>
                  <a:lnTo>
                    <a:pt x="2783" y="133948"/>
                  </a:lnTo>
                  <a:lnTo>
                    <a:pt x="1902" y="139171"/>
                  </a:lnTo>
                  <a:lnTo>
                    <a:pt x="1188" y="144419"/>
                  </a:lnTo>
                  <a:lnTo>
                    <a:pt x="639" y="149688"/>
                  </a:lnTo>
                  <a:lnTo>
                    <a:pt x="259" y="154971"/>
                  </a:lnTo>
                  <a:lnTo>
                    <a:pt x="45" y="160263"/>
                  </a:lnTo>
                  <a:lnTo>
                    <a:pt x="0" y="165560"/>
                  </a:lnTo>
                  <a:lnTo>
                    <a:pt x="122" y="170855"/>
                  </a:lnTo>
                  <a:lnTo>
                    <a:pt x="412" y="176144"/>
                  </a:lnTo>
                  <a:lnTo>
                    <a:pt x="869" y="181421"/>
                  </a:lnTo>
                  <a:lnTo>
                    <a:pt x="1493" y="186681"/>
                  </a:lnTo>
                  <a:lnTo>
                    <a:pt x="2284" y="191918"/>
                  </a:lnTo>
                  <a:lnTo>
                    <a:pt x="3240" y="197128"/>
                  </a:lnTo>
                  <a:lnTo>
                    <a:pt x="4361" y="202305"/>
                  </a:lnTo>
                  <a:lnTo>
                    <a:pt x="5645" y="207444"/>
                  </a:lnTo>
                  <a:lnTo>
                    <a:pt x="7091" y="212539"/>
                  </a:lnTo>
                  <a:lnTo>
                    <a:pt x="8698" y="217586"/>
                  </a:lnTo>
                  <a:lnTo>
                    <a:pt x="10464" y="222580"/>
                  </a:lnTo>
                  <a:lnTo>
                    <a:pt x="12388" y="227515"/>
                  </a:lnTo>
                  <a:lnTo>
                    <a:pt x="14467" y="232387"/>
                  </a:lnTo>
                  <a:lnTo>
                    <a:pt x="16699" y="237191"/>
                  </a:lnTo>
                  <a:lnTo>
                    <a:pt x="19082" y="241921"/>
                  </a:lnTo>
                  <a:lnTo>
                    <a:pt x="21614" y="246573"/>
                  </a:lnTo>
                  <a:lnTo>
                    <a:pt x="24292" y="251143"/>
                  </a:lnTo>
                  <a:lnTo>
                    <a:pt x="27113" y="255626"/>
                  </a:lnTo>
                  <a:lnTo>
                    <a:pt x="30075" y="260017"/>
                  </a:lnTo>
                  <a:lnTo>
                    <a:pt x="33175" y="264312"/>
                  </a:lnTo>
                  <a:lnTo>
                    <a:pt x="36409" y="268507"/>
                  </a:lnTo>
                  <a:lnTo>
                    <a:pt x="39775" y="272597"/>
                  </a:lnTo>
                  <a:lnTo>
                    <a:pt x="43268" y="276579"/>
                  </a:lnTo>
                  <a:lnTo>
                    <a:pt x="46886" y="280448"/>
                  </a:lnTo>
                  <a:lnTo>
                    <a:pt x="50624" y="284200"/>
                  </a:lnTo>
                  <a:lnTo>
                    <a:pt x="54480" y="287832"/>
                  </a:lnTo>
                  <a:lnTo>
                    <a:pt x="58448" y="291340"/>
                  </a:lnTo>
                  <a:lnTo>
                    <a:pt x="62526" y="294720"/>
                  </a:lnTo>
                  <a:lnTo>
                    <a:pt x="66709" y="297970"/>
                  </a:lnTo>
                  <a:lnTo>
                    <a:pt x="70993" y="301085"/>
                  </a:lnTo>
                  <a:lnTo>
                    <a:pt x="75373" y="304063"/>
                  </a:lnTo>
                  <a:lnTo>
                    <a:pt x="79845" y="306901"/>
                  </a:lnTo>
                  <a:lnTo>
                    <a:pt x="84405" y="309596"/>
                  </a:lnTo>
                  <a:lnTo>
                    <a:pt x="89048" y="312145"/>
                  </a:lnTo>
                  <a:lnTo>
                    <a:pt x="93770" y="314546"/>
                  </a:lnTo>
                  <a:lnTo>
                    <a:pt x="98565" y="316795"/>
                  </a:lnTo>
                  <a:lnTo>
                    <a:pt x="103429" y="318892"/>
                  </a:lnTo>
                  <a:lnTo>
                    <a:pt x="108357" y="320834"/>
                  </a:lnTo>
                  <a:lnTo>
                    <a:pt x="113344" y="322618"/>
                  </a:lnTo>
                  <a:lnTo>
                    <a:pt x="118386" y="324244"/>
                  </a:lnTo>
                  <a:lnTo>
                    <a:pt x="123476" y="325709"/>
                  </a:lnTo>
                  <a:lnTo>
                    <a:pt x="128610" y="327012"/>
                  </a:lnTo>
                  <a:lnTo>
                    <a:pt x="133782" y="328152"/>
                  </a:lnTo>
                  <a:lnTo>
                    <a:pt x="138989" y="329127"/>
                  </a:lnTo>
                  <a:lnTo>
                    <a:pt x="144223" y="329937"/>
                  </a:lnTo>
                  <a:lnTo>
                    <a:pt x="149481" y="330581"/>
                  </a:lnTo>
                  <a:lnTo>
                    <a:pt x="154756" y="331057"/>
                  </a:lnTo>
                  <a:lnTo>
                    <a:pt x="160044" y="331367"/>
                  </a:lnTo>
                  <a:lnTo>
                    <a:pt x="165339" y="331508"/>
                  </a:lnTo>
                  <a:lnTo>
                    <a:pt x="170635" y="331482"/>
                  </a:lnTo>
                  <a:lnTo>
                    <a:pt x="175929" y="331288"/>
                  </a:lnTo>
                  <a:lnTo>
                    <a:pt x="181213" y="330927"/>
                  </a:lnTo>
                  <a:lnTo>
                    <a:pt x="186483" y="330398"/>
                  </a:lnTo>
                  <a:lnTo>
                    <a:pt x="191734" y="329703"/>
                  </a:lnTo>
                  <a:lnTo>
                    <a:pt x="196960" y="328841"/>
                  </a:lnTo>
                  <a:lnTo>
                    <a:pt x="202157" y="327815"/>
                  </a:lnTo>
                  <a:lnTo>
                    <a:pt x="207318" y="326624"/>
                  </a:lnTo>
                  <a:lnTo>
                    <a:pt x="212439" y="325270"/>
                  </a:lnTo>
                  <a:lnTo>
                    <a:pt x="217514" y="323755"/>
                  </a:lnTo>
                  <a:lnTo>
                    <a:pt x="222539" y="322080"/>
                  </a:lnTo>
                  <a:lnTo>
                    <a:pt x="227508" y="320246"/>
                  </a:lnTo>
                  <a:lnTo>
                    <a:pt x="232417" y="318256"/>
                  </a:lnTo>
                  <a:lnTo>
                    <a:pt x="237260" y="316111"/>
                  </a:lnTo>
                  <a:lnTo>
                    <a:pt x="242033" y="313814"/>
                  </a:lnTo>
                  <a:lnTo>
                    <a:pt x="246731" y="311367"/>
                  </a:lnTo>
                  <a:lnTo>
                    <a:pt x="251349" y="308773"/>
                  </a:lnTo>
                  <a:lnTo>
                    <a:pt x="255882" y="306033"/>
                  </a:lnTo>
                  <a:lnTo>
                    <a:pt x="260326" y="303151"/>
                  </a:lnTo>
                  <a:lnTo>
                    <a:pt x="264677" y="300130"/>
                  </a:lnTo>
                  <a:lnTo>
                    <a:pt x="268929" y="296972"/>
                  </a:lnTo>
                  <a:lnTo>
                    <a:pt x="273080" y="293682"/>
                  </a:lnTo>
                  <a:lnTo>
                    <a:pt x="277124" y="290261"/>
                  </a:lnTo>
                  <a:lnTo>
                    <a:pt x="281058" y="286714"/>
                  </a:lnTo>
                  <a:lnTo>
                    <a:pt x="284877" y="283044"/>
                  </a:lnTo>
                  <a:lnTo>
                    <a:pt x="288579" y="279256"/>
                  </a:lnTo>
                  <a:lnTo>
                    <a:pt x="292158" y="275351"/>
                  </a:lnTo>
                  <a:lnTo>
                    <a:pt x="295612" y="271335"/>
                  </a:lnTo>
                  <a:lnTo>
                    <a:pt x="298937" y="267212"/>
                  </a:lnTo>
                  <a:lnTo>
                    <a:pt x="302130" y="262986"/>
                  </a:lnTo>
                  <a:lnTo>
                    <a:pt x="305187" y="258660"/>
                  </a:lnTo>
                  <a:lnTo>
                    <a:pt x="308105" y="254240"/>
                  </a:lnTo>
                  <a:lnTo>
                    <a:pt x="310882" y="249730"/>
                  </a:lnTo>
                  <a:lnTo>
                    <a:pt x="313515" y="245134"/>
                  </a:lnTo>
                  <a:lnTo>
                    <a:pt x="316001" y="240456"/>
                  </a:lnTo>
                  <a:lnTo>
                    <a:pt x="318337" y="235703"/>
                  </a:lnTo>
                  <a:lnTo>
                    <a:pt x="320522" y="230878"/>
                  </a:lnTo>
                  <a:lnTo>
                    <a:pt x="322553" y="225986"/>
                  </a:lnTo>
                  <a:lnTo>
                    <a:pt x="324427" y="221032"/>
                  </a:lnTo>
                  <a:lnTo>
                    <a:pt x="326144" y="216021"/>
                  </a:lnTo>
                  <a:lnTo>
                    <a:pt x="327701" y="210958"/>
                  </a:lnTo>
                  <a:lnTo>
                    <a:pt x="329097" y="205849"/>
                  </a:lnTo>
                  <a:lnTo>
                    <a:pt x="330331" y="200697"/>
                  </a:lnTo>
                  <a:lnTo>
                    <a:pt x="331400" y="195510"/>
                  </a:lnTo>
                  <a:lnTo>
                    <a:pt x="332305" y="190291"/>
                  </a:lnTo>
                  <a:lnTo>
                    <a:pt x="333044" y="185046"/>
                  </a:lnTo>
                  <a:lnTo>
                    <a:pt x="333616" y="179780"/>
                  </a:lnTo>
                  <a:lnTo>
                    <a:pt x="334022" y="174499"/>
                  </a:lnTo>
                  <a:lnTo>
                    <a:pt x="334259" y="169207"/>
                  </a:lnTo>
                  <a:lnTo>
                    <a:pt x="334329" y="163911"/>
                  </a:lnTo>
                  <a:lnTo>
                    <a:pt x="334232" y="158615"/>
                  </a:lnTo>
                  <a:lnTo>
                    <a:pt x="333966" y="153325"/>
                  </a:lnTo>
                  <a:lnTo>
                    <a:pt x="333533" y="148046"/>
                  </a:lnTo>
                  <a:lnTo>
                    <a:pt x="332933" y="142783"/>
                  </a:lnTo>
                  <a:lnTo>
                    <a:pt x="332166" y="137542"/>
                  </a:lnTo>
                  <a:lnTo>
                    <a:pt x="331234" y="132328"/>
                  </a:lnTo>
                  <a:lnTo>
                    <a:pt x="330137" y="127146"/>
                  </a:lnTo>
                  <a:lnTo>
                    <a:pt x="328877" y="122002"/>
                  </a:lnTo>
                  <a:lnTo>
                    <a:pt x="327454" y="116900"/>
                  </a:lnTo>
                  <a:lnTo>
                    <a:pt x="325870" y="111845"/>
                  </a:lnTo>
                  <a:lnTo>
                    <a:pt x="324127" y="106843"/>
                  </a:lnTo>
                  <a:lnTo>
                    <a:pt x="322226" y="101899"/>
                  </a:lnTo>
                  <a:lnTo>
                    <a:pt x="320170" y="97018"/>
                  </a:lnTo>
                  <a:lnTo>
                    <a:pt x="317960" y="92204"/>
                  </a:lnTo>
                  <a:lnTo>
                    <a:pt x="315598" y="87463"/>
                  </a:lnTo>
                  <a:lnTo>
                    <a:pt x="313088" y="82799"/>
                  </a:lnTo>
                  <a:lnTo>
                    <a:pt x="310431" y="78217"/>
                  </a:lnTo>
                  <a:lnTo>
                    <a:pt x="307630" y="73721"/>
                  </a:lnTo>
                  <a:lnTo>
                    <a:pt x="304689" y="69316"/>
                  </a:lnTo>
                  <a:lnTo>
                    <a:pt x="301609" y="65007"/>
                  </a:lnTo>
                  <a:lnTo>
                    <a:pt x="298394" y="60797"/>
                  </a:lnTo>
                  <a:lnTo>
                    <a:pt x="295047" y="56692"/>
                  </a:lnTo>
                  <a:lnTo>
                    <a:pt x="291572" y="52694"/>
                  </a:lnTo>
                  <a:lnTo>
                    <a:pt x="287972" y="48809"/>
                  </a:lnTo>
                  <a:lnTo>
                    <a:pt x="284251" y="45039"/>
                  </a:lnTo>
                  <a:lnTo>
                    <a:pt x="280412" y="41390"/>
                  </a:lnTo>
                  <a:lnTo>
                    <a:pt x="276460" y="37864"/>
                  </a:lnTo>
                  <a:lnTo>
                    <a:pt x="272398" y="34464"/>
                  </a:lnTo>
                  <a:lnTo>
                    <a:pt x="268230" y="31196"/>
                  </a:lnTo>
                  <a:lnTo>
                    <a:pt x="263961" y="28060"/>
                  </a:lnTo>
                  <a:lnTo>
                    <a:pt x="259594" y="25062"/>
                  </a:lnTo>
                  <a:lnTo>
                    <a:pt x="255135" y="22204"/>
                  </a:lnTo>
                  <a:lnTo>
                    <a:pt x="250587" y="19488"/>
                  </a:lnTo>
                  <a:lnTo>
                    <a:pt x="245956" y="16918"/>
                  </a:lnTo>
                  <a:lnTo>
                    <a:pt x="241245" y="14495"/>
                  </a:lnTo>
                  <a:lnTo>
                    <a:pt x="236461" y="12224"/>
                  </a:lnTo>
                  <a:lnTo>
                    <a:pt x="231606" y="10104"/>
                  </a:lnTo>
                  <a:lnTo>
                    <a:pt x="226687" y="8140"/>
                  </a:lnTo>
                  <a:lnTo>
                    <a:pt x="167163" y="164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495" y="2655501"/>
              <a:ext cx="59524" cy="167167"/>
            </a:xfrm>
            <a:custGeom>
              <a:avLst/>
              <a:pathLst>
                <a:path w="59524" h="167167">
                  <a:moveTo>
                    <a:pt x="59524" y="10956"/>
                  </a:moveTo>
                  <a:lnTo>
                    <a:pt x="53799" y="8893"/>
                  </a:lnTo>
                  <a:lnTo>
                    <a:pt x="48002" y="7040"/>
                  </a:lnTo>
                  <a:lnTo>
                    <a:pt x="42142" y="5399"/>
                  </a:lnTo>
                  <a:lnTo>
                    <a:pt x="36226" y="3972"/>
                  </a:lnTo>
                  <a:lnTo>
                    <a:pt x="30262" y="2762"/>
                  </a:lnTo>
                  <a:lnTo>
                    <a:pt x="24258" y="1769"/>
                  </a:lnTo>
                  <a:lnTo>
                    <a:pt x="18221" y="996"/>
                  </a:lnTo>
                  <a:lnTo>
                    <a:pt x="12161" y="442"/>
                  </a:lnTo>
                  <a:lnTo>
                    <a:pt x="6084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30" y="2168369"/>
              <a:ext cx="5161" cy="167167"/>
            </a:xfrm>
            <a:custGeom>
              <a:avLst/>
              <a:pathLst>
                <a:path w="5161" h="167167">
                  <a:moveTo>
                    <a:pt x="5161" y="0"/>
                  </a:moveTo>
                  <a:lnTo>
                    <a:pt x="0" y="79"/>
                  </a:lnTo>
                  <a:lnTo>
                    <a:pt x="51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0730" y="2168448"/>
              <a:ext cx="5161" cy="167087"/>
            </a:xfrm>
            <a:custGeom>
              <a:avLst/>
              <a:pathLst>
                <a:path w="5161" h="167087">
                  <a:moveTo>
                    <a:pt x="0" y="0"/>
                  </a:moveTo>
                  <a:lnTo>
                    <a:pt x="5161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78738" y="2168448"/>
              <a:ext cx="334064" cy="334252"/>
            </a:xfrm>
            <a:custGeom>
              <a:avLst/>
              <a:pathLst>
                <a:path w="334064" h="334252">
                  <a:moveTo>
                    <a:pt x="161992" y="0"/>
                  </a:moveTo>
                  <a:lnTo>
                    <a:pt x="156701" y="247"/>
                  </a:lnTo>
                  <a:lnTo>
                    <a:pt x="151421" y="662"/>
                  </a:lnTo>
                  <a:lnTo>
                    <a:pt x="146156" y="1244"/>
                  </a:lnTo>
                  <a:lnTo>
                    <a:pt x="140913" y="1992"/>
                  </a:lnTo>
                  <a:lnTo>
                    <a:pt x="135696" y="2906"/>
                  </a:lnTo>
                  <a:lnTo>
                    <a:pt x="130511" y="3985"/>
                  </a:lnTo>
                  <a:lnTo>
                    <a:pt x="125362" y="5228"/>
                  </a:lnTo>
                  <a:lnTo>
                    <a:pt x="120255" y="6633"/>
                  </a:lnTo>
                  <a:lnTo>
                    <a:pt x="115196" y="8199"/>
                  </a:lnTo>
                  <a:lnTo>
                    <a:pt x="110188" y="9925"/>
                  </a:lnTo>
                  <a:lnTo>
                    <a:pt x="105238" y="11809"/>
                  </a:lnTo>
                  <a:lnTo>
                    <a:pt x="100350" y="13848"/>
                  </a:lnTo>
                  <a:lnTo>
                    <a:pt x="95529" y="16041"/>
                  </a:lnTo>
                  <a:lnTo>
                    <a:pt x="90780" y="18386"/>
                  </a:lnTo>
                  <a:lnTo>
                    <a:pt x="86107" y="20880"/>
                  </a:lnTo>
                  <a:lnTo>
                    <a:pt x="81516" y="23521"/>
                  </a:lnTo>
                  <a:lnTo>
                    <a:pt x="77011" y="26306"/>
                  </a:lnTo>
                  <a:lnTo>
                    <a:pt x="72596" y="29233"/>
                  </a:lnTo>
                  <a:lnTo>
                    <a:pt x="68276" y="32298"/>
                  </a:lnTo>
                  <a:lnTo>
                    <a:pt x="64056" y="35498"/>
                  </a:lnTo>
                  <a:lnTo>
                    <a:pt x="59939" y="38830"/>
                  </a:lnTo>
                  <a:lnTo>
                    <a:pt x="55930" y="42291"/>
                  </a:lnTo>
                  <a:lnTo>
                    <a:pt x="52032" y="45877"/>
                  </a:lnTo>
                  <a:lnTo>
                    <a:pt x="48250" y="49585"/>
                  </a:lnTo>
                  <a:lnTo>
                    <a:pt x="44587" y="53411"/>
                  </a:lnTo>
                  <a:lnTo>
                    <a:pt x="41047" y="57350"/>
                  </a:lnTo>
                  <a:lnTo>
                    <a:pt x="37634" y="61401"/>
                  </a:lnTo>
                  <a:lnTo>
                    <a:pt x="34351" y="65557"/>
                  </a:lnTo>
                  <a:lnTo>
                    <a:pt x="31201" y="69815"/>
                  </a:lnTo>
                  <a:lnTo>
                    <a:pt x="28188" y="74171"/>
                  </a:lnTo>
                  <a:lnTo>
                    <a:pt x="25314" y="78620"/>
                  </a:lnTo>
                  <a:lnTo>
                    <a:pt x="22583" y="83158"/>
                  </a:lnTo>
                  <a:lnTo>
                    <a:pt x="19996" y="87780"/>
                  </a:lnTo>
                  <a:lnTo>
                    <a:pt x="17558" y="92481"/>
                  </a:lnTo>
                  <a:lnTo>
                    <a:pt x="15269" y="97258"/>
                  </a:lnTo>
                  <a:lnTo>
                    <a:pt x="13133" y="102105"/>
                  </a:lnTo>
                  <a:lnTo>
                    <a:pt x="11152" y="107017"/>
                  </a:lnTo>
                  <a:lnTo>
                    <a:pt x="9327" y="111989"/>
                  </a:lnTo>
                  <a:lnTo>
                    <a:pt x="7661" y="117016"/>
                  </a:lnTo>
                  <a:lnTo>
                    <a:pt x="6155" y="122094"/>
                  </a:lnTo>
                  <a:lnTo>
                    <a:pt x="4810" y="127217"/>
                  </a:lnTo>
                  <a:lnTo>
                    <a:pt x="3629" y="132380"/>
                  </a:lnTo>
                  <a:lnTo>
                    <a:pt x="2611" y="137578"/>
                  </a:lnTo>
                  <a:lnTo>
                    <a:pt x="1759" y="142806"/>
                  </a:lnTo>
                  <a:lnTo>
                    <a:pt x="1073" y="148058"/>
                  </a:lnTo>
                  <a:lnTo>
                    <a:pt x="553" y="153328"/>
                  </a:lnTo>
                  <a:lnTo>
                    <a:pt x="201" y="158613"/>
                  </a:lnTo>
                  <a:lnTo>
                    <a:pt x="16" y="163907"/>
                  </a:lnTo>
                  <a:lnTo>
                    <a:pt x="0" y="169203"/>
                  </a:lnTo>
                  <a:lnTo>
                    <a:pt x="150" y="174497"/>
                  </a:lnTo>
                  <a:lnTo>
                    <a:pt x="469" y="179784"/>
                  </a:lnTo>
                  <a:lnTo>
                    <a:pt x="955" y="185058"/>
                  </a:lnTo>
                  <a:lnTo>
                    <a:pt x="1608" y="190315"/>
                  </a:lnTo>
                  <a:lnTo>
                    <a:pt x="2427" y="195547"/>
                  </a:lnTo>
                  <a:lnTo>
                    <a:pt x="3411" y="200752"/>
                  </a:lnTo>
                  <a:lnTo>
                    <a:pt x="4560" y="205922"/>
                  </a:lnTo>
                  <a:lnTo>
                    <a:pt x="5871" y="211053"/>
                  </a:lnTo>
                  <a:lnTo>
                    <a:pt x="7345" y="216141"/>
                  </a:lnTo>
                  <a:lnTo>
                    <a:pt x="8979" y="221179"/>
                  </a:lnTo>
                  <a:lnTo>
                    <a:pt x="10772" y="226163"/>
                  </a:lnTo>
                  <a:lnTo>
                    <a:pt x="12722" y="231087"/>
                  </a:lnTo>
                  <a:lnTo>
                    <a:pt x="14827" y="235947"/>
                  </a:lnTo>
                  <a:lnTo>
                    <a:pt x="17085" y="240738"/>
                  </a:lnTo>
                  <a:lnTo>
                    <a:pt x="19494" y="245456"/>
                  </a:lnTo>
                  <a:lnTo>
                    <a:pt x="22051" y="250094"/>
                  </a:lnTo>
                  <a:lnTo>
                    <a:pt x="24753" y="254649"/>
                  </a:lnTo>
                  <a:lnTo>
                    <a:pt x="27599" y="259116"/>
                  </a:lnTo>
                  <a:lnTo>
                    <a:pt x="30584" y="263491"/>
                  </a:lnTo>
                  <a:lnTo>
                    <a:pt x="33707" y="267769"/>
                  </a:lnTo>
                  <a:lnTo>
                    <a:pt x="36963" y="271946"/>
                  </a:lnTo>
                  <a:lnTo>
                    <a:pt x="40351" y="276018"/>
                  </a:lnTo>
                  <a:lnTo>
                    <a:pt x="43865" y="279981"/>
                  </a:lnTo>
                  <a:lnTo>
                    <a:pt x="47503" y="283830"/>
                  </a:lnTo>
                  <a:lnTo>
                    <a:pt x="51262" y="287562"/>
                  </a:lnTo>
                  <a:lnTo>
                    <a:pt x="55137" y="291173"/>
                  </a:lnTo>
                  <a:lnTo>
                    <a:pt x="59124" y="294659"/>
                  </a:lnTo>
                  <a:lnTo>
                    <a:pt x="63220" y="298017"/>
                  </a:lnTo>
                  <a:lnTo>
                    <a:pt x="67420" y="301244"/>
                  </a:lnTo>
                  <a:lnTo>
                    <a:pt x="71720" y="304336"/>
                  </a:lnTo>
                  <a:lnTo>
                    <a:pt x="76116" y="307291"/>
                  </a:lnTo>
                  <a:lnTo>
                    <a:pt x="80603" y="310105"/>
                  </a:lnTo>
                  <a:lnTo>
                    <a:pt x="85177" y="312775"/>
                  </a:lnTo>
                  <a:lnTo>
                    <a:pt x="89834" y="315299"/>
                  </a:lnTo>
                  <a:lnTo>
                    <a:pt x="94568" y="317674"/>
                  </a:lnTo>
                  <a:lnTo>
                    <a:pt x="99375" y="319898"/>
                  </a:lnTo>
                  <a:lnTo>
                    <a:pt x="104250" y="321968"/>
                  </a:lnTo>
                  <a:lnTo>
                    <a:pt x="109188" y="323883"/>
                  </a:lnTo>
                  <a:lnTo>
                    <a:pt x="114184" y="325641"/>
                  </a:lnTo>
                  <a:lnTo>
                    <a:pt x="119234" y="327239"/>
                  </a:lnTo>
                  <a:lnTo>
                    <a:pt x="124331" y="328677"/>
                  </a:lnTo>
                  <a:lnTo>
                    <a:pt x="129472" y="329952"/>
                  </a:lnTo>
                  <a:lnTo>
                    <a:pt x="134651" y="331064"/>
                  </a:lnTo>
                  <a:lnTo>
                    <a:pt x="139862" y="332012"/>
                  </a:lnTo>
                  <a:lnTo>
                    <a:pt x="145100" y="332794"/>
                  </a:lnTo>
                  <a:lnTo>
                    <a:pt x="150361" y="333409"/>
                  </a:lnTo>
                  <a:lnTo>
                    <a:pt x="155638" y="333858"/>
                  </a:lnTo>
                  <a:lnTo>
                    <a:pt x="160927" y="334139"/>
                  </a:lnTo>
                  <a:lnTo>
                    <a:pt x="166222" y="334252"/>
                  </a:lnTo>
                  <a:lnTo>
                    <a:pt x="171519" y="334198"/>
                  </a:lnTo>
                  <a:lnTo>
                    <a:pt x="176811" y="333976"/>
                  </a:lnTo>
                  <a:lnTo>
                    <a:pt x="182093" y="333586"/>
                  </a:lnTo>
                  <a:lnTo>
                    <a:pt x="187360" y="333029"/>
                  </a:lnTo>
                  <a:lnTo>
                    <a:pt x="192607" y="332306"/>
                  </a:lnTo>
                  <a:lnTo>
                    <a:pt x="197828" y="331416"/>
                  </a:lnTo>
                  <a:lnTo>
                    <a:pt x="203018" y="330362"/>
                  </a:lnTo>
                  <a:lnTo>
                    <a:pt x="208173" y="329144"/>
                  </a:lnTo>
                  <a:lnTo>
                    <a:pt x="213286" y="327763"/>
                  </a:lnTo>
                  <a:lnTo>
                    <a:pt x="218353" y="326221"/>
                  </a:lnTo>
                  <a:lnTo>
                    <a:pt x="223369" y="324519"/>
                  </a:lnTo>
                  <a:lnTo>
                    <a:pt x="228328" y="322659"/>
                  </a:lnTo>
                  <a:lnTo>
                    <a:pt x="233226" y="320643"/>
                  </a:lnTo>
                  <a:lnTo>
                    <a:pt x="238057" y="318473"/>
                  </a:lnTo>
                  <a:lnTo>
                    <a:pt x="242818" y="316151"/>
                  </a:lnTo>
                  <a:lnTo>
                    <a:pt x="247502" y="313679"/>
                  </a:lnTo>
                  <a:lnTo>
                    <a:pt x="252106" y="311060"/>
                  </a:lnTo>
                  <a:lnTo>
                    <a:pt x="256624" y="308296"/>
                  </a:lnTo>
                  <a:lnTo>
                    <a:pt x="261053" y="305391"/>
                  </a:lnTo>
                  <a:lnTo>
                    <a:pt x="265387" y="302347"/>
                  </a:lnTo>
                  <a:lnTo>
                    <a:pt x="269623" y="299167"/>
                  </a:lnTo>
                  <a:lnTo>
                    <a:pt x="273755" y="295854"/>
                  </a:lnTo>
                  <a:lnTo>
                    <a:pt x="277781" y="292413"/>
                  </a:lnTo>
                  <a:lnTo>
                    <a:pt x="281696" y="288845"/>
                  </a:lnTo>
                  <a:lnTo>
                    <a:pt x="285496" y="285155"/>
                  </a:lnTo>
                  <a:lnTo>
                    <a:pt x="289177" y="281347"/>
                  </a:lnTo>
                  <a:lnTo>
                    <a:pt x="292735" y="277424"/>
                  </a:lnTo>
                  <a:lnTo>
                    <a:pt x="296168" y="273390"/>
                  </a:lnTo>
                  <a:lnTo>
                    <a:pt x="299471" y="269250"/>
                  </a:lnTo>
                  <a:lnTo>
                    <a:pt x="302641" y="265007"/>
                  </a:lnTo>
                  <a:lnTo>
                    <a:pt x="305675" y="260665"/>
                  </a:lnTo>
                  <a:lnTo>
                    <a:pt x="308570" y="256230"/>
                  </a:lnTo>
                  <a:lnTo>
                    <a:pt x="311323" y="251705"/>
                  </a:lnTo>
                  <a:lnTo>
                    <a:pt x="313931" y="247095"/>
                  </a:lnTo>
                  <a:lnTo>
                    <a:pt x="316392" y="242405"/>
                  </a:lnTo>
                  <a:lnTo>
                    <a:pt x="318703" y="237640"/>
                  </a:lnTo>
                  <a:lnTo>
                    <a:pt x="320862" y="232803"/>
                  </a:lnTo>
                  <a:lnTo>
                    <a:pt x="322867" y="227901"/>
                  </a:lnTo>
                  <a:lnTo>
                    <a:pt x="324715" y="222937"/>
                  </a:lnTo>
                  <a:lnTo>
                    <a:pt x="326406" y="217918"/>
                  </a:lnTo>
                  <a:lnTo>
                    <a:pt x="327936" y="212847"/>
                  </a:lnTo>
                  <a:lnTo>
                    <a:pt x="329305" y="207731"/>
                  </a:lnTo>
                  <a:lnTo>
                    <a:pt x="330511" y="202573"/>
                  </a:lnTo>
                  <a:lnTo>
                    <a:pt x="331553" y="197380"/>
                  </a:lnTo>
                  <a:lnTo>
                    <a:pt x="332430" y="192157"/>
                  </a:lnTo>
                  <a:lnTo>
                    <a:pt x="333142" y="186909"/>
                  </a:lnTo>
                  <a:lnTo>
                    <a:pt x="333686" y="181640"/>
                  </a:lnTo>
                  <a:lnTo>
                    <a:pt x="334064" y="176357"/>
                  </a:lnTo>
                  <a:lnTo>
                    <a:pt x="167154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45892" y="2168369"/>
              <a:ext cx="167159" cy="176437"/>
            </a:xfrm>
            <a:custGeom>
              <a:avLst/>
              <a:pathLst>
                <a:path w="167159" h="176437">
                  <a:moveTo>
                    <a:pt x="166910" y="176437"/>
                  </a:moveTo>
                  <a:lnTo>
                    <a:pt x="167123" y="171004"/>
                  </a:lnTo>
                  <a:lnTo>
                    <a:pt x="167159" y="165567"/>
                  </a:lnTo>
                  <a:lnTo>
                    <a:pt x="167019" y="160132"/>
                  </a:lnTo>
                  <a:lnTo>
                    <a:pt x="166702" y="154704"/>
                  </a:lnTo>
                  <a:lnTo>
                    <a:pt x="166208" y="149290"/>
                  </a:lnTo>
                  <a:lnTo>
                    <a:pt x="165539" y="143894"/>
                  </a:lnTo>
                  <a:lnTo>
                    <a:pt x="164695" y="138523"/>
                  </a:lnTo>
                  <a:lnTo>
                    <a:pt x="163676" y="133182"/>
                  </a:lnTo>
                  <a:lnTo>
                    <a:pt x="162484" y="127878"/>
                  </a:lnTo>
                  <a:lnTo>
                    <a:pt x="161121" y="122614"/>
                  </a:lnTo>
                  <a:lnTo>
                    <a:pt x="159587" y="117398"/>
                  </a:lnTo>
                  <a:lnTo>
                    <a:pt x="157884" y="112235"/>
                  </a:lnTo>
                  <a:lnTo>
                    <a:pt x="156014" y="107130"/>
                  </a:lnTo>
                  <a:lnTo>
                    <a:pt x="153979" y="102088"/>
                  </a:lnTo>
                  <a:lnTo>
                    <a:pt x="151781" y="97115"/>
                  </a:lnTo>
                  <a:lnTo>
                    <a:pt x="149423" y="92216"/>
                  </a:lnTo>
                  <a:lnTo>
                    <a:pt x="146906" y="87396"/>
                  </a:lnTo>
                  <a:lnTo>
                    <a:pt x="144235" y="82661"/>
                  </a:lnTo>
                  <a:lnTo>
                    <a:pt x="141410" y="78016"/>
                  </a:lnTo>
                  <a:lnTo>
                    <a:pt x="138436" y="73464"/>
                  </a:lnTo>
                  <a:lnTo>
                    <a:pt x="135316" y="69012"/>
                  </a:lnTo>
                  <a:lnTo>
                    <a:pt x="132052" y="64663"/>
                  </a:lnTo>
                  <a:lnTo>
                    <a:pt x="128649" y="60423"/>
                  </a:lnTo>
                  <a:lnTo>
                    <a:pt x="125110" y="56296"/>
                  </a:lnTo>
                  <a:lnTo>
                    <a:pt x="121438" y="52286"/>
                  </a:lnTo>
                  <a:lnTo>
                    <a:pt x="117638" y="48397"/>
                  </a:lnTo>
                  <a:lnTo>
                    <a:pt x="113713" y="44635"/>
                  </a:lnTo>
                  <a:lnTo>
                    <a:pt x="109668" y="41002"/>
                  </a:lnTo>
                  <a:lnTo>
                    <a:pt x="105507" y="37502"/>
                  </a:lnTo>
                  <a:lnTo>
                    <a:pt x="101235" y="34139"/>
                  </a:lnTo>
                  <a:lnTo>
                    <a:pt x="96855" y="30918"/>
                  </a:lnTo>
                  <a:lnTo>
                    <a:pt x="92373" y="27840"/>
                  </a:lnTo>
                  <a:lnTo>
                    <a:pt x="87794" y="24910"/>
                  </a:lnTo>
                  <a:lnTo>
                    <a:pt x="83121" y="22130"/>
                  </a:lnTo>
                  <a:lnTo>
                    <a:pt x="78360" y="19503"/>
                  </a:lnTo>
                  <a:lnTo>
                    <a:pt x="73517" y="17033"/>
                  </a:lnTo>
                  <a:lnTo>
                    <a:pt x="68596" y="14722"/>
                  </a:lnTo>
                  <a:lnTo>
                    <a:pt x="63602" y="12572"/>
                  </a:lnTo>
                  <a:lnTo>
                    <a:pt x="58541" y="10585"/>
                  </a:lnTo>
                  <a:lnTo>
                    <a:pt x="53418" y="8764"/>
                  </a:lnTo>
                  <a:lnTo>
                    <a:pt x="48239" y="7111"/>
                  </a:lnTo>
                  <a:lnTo>
                    <a:pt x="43008" y="5627"/>
                  </a:lnTo>
                  <a:lnTo>
                    <a:pt x="37732" y="4314"/>
                  </a:lnTo>
                  <a:lnTo>
                    <a:pt x="32416" y="3173"/>
                  </a:lnTo>
                  <a:lnTo>
                    <a:pt x="27066" y="2205"/>
                  </a:lnTo>
                  <a:lnTo>
                    <a:pt x="21687" y="1412"/>
                  </a:lnTo>
                  <a:lnTo>
                    <a:pt x="16285" y="795"/>
                  </a:lnTo>
                  <a:lnTo>
                    <a:pt x="10866" y="353"/>
                  </a:lnTo>
                  <a:lnTo>
                    <a:pt x="543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4546" y="1735255"/>
              <a:ext cx="16000" cy="167167"/>
            </a:xfrm>
            <a:custGeom>
              <a:avLst/>
              <a:pathLst>
                <a:path w="16000" h="167167">
                  <a:moveTo>
                    <a:pt x="16000" y="0"/>
                  </a:moveTo>
                  <a:lnTo>
                    <a:pt x="7991" y="191"/>
                  </a:lnTo>
                  <a:lnTo>
                    <a:pt x="0" y="767"/>
                  </a:lnTo>
                  <a:lnTo>
                    <a:pt x="160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4546" y="1736023"/>
              <a:ext cx="16000" cy="166399"/>
            </a:xfrm>
            <a:custGeom>
              <a:avLst/>
              <a:pathLst>
                <a:path w="16000" h="166399">
                  <a:moveTo>
                    <a:pt x="0" y="0"/>
                  </a:moveTo>
                  <a:lnTo>
                    <a:pt x="16000" y="1663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93387" y="1735937"/>
              <a:ext cx="334325" cy="333638"/>
            </a:xfrm>
            <a:custGeom>
              <a:avLst/>
              <a:pathLst>
                <a:path w="334325" h="333638">
                  <a:moveTo>
                    <a:pt x="151158" y="85"/>
                  </a:moveTo>
                  <a:lnTo>
                    <a:pt x="145911" y="673"/>
                  </a:lnTo>
                  <a:lnTo>
                    <a:pt x="140684" y="1427"/>
                  </a:lnTo>
                  <a:lnTo>
                    <a:pt x="135484" y="2346"/>
                  </a:lnTo>
                  <a:lnTo>
                    <a:pt x="130315" y="3428"/>
                  </a:lnTo>
                  <a:lnTo>
                    <a:pt x="125184" y="4673"/>
                  </a:lnTo>
                  <a:lnTo>
                    <a:pt x="120094" y="6080"/>
                  </a:lnTo>
                  <a:lnTo>
                    <a:pt x="115051" y="7646"/>
                  </a:lnTo>
                  <a:lnTo>
                    <a:pt x="110060" y="9371"/>
                  </a:lnTo>
                  <a:lnTo>
                    <a:pt x="105126" y="11253"/>
                  </a:lnTo>
                  <a:lnTo>
                    <a:pt x="100254" y="13290"/>
                  </a:lnTo>
                  <a:lnTo>
                    <a:pt x="95448" y="15480"/>
                  </a:lnTo>
                  <a:lnTo>
                    <a:pt x="90715" y="17820"/>
                  </a:lnTo>
                  <a:lnTo>
                    <a:pt x="86057" y="20309"/>
                  </a:lnTo>
                  <a:lnTo>
                    <a:pt x="81481" y="22943"/>
                  </a:lnTo>
                  <a:lnTo>
                    <a:pt x="76990" y="25721"/>
                  </a:lnTo>
                  <a:lnTo>
                    <a:pt x="72589" y="28639"/>
                  </a:lnTo>
                  <a:lnTo>
                    <a:pt x="68282" y="31695"/>
                  </a:lnTo>
                  <a:lnTo>
                    <a:pt x="64074" y="34885"/>
                  </a:lnTo>
                  <a:lnTo>
                    <a:pt x="59969" y="38207"/>
                  </a:lnTo>
                  <a:lnTo>
                    <a:pt x="55970" y="41657"/>
                  </a:lnTo>
                  <a:lnTo>
                    <a:pt x="52083" y="45231"/>
                  </a:lnTo>
                  <a:lnTo>
                    <a:pt x="48311" y="48926"/>
                  </a:lnTo>
                  <a:lnTo>
                    <a:pt x="44657" y="52738"/>
                  </a:lnTo>
                  <a:lnTo>
                    <a:pt x="41125" y="56664"/>
                  </a:lnTo>
                  <a:lnTo>
                    <a:pt x="37720" y="60700"/>
                  </a:lnTo>
                  <a:lnTo>
                    <a:pt x="34443" y="64841"/>
                  </a:lnTo>
                  <a:lnTo>
                    <a:pt x="31299" y="69084"/>
                  </a:lnTo>
                  <a:lnTo>
                    <a:pt x="28290" y="73423"/>
                  </a:lnTo>
                  <a:lnTo>
                    <a:pt x="25420" y="77856"/>
                  </a:lnTo>
                  <a:lnTo>
                    <a:pt x="22691" y="82377"/>
                  </a:lnTo>
                  <a:lnTo>
                    <a:pt x="20107" y="86982"/>
                  </a:lnTo>
                  <a:lnTo>
                    <a:pt x="17669" y="91666"/>
                  </a:lnTo>
                  <a:lnTo>
                    <a:pt x="15381" y="96425"/>
                  </a:lnTo>
                  <a:lnTo>
                    <a:pt x="13244" y="101254"/>
                  </a:lnTo>
                  <a:lnTo>
                    <a:pt x="11260" y="106148"/>
                  </a:lnTo>
                  <a:lnTo>
                    <a:pt x="9432" y="111103"/>
                  </a:lnTo>
                  <a:lnTo>
                    <a:pt x="7761" y="116112"/>
                  </a:lnTo>
                  <a:lnTo>
                    <a:pt x="6250" y="121172"/>
                  </a:lnTo>
                  <a:lnTo>
                    <a:pt x="4899" y="126277"/>
                  </a:lnTo>
                  <a:lnTo>
                    <a:pt x="3710" y="131422"/>
                  </a:lnTo>
                  <a:lnTo>
                    <a:pt x="2684" y="136602"/>
                  </a:lnTo>
                  <a:lnTo>
                    <a:pt x="1822" y="141812"/>
                  </a:lnTo>
                  <a:lnTo>
                    <a:pt x="1125" y="147046"/>
                  </a:lnTo>
                  <a:lnTo>
                    <a:pt x="594" y="152300"/>
                  </a:lnTo>
                  <a:lnTo>
                    <a:pt x="229" y="157568"/>
                  </a:lnTo>
                  <a:lnTo>
                    <a:pt x="31" y="162845"/>
                  </a:lnTo>
                  <a:lnTo>
                    <a:pt x="0" y="168126"/>
                  </a:lnTo>
                  <a:lnTo>
                    <a:pt x="135" y="173405"/>
                  </a:lnTo>
                  <a:lnTo>
                    <a:pt x="437" y="178677"/>
                  </a:lnTo>
                  <a:lnTo>
                    <a:pt x="905" y="183936"/>
                  </a:lnTo>
                  <a:lnTo>
                    <a:pt x="1539" y="189179"/>
                  </a:lnTo>
                  <a:lnTo>
                    <a:pt x="2338" y="194399"/>
                  </a:lnTo>
                  <a:lnTo>
                    <a:pt x="3302" y="199591"/>
                  </a:lnTo>
                  <a:lnTo>
                    <a:pt x="4430" y="204750"/>
                  </a:lnTo>
                  <a:lnTo>
                    <a:pt x="5720" y="209870"/>
                  </a:lnTo>
                  <a:lnTo>
                    <a:pt x="7170" y="214948"/>
                  </a:lnTo>
                  <a:lnTo>
                    <a:pt x="8781" y="219977"/>
                  </a:lnTo>
                  <a:lnTo>
                    <a:pt x="10550" y="224953"/>
                  </a:lnTo>
                  <a:lnTo>
                    <a:pt x="12474" y="229870"/>
                  </a:lnTo>
                  <a:lnTo>
                    <a:pt x="14554" y="234724"/>
                  </a:lnTo>
                  <a:lnTo>
                    <a:pt x="16785" y="239510"/>
                  </a:lnTo>
                  <a:lnTo>
                    <a:pt x="19167" y="244223"/>
                  </a:lnTo>
                  <a:lnTo>
                    <a:pt x="21696" y="248859"/>
                  </a:lnTo>
                  <a:lnTo>
                    <a:pt x="24370" y="253412"/>
                  </a:lnTo>
                  <a:lnTo>
                    <a:pt x="27187" y="257879"/>
                  </a:lnTo>
                  <a:lnTo>
                    <a:pt x="30144" y="262254"/>
                  </a:lnTo>
                  <a:lnTo>
                    <a:pt x="33237" y="266534"/>
                  </a:lnTo>
                  <a:lnTo>
                    <a:pt x="36464" y="270714"/>
                  </a:lnTo>
                  <a:lnTo>
                    <a:pt x="39821" y="274790"/>
                  </a:lnTo>
                  <a:lnTo>
                    <a:pt x="43306" y="278758"/>
                  </a:lnTo>
                  <a:lnTo>
                    <a:pt x="46913" y="282614"/>
                  </a:lnTo>
                  <a:lnTo>
                    <a:pt x="50641" y="286354"/>
                  </a:lnTo>
                  <a:lnTo>
                    <a:pt x="54486" y="289974"/>
                  </a:lnTo>
                  <a:lnTo>
                    <a:pt x="58442" y="293472"/>
                  </a:lnTo>
                  <a:lnTo>
                    <a:pt x="62507" y="296842"/>
                  </a:lnTo>
                  <a:lnTo>
                    <a:pt x="66677" y="300083"/>
                  </a:lnTo>
                  <a:lnTo>
                    <a:pt x="70947" y="303190"/>
                  </a:lnTo>
                  <a:lnTo>
                    <a:pt x="75313" y="306160"/>
                  </a:lnTo>
                  <a:lnTo>
                    <a:pt x="79770" y="308992"/>
                  </a:lnTo>
                  <a:lnTo>
                    <a:pt x="84315" y="311681"/>
                  </a:lnTo>
                  <a:lnTo>
                    <a:pt x="88942" y="314225"/>
                  </a:lnTo>
                  <a:lnTo>
                    <a:pt x="93648" y="316622"/>
                  </a:lnTo>
                  <a:lnTo>
                    <a:pt x="98426" y="318869"/>
                  </a:lnTo>
                  <a:lnTo>
                    <a:pt x="103274" y="320963"/>
                  </a:lnTo>
                  <a:lnTo>
                    <a:pt x="108185" y="322904"/>
                  </a:lnTo>
                  <a:lnTo>
                    <a:pt x="113155" y="324689"/>
                  </a:lnTo>
                  <a:lnTo>
                    <a:pt x="118179" y="326316"/>
                  </a:lnTo>
                  <a:lnTo>
                    <a:pt x="123251" y="327783"/>
                  </a:lnTo>
                  <a:lnTo>
                    <a:pt x="128368" y="329089"/>
                  </a:lnTo>
                  <a:lnTo>
                    <a:pt x="133523" y="330233"/>
                  </a:lnTo>
                  <a:lnTo>
                    <a:pt x="138712" y="331214"/>
                  </a:lnTo>
                  <a:lnTo>
                    <a:pt x="143929" y="332030"/>
                  </a:lnTo>
                  <a:lnTo>
                    <a:pt x="149170" y="332681"/>
                  </a:lnTo>
                  <a:lnTo>
                    <a:pt x="154428" y="333167"/>
                  </a:lnTo>
                  <a:lnTo>
                    <a:pt x="159699" y="333486"/>
                  </a:lnTo>
                  <a:lnTo>
                    <a:pt x="164977" y="333638"/>
                  </a:lnTo>
                  <a:lnTo>
                    <a:pt x="170258" y="333623"/>
                  </a:lnTo>
                  <a:lnTo>
                    <a:pt x="175536" y="333442"/>
                  </a:lnTo>
                  <a:lnTo>
                    <a:pt x="180805" y="333094"/>
                  </a:lnTo>
                  <a:lnTo>
                    <a:pt x="186060" y="332580"/>
                  </a:lnTo>
                  <a:lnTo>
                    <a:pt x="191297" y="331900"/>
                  </a:lnTo>
                  <a:lnTo>
                    <a:pt x="196510" y="331055"/>
                  </a:lnTo>
                  <a:lnTo>
                    <a:pt x="201693" y="330046"/>
                  </a:lnTo>
                  <a:lnTo>
                    <a:pt x="206842" y="328874"/>
                  </a:lnTo>
                  <a:lnTo>
                    <a:pt x="211951" y="327539"/>
                  </a:lnTo>
                  <a:lnTo>
                    <a:pt x="217016" y="326044"/>
                  </a:lnTo>
                  <a:lnTo>
                    <a:pt x="222031" y="324390"/>
                  </a:lnTo>
                  <a:lnTo>
                    <a:pt x="226991" y="322578"/>
                  </a:lnTo>
                  <a:lnTo>
                    <a:pt x="231891" y="320610"/>
                  </a:lnTo>
                  <a:lnTo>
                    <a:pt x="236727" y="318489"/>
                  </a:lnTo>
                  <a:lnTo>
                    <a:pt x="241493" y="316216"/>
                  </a:lnTo>
                  <a:lnTo>
                    <a:pt x="246186" y="313793"/>
                  </a:lnTo>
                  <a:lnTo>
                    <a:pt x="250799" y="311224"/>
                  </a:lnTo>
                  <a:lnTo>
                    <a:pt x="255329" y="308510"/>
                  </a:lnTo>
                  <a:lnTo>
                    <a:pt x="259771" y="305654"/>
                  </a:lnTo>
                  <a:lnTo>
                    <a:pt x="264120" y="302659"/>
                  </a:lnTo>
                  <a:lnTo>
                    <a:pt x="268373" y="299529"/>
                  </a:lnTo>
                  <a:lnTo>
                    <a:pt x="272525" y="296265"/>
                  </a:lnTo>
                  <a:lnTo>
                    <a:pt x="276571" y="292873"/>
                  </a:lnTo>
                  <a:lnTo>
                    <a:pt x="280509" y="289354"/>
                  </a:lnTo>
                  <a:lnTo>
                    <a:pt x="284333" y="285712"/>
                  </a:lnTo>
                  <a:lnTo>
                    <a:pt x="288040" y="281952"/>
                  </a:lnTo>
                  <a:lnTo>
                    <a:pt x="291627" y="278076"/>
                  </a:lnTo>
                  <a:lnTo>
                    <a:pt x="295089" y="274089"/>
                  </a:lnTo>
                  <a:lnTo>
                    <a:pt x="298424" y="269995"/>
                  </a:lnTo>
                  <a:lnTo>
                    <a:pt x="301628" y="265797"/>
                  </a:lnTo>
                  <a:lnTo>
                    <a:pt x="304698" y="261500"/>
                  </a:lnTo>
                  <a:lnTo>
                    <a:pt x="307630" y="257109"/>
                  </a:lnTo>
                  <a:lnTo>
                    <a:pt x="310423" y="252627"/>
                  </a:lnTo>
                  <a:lnTo>
                    <a:pt x="313072" y="248059"/>
                  </a:lnTo>
                  <a:lnTo>
                    <a:pt x="315576" y="243409"/>
                  </a:lnTo>
                  <a:lnTo>
                    <a:pt x="317931" y="238683"/>
                  </a:lnTo>
                  <a:lnTo>
                    <a:pt x="320137" y="233885"/>
                  </a:lnTo>
                  <a:lnTo>
                    <a:pt x="322189" y="229020"/>
                  </a:lnTo>
                  <a:lnTo>
                    <a:pt x="324087" y="224092"/>
                  </a:lnTo>
                  <a:lnTo>
                    <a:pt x="325828" y="219106"/>
                  </a:lnTo>
                  <a:lnTo>
                    <a:pt x="327411" y="214069"/>
                  </a:lnTo>
                  <a:lnTo>
                    <a:pt x="328834" y="208983"/>
                  </a:lnTo>
                  <a:lnTo>
                    <a:pt x="330096" y="203855"/>
                  </a:lnTo>
                  <a:lnTo>
                    <a:pt x="331195" y="198690"/>
                  </a:lnTo>
                  <a:lnTo>
                    <a:pt x="332130" y="193493"/>
                  </a:lnTo>
                  <a:lnTo>
                    <a:pt x="332901" y="188269"/>
                  </a:lnTo>
                  <a:lnTo>
                    <a:pt x="333506" y="183023"/>
                  </a:lnTo>
                  <a:lnTo>
                    <a:pt x="333946" y="177761"/>
                  </a:lnTo>
                  <a:lnTo>
                    <a:pt x="334219" y="172487"/>
                  </a:lnTo>
                  <a:lnTo>
                    <a:pt x="334325" y="167208"/>
                  </a:lnTo>
                  <a:lnTo>
                    <a:pt x="334264" y="161927"/>
                  </a:lnTo>
                  <a:lnTo>
                    <a:pt x="334037" y="156652"/>
                  </a:lnTo>
                  <a:lnTo>
                    <a:pt x="333643" y="151386"/>
                  </a:lnTo>
                  <a:lnTo>
                    <a:pt x="333083" y="146135"/>
                  </a:lnTo>
                  <a:lnTo>
                    <a:pt x="332358" y="140904"/>
                  </a:lnTo>
                  <a:lnTo>
                    <a:pt x="331467" y="135699"/>
                  </a:lnTo>
                  <a:lnTo>
                    <a:pt x="330413" y="130525"/>
                  </a:lnTo>
                  <a:lnTo>
                    <a:pt x="329196" y="125386"/>
                  </a:lnTo>
                  <a:lnTo>
                    <a:pt x="327817" y="120289"/>
                  </a:lnTo>
                  <a:lnTo>
                    <a:pt x="326277" y="115237"/>
                  </a:lnTo>
                  <a:lnTo>
                    <a:pt x="324579" y="110237"/>
                  </a:lnTo>
                  <a:lnTo>
                    <a:pt x="322724" y="105293"/>
                  </a:lnTo>
                  <a:lnTo>
                    <a:pt x="320714" y="100410"/>
                  </a:lnTo>
                  <a:lnTo>
                    <a:pt x="318550" y="95593"/>
                  </a:lnTo>
                  <a:lnTo>
                    <a:pt x="316236" y="90847"/>
                  </a:lnTo>
                  <a:lnTo>
                    <a:pt x="313772" y="86176"/>
                  </a:lnTo>
                  <a:lnTo>
                    <a:pt x="311162" y="81585"/>
                  </a:lnTo>
                  <a:lnTo>
                    <a:pt x="308409" y="77079"/>
                  </a:lnTo>
                  <a:lnTo>
                    <a:pt x="305515" y="72662"/>
                  </a:lnTo>
                  <a:lnTo>
                    <a:pt x="302482" y="68339"/>
                  </a:lnTo>
                  <a:lnTo>
                    <a:pt x="299315" y="64114"/>
                  </a:lnTo>
                  <a:lnTo>
                    <a:pt x="296015" y="59991"/>
                  </a:lnTo>
                  <a:lnTo>
                    <a:pt x="292587" y="55974"/>
                  </a:lnTo>
                  <a:lnTo>
                    <a:pt x="289034" y="52067"/>
                  </a:lnTo>
                  <a:lnTo>
                    <a:pt x="285360" y="48275"/>
                  </a:lnTo>
                  <a:lnTo>
                    <a:pt x="281567" y="44601"/>
                  </a:lnTo>
                  <a:lnTo>
                    <a:pt x="277660" y="41048"/>
                  </a:lnTo>
                  <a:lnTo>
                    <a:pt x="273643" y="37620"/>
                  </a:lnTo>
                  <a:lnTo>
                    <a:pt x="269520" y="34321"/>
                  </a:lnTo>
                  <a:lnTo>
                    <a:pt x="265294" y="31154"/>
                  </a:lnTo>
                  <a:lnTo>
                    <a:pt x="260971" y="28122"/>
                  </a:lnTo>
                  <a:lnTo>
                    <a:pt x="256554" y="25228"/>
                  </a:lnTo>
                  <a:lnTo>
                    <a:pt x="252048" y="22475"/>
                  </a:lnTo>
                  <a:lnTo>
                    <a:pt x="247457" y="19865"/>
                  </a:lnTo>
                  <a:lnTo>
                    <a:pt x="242786" y="17402"/>
                  </a:lnTo>
                  <a:lnTo>
                    <a:pt x="238039" y="15088"/>
                  </a:lnTo>
                  <a:lnTo>
                    <a:pt x="233222" y="12925"/>
                  </a:lnTo>
                  <a:lnTo>
                    <a:pt x="228339" y="10915"/>
                  </a:lnTo>
                  <a:lnTo>
                    <a:pt x="223394" y="9060"/>
                  </a:lnTo>
                  <a:lnTo>
                    <a:pt x="218394" y="7362"/>
                  </a:lnTo>
                  <a:lnTo>
                    <a:pt x="213343" y="5824"/>
                  </a:lnTo>
                  <a:lnTo>
                    <a:pt x="208245" y="4445"/>
                  </a:lnTo>
                  <a:lnTo>
                    <a:pt x="203107" y="3228"/>
                  </a:lnTo>
                  <a:lnTo>
                    <a:pt x="197932" y="2174"/>
                  </a:lnTo>
                  <a:lnTo>
                    <a:pt x="192727" y="1284"/>
                  </a:lnTo>
                  <a:lnTo>
                    <a:pt x="187496" y="559"/>
                  </a:lnTo>
                  <a:lnTo>
                    <a:pt x="182245" y="0"/>
                  </a:lnTo>
                  <a:lnTo>
                    <a:pt x="167159" y="166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60546" y="1735255"/>
              <a:ext cx="15086" cy="167167"/>
            </a:xfrm>
            <a:custGeom>
              <a:avLst/>
              <a:pathLst>
                <a:path w="15086" h="167167">
                  <a:moveTo>
                    <a:pt x="15086" y="6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5672" y="1379510"/>
              <a:ext cx="167167" cy="204251"/>
            </a:xfrm>
            <a:custGeom>
              <a:avLst/>
              <a:pathLst>
                <a:path w="167167" h="204251">
                  <a:moveTo>
                    <a:pt x="167167" y="0"/>
                  </a:moveTo>
                  <a:lnTo>
                    <a:pt x="161811" y="85"/>
                  </a:lnTo>
                  <a:lnTo>
                    <a:pt x="156461" y="343"/>
                  </a:lnTo>
                  <a:lnTo>
                    <a:pt x="151121" y="771"/>
                  </a:lnTo>
                  <a:lnTo>
                    <a:pt x="145798" y="1371"/>
                  </a:lnTo>
                  <a:lnTo>
                    <a:pt x="140497" y="2141"/>
                  </a:lnTo>
                  <a:lnTo>
                    <a:pt x="135224" y="3080"/>
                  </a:lnTo>
                  <a:lnTo>
                    <a:pt x="129983" y="4187"/>
                  </a:lnTo>
                  <a:lnTo>
                    <a:pt x="124780" y="5462"/>
                  </a:lnTo>
                  <a:lnTo>
                    <a:pt x="119621" y="6904"/>
                  </a:lnTo>
                  <a:lnTo>
                    <a:pt x="114511" y="8509"/>
                  </a:lnTo>
                  <a:lnTo>
                    <a:pt x="109455" y="10278"/>
                  </a:lnTo>
                  <a:lnTo>
                    <a:pt x="104458" y="12207"/>
                  </a:lnTo>
                  <a:lnTo>
                    <a:pt x="99525" y="14296"/>
                  </a:lnTo>
                  <a:lnTo>
                    <a:pt x="94662" y="16542"/>
                  </a:lnTo>
                  <a:lnTo>
                    <a:pt x="89873" y="18942"/>
                  </a:lnTo>
                  <a:lnTo>
                    <a:pt x="85164" y="21494"/>
                  </a:lnTo>
                  <a:lnTo>
                    <a:pt x="80539" y="24196"/>
                  </a:lnTo>
                  <a:lnTo>
                    <a:pt x="76003" y="27045"/>
                  </a:lnTo>
                  <a:lnTo>
                    <a:pt x="71560" y="30038"/>
                  </a:lnTo>
                  <a:lnTo>
                    <a:pt x="67216" y="33172"/>
                  </a:lnTo>
                  <a:lnTo>
                    <a:pt x="62974" y="36443"/>
                  </a:lnTo>
                  <a:lnTo>
                    <a:pt x="58839" y="39848"/>
                  </a:lnTo>
                  <a:lnTo>
                    <a:pt x="54816" y="43384"/>
                  </a:lnTo>
                  <a:lnTo>
                    <a:pt x="50908" y="47047"/>
                  </a:lnTo>
                  <a:lnTo>
                    <a:pt x="47119" y="50834"/>
                  </a:lnTo>
                  <a:lnTo>
                    <a:pt x="43453" y="54740"/>
                  </a:lnTo>
                  <a:lnTo>
                    <a:pt x="39915" y="58761"/>
                  </a:lnTo>
                  <a:lnTo>
                    <a:pt x="36507" y="62894"/>
                  </a:lnTo>
                  <a:lnTo>
                    <a:pt x="33233" y="67134"/>
                  </a:lnTo>
                  <a:lnTo>
                    <a:pt x="30097" y="71476"/>
                  </a:lnTo>
                  <a:lnTo>
                    <a:pt x="27101" y="75917"/>
                  </a:lnTo>
                  <a:lnTo>
                    <a:pt x="24250" y="80451"/>
                  </a:lnTo>
                  <a:lnTo>
                    <a:pt x="21545" y="85075"/>
                  </a:lnTo>
                  <a:lnTo>
                    <a:pt x="18989" y="89782"/>
                  </a:lnTo>
                  <a:lnTo>
                    <a:pt x="16586" y="94570"/>
                  </a:lnTo>
                  <a:lnTo>
                    <a:pt x="14337" y="99431"/>
                  </a:lnTo>
                  <a:lnTo>
                    <a:pt x="12246" y="104363"/>
                  </a:lnTo>
                  <a:lnTo>
                    <a:pt x="10313" y="109358"/>
                  </a:lnTo>
                  <a:lnTo>
                    <a:pt x="8541" y="114414"/>
                  </a:lnTo>
                  <a:lnTo>
                    <a:pt x="6933" y="119523"/>
                  </a:lnTo>
                  <a:lnTo>
                    <a:pt x="5489" y="124681"/>
                  </a:lnTo>
                  <a:lnTo>
                    <a:pt x="4210" y="129883"/>
                  </a:lnTo>
                  <a:lnTo>
                    <a:pt x="3099" y="135123"/>
                  </a:lnTo>
                  <a:lnTo>
                    <a:pt x="2157" y="140396"/>
                  </a:lnTo>
                  <a:lnTo>
                    <a:pt x="1384" y="145696"/>
                  </a:lnTo>
                  <a:lnTo>
                    <a:pt x="781" y="151019"/>
                  </a:lnTo>
                  <a:lnTo>
                    <a:pt x="349" y="156358"/>
                  </a:lnTo>
                  <a:lnTo>
                    <a:pt x="89" y="161708"/>
                  </a:lnTo>
                  <a:lnTo>
                    <a:pt x="0" y="167064"/>
                  </a:lnTo>
                  <a:lnTo>
                    <a:pt x="82" y="172420"/>
                  </a:lnTo>
                  <a:lnTo>
                    <a:pt x="336" y="177771"/>
                  </a:lnTo>
                  <a:lnTo>
                    <a:pt x="761" y="183110"/>
                  </a:lnTo>
                  <a:lnTo>
                    <a:pt x="1358" y="188434"/>
                  </a:lnTo>
                  <a:lnTo>
                    <a:pt x="2124" y="193735"/>
                  </a:lnTo>
                  <a:lnTo>
                    <a:pt x="3060" y="199009"/>
                  </a:lnTo>
                  <a:lnTo>
                    <a:pt x="4165" y="20425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19838" y="1546678"/>
              <a:ext cx="163002" cy="37083"/>
            </a:xfrm>
            <a:custGeom>
              <a:avLst/>
              <a:pathLst>
                <a:path w="163002" h="37083">
                  <a:moveTo>
                    <a:pt x="0" y="37083"/>
                  </a:moveTo>
                  <a:lnTo>
                    <a:pt x="1630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19838" y="1546678"/>
              <a:ext cx="322455" cy="167160"/>
            </a:xfrm>
            <a:custGeom>
              <a:avLst/>
              <a:pathLst>
                <a:path w="322455" h="167160">
                  <a:moveTo>
                    <a:pt x="0" y="37083"/>
                  </a:moveTo>
                  <a:lnTo>
                    <a:pt x="1264" y="42258"/>
                  </a:lnTo>
                  <a:lnTo>
                    <a:pt x="2692" y="47389"/>
                  </a:lnTo>
                  <a:lnTo>
                    <a:pt x="4283" y="52472"/>
                  </a:lnTo>
                  <a:lnTo>
                    <a:pt x="6036" y="57502"/>
                  </a:lnTo>
                  <a:lnTo>
                    <a:pt x="7947" y="62474"/>
                  </a:lnTo>
                  <a:lnTo>
                    <a:pt x="10016" y="67382"/>
                  </a:lnTo>
                  <a:lnTo>
                    <a:pt x="12241" y="72222"/>
                  </a:lnTo>
                  <a:lnTo>
                    <a:pt x="14618" y="76988"/>
                  </a:lnTo>
                  <a:lnTo>
                    <a:pt x="17146" y="81677"/>
                  </a:lnTo>
                  <a:lnTo>
                    <a:pt x="19823" y="86282"/>
                  </a:lnTo>
                  <a:lnTo>
                    <a:pt x="22644" y="90800"/>
                  </a:lnTo>
                  <a:lnTo>
                    <a:pt x="25608" y="95226"/>
                  </a:lnTo>
                  <a:lnTo>
                    <a:pt x="28712" y="99555"/>
                  </a:lnTo>
                  <a:lnTo>
                    <a:pt x="31952" y="103782"/>
                  </a:lnTo>
                  <a:lnTo>
                    <a:pt x="35325" y="107905"/>
                  </a:lnTo>
                  <a:lnTo>
                    <a:pt x="38828" y="111918"/>
                  </a:lnTo>
                  <a:lnTo>
                    <a:pt x="42456" y="115817"/>
                  </a:lnTo>
                  <a:lnTo>
                    <a:pt x="46207" y="119599"/>
                  </a:lnTo>
                  <a:lnTo>
                    <a:pt x="50077" y="123259"/>
                  </a:lnTo>
                  <a:lnTo>
                    <a:pt x="54061" y="126794"/>
                  </a:lnTo>
                  <a:lnTo>
                    <a:pt x="58156" y="130201"/>
                  </a:lnTo>
                  <a:lnTo>
                    <a:pt x="62357" y="133475"/>
                  </a:lnTo>
                  <a:lnTo>
                    <a:pt x="66661" y="136614"/>
                  </a:lnTo>
                  <a:lnTo>
                    <a:pt x="71062" y="139614"/>
                  </a:lnTo>
                  <a:lnTo>
                    <a:pt x="75557" y="142472"/>
                  </a:lnTo>
                  <a:lnTo>
                    <a:pt x="80140" y="145185"/>
                  </a:lnTo>
                  <a:lnTo>
                    <a:pt x="84808" y="147752"/>
                  </a:lnTo>
                  <a:lnTo>
                    <a:pt x="89555" y="150168"/>
                  </a:lnTo>
                  <a:lnTo>
                    <a:pt x="94377" y="152432"/>
                  </a:lnTo>
                  <a:lnTo>
                    <a:pt x="99268" y="154541"/>
                  </a:lnTo>
                  <a:lnTo>
                    <a:pt x="104224" y="156493"/>
                  </a:lnTo>
                  <a:lnTo>
                    <a:pt x="109239" y="158286"/>
                  </a:lnTo>
                  <a:lnTo>
                    <a:pt x="114309" y="159918"/>
                  </a:lnTo>
                  <a:lnTo>
                    <a:pt x="119429" y="161388"/>
                  </a:lnTo>
                  <a:lnTo>
                    <a:pt x="124593" y="162695"/>
                  </a:lnTo>
                  <a:lnTo>
                    <a:pt x="129796" y="163836"/>
                  </a:lnTo>
                  <a:lnTo>
                    <a:pt x="135032" y="164811"/>
                  </a:lnTo>
                  <a:lnTo>
                    <a:pt x="140297" y="165618"/>
                  </a:lnTo>
                  <a:lnTo>
                    <a:pt x="145585" y="166257"/>
                  </a:lnTo>
                  <a:lnTo>
                    <a:pt x="150891" y="166728"/>
                  </a:lnTo>
                  <a:lnTo>
                    <a:pt x="156209" y="167029"/>
                  </a:lnTo>
                  <a:lnTo>
                    <a:pt x="161534" y="167160"/>
                  </a:lnTo>
                  <a:lnTo>
                    <a:pt x="166860" y="167122"/>
                  </a:lnTo>
                  <a:lnTo>
                    <a:pt x="172183" y="166915"/>
                  </a:lnTo>
                  <a:lnTo>
                    <a:pt x="177496" y="166537"/>
                  </a:lnTo>
                  <a:lnTo>
                    <a:pt x="182794" y="165991"/>
                  </a:lnTo>
                  <a:lnTo>
                    <a:pt x="188073" y="165276"/>
                  </a:lnTo>
                  <a:lnTo>
                    <a:pt x="193326" y="164394"/>
                  </a:lnTo>
                  <a:lnTo>
                    <a:pt x="198548" y="163344"/>
                  </a:lnTo>
                  <a:lnTo>
                    <a:pt x="203734" y="162129"/>
                  </a:lnTo>
                  <a:lnTo>
                    <a:pt x="208878" y="160749"/>
                  </a:lnTo>
                  <a:lnTo>
                    <a:pt x="213976" y="159205"/>
                  </a:lnTo>
                  <a:lnTo>
                    <a:pt x="219023" y="157501"/>
                  </a:lnTo>
                  <a:lnTo>
                    <a:pt x="224012" y="155636"/>
                  </a:lnTo>
                  <a:lnTo>
                    <a:pt x="228940" y="153613"/>
                  </a:lnTo>
                  <a:lnTo>
                    <a:pt x="233800" y="151434"/>
                  </a:lnTo>
                  <a:lnTo>
                    <a:pt x="238589" y="149102"/>
                  </a:lnTo>
                  <a:lnTo>
                    <a:pt x="243301" y="146618"/>
                  </a:lnTo>
                  <a:lnTo>
                    <a:pt x="247931" y="143985"/>
                  </a:lnTo>
                  <a:lnTo>
                    <a:pt x="252475" y="141206"/>
                  </a:lnTo>
                  <a:lnTo>
                    <a:pt x="256929" y="138284"/>
                  </a:lnTo>
                  <a:lnTo>
                    <a:pt x="261287" y="135222"/>
                  </a:lnTo>
                  <a:lnTo>
                    <a:pt x="265545" y="132022"/>
                  </a:lnTo>
                  <a:lnTo>
                    <a:pt x="269699" y="128688"/>
                  </a:lnTo>
                  <a:lnTo>
                    <a:pt x="273745" y="125223"/>
                  </a:lnTo>
                  <a:lnTo>
                    <a:pt x="277678" y="121631"/>
                  </a:lnTo>
                  <a:lnTo>
                    <a:pt x="281495" y="117916"/>
                  </a:lnTo>
                  <a:lnTo>
                    <a:pt x="285192" y="114081"/>
                  </a:lnTo>
                  <a:lnTo>
                    <a:pt x="288764" y="110130"/>
                  </a:lnTo>
                  <a:lnTo>
                    <a:pt x="292209" y="106068"/>
                  </a:lnTo>
                  <a:lnTo>
                    <a:pt x="295523" y="101897"/>
                  </a:lnTo>
                  <a:lnTo>
                    <a:pt x="298702" y="97624"/>
                  </a:lnTo>
                  <a:lnTo>
                    <a:pt x="301743" y="93251"/>
                  </a:lnTo>
                  <a:lnTo>
                    <a:pt x="304644" y="88783"/>
                  </a:lnTo>
                  <a:lnTo>
                    <a:pt x="307400" y="84225"/>
                  </a:lnTo>
                  <a:lnTo>
                    <a:pt x="310010" y="79582"/>
                  </a:lnTo>
                  <a:lnTo>
                    <a:pt x="312471" y="74858"/>
                  </a:lnTo>
                  <a:lnTo>
                    <a:pt x="314780" y="70058"/>
                  </a:lnTo>
                  <a:lnTo>
                    <a:pt x="316935" y="65187"/>
                  </a:lnTo>
                  <a:lnTo>
                    <a:pt x="318934" y="60250"/>
                  </a:lnTo>
                  <a:lnTo>
                    <a:pt x="320774" y="55251"/>
                  </a:lnTo>
                  <a:lnTo>
                    <a:pt x="322455" y="50197"/>
                  </a:lnTo>
                  <a:lnTo>
                    <a:pt x="16300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82840" y="1379510"/>
              <a:ext cx="167151" cy="217364"/>
            </a:xfrm>
            <a:custGeom>
              <a:avLst/>
              <a:pathLst>
                <a:path w="167151" h="217364">
                  <a:moveTo>
                    <a:pt x="159452" y="217364"/>
                  </a:moveTo>
                  <a:lnTo>
                    <a:pt x="160992" y="212182"/>
                  </a:lnTo>
                  <a:lnTo>
                    <a:pt x="162363" y="206953"/>
                  </a:lnTo>
                  <a:lnTo>
                    <a:pt x="163565" y="201682"/>
                  </a:lnTo>
                  <a:lnTo>
                    <a:pt x="164596" y="196375"/>
                  </a:lnTo>
                  <a:lnTo>
                    <a:pt x="165454" y="191037"/>
                  </a:lnTo>
                  <a:lnTo>
                    <a:pt x="166139" y="185675"/>
                  </a:lnTo>
                  <a:lnTo>
                    <a:pt x="166651" y="180293"/>
                  </a:lnTo>
                  <a:lnTo>
                    <a:pt x="166988" y="174897"/>
                  </a:lnTo>
                  <a:lnTo>
                    <a:pt x="167151" y="169493"/>
                  </a:lnTo>
                  <a:lnTo>
                    <a:pt x="167139" y="164087"/>
                  </a:lnTo>
                  <a:lnTo>
                    <a:pt x="166952" y="158684"/>
                  </a:lnTo>
                  <a:lnTo>
                    <a:pt x="166590" y="153290"/>
                  </a:lnTo>
                  <a:lnTo>
                    <a:pt x="166054" y="147911"/>
                  </a:lnTo>
                  <a:lnTo>
                    <a:pt x="165345" y="142551"/>
                  </a:lnTo>
                  <a:lnTo>
                    <a:pt x="164462" y="137218"/>
                  </a:lnTo>
                  <a:lnTo>
                    <a:pt x="163408" y="131916"/>
                  </a:lnTo>
                  <a:lnTo>
                    <a:pt x="162183" y="126650"/>
                  </a:lnTo>
                  <a:lnTo>
                    <a:pt x="160788" y="121427"/>
                  </a:lnTo>
                  <a:lnTo>
                    <a:pt x="159224" y="116252"/>
                  </a:lnTo>
                  <a:lnTo>
                    <a:pt x="157495" y="111130"/>
                  </a:lnTo>
                  <a:lnTo>
                    <a:pt x="155601" y="106066"/>
                  </a:lnTo>
                  <a:lnTo>
                    <a:pt x="153543" y="101067"/>
                  </a:lnTo>
                  <a:lnTo>
                    <a:pt x="151326" y="96137"/>
                  </a:lnTo>
                  <a:lnTo>
                    <a:pt x="148950" y="91280"/>
                  </a:lnTo>
                  <a:lnTo>
                    <a:pt x="146418" y="86504"/>
                  </a:lnTo>
                  <a:lnTo>
                    <a:pt x="143733" y="81811"/>
                  </a:lnTo>
                  <a:lnTo>
                    <a:pt x="140898" y="77208"/>
                  </a:lnTo>
                  <a:lnTo>
                    <a:pt x="137916" y="72699"/>
                  </a:lnTo>
                  <a:lnTo>
                    <a:pt x="134789" y="68289"/>
                  </a:lnTo>
                  <a:lnTo>
                    <a:pt x="131521" y="63982"/>
                  </a:lnTo>
                  <a:lnTo>
                    <a:pt x="128116" y="59784"/>
                  </a:lnTo>
                  <a:lnTo>
                    <a:pt x="124576" y="55697"/>
                  </a:lnTo>
                  <a:lnTo>
                    <a:pt x="120907" y="51727"/>
                  </a:lnTo>
                  <a:lnTo>
                    <a:pt x="117111" y="47878"/>
                  </a:lnTo>
                  <a:lnTo>
                    <a:pt x="113192" y="44153"/>
                  </a:lnTo>
                  <a:lnTo>
                    <a:pt x="109155" y="40558"/>
                  </a:lnTo>
                  <a:lnTo>
                    <a:pt x="105004" y="37094"/>
                  </a:lnTo>
                  <a:lnTo>
                    <a:pt x="100744" y="33767"/>
                  </a:lnTo>
                  <a:lnTo>
                    <a:pt x="96377" y="30579"/>
                  </a:lnTo>
                  <a:lnTo>
                    <a:pt x="91910" y="27534"/>
                  </a:lnTo>
                  <a:lnTo>
                    <a:pt x="87347" y="24635"/>
                  </a:lnTo>
                  <a:lnTo>
                    <a:pt x="82693" y="21885"/>
                  </a:lnTo>
                  <a:lnTo>
                    <a:pt x="77952" y="19287"/>
                  </a:lnTo>
                  <a:lnTo>
                    <a:pt x="73129" y="16844"/>
                  </a:lnTo>
                  <a:lnTo>
                    <a:pt x="68230" y="14558"/>
                  </a:lnTo>
                  <a:lnTo>
                    <a:pt x="63260" y="12431"/>
                  </a:lnTo>
                  <a:lnTo>
                    <a:pt x="58223" y="10467"/>
                  </a:lnTo>
                  <a:lnTo>
                    <a:pt x="53126" y="8666"/>
                  </a:lnTo>
                  <a:lnTo>
                    <a:pt x="47973" y="7031"/>
                  </a:lnTo>
                  <a:lnTo>
                    <a:pt x="42770" y="5564"/>
                  </a:lnTo>
                  <a:lnTo>
                    <a:pt x="37522" y="4265"/>
                  </a:lnTo>
                  <a:lnTo>
                    <a:pt x="32235" y="3137"/>
                  </a:lnTo>
                  <a:lnTo>
                    <a:pt x="26914" y="2180"/>
                  </a:lnTo>
                  <a:lnTo>
                    <a:pt x="21565" y="1396"/>
                  </a:lnTo>
                  <a:lnTo>
                    <a:pt x="16193" y="786"/>
                  </a:lnTo>
                  <a:lnTo>
                    <a:pt x="10805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65968" y="1120312"/>
              <a:ext cx="167167" cy="290612"/>
            </a:xfrm>
            <a:custGeom>
              <a:avLst/>
              <a:pathLst>
                <a:path w="167167" h="290612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3" y="770"/>
                  </a:lnTo>
                  <a:lnTo>
                    <a:pt x="145814" y="1369"/>
                  </a:lnTo>
                  <a:lnTo>
                    <a:pt x="140517" y="2137"/>
                  </a:lnTo>
                  <a:lnTo>
                    <a:pt x="135247" y="3075"/>
                  </a:lnTo>
                  <a:lnTo>
                    <a:pt x="130010" y="4181"/>
                  </a:lnTo>
                  <a:lnTo>
                    <a:pt x="124811" y="5454"/>
                  </a:lnTo>
                  <a:lnTo>
                    <a:pt x="119655" y="6893"/>
                  </a:lnTo>
                  <a:lnTo>
                    <a:pt x="114548" y="8497"/>
                  </a:lnTo>
                  <a:lnTo>
                    <a:pt x="109495" y="10263"/>
                  </a:lnTo>
                  <a:lnTo>
                    <a:pt x="104501" y="12189"/>
                  </a:lnTo>
                  <a:lnTo>
                    <a:pt x="99572" y="14275"/>
                  </a:lnTo>
                  <a:lnTo>
                    <a:pt x="94712" y="16518"/>
                  </a:lnTo>
                  <a:lnTo>
                    <a:pt x="89926" y="18915"/>
                  </a:lnTo>
                  <a:lnTo>
                    <a:pt x="85219" y="21463"/>
                  </a:lnTo>
                  <a:lnTo>
                    <a:pt x="80596" y="24162"/>
                  </a:lnTo>
                  <a:lnTo>
                    <a:pt x="76062" y="27007"/>
                  </a:lnTo>
                  <a:lnTo>
                    <a:pt x="71622" y="29995"/>
                  </a:lnTo>
                  <a:lnTo>
                    <a:pt x="67279" y="33124"/>
                  </a:lnTo>
                  <a:lnTo>
                    <a:pt x="63039" y="36391"/>
                  </a:lnTo>
                  <a:lnTo>
                    <a:pt x="58905" y="39792"/>
                  </a:lnTo>
                  <a:lnTo>
                    <a:pt x="54883" y="43323"/>
                  </a:lnTo>
                  <a:lnTo>
                    <a:pt x="50975" y="46982"/>
                  </a:lnTo>
                  <a:lnTo>
                    <a:pt x="47187" y="50763"/>
                  </a:lnTo>
                  <a:lnTo>
                    <a:pt x="43522" y="54664"/>
                  </a:lnTo>
                  <a:lnTo>
                    <a:pt x="39983" y="58680"/>
                  </a:lnTo>
                  <a:lnTo>
                    <a:pt x="36575" y="62808"/>
                  </a:lnTo>
                  <a:lnTo>
                    <a:pt x="33301" y="67042"/>
                  </a:lnTo>
                  <a:lnTo>
                    <a:pt x="30164" y="71379"/>
                  </a:lnTo>
                  <a:lnTo>
                    <a:pt x="27168" y="75814"/>
                  </a:lnTo>
                  <a:lnTo>
                    <a:pt x="24315" y="80343"/>
                  </a:lnTo>
                  <a:lnTo>
                    <a:pt x="21608" y="84961"/>
                  </a:lnTo>
                  <a:lnTo>
                    <a:pt x="19051" y="89664"/>
                  </a:lnTo>
                  <a:lnTo>
                    <a:pt x="16646" y="94445"/>
                  </a:lnTo>
                  <a:lnTo>
                    <a:pt x="14395" y="99302"/>
                  </a:lnTo>
                  <a:lnTo>
                    <a:pt x="12300" y="104227"/>
                  </a:lnTo>
                  <a:lnTo>
                    <a:pt x="10365" y="109218"/>
                  </a:lnTo>
                  <a:lnTo>
                    <a:pt x="8590" y="114268"/>
                  </a:lnTo>
                  <a:lnTo>
                    <a:pt x="6978" y="119372"/>
                  </a:lnTo>
                  <a:lnTo>
                    <a:pt x="5529" y="124525"/>
                  </a:lnTo>
                  <a:lnTo>
                    <a:pt x="4247" y="129721"/>
                  </a:lnTo>
                  <a:lnTo>
                    <a:pt x="3132" y="134957"/>
                  </a:lnTo>
                  <a:lnTo>
                    <a:pt x="2185" y="140225"/>
                  </a:lnTo>
                  <a:lnTo>
                    <a:pt x="1407" y="145521"/>
                  </a:lnTo>
                  <a:lnTo>
                    <a:pt x="799" y="150839"/>
                  </a:lnTo>
                  <a:lnTo>
                    <a:pt x="361" y="156173"/>
                  </a:lnTo>
                  <a:lnTo>
                    <a:pt x="95" y="161519"/>
                  </a:lnTo>
                  <a:lnTo>
                    <a:pt x="0" y="166871"/>
                  </a:lnTo>
                  <a:lnTo>
                    <a:pt x="76" y="172223"/>
                  </a:lnTo>
                  <a:lnTo>
                    <a:pt x="323" y="177570"/>
                  </a:lnTo>
                  <a:lnTo>
                    <a:pt x="742" y="182906"/>
                  </a:lnTo>
                  <a:lnTo>
                    <a:pt x="1331" y="188226"/>
                  </a:lnTo>
                  <a:lnTo>
                    <a:pt x="2090" y="193525"/>
                  </a:lnTo>
                  <a:lnTo>
                    <a:pt x="3019" y="198796"/>
                  </a:lnTo>
                  <a:lnTo>
                    <a:pt x="4116" y="204035"/>
                  </a:lnTo>
                  <a:lnTo>
                    <a:pt x="5379" y="209237"/>
                  </a:lnTo>
                  <a:lnTo>
                    <a:pt x="6809" y="214395"/>
                  </a:lnTo>
                  <a:lnTo>
                    <a:pt x="8404" y="219504"/>
                  </a:lnTo>
                  <a:lnTo>
                    <a:pt x="10161" y="224561"/>
                  </a:lnTo>
                  <a:lnTo>
                    <a:pt x="12079" y="229558"/>
                  </a:lnTo>
                  <a:lnTo>
                    <a:pt x="14155" y="234491"/>
                  </a:lnTo>
                  <a:lnTo>
                    <a:pt x="16389" y="239355"/>
                  </a:lnTo>
                  <a:lnTo>
                    <a:pt x="18778" y="244145"/>
                  </a:lnTo>
                  <a:lnTo>
                    <a:pt x="21318" y="248857"/>
                  </a:lnTo>
                  <a:lnTo>
                    <a:pt x="24008" y="253484"/>
                  </a:lnTo>
                  <a:lnTo>
                    <a:pt x="26845" y="258023"/>
                  </a:lnTo>
                  <a:lnTo>
                    <a:pt x="29826" y="262469"/>
                  </a:lnTo>
                  <a:lnTo>
                    <a:pt x="32948" y="266817"/>
                  </a:lnTo>
                  <a:lnTo>
                    <a:pt x="36207" y="271063"/>
                  </a:lnTo>
                  <a:lnTo>
                    <a:pt x="39600" y="275203"/>
                  </a:lnTo>
                  <a:lnTo>
                    <a:pt x="43124" y="279231"/>
                  </a:lnTo>
                  <a:lnTo>
                    <a:pt x="46776" y="283145"/>
                  </a:lnTo>
                  <a:lnTo>
                    <a:pt x="50551" y="286940"/>
                  </a:lnTo>
                  <a:lnTo>
                    <a:pt x="54445" y="29061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20413" y="1287480"/>
              <a:ext cx="112721" cy="123445"/>
            </a:xfrm>
            <a:custGeom>
              <a:avLst/>
              <a:pathLst>
                <a:path w="112721" h="123445">
                  <a:moveTo>
                    <a:pt x="0" y="123445"/>
                  </a:moveTo>
                  <a:lnTo>
                    <a:pt x="1127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20413" y="1136297"/>
              <a:ext cx="279870" cy="318345"/>
            </a:xfrm>
            <a:custGeom>
              <a:avLst/>
              <a:pathLst>
                <a:path w="279870" h="318345">
                  <a:moveTo>
                    <a:pt x="0" y="274628"/>
                  </a:moveTo>
                  <a:lnTo>
                    <a:pt x="3989" y="278156"/>
                  </a:lnTo>
                  <a:lnTo>
                    <a:pt x="8089" y="281555"/>
                  </a:lnTo>
                  <a:lnTo>
                    <a:pt x="12294" y="284822"/>
                  </a:lnTo>
                  <a:lnTo>
                    <a:pt x="16602" y="287953"/>
                  </a:lnTo>
                  <a:lnTo>
                    <a:pt x="21008" y="290945"/>
                  </a:lnTo>
                  <a:lnTo>
                    <a:pt x="25506" y="293795"/>
                  </a:lnTo>
                  <a:lnTo>
                    <a:pt x="30093" y="296501"/>
                  </a:lnTo>
                  <a:lnTo>
                    <a:pt x="34764" y="299059"/>
                  </a:lnTo>
                  <a:lnTo>
                    <a:pt x="39514" y="301468"/>
                  </a:lnTo>
                  <a:lnTo>
                    <a:pt x="44338" y="303723"/>
                  </a:lnTo>
                  <a:lnTo>
                    <a:pt x="49232" y="305824"/>
                  </a:lnTo>
                  <a:lnTo>
                    <a:pt x="54190" y="307768"/>
                  </a:lnTo>
                  <a:lnTo>
                    <a:pt x="59207" y="309553"/>
                  </a:lnTo>
                  <a:lnTo>
                    <a:pt x="64279" y="311177"/>
                  </a:lnTo>
                  <a:lnTo>
                    <a:pt x="69400" y="312639"/>
                  </a:lnTo>
                  <a:lnTo>
                    <a:pt x="74565" y="313937"/>
                  </a:lnTo>
                  <a:lnTo>
                    <a:pt x="79768" y="315070"/>
                  </a:lnTo>
                  <a:lnTo>
                    <a:pt x="85006" y="316036"/>
                  </a:lnTo>
                  <a:lnTo>
                    <a:pt x="90271" y="316835"/>
                  </a:lnTo>
                  <a:lnTo>
                    <a:pt x="95559" y="317467"/>
                  </a:lnTo>
                  <a:lnTo>
                    <a:pt x="100864" y="317929"/>
                  </a:lnTo>
                  <a:lnTo>
                    <a:pt x="106182" y="318222"/>
                  </a:lnTo>
                  <a:lnTo>
                    <a:pt x="111506" y="318345"/>
                  </a:lnTo>
                  <a:lnTo>
                    <a:pt x="116831" y="318299"/>
                  </a:lnTo>
                  <a:lnTo>
                    <a:pt x="122152" y="318084"/>
                  </a:lnTo>
                  <a:lnTo>
                    <a:pt x="127464" y="317699"/>
                  </a:lnTo>
                  <a:lnTo>
                    <a:pt x="132760" y="317144"/>
                  </a:lnTo>
                  <a:lnTo>
                    <a:pt x="138037" y="316422"/>
                  </a:lnTo>
                  <a:lnTo>
                    <a:pt x="143287" y="315532"/>
                  </a:lnTo>
                  <a:lnTo>
                    <a:pt x="148507" y="314475"/>
                  </a:lnTo>
                  <a:lnTo>
                    <a:pt x="153690" y="313252"/>
                  </a:lnTo>
                  <a:lnTo>
                    <a:pt x="158832" y="311865"/>
                  </a:lnTo>
                  <a:lnTo>
                    <a:pt x="163927" y="310314"/>
                  </a:lnTo>
                  <a:lnTo>
                    <a:pt x="168969" y="308603"/>
                  </a:lnTo>
                  <a:lnTo>
                    <a:pt x="173955" y="306731"/>
                  </a:lnTo>
                  <a:lnTo>
                    <a:pt x="178879" y="304702"/>
                  </a:lnTo>
                  <a:lnTo>
                    <a:pt x="183735" y="302516"/>
                  </a:lnTo>
                  <a:lnTo>
                    <a:pt x="188520" y="300177"/>
                  </a:lnTo>
                  <a:lnTo>
                    <a:pt x="193227" y="297687"/>
                  </a:lnTo>
                  <a:lnTo>
                    <a:pt x="197853" y="295049"/>
                  </a:lnTo>
                  <a:lnTo>
                    <a:pt x="202393" y="292264"/>
                  </a:lnTo>
                  <a:lnTo>
                    <a:pt x="206841" y="289336"/>
                  </a:lnTo>
                  <a:lnTo>
                    <a:pt x="211194" y="286268"/>
                  </a:lnTo>
                  <a:lnTo>
                    <a:pt x="215447" y="283063"/>
                  </a:lnTo>
                  <a:lnTo>
                    <a:pt x="219596" y="279724"/>
                  </a:lnTo>
                  <a:lnTo>
                    <a:pt x="223636" y="276254"/>
                  </a:lnTo>
                  <a:lnTo>
                    <a:pt x="227564" y="272657"/>
                  </a:lnTo>
                  <a:lnTo>
                    <a:pt x="231375" y="268938"/>
                  </a:lnTo>
                  <a:lnTo>
                    <a:pt x="235065" y="265098"/>
                  </a:lnTo>
                  <a:lnTo>
                    <a:pt x="238632" y="261144"/>
                  </a:lnTo>
                  <a:lnTo>
                    <a:pt x="242071" y="257077"/>
                  </a:lnTo>
                  <a:lnTo>
                    <a:pt x="245378" y="252903"/>
                  </a:lnTo>
                  <a:lnTo>
                    <a:pt x="248551" y="248626"/>
                  </a:lnTo>
                  <a:lnTo>
                    <a:pt x="251586" y="244250"/>
                  </a:lnTo>
                  <a:lnTo>
                    <a:pt x="254480" y="239779"/>
                  </a:lnTo>
                  <a:lnTo>
                    <a:pt x="257230" y="235219"/>
                  </a:lnTo>
                  <a:lnTo>
                    <a:pt x="259834" y="230573"/>
                  </a:lnTo>
                  <a:lnTo>
                    <a:pt x="262288" y="225847"/>
                  </a:lnTo>
                  <a:lnTo>
                    <a:pt x="264590" y="221045"/>
                  </a:lnTo>
                  <a:lnTo>
                    <a:pt x="266739" y="216172"/>
                  </a:lnTo>
                  <a:lnTo>
                    <a:pt x="268731" y="211233"/>
                  </a:lnTo>
                  <a:lnTo>
                    <a:pt x="270564" y="206233"/>
                  </a:lnTo>
                  <a:lnTo>
                    <a:pt x="272238" y="201177"/>
                  </a:lnTo>
                  <a:lnTo>
                    <a:pt x="273749" y="196071"/>
                  </a:lnTo>
                  <a:lnTo>
                    <a:pt x="275097" y="190919"/>
                  </a:lnTo>
                  <a:lnTo>
                    <a:pt x="276281" y="185726"/>
                  </a:lnTo>
                  <a:lnTo>
                    <a:pt x="277298" y="180499"/>
                  </a:lnTo>
                  <a:lnTo>
                    <a:pt x="278148" y="175242"/>
                  </a:lnTo>
                  <a:lnTo>
                    <a:pt x="278831" y="169960"/>
                  </a:lnTo>
                  <a:lnTo>
                    <a:pt x="279345" y="164659"/>
                  </a:lnTo>
                  <a:lnTo>
                    <a:pt x="279689" y="159345"/>
                  </a:lnTo>
                  <a:lnTo>
                    <a:pt x="279865" y="154022"/>
                  </a:lnTo>
                  <a:lnTo>
                    <a:pt x="279870" y="148697"/>
                  </a:lnTo>
                  <a:lnTo>
                    <a:pt x="279706" y="143374"/>
                  </a:lnTo>
                  <a:lnTo>
                    <a:pt x="279373" y="138059"/>
                  </a:lnTo>
                  <a:lnTo>
                    <a:pt x="278870" y="132757"/>
                  </a:lnTo>
                  <a:lnTo>
                    <a:pt x="278199" y="127474"/>
                  </a:lnTo>
                  <a:lnTo>
                    <a:pt x="277360" y="122215"/>
                  </a:lnTo>
                  <a:lnTo>
                    <a:pt x="276353" y="116985"/>
                  </a:lnTo>
                  <a:lnTo>
                    <a:pt x="275181" y="111791"/>
                  </a:lnTo>
                  <a:lnTo>
                    <a:pt x="273844" y="106636"/>
                  </a:lnTo>
                  <a:lnTo>
                    <a:pt x="272343" y="101526"/>
                  </a:lnTo>
                  <a:lnTo>
                    <a:pt x="270681" y="96467"/>
                  </a:lnTo>
                  <a:lnTo>
                    <a:pt x="268857" y="91463"/>
                  </a:lnTo>
                  <a:lnTo>
                    <a:pt x="266876" y="86520"/>
                  </a:lnTo>
                  <a:lnTo>
                    <a:pt x="264738" y="81642"/>
                  </a:lnTo>
                  <a:lnTo>
                    <a:pt x="262446" y="76835"/>
                  </a:lnTo>
                  <a:lnTo>
                    <a:pt x="260002" y="72104"/>
                  </a:lnTo>
                  <a:lnTo>
                    <a:pt x="257408" y="67452"/>
                  </a:lnTo>
                  <a:lnTo>
                    <a:pt x="254667" y="62886"/>
                  </a:lnTo>
                  <a:lnTo>
                    <a:pt x="251783" y="58410"/>
                  </a:lnTo>
                  <a:lnTo>
                    <a:pt x="248757" y="54027"/>
                  </a:lnTo>
                  <a:lnTo>
                    <a:pt x="245593" y="49743"/>
                  </a:lnTo>
                  <a:lnTo>
                    <a:pt x="242295" y="45562"/>
                  </a:lnTo>
                  <a:lnTo>
                    <a:pt x="238865" y="41488"/>
                  </a:lnTo>
                  <a:lnTo>
                    <a:pt x="235307" y="37526"/>
                  </a:lnTo>
                  <a:lnTo>
                    <a:pt x="231624" y="33679"/>
                  </a:lnTo>
                  <a:lnTo>
                    <a:pt x="227821" y="29951"/>
                  </a:lnTo>
                  <a:lnTo>
                    <a:pt x="223901" y="26346"/>
                  </a:lnTo>
                  <a:lnTo>
                    <a:pt x="219868" y="22868"/>
                  </a:lnTo>
                  <a:lnTo>
                    <a:pt x="215726" y="19520"/>
                  </a:lnTo>
                  <a:lnTo>
                    <a:pt x="211480" y="16306"/>
                  </a:lnTo>
                  <a:lnTo>
                    <a:pt x="207134" y="13229"/>
                  </a:lnTo>
                  <a:lnTo>
                    <a:pt x="202692" y="10291"/>
                  </a:lnTo>
                  <a:lnTo>
                    <a:pt x="198158" y="7497"/>
                  </a:lnTo>
                  <a:lnTo>
                    <a:pt x="193538" y="4848"/>
                  </a:lnTo>
                  <a:lnTo>
                    <a:pt x="188836" y="2348"/>
                  </a:lnTo>
                  <a:lnTo>
                    <a:pt x="184056" y="0"/>
                  </a:lnTo>
                  <a:lnTo>
                    <a:pt x="112721" y="1511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633135" y="1120312"/>
              <a:ext cx="71334" cy="167167"/>
            </a:xfrm>
            <a:custGeom>
              <a:avLst/>
              <a:pathLst>
                <a:path w="71334" h="167167">
                  <a:moveTo>
                    <a:pt x="71334" y="15984"/>
                  </a:moveTo>
                  <a:lnTo>
                    <a:pt x="66167" y="13652"/>
                  </a:lnTo>
                  <a:lnTo>
                    <a:pt x="60924" y="11497"/>
                  </a:lnTo>
                  <a:lnTo>
                    <a:pt x="55611" y="9521"/>
                  </a:lnTo>
                  <a:lnTo>
                    <a:pt x="50234" y="7726"/>
                  </a:lnTo>
                  <a:lnTo>
                    <a:pt x="44799" y="6114"/>
                  </a:lnTo>
                  <a:lnTo>
                    <a:pt x="39312" y="4688"/>
                  </a:lnTo>
                  <a:lnTo>
                    <a:pt x="33780" y="3448"/>
                  </a:lnTo>
                  <a:lnTo>
                    <a:pt x="28210" y="2397"/>
                  </a:lnTo>
                  <a:lnTo>
                    <a:pt x="22607" y="1535"/>
                  </a:lnTo>
                  <a:lnTo>
                    <a:pt x="16978" y="864"/>
                  </a:lnTo>
                  <a:lnTo>
                    <a:pt x="11329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68515" y="971635"/>
              <a:ext cx="167160" cy="236575"/>
            </a:xfrm>
            <a:custGeom>
              <a:avLst/>
              <a:pathLst>
                <a:path w="167160" h="236575">
                  <a:moveTo>
                    <a:pt x="167160" y="0"/>
                  </a:moveTo>
                  <a:lnTo>
                    <a:pt x="161771" y="86"/>
                  </a:lnTo>
                  <a:lnTo>
                    <a:pt x="156388" y="347"/>
                  </a:lnTo>
                  <a:lnTo>
                    <a:pt x="151016" y="781"/>
                  </a:lnTo>
                  <a:lnTo>
                    <a:pt x="145661" y="1388"/>
                  </a:lnTo>
                  <a:lnTo>
                    <a:pt x="140328" y="2167"/>
                  </a:lnTo>
                  <a:lnTo>
                    <a:pt x="135023" y="3118"/>
                  </a:lnTo>
                  <a:lnTo>
                    <a:pt x="129752" y="4239"/>
                  </a:lnTo>
                  <a:lnTo>
                    <a:pt x="124519" y="5529"/>
                  </a:lnTo>
                  <a:lnTo>
                    <a:pt x="119331" y="6988"/>
                  </a:lnTo>
                  <a:lnTo>
                    <a:pt x="114192" y="8613"/>
                  </a:lnTo>
                  <a:lnTo>
                    <a:pt x="109109" y="10403"/>
                  </a:lnTo>
                  <a:lnTo>
                    <a:pt x="104085" y="12356"/>
                  </a:lnTo>
                  <a:lnTo>
                    <a:pt x="99128" y="14469"/>
                  </a:lnTo>
                  <a:lnTo>
                    <a:pt x="94241" y="16742"/>
                  </a:lnTo>
                  <a:lnTo>
                    <a:pt x="89430" y="19171"/>
                  </a:lnTo>
                  <a:lnTo>
                    <a:pt x="84699" y="21753"/>
                  </a:lnTo>
                  <a:lnTo>
                    <a:pt x="80055" y="24487"/>
                  </a:lnTo>
                  <a:lnTo>
                    <a:pt x="75500" y="27369"/>
                  </a:lnTo>
                  <a:lnTo>
                    <a:pt x="71042" y="30396"/>
                  </a:lnTo>
                  <a:lnTo>
                    <a:pt x="66683" y="33566"/>
                  </a:lnTo>
                  <a:lnTo>
                    <a:pt x="62428" y="36874"/>
                  </a:lnTo>
                  <a:lnTo>
                    <a:pt x="58283" y="40318"/>
                  </a:lnTo>
                  <a:lnTo>
                    <a:pt x="54250" y="43894"/>
                  </a:lnTo>
                  <a:lnTo>
                    <a:pt x="50335" y="47598"/>
                  </a:lnTo>
                  <a:lnTo>
                    <a:pt x="46541" y="51426"/>
                  </a:lnTo>
                  <a:lnTo>
                    <a:pt x="42873" y="55374"/>
                  </a:lnTo>
                  <a:lnTo>
                    <a:pt x="39334" y="59439"/>
                  </a:lnTo>
                  <a:lnTo>
                    <a:pt x="35928" y="63615"/>
                  </a:lnTo>
                  <a:lnTo>
                    <a:pt x="32658" y="67899"/>
                  </a:lnTo>
                  <a:lnTo>
                    <a:pt x="29528" y="72287"/>
                  </a:lnTo>
                  <a:lnTo>
                    <a:pt x="26541" y="76773"/>
                  </a:lnTo>
                  <a:lnTo>
                    <a:pt x="23700" y="81353"/>
                  </a:lnTo>
                  <a:lnTo>
                    <a:pt x="21008" y="86022"/>
                  </a:lnTo>
                  <a:lnTo>
                    <a:pt x="18468" y="90775"/>
                  </a:lnTo>
                  <a:lnTo>
                    <a:pt x="16083" y="95608"/>
                  </a:lnTo>
                  <a:lnTo>
                    <a:pt x="13855" y="100515"/>
                  </a:lnTo>
                  <a:lnTo>
                    <a:pt x="11786" y="105492"/>
                  </a:lnTo>
                  <a:lnTo>
                    <a:pt x="9879" y="110533"/>
                  </a:lnTo>
                  <a:lnTo>
                    <a:pt x="8135" y="115632"/>
                  </a:lnTo>
                  <a:lnTo>
                    <a:pt x="6556" y="120785"/>
                  </a:lnTo>
                  <a:lnTo>
                    <a:pt x="5144" y="125986"/>
                  </a:lnTo>
                  <a:lnTo>
                    <a:pt x="3901" y="131231"/>
                  </a:lnTo>
                  <a:lnTo>
                    <a:pt x="2827" y="136512"/>
                  </a:lnTo>
                  <a:lnTo>
                    <a:pt x="1925" y="141825"/>
                  </a:lnTo>
                  <a:lnTo>
                    <a:pt x="1194" y="147165"/>
                  </a:lnTo>
                  <a:lnTo>
                    <a:pt x="635" y="152525"/>
                  </a:lnTo>
                  <a:lnTo>
                    <a:pt x="250" y="157901"/>
                  </a:lnTo>
                  <a:lnTo>
                    <a:pt x="38" y="163286"/>
                  </a:lnTo>
                  <a:lnTo>
                    <a:pt x="0" y="168676"/>
                  </a:lnTo>
                  <a:lnTo>
                    <a:pt x="135" y="174063"/>
                  </a:lnTo>
                  <a:lnTo>
                    <a:pt x="444" y="179444"/>
                  </a:lnTo>
                  <a:lnTo>
                    <a:pt x="927" y="184812"/>
                  </a:lnTo>
                  <a:lnTo>
                    <a:pt x="1582" y="190161"/>
                  </a:lnTo>
                  <a:lnTo>
                    <a:pt x="2409" y="195487"/>
                  </a:lnTo>
                  <a:lnTo>
                    <a:pt x="3408" y="200783"/>
                  </a:lnTo>
                  <a:lnTo>
                    <a:pt x="4576" y="206044"/>
                  </a:lnTo>
                  <a:lnTo>
                    <a:pt x="5914" y="211265"/>
                  </a:lnTo>
                  <a:lnTo>
                    <a:pt x="7419" y="216440"/>
                  </a:lnTo>
                  <a:lnTo>
                    <a:pt x="9091" y="221564"/>
                  </a:lnTo>
                  <a:lnTo>
                    <a:pt x="10926" y="226631"/>
                  </a:lnTo>
                  <a:lnTo>
                    <a:pt x="12924" y="231636"/>
                  </a:lnTo>
                  <a:lnTo>
                    <a:pt x="15083" y="23657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983598" y="1138802"/>
              <a:ext cx="152077" cy="69407"/>
            </a:xfrm>
            <a:custGeom>
              <a:avLst/>
              <a:pathLst>
                <a:path w="152077" h="69407">
                  <a:moveTo>
                    <a:pt x="0" y="69407"/>
                  </a:moveTo>
                  <a:lnTo>
                    <a:pt x="1520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983598" y="1065218"/>
              <a:ext cx="319239" cy="240744"/>
            </a:xfrm>
            <a:custGeom>
              <a:avLst/>
              <a:pathLst>
                <a:path w="319239" h="240744">
                  <a:moveTo>
                    <a:pt x="0" y="142992"/>
                  </a:moveTo>
                  <a:lnTo>
                    <a:pt x="2299" y="147824"/>
                  </a:lnTo>
                  <a:lnTo>
                    <a:pt x="4752" y="152580"/>
                  </a:lnTo>
                  <a:lnTo>
                    <a:pt x="7356" y="157255"/>
                  </a:lnTo>
                  <a:lnTo>
                    <a:pt x="10108" y="161844"/>
                  </a:lnTo>
                  <a:lnTo>
                    <a:pt x="13006" y="166343"/>
                  </a:lnTo>
                  <a:lnTo>
                    <a:pt x="16046" y="170747"/>
                  </a:lnTo>
                  <a:lnTo>
                    <a:pt x="19225" y="175051"/>
                  </a:lnTo>
                  <a:lnTo>
                    <a:pt x="22541" y="179251"/>
                  </a:lnTo>
                  <a:lnTo>
                    <a:pt x="25990" y="183343"/>
                  </a:lnTo>
                  <a:lnTo>
                    <a:pt x="29567" y="187322"/>
                  </a:lnTo>
                  <a:lnTo>
                    <a:pt x="33270" y="191185"/>
                  </a:lnTo>
                  <a:lnTo>
                    <a:pt x="37095" y="194928"/>
                  </a:lnTo>
                  <a:lnTo>
                    <a:pt x="41038" y="198546"/>
                  </a:lnTo>
                  <a:lnTo>
                    <a:pt x="45095" y="202036"/>
                  </a:lnTo>
                  <a:lnTo>
                    <a:pt x="49261" y="205394"/>
                  </a:lnTo>
                  <a:lnTo>
                    <a:pt x="53532" y="208617"/>
                  </a:lnTo>
                  <a:lnTo>
                    <a:pt x="57905" y="211702"/>
                  </a:lnTo>
                  <a:lnTo>
                    <a:pt x="62374" y="214646"/>
                  </a:lnTo>
                  <a:lnTo>
                    <a:pt x="66935" y="217445"/>
                  </a:lnTo>
                  <a:lnTo>
                    <a:pt x="71583" y="220096"/>
                  </a:lnTo>
                  <a:lnTo>
                    <a:pt x="76314" y="222597"/>
                  </a:lnTo>
                  <a:lnTo>
                    <a:pt x="81122" y="224946"/>
                  </a:lnTo>
                  <a:lnTo>
                    <a:pt x="86003" y="227139"/>
                  </a:lnTo>
                  <a:lnTo>
                    <a:pt x="90951" y="229176"/>
                  </a:lnTo>
                  <a:lnTo>
                    <a:pt x="95963" y="231052"/>
                  </a:lnTo>
                  <a:lnTo>
                    <a:pt x="101032" y="232768"/>
                  </a:lnTo>
                  <a:lnTo>
                    <a:pt x="106153" y="234320"/>
                  </a:lnTo>
                  <a:lnTo>
                    <a:pt x="111321" y="235707"/>
                  </a:lnTo>
                  <a:lnTo>
                    <a:pt x="116531" y="236929"/>
                  </a:lnTo>
                  <a:lnTo>
                    <a:pt x="121777" y="237983"/>
                  </a:lnTo>
                  <a:lnTo>
                    <a:pt x="127055" y="238868"/>
                  </a:lnTo>
                  <a:lnTo>
                    <a:pt x="132358" y="239585"/>
                  </a:lnTo>
                  <a:lnTo>
                    <a:pt x="137681" y="240131"/>
                  </a:lnTo>
                  <a:lnTo>
                    <a:pt x="143019" y="240506"/>
                  </a:lnTo>
                  <a:lnTo>
                    <a:pt x="148366" y="240711"/>
                  </a:lnTo>
                  <a:lnTo>
                    <a:pt x="153718" y="240744"/>
                  </a:lnTo>
                  <a:lnTo>
                    <a:pt x="159067" y="240605"/>
                  </a:lnTo>
                  <a:lnTo>
                    <a:pt x="164409" y="240296"/>
                  </a:lnTo>
                  <a:lnTo>
                    <a:pt x="169739" y="239816"/>
                  </a:lnTo>
                  <a:lnTo>
                    <a:pt x="175050" y="239166"/>
                  </a:lnTo>
                  <a:lnTo>
                    <a:pt x="180338" y="238345"/>
                  </a:lnTo>
                  <a:lnTo>
                    <a:pt x="185597" y="237356"/>
                  </a:lnTo>
                  <a:lnTo>
                    <a:pt x="190822" y="236200"/>
                  </a:lnTo>
                  <a:lnTo>
                    <a:pt x="196007" y="234876"/>
                  </a:lnTo>
                  <a:lnTo>
                    <a:pt x="201147" y="233387"/>
                  </a:lnTo>
                  <a:lnTo>
                    <a:pt x="206237" y="231735"/>
                  </a:lnTo>
                  <a:lnTo>
                    <a:pt x="211271" y="229920"/>
                  </a:lnTo>
                  <a:lnTo>
                    <a:pt x="216245" y="227946"/>
                  </a:lnTo>
                  <a:lnTo>
                    <a:pt x="221152" y="225813"/>
                  </a:lnTo>
                  <a:lnTo>
                    <a:pt x="225989" y="223524"/>
                  </a:lnTo>
                  <a:lnTo>
                    <a:pt x="230751" y="221081"/>
                  </a:lnTo>
                  <a:lnTo>
                    <a:pt x="235431" y="218488"/>
                  </a:lnTo>
                  <a:lnTo>
                    <a:pt x="240026" y="215746"/>
                  </a:lnTo>
                  <a:lnTo>
                    <a:pt x="244531" y="212858"/>
                  </a:lnTo>
                  <a:lnTo>
                    <a:pt x="248942" y="209827"/>
                  </a:lnTo>
                  <a:lnTo>
                    <a:pt x="253253" y="206657"/>
                  </a:lnTo>
                  <a:lnTo>
                    <a:pt x="257460" y="203350"/>
                  </a:lnTo>
                  <a:lnTo>
                    <a:pt x="261560" y="199911"/>
                  </a:lnTo>
                  <a:lnTo>
                    <a:pt x="265547" y="196342"/>
                  </a:lnTo>
                  <a:lnTo>
                    <a:pt x="269418" y="192647"/>
                  </a:lnTo>
                  <a:lnTo>
                    <a:pt x="273169" y="188831"/>
                  </a:lnTo>
                  <a:lnTo>
                    <a:pt x="276795" y="184896"/>
                  </a:lnTo>
                  <a:lnTo>
                    <a:pt x="280294" y="180847"/>
                  </a:lnTo>
                  <a:lnTo>
                    <a:pt x="283662" y="176688"/>
                  </a:lnTo>
                  <a:lnTo>
                    <a:pt x="286894" y="172424"/>
                  </a:lnTo>
                  <a:lnTo>
                    <a:pt x="289989" y="168058"/>
                  </a:lnTo>
                  <a:lnTo>
                    <a:pt x="292942" y="163595"/>
                  </a:lnTo>
                  <a:lnTo>
                    <a:pt x="295751" y="159040"/>
                  </a:lnTo>
                  <a:lnTo>
                    <a:pt x="298412" y="154398"/>
                  </a:lnTo>
                  <a:lnTo>
                    <a:pt x="300924" y="149673"/>
                  </a:lnTo>
                  <a:lnTo>
                    <a:pt x="303283" y="144870"/>
                  </a:lnTo>
                  <a:lnTo>
                    <a:pt x="305487" y="139994"/>
                  </a:lnTo>
                  <a:lnTo>
                    <a:pt x="307534" y="135049"/>
                  </a:lnTo>
                  <a:lnTo>
                    <a:pt x="309422" y="130042"/>
                  </a:lnTo>
                  <a:lnTo>
                    <a:pt x="311148" y="124977"/>
                  </a:lnTo>
                  <a:lnTo>
                    <a:pt x="312712" y="119859"/>
                  </a:lnTo>
                  <a:lnTo>
                    <a:pt x="314111" y="114694"/>
                  </a:lnTo>
                  <a:lnTo>
                    <a:pt x="315343" y="109487"/>
                  </a:lnTo>
                  <a:lnTo>
                    <a:pt x="316409" y="104243"/>
                  </a:lnTo>
                  <a:lnTo>
                    <a:pt x="317306" y="98967"/>
                  </a:lnTo>
                  <a:lnTo>
                    <a:pt x="318034" y="93666"/>
                  </a:lnTo>
                  <a:lnTo>
                    <a:pt x="318591" y="88344"/>
                  </a:lnTo>
                  <a:lnTo>
                    <a:pt x="318979" y="83007"/>
                  </a:lnTo>
                  <a:lnTo>
                    <a:pt x="319195" y="77660"/>
                  </a:lnTo>
                  <a:lnTo>
                    <a:pt x="319239" y="72309"/>
                  </a:lnTo>
                  <a:lnTo>
                    <a:pt x="319113" y="66959"/>
                  </a:lnTo>
                  <a:lnTo>
                    <a:pt x="318815" y="61616"/>
                  </a:lnTo>
                  <a:lnTo>
                    <a:pt x="318347" y="56285"/>
                  </a:lnTo>
                  <a:lnTo>
                    <a:pt x="317708" y="50972"/>
                  </a:lnTo>
                  <a:lnTo>
                    <a:pt x="316899" y="45683"/>
                  </a:lnTo>
                  <a:lnTo>
                    <a:pt x="315922" y="40421"/>
                  </a:lnTo>
                  <a:lnTo>
                    <a:pt x="314776" y="35194"/>
                  </a:lnTo>
                  <a:lnTo>
                    <a:pt x="313464" y="30006"/>
                  </a:lnTo>
                  <a:lnTo>
                    <a:pt x="311987" y="24863"/>
                  </a:lnTo>
                  <a:lnTo>
                    <a:pt x="310345" y="19770"/>
                  </a:lnTo>
                  <a:lnTo>
                    <a:pt x="308542" y="14732"/>
                  </a:lnTo>
                  <a:lnTo>
                    <a:pt x="306578" y="9754"/>
                  </a:lnTo>
                  <a:lnTo>
                    <a:pt x="304456" y="4841"/>
                  </a:lnTo>
                  <a:lnTo>
                    <a:pt x="302178" y="0"/>
                  </a:lnTo>
                  <a:lnTo>
                    <a:pt x="152077" y="73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135676" y="971635"/>
              <a:ext cx="150100" cy="167167"/>
            </a:xfrm>
            <a:custGeom>
              <a:avLst/>
              <a:pathLst>
                <a:path w="150100" h="167167">
                  <a:moveTo>
                    <a:pt x="150100" y="93582"/>
                  </a:moveTo>
                  <a:lnTo>
                    <a:pt x="147607" y="88700"/>
                  </a:lnTo>
                  <a:lnTo>
                    <a:pt x="144955" y="83903"/>
                  </a:lnTo>
                  <a:lnTo>
                    <a:pt x="142147" y="79195"/>
                  </a:lnTo>
                  <a:lnTo>
                    <a:pt x="139186" y="74581"/>
                  </a:lnTo>
                  <a:lnTo>
                    <a:pt x="136075" y="70067"/>
                  </a:lnTo>
                  <a:lnTo>
                    <a:pt x="132818" y="65658"/>
                  </a:lnTo>
                  <a:lnTo>
                    <a:pt x="129419" y="61358"/>
                  </a:lnTo>
                  <a:lnTo>
                    <a:pt x="125880" y="57171"/>
                  </a:lnTo>
                  <a:lnTo>
                    <a:pt x="122206" y="53103"/>
                  </a:lnTo>
                  <a:lnTo>
                    <a:pt x="118400" y="49157"/>
                  </a:lnTo>
                  <a:lnTo>
                    <a:pt x="114467" y="45339"/>
                  </a:lnTo>
                  <a:lnTo>
                    <a:pt x="110411" y="41651"/>
                  </a:lnTo>
                  <a:lnTo>
                    <a:pt x="106236" y="38098"/>
                  </a:lnTo>
                  <a:lnTo>
                    <a:pt x="101947" y="34684"/>
                  </a:lnTo>
                  <a:lnTo>
                    <a:pt x="97549" y="31413"/>
                  </a:lnTo>
                  <a:lnTo>
                    <a:pt x="93045" y="28288"/>
                  </a:lnTo>
                  <a:lnTo>
                    <a:pt x="88442" y="25312"/>
                  </a:lnTo>
                  <a:lnTo>
                    <a:pt x="83743" y="22488"/>
                  </a:lnTo>
                  <a:lnTo>
                    <a:pt x="78954" y="19820"/>
                  </a:lnTo>
                  <a:lnTo>
                    <a:pt x="74080" y="17310"/>
                  </a:lnTo>
                  <a:lnTo>
                    <a:pt x="69127" y="14962"/>
                  </a:lnTo>
                  <a:lnTo>
                    <a:pt x="64099" y="12777"/>
                  </a:lnTo>
                  <a:lnTo>
                    <a:pt x="59003" y="10759"/>
                  </a:lnTo>
                  <a:lnTo>
                    <a:pt x="53843" y="8908"/>
                  </a:lnTo>
                  <a:lnTo>
                    <a:pt x="48625" y="7228"/>
                  </a:lnTo>
                  <a:lnTo>
                    <a:pt x="43355" y="5719"/>
                  </a:lnTo>
                  <a:lnTo>
                    <a:pt x="38038" y="4385"/>
                  </a:lnTo>
                  <a:lnTo>
                    <a:pt x="32680" y="3225"/>
                  </a:lnTo>
                  <a:lnTo>
                    <a:pt x="27287" y="2242"/>
                  </a:lnTo>
                  <a:lnTo>
                    <a:pt x="21865" y="1436"/>
                  </a:lnTo>
                  <a:lnTo>
                    <a:pt x="16419" y="808"/>
                  </a:lnTo>
                  <a:lnTo>
                    <a:pt x="10956" y="359"/>
                  </a:lnTo>
                  <a:lnTo>
                    <a:pt x="548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329" y="941493"/>
              <a:ext cx="77950" cy="167167"/>
            </a:xfrm>
            <a:custGeom>
              <a:avLst/>
              <a:pathLst>
                <a:path w="77950" h="167167">
                  <a:moveTo>
                    <a:pt x="77950" y="0"/>
                  </a:moveTo>
                  <a:lnTo>
                    <a:pt x="72159" y="100"/>
                  </a:lnTo>
                  <a:lnTo>
                    <a:pt x="66374" y="401"/>
                  </a:lnTo>
                  <a:lnTo>
                    <a:pt x="60604" y="902"/>
                  </a:lnTo>
                  <a:lnTo>
                    <a:pt x="54854" y="1603"/>
                  </a:lnTo>
                  <a:lnTo>
                    <a:pt x="49133" y="2502"/>
                  </a:lnTo>
                  <a:lnTo>
                    <a:pt x="43445" y="3599"/>
                  </a:lnTo>
                  <a:lnTo>
                    <a:pt x="37799" y="4893"/>
                  </a:lnTo>
                  <a:lnTo>
                    <a:pt x="32202" y="6381"/>
                  </a:lnTo>
                  <a:lnTo>
                    <a:pt x="26659" y="8063"/>
                  </a:lnTo>
                  <a:lnTo>
                    <a:pt x="21178" y="9935"/>
                  </a:lnTo>
                  <a:lnTo>
                    <a:pt x="15765" y="11996"/>
                  </a:lnTo>
                  <a:lnTo>
                    <a:pt x="10427" y="14244"/>
                  </a:lnTo>
                  <a:lnTo>
                    <a:pt x="5169" y="16675"/>
                  </a:lnTo>
                  <a:lnTo>
                    <a:pt x="0" y="19286"/>
                  </a:lnTo>
                  <a:lnTo>
                    <a:pt x="779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39329" y="960780"/>
              <a:ext cx="77950" cy="147880"/>
            </a:xfrm>
            <a:custGeom>
              <a:avLst/>
              <a:pathLst>
                <a:path w="77950" h="147880">
                  <a:moveTo>
                    <a:pt x="0" y="0"/>
                  </a:moveTo>
                  <a:lnTo>
                    <a:pt x="77950" y="1478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50123" y="945013"/>
              <a:ext cx="334320" cy="330813"/>
            </a:xfrm>
            <a:custGeom>
              <a:avLst/>
              <a:pathLst>
                <a:path w="334320" h="330813">
                  <a:moveTo>
                    <a:pt x="89206" y="15766"/>
                  </a:moveTo>
                  <a:lnTo>
                    <a:pt x="84573" y="18302"/>
                  </a:lnTo>
                  <a:lnTo>
                    <a:pt x="80023" y="20983"/>
                  </a:lnTo>
                  <a:lnTo>
                    <a:pt x="75559" y="23807"/>
                  </a:lnTo>
                  <a:lnTo>
                    <a:pt x="71187" y="26771"/>
                  </a:lnTo>
                  <a:lnTo>
                    <a:pt x="66911" y="29871"/>
                  </a:lnTo>
                  <a:lnTo>
                    <a:pt x="62735" y="33104"/>
                  </a:lnTo>
                  <a:lnTo>
                    <a:pt x="58663" y="36468"/>
                  </a:lnTo>
                  <a:lnTo>
                    <a:pt x="54700" y="39959"/>
                  </a:lnTo>
                  <a:lnTo>
                    <a:pt x="50849" y="43573"/>
                  </a:lnTo>
                  <a:lnTo>
                    <a:pt x="47113" y="47307"/>
                  </a:lnTo>
                  <a:lnTo>
                    <a:pt x="43498" y="51158"/>
                  </a:lnTo>
                  <a:lnTo>
                    <a:pt x="40006" y="55120"/>
                  </a:lnTo>
                  <a:lnTo>
                    <a:pt x="36641" y="59191"/>
                  </a:lnTo>
                  <a:lnTo>
                    <a:pt x="33407" y="63366"/>
                  </a:lnTo>
                  <a:lnTo>
                    <a:pt x="30306" y="67642"/>
                  </a:lnTo>
                  <a:lnTo>
                    <a:pt x="27341" y="72013"/>
                  </a:lnTo>
                  <a:lnTo>
                    <a:pt x="24516" y="76475"/>
                  </a:lnTo>
                  <a:lnTo>
                    <a:pt x="21833" y="81025"/>
                  </a:lnTo>
                  <a:lnTo>
                    <a:pt x="19296" y="85657"/>
                  </a:lnTo>
                  <a:lnTo>
                    <a:pt x="16906" y="90367"/>
                  </a:lnTo>
                  <a:lnTo>
                    <a:pt x="14666" y="95150"/>
                  </a:lnTo>
                  <a:lnTo>
                    <a:pt x="12578" y="100002"/>
                  </a:lnTo>
                  <a:lnTo>
                    <a:pt x="10645" y="104917"/>
                  </a:lnTo>
                  <a:lnTo>
                    <a:pt x="8868" y="109890"/>
                  </a:lnTo>
                  <a:lnTo>
                    <a:pt x="7248" y="114917"/>
                  </a:lnTo>
                  <a:lnTo>
                    <a:pt x="5789" y="119993"/>
                  </a:lnTo>
                  <a:lnTo>
                    <a:pt x="4490" y="125113"/>
                  </a:lnTo>
                  <a:lnTo>
                    <a:pt x="3354" y="130271"/>
                  </a:lnTo>
                  <a:lnTo>
                    <a:pt x="2382" y="135462"/>
                  </a:lnTo>
                  <a:lnTo>
                    <a:pt x="1574" y="140681"/>
                  </a:lnTo>
                  <a:lnTo>
                    <a:pt x="931" y="145924"/>
                  </a:lnTo>
                  <a:lnTo>
                    <a:pt x="454" y="151184"/>
                  </a:lnTo>
                  <a:lnTo>
                    <a:pt x="143" y="156456"/>
                  </a:lnTo>
                  <a:lnTo>
                    <a:pt x="0" y="161736"/>
                  </a:lnTo>
                  <a:lnTo>
                    <a:pt x="23" y="167017"/>
                  </a:lnTo>
                  <a:lnTo>
                    <a:pt x="212" y="172296"/>
                  </a:lnTo>
                  <a:lnTo>
                    <a:pt x="569" y="177565"/>
                  </a:lnTo>
                  <a:lnTo>
                    <a:pt x="1092" y="182821"/>
                  </a:lnTo>
                  <a:lnTo>
                    <a:pt x="1781" y="188057"/>
                  </a:lnTo>
                  <a:lnTo>
                    <a:pt x="2634" y="193270"/>
                  </a:lnTo>
                  <a:lnTo>
                    <a:pt x="3652" y="198452"/>
                  </a:lnTo>
                  <a:lnTo>
                    <a:pt x="4833" y="203600"/>
                  </a:lnTo>
                  <a:lnTo>
                    <a:pt x="6176" y="208708"/>
                  </a:lnTo>
                  <a:lnTo>
                    <a:pt x="7680" y="213771"/>
                  </a:lnTo>
                  <a:lnTo>
                    <a:pt x="9343" y="218784"/>
                  </a:lnTo>
                  <a:lnTo>
                    <a:pt x="11164" y="223742"/>
                  </a:lnTo>
                  <a:lnTo>
                    <a:pt x="13140" y="228640"/>
                  </a:lnTo>
                  <a:lnTo>
                    <a:pt x="15270" y="233473"/>
                  </a:lnTo>
                  <a:lnTo>
                    <a:pt x="17552" y="238236"/>
                  </a:lnTo>
                  <a:lnTo>
                    <a:pt x="19983" y="242925"/>
                  </a:lnTo>
                  <a:lnTo>
                    <a:pt x="22561" y="247535"/>
                  </a:lnTo>
                  <a:lnTo>
                    <a:pt x="25283" y="252060"/>
                  </a:lnTo>
                  <a:lnTo>
                    <a:pt x="28147" y="256498"/>
                  </a:lnTo>
                  <a:lnTo>
                    <a:pt x="31150" y="260843"/>
                  </a:lnTo>
                  <a:lnTo>
                    <a:pt x="34288" y="265091"/>
                  </a:lnTo>
                  <a:lnTo>
                    <a:pt x="37559" y="269238"/>
                  </a:lnTo>
                  <a:lnTo>
                    <a:pt x="40960" y="273279"/>
                  </a:lnTo>
                  <a:lnTo>
                    <a:pt x="44486" y="277211"/>
                  </a:lnTo>
                  <a:lnTo>
                    <a:pt x="48135" y="281030"/>
                  </a:lnTo>
                  <a:lnTo>
                    <a:pt x="51902" y="284731"/>
                  </a:lnTo>
                  <a:lnTo>
                    <a:pt x="55785" y="288312"/>
                  </a:lnTo>
                  <a:lnTo>
                    <a:pt x="59779" y="291768"/>
                  </a:lnTo>
                  <a:lnTo>
                    <a:pt x="63880" y="295096"/>
                  </a:lnTo>
                  <a:lnTo>
                    <a:pt x="68084" y="298293"/>
                  </a:lnTo>
                  <a:lnTo>
                    <a:pt x="72387" y="301355"/>
                  </a:lnTo>
                  <a:lnTo>
                    <a:pt x="76785" y="304281"/>
                  </a:lnTo>
                  <a:lnTo>
                    <a:pt x="81273" y="307065"/>
                  </a:lnTo>
                  <a:lnTo>
                    <a:pt x="85846" y="309707"/>
                  </a:lnTo>
                  <a:lnTo>
                    <a:pt x="90501" y="312203"/>
                  </a:lnTo>
                  <a:lnTo>
                    <a:pt x="95232" y="314550"/>
                  </a:lnTo>
                  <a:lnTo>
                    <a:pt x="100035" y="316747"/>
                  </a:lnTo>
                  <a:lnTo>
                    <a:pt x="104905" y="318791"/>
                  </a:lnTo>
                  <a:lnTo>
                    <a:pt x="109837" y="320680"/>
                  </a:lnTo>
                  <a:lnTo>
                    <a:pt x="114827" y="322412"/>
                  </a:lnTo>
                  <a:lnTo>
                    <a:pt x="119869" y="323986"/>
                  </a:lnTo>
                  <a:lnTo>
                    <a:pt x="124957" y="325400"/>
                  </a:lnTo>
                  <a:lnTo>
                    <a:pt x="130088" y="326652"/>
                  </a:lnTo>
                  <a:lnTo>
                    <a:pt x="135256" y="327742"/>
                  </a:lnTo>
                  <a:lnTo>
                    <a:pt x="140456" y="328668"/>
                  </a:lnTo>
                  <a:lnTo>
                    <a:pt x="145683" y="329429"/>
                  </a:lnTo>
                  <a:lnTo>
                    <a:pt x="150931" y="330024"/>
                  </a:lnTo>
                  <a:lnTo>
                    <a:pt x="156195" y="330454"/>
                  </a:lnTo>
                  <a:lnTo>
                    <a:pt x="161470" y="330717"/>
                  </a:lnTo>
                  <a:lnTo>
                    <a:pt x="166750" y="330813"/>
                  </a:lnTo>
                  <a:lnTo>
                    <a:pt x="172031" y="330743"/>
                  </a:lnTo>
                  <a:lnTo>
                    <a:pt x="177308" y="330505"/>
                  </a:lnTo>
                  <a:lnTo>
                    <a:pt x="182574" y="330101"/>
                  </a:lnTo>
                  <a:lnTo>
                    <a:pt x="187825" y="329531"/>
                  </a:lnTo>
                  <a:lnTo>
                    <a:pt x="193055" y="328795"/>
                  </a:lnTo>
                  <a:lnTo>
                    <a:pt x="198259" y="327895"/>
                  </a:lnTo>
                  <a:lnTo>
                    <a:pt x="203432" y="326830"/>
                  </a:lnTo>
                  <a:lnTo>
                    <a:pt x="208569" y="325603"/>
                  </a:lnTo>
                  <a:lnTo>
                    <a:pt x="213665" y="324214"/>
                  </a:lnTo>
                  <a:lnTo>
                    <a:pt x="218714" y="322664"/>
                  </a:lnTo>
                  <a:lnTo>
                    <a:pt x="223712" y="320956"/>
                  </a:lnTo>
                  <a:lnTo>
                    <a:pt x="228653" y="319091"/>
                  </a:lnTo>
                  <a:lnTo>
                    <a:pt x="233533" y="317071"/>
                  </a:lnTo>
                  <a:lnTo>
                    <a:pt x="238347" y="314897"/>
                  </a:lnTo>
                  <a:lnTo>
                    <a:pt x="243089" y="312573"/>
                  </a:lnTo>
                  <a:lnTo>
                    <a:pt x="247756" y="310100"/>
                  </a:lnTo>
                  <a:lnTo>
                    <a:pt x="252342" y="307480"/>
                  </a:lnTo>
                  <a:lnTo>
                    <a:pt x="256844" y="304718"/>
                  </a:lnTo>
                  <a:lnTo>
                    <a:pt x="261255" y="301814"/>
                  </a:lnTo>
                  <a:lnTo>
                    <a:pt x="265573" y="298772"/>
                  </a:lnTo>
                  <a:lnTo>
                    <a:pt x="269793" y="295596"/>
                  </a:lnTo>
                  <a:lnTo>
                    <a:pt x="273910" y="292287"/>
                  </a:lnTo>
                  <a:lnTo>
                    <a:pt x="277921" y="288851"/>
                  </a:lnTo>
                  <a:lnTo>
                    <a:pt x="281821" y="285289"/>
                  </a:lnTo>
                  <a:lnTo>
                    <a:pt x="285606" y="281606"/>
                  </a:lnTo>
                  <a:lnTo>
                    <a:pt x="289273" y="277805"/>
                  </a:lnTo>
                  <a:lnTo>
                    <a:pt x="292819" y="273891"/>
                  </a:lnTo>
                  <a:lnTo>
                    <a:pt x="296239" y="269866"/>
                  </a:lnTo>
                  <a:lnTo>
                    <a:pt x="299530" y="265735"/>
                  </a:lnTo>
                  <a:lnTo>
                    <a:pt x="302689" y="261502"/>
                  </a:lnTo>
                  <a:lnTo>
                    <a:pt x="305713" y="257172"/>
                  </a:lnTo>
                  <a:lnTo>
                    <a:pt x="308598" y="252748"/>
                  </a:lnTo>
                  <a:lnTo>
                    <a:pt x="311342" y="248235"/>
                  </a:lnTo>
                  <a:lnTo>
                    <a:pt x="313942" y="243638"/>
                  </a:lnTo>
                  <a:lnTo>
                    <a:pt x="316396" y="238961"/>
                  </a:lnTo>
                  <a:lnTo>
                    <a:pt x="318701" y="234209"/>
                  </a:lnTo>
                  <a:lnTo>
                    <a:pt x="320854" y="229386"/>
                  </a:lnTo>
                  <a:lnTo>
                    <a:pt x="322855" y="224498"/>
                  </a:lnTo>
                  <a:lnTo>
                    <a:pt x="324699" y="219549"/>
                  </a:lnTo>
                  <a:lnTo>
                    <a:pt x="326387" y="214544"/>
                  </a:lnTo>
                  <a:lnTo>
                    <a:pt x="327915" y="209489"/>
                  </a:lnTo>
                  <a:lnTo>
                    <a:pt x="329283" y="204387"/>
                  </a:lnTo>
                  <a:lnTo>
                    <a:pt x="330489" y="199245"/>
                  </a:lnTo>
                  <a:lnTo>
                    <a:pt x="331532" y="194068"/>
                  </a:lnTo>
                  <a:lnTo>
                    <a:pt x="332411" y="188860"/>
                  </a:lnTo>
                  <a:lnTo>
                    <a:pt x="333125" y="183627"/>
                  </a:lnTo>
                  <a:lnTo>
                    <a:pt x="333673" y="178374"/>
                  </a:lnTo>
                  <a:lnTo>
                    <a:pt x="334056" y="173106"/>
                  </a:lnTo>
                  <a:lnTo>
                    <a:pt x="334271" y="167829"/>
                  </a:lnTo>
                  <a:lnTo>
                    <a:pt x="334320" y="162547"/>
                  </a:lnTo>
                  <a:lnTo>
                    <a:pt x="334202" y="157267"/>
                  </a:lnTo>
                  <a:lnTo>
                    <a:pt x="333917" y="151993"/>
                  </a:lnTo>
                  <a:lnTo>
                    <a:pt x="333465" y="146731"/>
                  </a:lnTo>
                  <a:lnTo>
                    <a:pt x="332848" y="141485"/>
                  </a:lnTo>
                  <a:lnTo>
                    <a:pt x="332065" y="136262"/>
                  </a:lnTo>
                  <a:lnTo>
                    <a:pt x="331118" y="131066"/>
                  </a:lnTo>
                  <a:lnTo>
                    <a:pt x="330007" y="125903"/>
                  </a:lnTo>
                  <a:lnTo>
                    <a:pt x="328733" y="120777"/>
                  </a:lnTo>
                  <a:lnTo>
                    <a:pt x="327298" y="115694"/>
                  </a:lnTo>
                  <a:lnTo>
                    <a:pt x="325703" y="110659"/>
                  </a:lnTo>
                  <a:lnTo>
                    <a:pt x="323950" y="105677"/>
                  </a:lnTo>
                  <a:lnTo>
                    <a:pt x="322041" y="100753"/>
                  </a:lnTo>
                  <a:lnTo>
                    <a:pt x="319977" y="95891"/>
                  </a:lnTo>
                  <a:lnTo>
                    <a:pt x="317760" y="91097"/>
                  </a:lnTo>
                  <a:lnTo>
                    <a:pt x="315393" y="86376"/>
                  </a:lnTo>
                  <a:lnTo>
                    <a:pt x="312878" y="81731"/>
                  </a:lnTo>
                  <a:lnTo>
                    <a:pt x="310217" y="77169"/>
                  </a:lnTo>
                  <a:lnTo>
                    <a:pt x="307414" y="72692"/>
                  </a:lnTo>
                  <a:lnTo>
                    <a:pt x="304471" y="68307"/>
                  </a:lnTo>
                  <a:lnTo>
                    <a:pt x="301391" y="64017"/>
                  </a:lnTo>
                  <a:lnTo>
                    <a:pt x="298176" y="59826"/>
                  </a:lnTo>
                  <a:lnTo>
                    <a:pt x="294831" y="55739"/>
                  </a:lnTo>
                  <a:lnTo>
                    <a:pt x="291358" y="51759"/>
                  </a:lnTo>
                  <a:lnTo>
                    <a:pt x="287762" y="47891"/>
                  </a:lnTo>
                  <a:lnTo>
                    <a:pt x="284045" y="44139"/>
                  </a:lnTo>
                  <a:lnTo>
                    <a:pt x="280211" y="40506"/>
                  </a:lnTo>
                  <a:lnTo>
                    <a:pt x="276265" y="36996"/>
                  </a:lnTo>
                  <a:lnTo>
                    <a:pt x="272209" y="33613"/>
                  </a:lnTo>
                  <a:lnTo>
                    <a:pt x="268049" y="30359"/>
                  </a:lnTo>
                  <a:lnTo>
                    <a:pt x="263788" y="27238"/>
                  </a:lnTo>
                  <a:lnTo>
                    <a:pt x="259430" y="24253"/>
                  </a:lnTo>
                  <a:lnTo>
                    <a:pt x="254981" y="21408"/>
                  </a:lnTo>
                  <a:lnTo>
                    <a:pt x="250444" y="18705"/>
                  </a:lnTo>
                  <a:lnTo>
                    <a:pt x="245823" y="16146"/>
                  </a:lnTo>
                  <a:lnTo>
                    <a:pt x="241124" y="13734"/>
                  </a:lnTo>
                  <a:lnTo>
                    <a:pt x="236352" y="11472"/>
                  </a:lnTo>
                  <a:lnTo>
                    <a:pt x="231510" y="9362"/>
                  </a:lnTo>
                  <a:lnTo>
                    <a:pt x="226604" y="7406"/>
                  </a:lnTo>
                  <a:lnTo>
                    <a:pt x="221638" y="5606"/>
                  </a:lnTo>
                  <a:lnTo>
                    <a:pt x="216619" y="3964"/>
                  </a:lnTo>
                  <a:lnTo>
                    <a:pt x="211549" y="2481"/>
                  </a:lnTo>
                  <a:lnTo>
                    <a:pt x="206436" y="1159"/>
                  </a:lnTo>
                  <a:lnTo>
                    <a:pt x="201283" y="0"/>
                  </a:lnTo>
                  <a:lnTo>
                    <a:pt x="167156" y="163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617280" y="941493"/>
              <a:ext cx="34127" cy="167167"/>
            </a:xfrm>
            <a:custGeom>
              <a:avLst/>
              <a:pathLst>
                <a:path w="34127" h="167167">
                  <a:moveTo>
                    <a:pt x="34127" y="3520"/>
                  </a:moveTo>
                  <a:lnTo>
                    <a:pt x="27371" y="2256"/>
                  </a:lnTo>
                  <a:lnTo>
                    <a:pt x="20569" y="1270"/>
                  </a:lnTo>
                  <a:lnTo>
                    <a:pt x="13732" y="564"/>
                  </a:lnTo>
                  <a:lnTo>
                    <a:pt x="6871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6156" y="1031511"/>
              <a:ext cx="39738" cy="167167"/>
            </a:xfrm>
            <a:custGeom>
              <a:avLst/>
              <a:pathLst>
                <a:path w="39738" h="167167">
                  <a:moveTo>
                    <a:pt x="39738" y="0"/>
                  </a:moveTo>
                  <a:lnTo>
                    <a:pt x="33053" y="133"/>
                  </a:lnTo>
                  <a:lnTo>
                    <a:pt x="26378" y="534"/>
                  </a:lnTo>
                  <a:lnTo>
                    <a:pt x="19725" y="1202"/>
                  </a:lnTo>
                  <a:lnTo>
                    <a:pt x="13104" y="2135"/>
                  </a:lnTo>
                  <a:lnTo>
                    <a:pt x="6525" y="3332"/>
                  </a:lnTo>
                  <a:lnTo>
                    <a:pt x="0" y="4791"/>
                  </a:lnTo>
                  <a:lnTo>
                    <a:pt x="3973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6156" y="1036303"/>
              <a:ext cx="39738" cy="162375"/>
            </a:xfrm>
            <a:custGeom>
              <a:avLst/>
              <a:pathLst>
                <a:path w="39738" h="162375">
                  <a:moveTo>
                    <a:pt x="0" y="0"/>
                  </a:moveTo>
                  <a:lnTo>
                    <a:pt x="39738" y="1623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8743" y="1036303"/>
              <a:ext cx="185200" cy="329530"/>
            </a:xfrm>
            <a:custGeom>
              <a:avLst/>
              <a:pathLst>
                <a:path w="185200" h="329530">
                  <a:moveTo>
                    <a:pt x="127412" y="0"/>
                  </a:moveTo>
                  <a:lnTo>
                    <a:pt x="122234" y="1355"/>
                  </a:lnTo>
                  <a:lnTo>
                    <a:pt x="117103" y="2875"/>
                  </a:lnTo>
                  <a:lnTo>
                    <a:pt x="112022" y="4559"/>
                  </a:lnTo>
                  <a:lnTo>
                    <a:pt x="106998" y="6405"/>
                  </a:lnTo>
                  <a:lnTo>
                    <a:pt x="102036" y="8411"/>
                  </a:lnTo>
                  <a:lnTo>
                    <a:pt x="97140" y="10574"/>
                  </a:lnTo>
                  <a:lnTo>
                    <a:pt x="92317" y="12893"/>
                  </a:lnTo>
                  <a:lnTo>
                    <a:pt x="87570" y="15365"/>
                  </a:lnTo>
                  <a:lnTo>
                    <a:pt x="82904" y="17988"/>
                  </a:lnTo>
                  <a:lnTo>
                    <a:pt x="78325" y="20759"/>
                  </a:lnTo>
                  <a:lnTo>
                    <a:pt x="73837" y="23676"/>
                  </a:lnTo>
                  <a:lnTo>
                    <a:pt x="69445" y="26734"/>
                  </a:lnTo>
                  <a:lnTo>
                    <a:pt x="65152" y="29931"/>
                  </a:lnTo>
                  <a:lnTo>
                    <a:pt x="60965" y="33265"/>
                  </a:lnTo>
                  <a:lnTo>
                    <a:pt x="56886" y="36730"/>
                  </a:lnTo>
                  <a:lnTo>
                    <a:pt x="52920" y="40324"/>
                  </a:lnTo>
                  <a:lnTo>
                    <a:pt x="49071" y="44044"/>
                  </a:lnTo>
                  <a:lnTo>
                    <a:pt x="45344" y="47885"/>
                  </a:lnTo>
                  <a:lnTo>
                    <a:pt x="41741" y="51843"/>
                  </a:lnTo>
                  <a:lnTo>
                    <a:pt x="38267" y="55914"/>
                  </a:lnTo>
                  <a:lnTo>
                    <a:pt x="34925" y="60095"/>
                  </a:lnTo>
                  <a:lnTo>
                    <a:pt x="31718" y="64380"/>
                  </a:lnTo>
                  <a:lnTo>
                    <a:pt x="28650" y="68766"/>
                  </a:lnTo>
                  <a:lnTo>
                    <a:pt x="25725" y="73248"/>
                  </a:lnTo>
                  <a:lnTo>
                    <a:pt x="22944" y="77821"/>
                  </a:lnTo>
                  <a:lnTo>
                    <a:pt x="20311" y="82481"/>
                  </a:lnTo>
                  <a:lnTo>
                    <a:pt x="17829" y="87223"/>
                  </a:lnTo>
                  <a:lnTo>
                    <a:pt x="15499" y="92041"/>
                  </a:lnTo>
                  <a:lnTo>
                    <a:pt x="13325" y="96932"/>
                  </a:lnTo>
                  <a:lnTo>
                    <a:pt x="11309" y="101890"/>
                  </a:lnTo>
                  <a:lnTo>
                    <a:pt x="9453" y="106910"/>
                  </a:lnTo>
                  <a:lnTo>
                    <a:pt x="7758" y="111987"/>
                  </a:lnTo>
                  <a:lnTo>
                    <a:pt x="6227" y="117116"/>
                  </a:lnTo>
                  <a:lnTo>
                    <a:pt x="4860" y="122291"/>
                  </a:lnTo>
                  <a:lnTo>
                    <a:pt x="3660" y="127507"/>
                  </a:lnTo>
                  <a:lnTo>
                    <a:pt x="2628" y="132758"/>
                  </a:lnTo>
                  <a:lnTo>
                    <a:pt x="1764" y="138040"/>
                  </a:lnTo>
                  <a:lnTo>
                    <a:pt x="1070" y="143347"/>
                  </a:lnTo>
                  <a:lnTo>
                    <a:pt x="546" y="148674"/>
                  </a:lnTo>
                  <a:lnTo>
                    <a:pt x="192" y="154015"/>
                  </a:lnTo>
                  <a:lnTo>
                    <a:pt x="10" y="159364"/>
                  </a:lnTo>
                  <a:lnTo>
                    <a:pt x="0" y="164716"/>
                  </a:lnTo>
                  <a:lnTo>
                    <a:pt x="160" y="170066"/>
                  </a:lnTo>
                  <a:lnTo>
                    <a:pt x="492" y="175408"/>
                  </a:lnTo>
                  <a:lnTo>
                    <a:pt x="995" y="180736"/>
                  </a:lnTo>
                  <a:lnTo>
                    <a:pt x="1668" y="186046"/>
                  </a:lnTo>
                  <a:lnTo>
                    <a:pt x="2510" y="191332"/>
                  </a:lnTo>
                  <a:lnTo>
                    <a:pt x="3522" y="196587"/>
                  </a:lnTo>
                  <a:lnTo>
                    <a:pt x="4701" y="201808"/>
                  </a:lnTo>
                  <a:lnTo>
                    <a:pt x="6046" y="206989"/>
                  </a:lnTo>
                  <a:lnTo>
                    <a:pt x="7557" y="212123"/>
                  </a:lnTo>
                  <a:lnTo>
                    <a:pt x="9231" y="217207"/>
                  </a:lnTo>
                  <a:lnTo>
                    <a:pt x="11068" y="222234"/>
                  </a:lnTo>
                  <a:lnTo>
                    <a:pt x="13064" y="227200"/>
                  </a:lnTo>
                  <a:lnTo>
                    <a:pt x="15218" y="232100"/>
                  </a:lnTo>
                  <a:lnTo>
                    <a:pt x="17528" y="236928"/>
                  </a:lnTo>
                  <a:lnTo>
                    <a:pt x="19992" y="241680"/>
                  </a:lnTo>
                  <a:lnTo>
                    <a:pt x="22606" y="246350"/>
                  </a:lnTo>
                  <a:lnTo>
                    <a:pt x="25368" y="250934"/>
                  </a:lnTo>
                  <a:lnTo>
                    <a:pt x="28276" y="255428"/>
                  </a:lnTo>
                  <a:lnTo>
                    <a:pt x="31326" y="259826"/>
                  </a:lnTo>
                  <a:lnTo>
                    <a:pt x="34515" y="264124"/>
                  </a:lnTo>
                  <a:lnTo>
                    <a:pt x="37841" y="268318"/>
                  </a:lnTo>
                  <a:lnTo>
                    <a:pt x="41299" y="272403"/>
                  </a:lnTo>
                  <a:lnTo>
                    <a:pt x="44885" y="276376"/>
                  </a:lnTo>
                  <a:lnTo>
                    <a:pt x="48598" y="280232"/>
                  </a:lnTo>
                  <a:lnTo>
                    <a:pt x="52431" y="283966"/>
                  </a:lnTo>
                  <a:lnTo>
                    <a:pt x="56383" y="287577"/>
                  </a:lnTo>
                  <a:lnTo>
                    <a:pt x="60448" y="291059"/>
                  </a:lnTo>
                  <a:lnTo>
                    <a:pt x="64622" y="294409"/>
                  </a:lnTo>
                  <a:lnTo>
                    <a:pt x="68901" y="297623"/>
                  </a:lnTo>
                  <a:lnTo>
                    <a:pt x="73281" y="300699"/>
                  </a:lnTo>
                  <a:lnTo>
                    <a:pt x="77758" y="303633"/>
                  </a:lnTo>
                  <a:lnTo>
                    <a:pt x="82326" y="306423"/>
                  </a:lnTo>
                  <a:lnTo>
                    <a:pt x="86981" y="309064"/>
                  </a:lnTo>
                  <a:lnTo>
                    <a:pt x="91718" y="311556"/>
                  </a:lnTo>
                  <a:lnTo>
                    <a:pt x="96532" y="313894"/>
                  </a:lnTo>
                  <a:lnTo>
                    <a:pt x="101419" y="316077"/>
                  </a:lnTo>
                  <a:lnTo>
                    <a:pt x="106373" y="318103"/>
                  </a:lnTo>
                  <a:lnTo>
                    <a:pt x="111390" y="319968"/>
                  </a:lnTo>
                  <a:lnTo>
                    <a:pt x="116463" y="321673"/>
                  </a:lnTo>
                  <a:lnTo>
                    <a:pt x="121589" y="323214"/>
                  </a:lnTo>
                  <a:lnTo>
                    <a:pt x="126761" y="324590"/>
                  </a:lnTo>
                  <a:lnTo>
                    <a:pt x="131975" y="325800"/>
                  </a:lnTo>
                  <a:lnTo>
                    <a:pt x="137225" y="326842"/>
                  </a:lnTo>
                  <a:lnTo>
                    <a:pt x="142505" y="327716"/>
                  </a:lnTo>
                  <a:lnTo>
                    <a:pt x="147811" y="328420"/>
                  </a:lnTo>
                  <a:lnTo>
                    <a:pt x="153136" y="328954"/>
                  </a:lnTo>
                  <a:lnTo>
                    <a:pt x="158476" y="329317"/>
                  </a:lnTo>
                  <a:lnTo>
                    <a:pt x="163825" y="329509"/>
                  </a:lnTo>
                  <a:lnTo>
                    <a:pt x="169177" y="329530"/>
                  </a:lnTo>
                  <a:lnTo>
                    <a:pt x="174528" y="329380"/>
                  </a:lnTo>
                  <a:lnTo>
                    <a:pt x="179870" y="329058"/>
                  </a:lnTo>
                  <a:lnTo>
                    <a:pt x="185200" y="328565"/>
                  </a:lnTo>
                  <a:lnTo>
                    <a:pt x="167151" y="1623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105894" y="1031511"/>
              <a:ext cx="167164" cy="333357"/>
            </a:xfrm>
            <a:custGeom>
              <a:avLst/>
              <a:pathLst>
                <a:path w="167164" h="333357">
                  <a:moveTo>
                    <a:pt x="18049" y="333357"/>
                  </a:moveTo>
                  <a:lnTo>
                    <a:pt x="23345" y="332696"/>
                  </a:lnTo>
                  <a:lnTo>
                    <a:pt x="28618" y="331867"/>
                  </a:lnTo>
                  <a:lnTo>
                    <a:pt x="33861" y="330869"/>
                  </a:lnTo>
                  <a:lnTo>
                    <a:pt x="39070" y="329704"/>
                  </a:lnTo>
                  <a:lnTo>
                    <a:pt x="44239" y="328374"/>
                  </a:lnTo>
                  <a:lnTo>
                    <a:pt x="49363" y="326880"/>
                  </a:lnTo>
                  <a:lnTo>
                    <a:pt x="54437" y="325222"/>
                  </a:lnTo>
                  <a:lnTo>
                    <a:pt x="59455" y="323404"/>
                  </a:lnTo>
                  <a:lnTo>
                    <a:pt x="64413" y="321426"/>
                  </a:lnTo>
                  <a:lnTo>
                    <a:pt x="69305" y="319291"/>
                  </a:lnTo>
                  <a:lnTo>
                    <a:pt x="74126" y="317001"/>
                  </a:lnTo>
                  <a:lnTo>
                    <a:pt x="78872" y="314558"/>
                  </a:lnTo>
                  <a:lnTo>
                    <a:pt x="83537" y="311965"/>
                  </a:lnTo>
                  <a:lnTo>
                    <a:pt x="88117" y="309224"/>
                  </a:lnTo>
                  <a:lnTo>
                    <a:pt x="92607" y="306339"/>
                  </a:lnTo>
                  <a:lnTo>
                    <a:pt x="97003" y="303311"/>
                  </a:lnTo>
                  <a:lnTo>
                    <a:pt x="101300" y="300145"/>
                  </a:lnTo>
                  <a:lnTo>
                    <a:pt x="105494" y="296843"/>
                  </a:lnTo>
                  <a:lnTo>
                    <a:pt x="109580" y="293409"/>
                  </a:lnTo>
                  <a:lnTo>
                    <a:pt x="113555" y="289846"/>
                  </a:lnTo>
                  <a:lnTo>
                    <a:pt x="117413" y="286158"/>
                  </a:lnTo>
                  <a:lnTo>
                    <a:pt x="121152" y="282349"/>
                  </a:lnTo>
                  <a:lnTo>
                    <a:pt x="124768" y="278423"/>
                  </a:lnTo>
                  <a:lnTo>
                    <a:pt x="128256" y="274383"/>
                  </a:lnTo>
                  <a:lnTo>
                    <a:pt x="131613" y="270233"/>
                  </a:lnTo>
                  <a:lnTo>
                    <a:pt x="134837" y="265979"/>
                  </a:lnTo>
                  <a:lnTo>
                    <a:pt x="137923" y="261624"/>
                  </a:lnTo>
                  <a:lnTo>
                    <a:pt x="140868" y="257173"/>
                  </a:lnTo>
                  <a:lnTo>
                    <a:pt x="143670" y="252630"/>
                  </a:lnTo>
                  <a:lnTo>
                    <a:pt x="146325" y="247999"/>
                  </a:lnTo>
                  <a:lnTo>
                    <a:pt x="148831" y="243287"/>
                  </a:lnTo>
                  <a:lnTo>
                    <a:pt x="151185" y="238496"/>
                  </a:lnTo>
                  <a:lnTo>
                    <a:pt x="153385" y="233633"/>
                  </a:lnTo>
                  <a:lnTo>
                    <a:pt x="155429" y="228703"/>
                  </a:lnTo>
                  <a:lnTo>
                    <a:pt x="157314" y="223709"/>
                  </a:lnTo>
                  <a:lnTo>
                    <a:pt x="159039" y="218658"/>
                  </a:lnTo>
                  <a:lnTo>
                    <a:pt x="160602" y="213554"/>
                  </a:lnTo>
                  <a:lnTo>
                    <a:pt x="162001" y="208403"/>
                  </a:lnTo>
                  <a:lnTo>
                    <a:pt x="163235" y="203210"/>
                  </a:lnTo>
                  <a:lnTo>
                    <a:pt x="164302" y="197981"/>
                  </a:lnTo>
                  <a:lnTo>
                    <a:pt x="165202" y="192720"/>
                  </a:lnTo>
                  <a:lnTo>
                    <a:pt x="165934" y="187433"/>
                  </a:lnTo>
                  <a:lnTo>
                    <a:pt x="166496" y="182125"/>
                  </a:lnTo>
                  <a:lnTo>
                    <a:pt x="166889" y="176802"/>
                  </a:lnTo>
                  <a:lnTo>
                    <a:pt x="167112" y="171469"/>
                  </a:lnTo>
                  <a:lnTo>
                    <a:pt x="167164" y="166131"/>
                  </a:lnTo>
                  <a:lnTo>
                    <a:pt x="167045" y="160795"/>
                  </a:lnTo>
                  <a:lnTo>
                    <a:pt x="166757" y="155465"/>
                  </a:lnTo>
                  <a:lnTo>
                    <a:pt x="166298" y="150148"/>
                  </a:lnTo>
                  <a:lnTo>
                    <a:pt x="165670" y="144847"/>
                  </a:lnTo>
                  <a:lnTo>
                    <a:pt x="164873" y="139570"/>
                  </a:lnTo>
                  <a:lnTo>
                    <a:pt x="163908" y="134320"/>
                  </a:lnTo>
                  <a:lnTo>
                    <a:pt x="162776" y="129104"/>
                  </a:lnTo>
                  <a:lnTo>
                    <a:pt x="161478" y="123927"/>
                  </a:lnTo>
                  <a:lnTo>
                    <a:pt x="160015" y="118793"/>
                  </a:lnTo>
                  <a:lnTo>
                    <a:pt x="158389" y="113710"/>
                  </a:lnTo>
                  <a:lnTo>
                    <a:pt x="156602" y="108680"/>
                  </a:lnTo>
                  <a:lnTo>
                    <a:pt x="154655" y="103710"/>
                  </a:lnTo>
                  <a:lnTo>
                    <a:pt x="152550" y="98805"/>
                  </a:lnTo>
                  <a:lnTo>
                    <a:pt x="150290" y="93970"/>
                  </a:lnTo>
                  <a:lnTo>
                    <a:pt x="147876" y="89209"/>
                  </a:lnTo>
                  <a:lnTo>
                    <a:pt x="145312" y="84528"/>
                  </a:lnTo>
                  <a:lnTo>
                    <a:pt x="142600" y="79931"/>
                  </a:lnTo>
                  <a:lnTo>
                    <a:pt x="139742" y="75423"/>
                  </a:lnTo>
                  <a:lnTo>
                    <a:pt x="136742" y="71008"/>
                  </a:lnTo>
                  <a:lnTo>
                    <a:pt x="133602" y="66692"/>
                  </a:lnTo>
                  <a:lnTo>
                    <a:pt x="130327" y="62478"/>
                  </a:lnTo>
                  <a:lnTo>
                    <a:pt x="126918" y="58370"/>
                  </a:lnTo>
                  <a:lnTo>
                    <a:pt x="123380" y="54374"/>
                  </a:lnTo>
                  <a:lnTo>
                    <a:pt x="119716" y="50493"/>
                  </a:lnTo>
                  <a:lnTo>
                    <a:pt x="115930" y="46730"/>
                  </a:lnTo>
                  <a:lnTo>
                    <a:pt x="112026" y="43090"/>
                  </a:lnTo>
                  <a:lnTo>
                    <a:pt x="108008" y="39577"/>
                  </a:lnTo>
                  <a:lnTo>
                    <a:pt x="103879" y="36194"/>
                  </a:lnTo>
                  <a:lnTo>
                    <a:pt x="99645" y="32944"/>
                  </a:lnTo>
                  <a:lnTo>
                    <a:pt x="95309" y="29832"/>
                  </a:lnTo>
                  <a:lnTo>
                    <a:pt x="90876" y="26859"/>
                  </a:lnTo>
                  <a:lnTo>
                    <a:pt x="86350" y="24029"/>
                  </a:lnTo>
                  <a:lnTo>
                    <a:pt x="81737" y="21345"/>
                  </a:lnTo>
                  <a:lnTo>
                    <a:pt x="77040" y="18810"/>
                  </a:lnTo>
                  <a:lnTo>
                    <a:pt x="72264" y="16426"/>
                  </a:lnTo>
                  <a:lnTo>
                    <a:pt x="67415" y="14196"/>
                  </a:lnTo>
                  <a:lnTo>
                    <a:pt x="62497" y="12122"/>
                  </a:lnTo>
                  <a:lnTo>
                    <a:pt x="57515" y="10205"/>
                  </a:lnTo>
                  <a:lnTo>
                    <a:pt x="52475" y="8449"/>
                  </a:lnTo>
                  <a:lnTo>
                    <a:pt x="47381" y="6855"/>
                  </a:lnTo>
                  <a:lnTo>
                    <a:pt x="42239" y="5424"/>
                  </a:lnTo>
                  <a:lnTo>
                    <a:pt x="37054" y="4158"/>
                  </a:lnTo>
                  <a:lnTo>
                    <a:pt x="31831" y="3058"/>
                  </a:lnTo>
                  <a:lnTo>
                    <a:pt x="26575" y="2125"/>
                  </a:lnTo>
                  <a:lnTo>
                    <a:pt x="21293" y="1361"/>
                  </a:lnTo>
                  <a:lnTo>
                    <a:pt x="15988" y="766"/>
                  </a:lnTo>
                  <a:lnTo>
                    <a:pt x="10668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7925" y="1236837"/>
              <a:ext cx="161162" cy="167167"/>
            </a:xfrm>
            <a:custGeom>
              <a:avLst/>
              <a:pathLst>
                <a:path w="161162" h="167167">
                  <a:moveTo>
                    <a:pt x="161162" y="0"/>
                  </a:moveTo>
                  <a:lnTo>
                    <a:pt x="155722" y="88"/>
                  </a:lnTo>
                  <a:lnTo>
                    <a:pt x="150288" y="354"/>
                  </a:lnTo>
                  <a:lnTo>
                    <a:pt x="144865" y="796"/>
                  </a:lnTo>
                  <a:lnTo>
                    <a:pt x="139459" y="1414"/>
                  </a:lnTo>
                  <a:lnTo>
                    <a:pt x="134077" y="2208"/>
                  </a:lnTo>
                  <a:lnTo>
                    <a:pt x="128723" y="3177"/>
                  </a:lnTo>
                  <a:lnTo>
                    <a:pt x="123403" y="4320"/>
                  </a:lnTo>
                  <a:lnTo>
                    <a:pt x="118124" y="5635"/>
                  </a:lnTo>
                  <a:lnTo>
                    <a:pt x="112890" y="7121"/>
                  </a:lnTo>
                  <a:lnTo>
                    <a:pt x="107707" y="8777"/>
                  </a:lnTo>
                  <a:lnTo>
                    <a:pt x="102581" y="10600"/>
                  </a:lnTo>
                  <a:lnTo>
                    <a:pt x="97516" y="12590"/>
                  </a:lnTo>
                  <a:lnTo>
                    <a:pt x="92520" y="14743"/>
                  </a:lnTo>
                  <a:lnTo>
                    <a:pt x="87596" y="17057"/>
                  </a:lnTo>
                  <a:lnTo>
                    <a:pt x="82750" y="19531"/>
                  </a:lnTo>
                  <a:lnTo>
                    <a:pt x="77987" y="22161"/>
                  </a:lnTo>
                  <a:lnTo>
                    <a:pt x="73312" y="24945"/>
                  </a:lnTo>
                  <a:lnTo>
                    <a:pt x="68730" y="27879"/>
                  </a:lnTo>
                  <a:lnTo>
                    <a:pt x="64246" y="30961"/>
                  </a:lnTo>
                  <a:lnTo>
                    <a:pt x="59865" y="34187"/>
                  </a:lnTo>
                  <a:lnTo>
                    <a:pt x="55591" y="37554"/>
                  </a:lnTo>
                  <a:lnTo>
                    <a:pt x="51429" y="41058"/>
                  </a:lnTo>
                  <a:lnTo>
                    <a:pt x="47383" y="44696"/>
                  </a:lnTo>
                  <a:lnTo>
                    <a:pt x="43457" y="48464"/>
                  </a:lnTo>
                  <a:lnTo>
                    <a:pt x="39657" y="52357"/>
                  </a:lnTo>
                  <a:lnTo>
                    <a:pt x="35985" y="56372"/>
                  </a:lnTo>
                  <a:lnTo>
                    <a:pt x="32445" y="60504"/>
                  </a:lnTo>
                  <a:lnTo>
                    <a:pt x="29042" y="64750"/>
                  </a:lnTo>
                  <a:lnTo>
                    <a:pt x="25779" y="69104"/>
                  </a:lnTo>
                  <a:lnTo>
                    <a:pt x="22660" y="73561"/>
                  </a:lnTo>
                  <a:lnTo>
                    <a:pt x="19687" y="78118"/>
                  </a:lnTo>
                  <a:lnTo>
                    <a:pt x="16864" y="82769"/>
                  </a:lnTo>
                  <a:lnTo>
                    <a:pt x="14194" y="87510"/>
                  </a:lnTo>
                  <a:lnTo>
                    <a:pt x="11679" y="92335"/>
                  </a:lnTo>
                  <a:lnTo>
                    <a:pt x="9323" y="97239"/>
                  </a:lnTo>
                  <a:lnTo>
                    <a:pt x="7128" y="102218"/>
                  </a:lnTo>
                  <a:lnTo>
                    <a:pt x="5096" y="107265"/>
                  </a:lnTo>
                  <a:lnTo>
                    <a:pt x="3229" y="112376"/>
                  </a:lnTo>
                  <a:lnTo>
                    <a:pt x="1530" y="117544"/>
                  </a:lnTo>
                  <a:lnTo>
                    <a:pt x="0" y="122765"/>
                  </a:lnTo>
                  <a:lnTo>
                    <a:pt x="161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7925" y="1359603"/>
              <a:ext cx="161162" cy="44401"/>
            </a:xfrm>
            <a:custGeom>
              <a:avLst/>
              <a:pathLst>
                <a:path w="161162" h="44401">
                  <a:moveTo>
                    <a:pt x="0" y="0"/>
                  </a:moveTo>
                  <a:lnTo>
                    <a:pt x="161162" y="444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1941" y="1239138"/>
              <a:ext cx="334305" cy="332033"/>
            </a:xfrm>
            <a:custGeom>
              <a:avLst/>
              <a:pathLst>
                <a:path w="334305" h="332033">
                  <a:moveTo>
                    <a:pt x="5984" y="120465"/>
                  </a:moveTo>
                  <a:lnTo>
                    <a:pt x="4659" y="125592"/>
                  </a:lnTo>
                  <a:lnTo>
                    <a:pt x="3496" y="130758"/>
                  </a:lnTo>
                  <a:lnTo>
                    <a:pt x="2498" y="135958"/>
                  </a:lnTo>
                  <a:lnTo>
                    <a:pt x="1665" y="141188"/>
                  </a:lnTo>
                  <a:lnTo>
                    <a:pt x="998" y="146441"/>
                  </a:lnTo>
                  <a:lnTo>
                    <a:pt x="498" y="151713"/>
                  </a:lnTo>
                  <a:lnTo>
                    <a:pt x="165" y="156998"/>
                  </a:lnTo>
                  <a:lnTo>
                    <a:pt x="0" y="162290"/>
                  </a:lnTo>
                  <a:lnTo>
                    <a:pt x="2" y="167586"/>
                  </a:lnTo>
                  <a:lnTo>
                    <a:pt x="172" y="172878"/>
                  </a:lnTo>
                  <a:lnTo>
                    <a:pt x="509" y="178163"/>
                  </a:lnTo>
                  <a:lnTo>
                    <a:pt x="1014" y="183434"/>
                  </a:lnTo>
                  <a:lnTo>
                    <a:pt x="1686" y="188687"/>
                  </a:lnTo>
                  <a:lnTo>
                    <a:pt x="2523" y="193916"/>
                  </a:lnTo>
                  <a:lnTo>
                    <a:pt x="3526" y="199115"/>
                  </a:lnTo>
                  <a:lnTo>
                    <a:pt x="4693" y="204281"/>
                  </a:lnTo>
                  <a:lnTo>
                    <a:pt x="6022" y="209406"/>
                  </a:lnTo>
                  <a:lnTo>
                    <a:pt x="7514" y="214487"/>
                  </a:lnTo>
                  <a:lnTo>
                    <a:pt x="9166" y="219518"/>
                  </a:lnTo>
                  <a:lnTo>
                    <a:pt x="10976" y="224495"/>
                  </a:lnTo>
                  <a:lnTo>
                    <a:pt x="12943" y="229411"/>
                  </a:lnTo>
                  <a:lnTo>
                    <a:pt x="15065" y="234263"/>
                  </a:lnTo>
                  <a:lnTo>
                    <a:pt x="17339" y="239045"/>
                  </a:lnTo>
                  <a:lnTo>
                    <a:pt x="19764" y="243753"/>
                  </a:lnTo>
                  <a:lnTo>
                    <a:pt x="22336" y="248381"/>
                  </a:lnTo>
                  <a:lnTo>
                    <a:pt x="25054" y="252926"/>
                  </a:lnTo>
                  <a:lnTo>
                    <a:pt x="27914" y="257382"/>
                  </a:lnTo>
                  <a:lnTo>
                    <a:pt x="30915" y="261746"/>
                  </a:lnTo>
                  <a:lnTo>
                    <a:pt x="34051" y="266012"/>
                  </a:lnTo>
                  <a:lnTo>
                    <a:pt x="37322" y="270177"/>
                  </a:lnTo>
                  <a:lnTo>
                    <a:pt x="40722" y="274236"/>
                  </a:lnTo>
                  <a:lnTo>
                    <a:pt x="44250" y="278186"/>
                  </a:lnTo>
                  <a:lnTo>
                    <a:pt x="47901" y="282021"/>
                  </a:lnTo>
                  <a:lnTo>
                    <a:pt x="51671" y="285739"/>
                  </a:lnTo>
                  <a:lnTo>
                    <a:pt x="55558" y="289336"/>
                  </a:lnTo>
                  <a:lnTo>
                    <a:pt x="59556" y="292808"/>
                  </a:lnTo>
                  <a:lnTo>
                    <a:pt x="63662" y="296152"/>
                  </a:lnTo>
                  <a:lnTo>
                    <a:pt x="67873" y="299364"/>
                  </a:lnTo>
                  <a:lnTo>
                    <a:pt x="72182" y="302440"/>
                  </a:lnTo>
                  <a:lnTo>
                    <a:pt x="76587" y="305379"/>
                  </a:lnTo>
                  <a:lnTo>
                    <a:pt x="81083" y="308177"/>
                  </a:lnTo>
                  <a:lnTo>
                    <a:pt x="85666" y="310831"/>
                  </a:lnTo>
                  <a:lnTo>
                    <a:pt x="90330" y="313339"/>
                  </a:lnTo>
                  <a:lnTo>
                    <a:pt x="95071" y="315697"/>
                  </a:lnTo>
                  <a:lnTo>
                    <a:pt x="99884" y="317904"/>
                  </a:lnTo>
                  <a:lnTo>
                    <a:pt x="104765" y="319958"/>
                  </a:lnTo>
                  <a:lnTo>
                    <a:pt x="109709" y="321856"/>
                  </a:lnTo>
                  <a:lnTo>
                    <a:pt x="114710" y="323597"/>
                  </a:lnTo>
                  <a:lnTo>
                    <a:pt x="119764" y="325178"/>
                  </a:lnTo>
                  <a:lnTo>
                    <a:pt x="124865" y="326598"/>
                  </a:lnTo>
                  <a:lnTo>
                    <a:pt x="130009" y="327856"/>
                  </a:lnTo>
                  <a:lnTo>
                    <a:pt x="135190" y="328951"/>
                  </a:lnTo>
                  <a:lnTo>
                    <a:pt x="140403" y="329881"/>
                  </a:lnTo>
                  <a:lnTo>
                    <a:pt x="145643" y="330645"/>
                  </a:lnTo>
                  <a:lnTo>
                    <a:pt x="150904" y="331243"/>
                  </a:lnTo>
                  <a:lnTo>
                    <a:pt x="156182" y="331674"/>
                  </a:lnTo>
                  <a:lnTo>
                    <a:pt x="161471" y="331937"/>
                  </a:lnTo>
                  <a:lnTo>
                    <a:pt x="166766" y="332033"/>
                  </a:lnTo>
                  <a:lnTo>
                    <a:pt x="172060" y="331961"/>
                  </a:lnTo>
                  <a:lnTo>
                    <a:pt x="177350" y="331722"/>
                  </a:lnTo>
                  <a:lnTo>
                    <a:pt x="182630" y="331315"/>
                  </a:lnTo>
                  <a:lnTo>
                    <a:pt x="187894" y="330741"/>
                  </a:lnTo>
                  <a:lnTo>
                    <a:pt x="193138" y="330001"/>
                  </a:lnTo>
                  <a:lnTo>
                    <a:pt x="198355" y="329095"/>
                  </a:lnTo>
                  <a:lnTo>
                    <a:pt x="203541" y="328024"/>
                  </a:lnTo>
                  <a:lnTo>
                    <a:pt x="208690" y="326789"/>
                  </a:lnTo>
                  <a:lnTo>
                    <a:pt x="213798" y="325392"/>
                  </a:lnTo>
                  <a:lnTo>
                    <a:pt x="218859" y="323834"/>
                  </a:lnTo>
                  <a:lnTo>
                    <a:pt x="223868" y="322117"/>
                  </a:lnTo>
                  <a:lnTo>
                    <a:pt x="228820" y="320241"/>
                  </a:lnTo>
                  <a:lnTo>
                    <a:pt x="233711" y="318210"/>
                  </a:lnTo>
                  <a:lnTo>
                    <a:pt x="238534" y="316025"/>
                  </a:lnTo>
                  <a:lnTo>
                    <a:pt x="243286" y="313688"/>
                  </a:lnTo>
                  <a:lnTo>
                    <a:pt x="247962" y="311201"/>
                  </a:lnTo>
                  <a:lnTo>
                    <a:pt x="252556" y="308568"/>
                  </a:lnTo>
                  <a:lnTo>
                    <a:pt x="257065" y="305791"/>
                  </a:lnTo>
                  <a:lnTo>
                    <a:pt x="261483" y="302872"/>
                  </a:lnTo>
                  <a:lnTo>
                    <a:pt x="265807" y="299815"/>
                  </a:lnTo>
                  <a:lnTo>
                    <a:pt x="270031" y="296623"/>
                  </a:lnTo>
                  <a:lnTo>
                    <a:pt x="274153" y="293298"/>
                  </a:lnTo>
                  <a:lnTo>
                    <a:pt x="278167" y="289844"/>
                  </a:lnTo>
                  <a:lnTo>
                    <a:pt x="282070" y="286265"/>
                  </a:lnTo>
                  <a:lnTo>
                    <a:pt x="285857" y="282564"/>
                  </a:lnTo>
                  <a:lnTo>
                    <a:pt x="289526" y="278745"/>
                  </a:lnTo>
                  <a:lnTo>
                    <a:pt x="293071" y="274812"/>
                  </a:lnTo>
                  <a:lnTo>
                    <a:pt x="296490" y="270769"/>
                  </a:lnTo>
                  <a:lnTo>
                    <a:pt x="299780" y="266619"/>
                  </a:lnTo>
                  <a:lnTo>
                    <a:pt x="302936" y="262367"/>
                  </a:lnTo>
                  <a:lnTo>
                    <a:pt x="305956" y="258017"/>
                  </a:lnTo>
                  <a:lnTo>
                    <a:pt x="308837" y="253574"/>
                  </a:lnTo>
                  <a:lnTo>
                    <a:pt x="311575" y="249041"/>
                  </a:lnTo>
                  <a:lnTo>
                    <a:pt x="314169" y="244425"/>
                  </a:lnTo>
                  <a:lnTo>
                    <a:pt x="316615" y="239728"/>
                  </a:lnTo>
                  <a:lnTo>
                    <a:pt x="318911" y="234956"/>
                  </a:lnTo>
                  <a:lnTo>
                    <a:pt x="321055" y="230114"/>
                  </a:lnTo>
                  <a:lnTo>
                    <a:pt x="323044" y="225207"/>
                  </a:lnTo>
                  <a:lnTo>
                    <a:pt x="324877" y="220239"/>
                  </a:lnTo>
                  <a:lnTo>
                    <a:pt x="326552" y="215215"/>
                  </a:lnTo>
                  <a:lnTo>
                    <a:pt x="328067" y="210141"/>
                  </a:lnTo>
                  <a:lnTo>
                    <a:pt x="329420" y="205022"/>
                  </a:lnTo>
                  <a:lnTo>
                    <a:pt x="330610" y="199862"/>
                  </a:lnTo>
                  <a:lnTo>
                    <a:pt x="331637" y="194667"/>
                  </a:lnTo>
                  <a:lnTo>
                    <a:pt x="332498" y="189442"/>
                  </a:lnTo>
                  <a:lnTo>
                    <a:pt x="333194" y="184192"/>
                  </a:lnTo>
                  <a:lnTo>
                    <a:pt x="333722" y="178924"/>
                  </a:lnTo>
                  <a:lnTo>
                    <a:pt x="334084" y="173641"/>
                  </a:lnTo>
                  <a:lnTo>
                    <a:pt x="334278" y="168349"/>
                  </a:lnTo>
                  <a:lnTo>
                    <a:pt x="334305" y="163053"/>
                  </a:lnTo>
                  <a:lnTo>
                    <a:pt x="334163" y="157760"/>
                  </a:lnTo>
                  <a:lnTo>
                    <a:pt x="333855" y="152473"/>
                  </a:lnTo>
                  <a:lnTo>
                    <a:pt x="333378" y="147200"/>
                  </a:lnTo>
                  <a:lnTo>
                    <a:pt x="332735" y="141943"/>
                  </a:lnTo>
                  <a:lnTo>
                    <a:pt x="331926" y="136710"/>
                  </a:lnTo>
                  <a:lnTo>
                    <a:pt x="330952" y="131505"/>
                  </a:lnTo>
                  <a:lnTo>
                    <a:pt x="329813" y="126334"/>
                  </a:lnTo>
                  <a:lnTo>
                    <a:pt x="328511" y="121201"/>
                  </a:lnTo>
                  <a:lnTo>
                    <a:pt x="327047" y="116112"/>
                  </a:lnTo>
                  <a:lnTo>
                    <a:pt x="325423" y="111072"/>
                  </a:lnTo>
                  <a:lnTo>
                    <a:pt x="323639" y="106086"/>
                  </a:lnTo>
                  <a:lnTo>
                    <a:pt x="321699" y="101159"/>
                  </a:lnTo>
                  <a:lnTo>
                    <a:pt x="319604" y="96295"/>
                  </a:lnTo>
                  <a:lnTo>
                    <a:pt x="317355" y="91501"/>
                  </a:lnTo>
                  <a:lnTo>
                    <a:pt x="314956" y="86780"/>
                  </a:lnTo>
                  <a:lnTo>
                    <a:pt x="312409" y="82138"/>
                  </a:lnTo>
                  <a:lnTo>
                    <a:pt x="309716" y="77578"/>
                  </a:lnTo>
                  <a:lnTo>
                    <a:pt x="306879" y="73107"/>
                  </a:lnTo>
                  <a:lnTo>
                    <a:pt x="303903" y="68727"/>
                  </a:lnTo>
                  <a:lnTo>
                    <a:pt x="300789" y="64444"/>
                  </a:lnTo>
                  <a:lnTo>
                    <a:pt x="297542" y="60261"/>
                  </a:lnTo>
                  <a:lnTo>
                    <a:pt x="294163" y="56184"/>
                  </a:lnTo>
                  <a:lnTo>
                    <a:pt x="290657" y="52215"/>
                  </a:lnTo>
                  <a:lnTo>
                    <a:pt x="287027" y="48360"/>
                  </a:lnTo>
                  <a:lnTo>
                    <a:pt x="283277" y="44621"/>
                  </a:lnTo>
                  <a:lnTo>
                    <a:pt x="279410" y="41003"/>
                  </a:lnTo>
                  <a:lnTo>
                    <a:pt x="275430" y="37510"/>
                  </a:lnTo>
                  <a:lnTo>
                    <a:pt x="271342" y="34144"/>
                  </a:lnTo>
                  <a:lnTo>
                    <a:pt x="267150" y="30909"/>
                  </a:lnTo>
                  <a:lnTo>
                    <a:pt x="262857" y="27809"/>
                  </a:lnTo>
                  <a:lnTo>
                    <a:pt x="258468" y="24847"/>
                  </a:lnTo>
                  <a:lnTo>
                    <a:pt x="253987" y="22024"/>
                  </a:lnTo>
                  <a:lnTo>
                    <a:pt x="249419" y="19346"/>
                  </a:lnTo>
                  <a:lnTo>
                    <a:pt x="244769" y="16813"/>
                  </a:lnTo>
                  <a:lnTo>
                    <a:pt x="240040" y="14429"/>
                  </a:lnTo>
                  <a:lnTo>
                    <a:pt x="235239" y="12195"/>
                  </a:lnTo>
                  <a:lnTo>
                    <a:pt x="230369" y="10115"/>
                  </a:lnTo>
                  <a:lnTo>
                    <a:pt x="225436" y="8190"/>
                  </a:lnTo>
                  <a:lnTo>
                    <a:pt x="220444" y="6423"/>
                  </a:lnTo>
                  <a:lnTo>
                    <a:pt x="215399" y="4814"/>
                  </a:lnTo>
                  <a:lnTo>
                    <a:pt x="210306" y="3366"/>
                  </a:lnTo>
                  <a:lnTo>
                    <a:pt x="205169" y="2080"/>
                  </a:lnTo>
                  <a:lnTo>
                    <a:pt x="199994" y="958"/>
                  </a:lnTo>
                  <a:lnTo>
                    <a:pt x="194786" y="0"/>
                  </a:lnTo>
                  <a:lnTo>
                    <a:pt x="167147" y="1648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629088" y="1236837"/>
              <a:ext cx="27638" cy="167167"/>
            </a:xfrm>
            <a:custGeom>
              <a:avLst/>
              <a:pathLst>
                <a:path w="27638" h="167167">
                  <a:moveTo>
                    <a:pt x="27638" y="2300"/>
                  </a:moveTo>
                  <a:lnTo>
                    <a:pt x="20770" y="1295"/>
                  </a:lnTo>
                  <a:lnTo>
                    <a:pt x="13867" y="576"/>
                  </a:lnTo>
                  <a:lnTo>
                    <a:pt x="6939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74765" y="1546402"/>
              <a:ext cx="37800" cy="167167"/>
            </a:xfrm>
            <a:custGeom>
              <a:avLst/>
              <a:pathLst>
                <a:path w="37800" h="167167">
                  <a:moveTo>
                    <a:pt x="37800" y="0"/>
                  </a:moveTo>
                  <a:lnTo>
                    <a:pt x="31447" y="120"/>
                  </a:lnTo>
                  <a:lnTo>
                    <a:pt x="25102" y="482"/>
                  </a:lnTo>
                  <a:lnTo>
                    <a:pt x="18776" y="1086"/>
                  </a:lnTo>
                  <a:lnTo>
                    <a:pt x="12478" y="1929"/>
                  </a:lnTo>
                  <a:lnTo>
                    <a:pt x="6216" y="3010"/>
                  </a:lnTo>
                  <a:lnTo>
                    <a:pt x="0" y="4329"/>
                  </a:lnTo>
                  <a:lnTo>
                    <a:pt x="3780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4765" y="1550732"/>
              <a:ext cx="37800" cy="162837"/>
            </a:xfrm>
            <a:custGeom>
              <a:avLst/>
              <a:pathLst>
                <a:path w="37800" h="162837">
                  <a:moveTo>
                    <a:pt x="0" y="0"/>
                  </a:moveTo>
                  <a:lnTo>
                    <a:pt x="37800" y="1628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45409" y="1550732"/>
              <a:ext cx="334311" cy="330003"/>
            </a:xfrm>
            <a:custGeom>
              <a:avLst/>
              <a:pathLst>
                <a:path w="334311" h="330003">
                  <a:moveTo>
                    <a:pt x="129356" y="0"/>
                  </a:moveTo>
                  <a:lnTo>
                    <a:pt x="124212" y="1280"/>
                  </a:lnTo>
                  <a:lnTo>
                    <a:pt x="119112" y="2723"/>
                  </a:lnTo>
                  <a:lnTo>
                    <a:pt x="114059" y="4327"/>
                  </a:lnTo>
                  <a:lnTo>
                    <a:pt x="109060" y="6090"/>
                  </a:lnTo>
                  <a:lnTo>
                    <a:pt x="104119" y="8011"/>
                  </a:lnTo>
                  <a:lnTo>
                    <a:pt x="99242" y="10087"/>
                  </a:lnTo>
                  <a:lnTo>
                    <a:pt x="94433" y="12317"/>
                  </a:lnTo>
                  <a:lnTo>
                    <a:pt x="89697" y="14699"/>
                  </a:lnTo>
                  <a:lnTo>
                    <a:pt x="85039" y="17229"/>
                  </a:lnTo>
                  <a:lnTo>
                    <a:pt x="80464" y="19906"/>
                  </a:lnTo>
                  <a:lnTo>
                    <a:pt x="75976" y="22727"/>
                  </a:lnTo>
                  <a:lnTo>
                    <a:pt x="71579" y="25688"/>
                  </a:lnTo>
                  <a:lnTo>
                    <a:pt x="67279" y="28788"/>
                  </a:lnTo>
                  <a:lnTo>
                    <a:pt x="63079" y="32022"/>
                  </a:lnTo>
                  <a:lnTo>
                    <a:pt x="58983" y="35387"/>
                  </a:lnTo>
                  <a:lnTo>
                    <a:pt x="54997" y="38881"/>
                  </a:lnTo>
                  <a:lnTo>
                    <a:pt x="51123" y="42500"/>
                  </a:lnTo>
                  <a:lnTo>
                    <a:pt x="47366" y="46239"/>
                  </a:lnTo>
                  <a:lnTo>
                    <a:pt x="43729" y="50096"/>
                  </a:lnTo>
                  <a:lnTo>
                    <a:pt x="40217" y="54066"/>
                  </a:lnTo>
                  <a:lnTo>
                    <a:pt x="36832" y="58146"/>
                  </a:lnTo>
                  <a:lnTo>
                    <a:pt x="33578" y="62331"/>
                  </a:lnTo>
                  <a:lnTo>
                    <a:pt x="30458" y="66616"/>
                  </a:lnTo>
                  <a:lnTo>
                    <a:pt x="27476" y="70999"/>
                  </a:lnTo>
                  <a:lnTo>
                    <a:pt x="24635" y="75474"/>
                  </a:lnTo>
                  <a:lnTo>
                    <a:pt x="21936" y="80037"/>
                  </a:lnTo>
                  <a:lnTo>
                    <a:pt x="19384" y="84683"/>
                  </a:lnTo>
                  <a:lnTo>
                    <a:pt x="16980" y="89407"/>
                  </a:lnTo>
                  <a:lnTo>
                    <a:pt x="14728" y="94206"/>
                  </a:lnTo>
                  <a:lnTo>
                    <a:pt x="12628" y="99073"/>
                  </a:lnTo>
                  <a:lnTo>
                    <a:pt x="10684" y="104005"/>
                  </a:lnTo>
                  <a:lnTo>
                    <a:pt x="8898" y="108996"/>
                  </a:lnTo>
                  <a:lnTo>
                    <a:pt x="7270" y="114041"/>
                  </a:lnTo>
                  <a:lnTo>
                    <a:pt x="5803" y="119135"/>
                  </a:lnTo>
                  <a:lnTo>
                    <a:pt x="4499" y="124272"/>
                  </a:lnTo>
                  <a:lnTo>
                    <a:pt x="3358" y="129449"/>
                  </a:lnTo>
                  <a:lnTo>
                    <a:pt x="2382" y="134659"/>
                  </a:lnTo>
                  <a:lnTo>
                    <a:pt x="1571" y="139898"/>
                  </a:lnTo>
                  <a:lnTo>
                    <a:pt x="927" y="145160"/>
                  </a:lnTo>
                  <a:lnTo>
                    <a:pt x="450" y="150439"/>
                  </a:lnTo>
                  <a:lnTo>
                    <a:pt x="141" y="155731"/>
                  </a:lnTo>
                  <a:lnTo>
                    <a:pt x="0" y="161030"/>
                  </a:lnTo>
                  <a:lnTo>
                    <a:pt x="26" y="166331"/>
                  </a:lnTo>
                  <a:lnTo>
                    <a:pt x="221" y="171628"/>
                  </a:lnTo>
                  <a:lnTo>
                    <a:pt x="584" y="176917"/>
                  </a:lnTo>
                  <a:lnTo>
                    <a:pt x="1114" y="182191"/>
                  </a:lnTo>
                  <a:lnTo>
                    <a:pt x="1811" y="187446"/>
                  </a:lnTo>
                  <a:lnTo>
                    <a:pt x="2674" y="192676"/>
                  </a:lnTo>
                  <a:lnTo>
                    <a:pt x="3703" y="197876"/>
                  </a:lnTo>
                  <a:lnTo>
                    <a:pt x="4896" y="203041"/>
                  </a:lnTo>
                  <a:lnTo>
                    <a:pt x="6253" y="208166"/>
                  </a:lnTo>
                  <a:lnTo>
                    <a:pt x="7771" y="213245"/>
                  </a:lnTo>
                  <a:lnTo>
                    <a:pt x="9449" y="218273"/>
                  </a:lnTo>
                  <a:lnTo>
                    <a:pt x="11286" y="223245"/>
                  </a:lnTo>
                  <a:lnTo>
                    <a:pt x="13280" y="228157"/>
                  </a:lnTo>
                  <a:lnTo>
                    <a:pt x="15428" y="233003"/>
                  </a:lnTo>
                  <a:lnTo>
                    <a:pt x="17729" y="237779"/>
                  </a:lnTo>
                  <a:lnTo>
                    <a:pt x="20180" y="242479"/>
                  </a:lnTo>
                  <a:lnTo>
                    <a:pt x="22779" y="247099"/>
                  </a:lnTo>
                  <a:lnTo>
                    <a:pt x="25524" y="251634"/>
                  </a:lnTo>
                  <a:lnTo>
                    <a:pt x="28410" y="256080"/>
                  </a:lnTo>
                  <a:lnTo>
                    <a:pt x="31436" y="260432"/>
                  </a:lnTo>
                  <a:lnTo>
                    <a:pt x="34599" y="264686"/>
                  </a:lnTo>
                  <a:lnTo>
                    <a:pt x="37895" y="268838"/>
                  </a:lnTo>
                  <a:lnTo>
                    <a:pt x="41321" y="272883"/>
                  </a:lnTo>
                  <a:lnTo>
                    <a:pt x="44873" y="276818"/>
                  </a:lnTo>
                  <a:lnTo>
                    <a:pt x="48549" y="280638"/>
                  </a:lnTo>
                  <a:lnTo>
                    <a:pt x="52343" y="284339"/>
                  </a:lnTo>
                  <a:lnTo>
                    <a:pt x="56254" y="287918"/>
                  </a:lnTo>
                  <a:lnTo>
                    <a:pt x="60275" y="291372"/>
                  </a:lnTo>
                  <a:lnTo>
                    <a:pt x="64404" y="294696"/>
                  </a:lnTo>
                  <a:lnTo>
                    <a:pt x="68637" y="297888"/>
                  </a:lnTo>
                  <a:lnTo>
                    <a:pt x="72968" y="300943"/>
                  </a:lnTo>
                  <a:lnTo>
                    <a:pt x="77394" y="303860"/>
                  </a:lnTo>
                  <a:lnTo>
                    <a:pt x="81911" y="306636"/>
                  </a:lnTo>
                  <a:lnTo>
                    <a:pt x="86513" y="309266"/>
                  </a:lnTo>
                  <a:lnTo>
                    <a:pt x="91196" y="311749"/>
                  </a:lnTo>
                  <a:lnTo>
                    <a:pt x="95956" y="314083"/>
                  </a:lnTo>
                  <a:lnTo>
                    <a:pt x="100787" y="316264"/>
                  </a:lnTo>
                  <a:lnTo>
                    <a:pt x="105685" y="318292"/>
                  </a:lnTo>
                  <a:lnTo>
                    <a:pt x="110645" y="320163"/>
                  </a:lnTo>
                  <a:lnTo>
                    <a:pt x="115662" y="321875"/>
                  </a:lnTo>
                  <a:lnTo>
                    <a:pt x="120730" y="323428"/>
                  </a:lnTo>
                  <a:lnTo>
                    <a:pt x="125845" y="324819"/>
                  </a:lnTo>
                  <a:lnTo>
                    <a:pt x="131002" y="326048"/>
                  </a:lnTo>
                  <a:lnTo>
                    <a:pt x="136195" y="327112"/>
                  </a:lnTo>
                  <a:lnTo>
                    <a:pt x="141419" y="328011"/>
                  </a:lnTo>
                  <a:lnTo>
                    <a:pt x="146669" y="328744"/>
                  </a:lnTo>
                  <a:lnTo>
                    <a:pt x="151939" y="329310"/>
                  </a:lnTo>
                  <a:lnTo>
                    <a:pt x="157225" y="329709"/>
                  </a:lnTo>
                  <a:lnTo>
                    <a:pt x="162521" y="329940"/>
                  </a:lnTo>
                  <a:lnTo>
                    <a:pt x="167822" y="330003"/>
                  </a:lnTo>
                  <a:lnTo>
                    <a:pt x="173122" y="329898"/>
                  </a:lnTo>
                  <a:lnTo>
                    <a:pt x="178416" y="329625"/>
                  </a:lnTo>
                  <a:lnTo>
                    <a:pt x="183698" y="329184"/>
                  </a:lnTo>
                  <a:lnTo>
                    <a:pt x="188964" y="328576"/>
                  </a:lnTo>
                  <a:lnTo>
                    <a:pt x="194208" y="327801"/>
                  </a:lnTo>
                  <a:lnTo>
                    <a:pt x="199425" y="326861"/>
                  </a:lnTo>
                  <a:lnTo>
                    <a:pt x="204609" y="325755"/>
                  </a:lnTo>
                  <a:lnTo>
                    <a:pt x="209756" y="324486"/>
                  </a:lnTo>
                  <a:lnTo>
                    <a:pt x="214860" y="323054"/>
                  </a:lnTo>
                  <a:lnTo>
                    <a:pt x="219916" y="321461"/>
                  </a:lnTo>
                  <a:lnTo>
                    <a:pt x="224919" y="319708"/>
                  </a:lnTo>
                  <a:lnTo>
                    <a:pt x="229863" y="317798"/>
                  </a:lnTo>
                  <a:lnTo>
                    <a:pt x="234745" y="315732"/>
                  </a:lnTo>
                  <a:lnTo>
                    <a:pt x="239559" y="313512"/>
                  </a:lnTo>
                  <a:lnTo>
                    <a:pt x="244300" y="311141"/>
                  </a:lnTo>
                  <a:lnTo>
                    <a:pt x="248963" y="308620"/>
                  </a:lnTo>
                  <a:lnTo>
                    <a:pt x="253544" y="305953"/>
                  </a:lnTo>
                  <a:lnTo>
                    <a:pt x="258039" y="303142"/>
                  </a:lnTo>
                  <a:lnTo>
                    <a:pt x="262441" y="300190"/>
                  </a:lnTo>
                  <a:lnTo>
                    <a:pt x="266748" y="297100"/>
                  </a:lnTo>
                  <a:lnTo>
                    <a:pt x="270955" y="293875"/>
                  </a:lnTo>
                  <a:lnTo>
                    <a:pt x="275058" y="290518"/>
                  </a:lnTo>
                  <a:lnTo>
                    <a:pt x="279052" y="287032"/>
                  </a:lnTo>
                  <a:lnTo>
                    <a:pt x="282933" y="283422"/>
                  </a:lnTo>
                  <a:lnTo>
                    <a:pt x="286699" y="279691"/>
                  </a:lnTo>
                  <a:lnTo>
                    <a:pt x="290344" y="275842"/>
                  </a:lnTo>
                  <a:lnTo>
                    <a:pt x="293865" y="271879"/>
                  </a:lnTo>
                  <a:lnTo>
                    <a:pt x="297258" y="267807"/>
                  </a:lnTo>
                  <a:lnTo>
                    <a:pt x="300521" y="263629"/>
                  </a:lnTo>
                  <a:lnTo>
                    <a:pt x="303650" y="259350"/>
                  </a:lnTo>
                  <a:lnTo>
                    <a:pt x="306641" y="254974"/>
                  </a:lnTo>
                  <a:lnTo>
                    <a:pt x="309492" y="250505"/>
                  </a:lnTo>
                  <a:lnTo>
                    <a:pt x="312200" y="245948"/>
                  </a:lnTo>
                  <a:lnTo>
                    <a:pt x="314763" y="241307"/>
                  </a:lnTo>
                  <a:lnTo>
                    <a:pt x="317176" y="236588"/>
                  </a:lnTo>
                  <a:lnTo>
                    <a:pt x="319439" y="231794"/>
                  </a:lnTo>
                  <a:lnTo>
                    <a:pt x="321549" y="226931"/>
                  </a:lnTo>
                  <a:lnTo>
                    <a:pt x="323504" y="222004"/>
                  </a:lnTo>
                  <a:lnTo>
                    <a:pt x="325301" y="217017"/>
                  </a:lnTo>
                  <a:lnTo>
                    <a:pt x="326939" y="211976"/>
                  </a:lnTo>
                  <a:lnTo>
                    <a:pt x="328417" y="206885"/>
                  </a:lnTo>
                  <a:lnTo>
                    <a:pt x="329733" y="201750"/>
                  </a:lnTo>
                  <a:lnTo>
                    <a:pt x="330885" y="196575"/>
                  </a:lnTo>
                  <a:lnTo>
                    <a:pt x="331872" y="191367"/>
                  </a:lnTo>
                  <a:lnTo>
                    <a:pt x="332694" y="186130"/>
                  </a:lnTo>
                  <a:lnTo>
                    <a:pt x="333349" y="180870"/>
                  </a:lnTo>
                  <a:lnTo>
                    <a:pt x="333837" y="175592"/>
                  </a:lnTo>
                  <a:lnTo>
                    <a:pt x="334158" y="170300"/>
                  </a:lnTo>
                  <a:lnTo>
                    <a:pt x="334311" y="165002"/>
                  </a:lnTo>
                  <a:lnTo>
                    <a:pt x="334295" y="159701"/>
                  </a:lnTo>
                  <a:lnTo>
                    <a:pt x="334112" y="154403"/>
                  </a:lnTo>
                  <a:lnTo>
                    <a:pt x="333760" y="149114"/>
                  </a:lnTo>
                  <a:lnTo>
                    <a:pt x="333242" y="143838"/>
                  </a:lnTo>
                  <a:lnTo>
                    <a:pt x="332556" y="138582"/>
                  </a:lnTo>
                  <a:lnTo>
                    <a:pt x="331703" y="133350"/>
                  </a:lnTo>
                  <a:lnTo>
                    <a:pt x="330686" y="128148"/>
                  </a:lnTo>
                  <a:lnTo>
                    <a:pt x="329504" y="122980"/>
                  </a:lnTo>
                  <a:lnTo>
                    <a:pt x="328158" y="117853"/>
                  </a:lnTo>
                  <a:lnTo>
                    <a:pt x="326651" y="112771"/>
                  </a:lnTo>
                  <a:lnTo>
                    <a:pt x="324984" y="107739"/>
                  </a:lnTo>
                  <a:lnTo>
                    <a:pt x="323157" y="102763"/>
                  </a:lnTo>
                  <a:lnTo>
                    <a:pt x="321174" y="97847"/>
                  </a:lnTo>
                  <a:lnTo>
                    <a:pt x="319036" y="92996"/>
                  </a:lnTo>
                  <a:lnTo>
                    <a:pt x="316745" y="88215"/>
                  </a:lnTo>
                  <a:lnTo>
                    <a:pt x="314304" y="83510"/>
                  </a:lnTo>
                  <a:lnTo>
                    <a:pt x="311715" y="78885"/>
                  </a:lnTo>
                  <a:lnTo>
                    <a:pt x="308980" y="74343"/>
                  </a:lnTo>
                  <a:lnTo>
                    <a:pt x="306103" y="69891"/>
                  </a:lnTo>
                  <a:lnTo>
                    <a:pt x="303086" y="65532"/>
                  </a:lnTo>
                  <a:lnTo>
                    <a:pt x="299933" y="61271"/>
                  </a:lnTo>
                  <a:lnTo>
                    <a:pt x="296646" y="57113"/>
                  </a:lnTo>
                  <a:lnTo>
                    <a:pt x="293229" y="53060"/>
                  </a:lnTo>
                  <a:lnTo>
                    <a:pt x="289685" y="49118"/>
                  </a:lnTo>
                  <a:lnTo>
                    <a:pt x="286017" y="45290"/>
                  </a:lnTo>
                  <a:lnTo>
                    <a:pt x="282231" y="41581"/>
                  </a:lnTo>
                  <a:lnTo>
                    <a:pt x="278328" y="37993"/>
                  </a:lnTo>
                  <a:lnTo>
                    <a:pt x="274314" y="34531"/>
                  </a:lnTo>
                  <a:lnTo>
                    <a:pt x="270192" y="31198"/>
                  </a:lnTo>
                  <a:lnTo>
                    <a:pt x="265967" y="27998"/>
                  </a:lnTo>
                  <a:lnTo>
                    <a:pt x="261642" y="24933"/>
                  </a:lnTo>
                  <a:lnTo>
                    <a:pt x="257222" y="22006"/>
                  </a:lnTo>
                  <a:lnTo>
                    <a:pt x="252711" y="19221"/>
                  </a:lnTo>
                  <a:lnTo>
                    <a:pt x="248115" y="16581"/>
                  </a:lnTo>
                  <a:lnTo>
                    <a:pt x="243437" y="14088"/>
                  </a:lnTo>
                  <a:lnTo>
                    <a:pt x="238682" y="11744"/>
                  </a:lnTo>
                  <a:lnTo>
                    <a:pt x="167157" y="1628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212566" y="1546402"/>
              <a:ext cx="71524" cy="167167"/>
            </a:xfrm>
            <a:custGeom>
              <a:avLst/>
              <a:pathLst>
                <a:path w="71524" h="167167">
                  <a:moveTo>
                    <a:pt x="71524" y="16074"/>
                  </a:moveTo>
                  <a:lnTo>
                    <a:pt x="66345" y="13729"/>
                  </a:lnTo>
                  <a:lnTo>
                    <a:pt x="61090" y="11562"/>
                  </a:lnTo>
                  <a:lnTo>
                    <a:pt x="55763" y="9575"/>
                  </a:lnTo>
                  <a:lnTo>
                    <a:pt x="50372" y="7770"/>
                  </a:lnTo>
                  <a:lnTo>
                    <a:pt x="44923" y="6149"/>
                  </a:lnTo>
                  <a:lnTo>
                    <a:pt x="39422" y="4714"/>
                  </a:lnTo>
                  <a:lnTo>
                    <a:pt x="33875" y="3468"/>
                  </a:lnTo>
                  <a:lnTo>
                    <a:pt x="28289" y="2411"/>
                  </a:lnTo>
                  <a:lnTo>
                    <a:pt x="22671" y="1544"/>
                  </a:lnTo>
                  <a:lnTo>
                    <a:pt x="17026" y="869"/>
                  </a:lnTo>
                  <a:lnTo>
                    <a:pt x="11361" y="386"/>
                  </a:lnTo>
                  <a:lnTo>
                    <a:pt x="568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65065" y="1943516"/>
              <a:ext cx="13717" cy="167167"/>
            </a:xfrm>
            <a:custGeom>
              <a:avLst/>
              <a:pathLst>
                <a:path w="13717" h="167167">
                  <a:moveTo>
                    <a:pt x="13717" y="0"/>
                  </a:moveTo>
                  <a:lnTo>
                    <a:pt x="0" y="563"/>
                  </a:lnTo>
                  <a:lnTo>
                    <a:pt x="1371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65065" y="1944080"/>
              <a:ext cx="13717" cy="166603"/>
            </a:xfrm>
            <a:custGeom>
              <a:avLst/>
              <a:pathLst>
                <a:path w="13717" h="166603">
                  <a:moveTo>
                    <a:pt x="0" y="0"/>
                  </a:moveTo>
                  <a:lnTo>
                    <a:pt x="13717" y="1666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95" y="1944080"/>
              <a:ext cx="97488" cy="166603"/>
            </a:xfrm>
            <a:custGeom>
              <a:avLst/>
              <a:pathLst>
                <a:path w="97488" h="166603">
                  <a:moveTo>
                    <a:pt x="83770" y="0"/>
                  </a:moveTo>
                  <a:lnTo>
                    <a:pt x="78151" y="558"/>
                  </a:lnTo>
                  <a:lnTo>
                    <a:pt x="72554" y="1306"/>
                  </a:lnTo>
                  <a:lnTo>
                    <a:pt x="66986" y="2242"/>
                  </a:lnTo>
                  <a:lnTo>
                    <a:pt x="61452" y="3366"/>
                  </a:lnTo>
                  <a:lnTo>
                    <a:pt x="55959" y="4676"/>
                  </a:lnTo>
                  <a:lnTo>
                    <a:pt x="50514" y="6171"/>
                  </a:lnTo>
                  <a:lnTo>
                    <a:pt x="45123" y="7849"/>
                  </a:lnTo>
                  <a:lnTo>
                    <a:pt x="39791" y="9708"/>
                  </a:lnTo>
                  <a:lnTo>
                    <a:pt x="34525" y="11746"/>
                  </a:lnTo>
                  <a:lnTo>
                    <a:pt x="29331" y="13961"/>
                  </a:lnTo>
                  <a:lnTo>
                    <a:pt x="24214" y="16350"/>
                  </a:lnTo>
                  <a:lnTo>
                    <a:pt x="19181" y="18911"/>
                  </a:lnTo>
                  <a:lnTo>
                    <a:pt x="14238" y="21640"/>
                  </a:lnTo>
                  <a:lnTo>
                    <a:pt x="9389" y="24534"/>
                  </a:lnTo>
                  <a:lnTo>
                    <a:pt x="4642" y="27591"/>
                  </a:lnTo>
                  <a:lnTo>
                    <a:pt x="0" y="30806"/>
                  </a:lnTo>
                  <a:lnTo>
                    <a:pt x="97488" y="1666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11616" y="1943516"/>
              <a:ext cx="334325" cy="334324"/>
            </a:xfrm>
            <a:custGeom>
              <a:avLst/>
              <a:pathLst>
                <a:path w="334325" h="334324">
                  <a:moveTo>
                    <a:pt x="69679" y="31369"/>
                  </a:moveTo>
                  <a:lnTo>
                    <a:pt x="65434" y="34520"/>
                  </a:lnTo>
                  <a:lnTo>
                    <a:pt x="61290" y="37803"/>
                  </a:lnTo>
                  <a:lnTo>
                    <a:pt x="57253" y="41215"/>
                  </a:lnTo>
                  <a:lnTo>
                    <a:pt x="53326" y="44753"/>
                  </a:lnTo>
                  <a:lnTo>
                    <a:pt x="49512" y="48414"/>
                  </a:lnTo>
                  <a:lnTo>
                    <a:pt x="45816" y="52193"/>
                  </a:lnTo>
                  <a:lnTo>
                    <a:pt x="42242" y="56087"/>
                  </a:lnTo>
                  <a:lnTo>
                    <a:pt x="38792" y="60093"/>
                  </a:lnTo>
                  <a:lnTo>
                    <a:pt x="35471" y="64205"/>
                  </a:lnTo>
                  <a:lnTo>
                    <a:pt x="32281" y="68421"/>
                  </a:lnTo>
                  <a:lnTo>
                    <a:pt x="29227" y="72735"/>
                  </a:lnTo>
                  <a:lnTo>
                    <a:pt x="26310" y="77143"/>
                  </a:lnTo>
                  <a:lnTo>
                    <a:pt x="23534" y="81642"/>
                  </a:lnTo>
                  <a:lnTo>
                    <a:pt x="20902" y="86226"/>
                  </a:lnTo>
                  <a:lnTo>
                    <a:pt x="18415" y="90891"/>
                  </a:lnTo>
                  <a:lnTo>
                    <a:pt x="16078" y="95633"/>
                  </a:lnTo>
                  <a:lnTo>
                    <a:pt x="13892" y="100446"/>
                  </a:lnTo>
                  <a:lnTo>
                    <a:pt x="11859" y="105325"/>
                  </a:lnTo>
                  <a:lnTo>
                    <a:pt x="9981" y="110267"/>
                  </a:lnTo>
                  <a:lnTo>
                    <a:pt x="8261" y="115265"/>
                  </a:lnTo>
                  <a:lnTo>
                    <a:pt x="6699" y="120315"/>
                  </a:lnTo>
                  <a:lnTo>
                    <a:pt x="5298" y="125412"/>
                  </a:lnTo>
                  <a:lnTo>
                    <a:pt x="4059" y="130551"/>
                  </a:lnTo>
                  <a:lnTo>
                    <a:pt x="2983" y="135726"/>
                  </a:lnTo>
                  <a:lnTo>
                    <a:pt x="2071" y="140933"/>
                  </a:lnTo>
                  <a:lnTo>
                    <a:pt x="1324" y="146166"/>
                  </a:lnTo>
                  <a:lnTo>
                    <a:pt x="743" y="151421"/>
                  </a:lnTo>
                  <a:lnTo>
                    <a:pt x="328" y="156690"/>
                  </a:lnTo>
                  <a:lnTo>
                    <a:pt x="80" y="161971"/>
                  </a:lnTo>
                  <a:lnTo>
                    <a:pt x="0" y="167256"/>
                  </a:lnTo>
                  <a:lnTo>
                    <a:pt x="86" y="172542"/>
                  </a:lnTo>
                  <a:lnTo>
                    <a:pt x="339" y="177822"/>
                  </a:lnTo>
                  <a:lnTo>
                    <a:pt x="760" y="183091"/>
                  </a:lnTo>
                  <a:lnTo>
                    <a:pt x="1346" y="188345"/>
                  </a:lnTo>
                  <a:lnTo>
                    <a:pt x="2099" y="193577"/>
                  </a:lnTo>
                  <a:lnTo>
                    <a:pt x="3016" y="198783"/>
                  </a:lnTo>
                  <a:lnTo>
                    <a:pt x="4098" y="203957"/>
                  </a:lnTo>
                  <a:lnTo>
                    <a:pt x="5343" y="209095"/>
                  </a:lnTo>
                  <a:lnTo>
                    <a:pt x="6749" y="214190"/>
                  </a:lnTo>
                  <a:lnTo>
                    <a:pt x="8316" y="219239"/>
                  </a:lnTo>
                  <a:lnTo>
                    <a:pt x="10042" y="224235"/>
                  </a:lnTo>
                  <a:lnTo>
                    <a:pt x="11925" y="229175"/>
                  </a:lnTo>
                  <a:lnTo>
                    <a:pt x="13963" y="234052"/>
                  </a:lnTo>
                  <a:lnTo>
                    <a:pt x="16155" y="238863"/>
                  </a:lnTo>
                  <a:lnTo>
                    <a:pt x="18497" y="243602"/>
                  </a:lnTo>
                  <a:lnTo>
                    <a:pt x="20988" y="248264"/>
                  </a:lnTo>
                  <a:lnTo>
                    <a:pt x="23625" y="252845"/>
                  </a:lnTo>
                  <a:lnTo>
                    <a:pt x="26406" y="257341"/>
                  </a:lnTo>
                  <a:lnTo>
                    <a:pt x="29328" y="261746"/>
                  </a:lnTo>
                  <a:lnTo>
                    <a:pt x="32387" y="266057"/>
                  </a:lnTo>
                  <a:lnTo>
                    <a:pt x="35581" y="270269"/>
                  </a:lnTo>
                  <a:lnTo>
                    <a:pt x="38907" y="274378"/>
                  </a:lnTo>
                  <a:lnTo>
                    <a:pt x="42361" y="278380"/>
                  </a:lnTo>
                  <a:lnTo>
                    <a:pt x="45939" y="282270"/>
                  </a:lnTo>
                  <a:lnTo>
                    <a:pt x="49639" y="286046"/>
                  </a:lnTo>
                  <a:lnTo>
                    <a:pt x="53457" y="289702"/>
                  </a:lnTo>
                  <a:lnTo>
                    <a:pt x="57388" y="293236"/>
                  </a:lnTo>
                  <a:lnTo>
                    <a:pt x="61429" y="296644"/>
                  </a:lnTo>
                  <a:lnTo>
                    <a:pt x="65576" y="299923"/>
                  </a:lnTo>
                  <a:lnTo>
                    <a:pt x="69824" y="303069"/>
                  </a:lnTo>
                  <a:lnTo>
                    <a:pt x="74169" y="306078"/>
                  </a:lnTo>
                  <a:lnTo>
                    <a:pt x="78608" y="308949"/>
                  </a:lnTo>
                  <a:lnTo>
                    <a:pt x="83135" y="311679"/>
                  </a:lnTo>
                  <a:lnTo>
                    <a:pt x="87746" y="314263"/>
                  </a:lnTo>
                  <a:lnTo>
                    <a:pt x="92437" y="316701"/>
                  </a:lnTo>
                  <a:lnTo>
                    <a:pt x="97202" y="318989"/>
                  </a:lnTo>
                  <a:lnTo>
                    <a:pt x="102037" y="321125"/>
                  </a:lnTo>
                  <a:lnTo>
                    <a:pt x="106938" y="323107"/>
                  </a:lnTo>
                  <a:lnTo>
                    <a:pt x="111898" y="324934"/>
                  </a:lnTo>
                  <a:lnTo>
                    <a:pt x="116914" y="326602"/>
                  </a:lnTo>
                  <a:lnTo>
                    <a:pt x="121980" y="328111"/>
                  </a:lnTo>
                  <a:lnTo>
                    <a:pt x="127092" y="329460"/>
                  </a:lnTo>
                  <a:lnTo>
                    <a:pt x="132243" y="330646"/>
                  </a:lnTo>
                  <a:lnTo>
                    <a:pt x="137430" y="331668"/>
                  </a:lnTo>
                  <a:lnTo>
                    <a:pt x="142646" y="332526"/>
                  </a:lnTo>
                  <a:lnTo>
                    <a:pt x="147886" y="333219"/>
                  </a:lnTo>
                  <a:lnTo>
                    <a:pt x="153146" y="333745"/>
                  </a:lnTo>
                  <a:lnTo>
                    <a:pt x="158420" y="334105"/>
                  </a:lnTo>
                  <a:lnTo>
                    <a:pt x="163702" y="334298"/>
                  </a:lnTo>
                  <a:lnTo>
                    <a:pt x="168989" y="334324"/>
                  </a:lnTo>
                  <a:lnTo>
                    <a:pt x="174273" y="334183"/>
                  </a:lnTo>
                  <a:lnTo>
                    <a:pt x="179550" y="333875"/>
                  </a:lnTo>
                  <a:lnTo>
                    <a:pt x="184815" y="333400"/>
                  </a:lnTo>
                  <a:lnTo>
                    <a:pt x="190062" y="332759"/>
                  </a:lnTo>
                  <a:lnTo>
                    <a:pt x="195286" y="331952"/>
                  </a:lnTo>
                  <a:lnTo>
                    <a:pt x="200482" y="330981"/>
                  </a:lnTo>
                  <a:lnTo>
                    <a:pt x="205645" y="329846"/>
                  </a:lnTo>
                  <a:lnTo>
                    <a:pt x="210769" y="328548"/>
                  </a:lnTo>
                  <a:lnTo>
                    <a:pt x="215850" y="327088"/>
                  </a:lnTo>
                  <a:lnTo>
                    <a:pt x="220882" y="325469"/>
                  </a:lnTo>
                  <a:lnTo>
                    <a:pt x="225860" y="323692"/>
                  </a:lnTo>
                  <a:lnTo>
                    <a:pt x="230780" y="321758"/>
                  </a:lnTo>
                  <a:lnTo>
                    <a:pt x="235636" y="319669"/>
                  </a:lnTo>
                  <a:lnTo>
                    <a:pt x="240424" y="317428"/>
                  </a:lnTo>
                  <a:lnTo>
                    <a:pt x="245138" y="315037"/>
                  </a:lnTo>
                  <a:lnTo>
                    <a:pt x="249774" y="312497"/>
                  </a:lnTo>
                  <a:lnTo>
                    <a:pt x="254328" y="309813"/>
                  </a:lnTo>
                  <a:lnTo>
                    <a:pt x="258795" y="306986"/>
                  </a:lnTo>
                  <a:lnTo>
                    <a:pt x="263170" y="304019"/>
                  </a:lnTo>
                  <a:lnTo>
                    <a:pt x="267449" y="300915"/>
                  </a:lnTo>
                  <a:lnTo>
                    <a:pt x="271627" y="297677"/>
                  </a:lnTo>
                  <a:lnTo>
                    <a:pt x="275702" y="294309"/>
                  </a:lnTo>
                  <a:lnTo>
                    <a:pt x="279667" y="290814"/>
                  </a:lnTo>
                  <a:lnTo>
                    <a:pt x="283521" y="287195"/>
                  </a:lnTo>
                  <a:lnTo>
                    <a:pt x="287257" y="283456"/>
                  </a:lnTo>
                  <a:lnTo>
                    <a:pt x="290874" y="279601"/>
                  </a:lnTo>
                  <a:lnTo>
                    <a:pt x="294367" y="275634"/>
                  </a:lnTo>
                  <a:lnTo>
                    <a:pt x="297733" y="271558"/>
                  </a:lnTo>
                  <a:lnTo>
                    <a:pt x="300968" y="267377"/>
                  </a:lnTo>
                  <a:lnTo>
                    <a:pt x="304070" y="263097"/>
                  </a:lnTo>
                  <a:lnTo>
                    <a:pt x="307035" y="258720"/>
                  </a:lnTo>
                  <a:lnTo>
                    <a:pt x="309859" y="254252"/>
                  </a:lnTo>
                  <a:lnTo>
                    <a:pt x="312542" y="249697"/>
                  </a:lnTo>
                  <a:lnTo>
                    <a:pt x="315078" y="245059"/>
                  </a:lnTo>
                  <a:lnTo>
                    <a:pt x="317467" y="240343"/>
                  </a:lnTo>
                  <a:lnTo>
                    <a:pt x="319706" y="235555"/>
                  </a:lnTo>
                  <a:lnTo>
                    <a:pt x="321792" y="230697"/>
                  </a:lnTo>
                  <a:lnTo>
                    <a:pt x="323723" y="225777"/>
                  </a:lnTo>
                  <a:lnTo>
                    <a:pt x="325498" y="220798"/>
                  </a:lnTo>
                  <a:lnTo>
                    <a:pt x="327114" y="215765"/>
                  </a:lnTo>
                  <a:lnTo>
                    <a:pt x="328571" y="210683"/>
                  </a:lnTo>
                  <a:lnTo>
                    <a:pt x="329866" y="205558"/>
                  </a:lnTo>
                  <a:lnTo>
                    <a:pt x="330999" y="200395"/>
                  </a:lnTo>
                  <a:lnTo>
                    <a:pt x="331967" y="195198"/>
                  </a:lnTo>
                  <a:lnTo>
                    <a:pt x="332771" y="189973"/>
                  </a:lnTo>
                  <a:lnTo>
                    <a:pt x="333410" y="184726"/>
                  </a:lnTo>
                  <a:lnTo>
                    <a:pt x="333882" y="179461"/>
                  </a:lnTo>
                  <a:lnTo>
                    <a:pt x="334187" y="174184"/>
                  </a:lnTo>
                  <a:lnTo>
                    <a:pt x="334325" y="168899"/>
                  </a:lnTo>
                  <a:lnTo>
                    <a:pt x="334297" y="163613"/>
                  </a:lnTo>
                  <a:lnTo>
                    <a:pt x="334101" y="158331"/>
                  </a:lnTo>
                  <a:lnTo>
                    <a:pt x="333738" y="153057"/>
                  </a:lnTo>
                  <a:lnTo>
                    <a:pt x="333208" y="147797"/>
                  </a:lnTo>
                  <a:lnTo>
                    <a:pt x="332513" y="142557"/>
                  </a:lnTo>
                  <a:lnTo>
                    <a:pt x="331652" y="137342"/>
                  </a:lnTo>
                  <a:lnTo>
                    <a:pt x="330627" y="132156"/>
                  </a:lnTo>
                  <a:lnTo>
                    <a:pt x="329438" y="127005"/>
                  </a:lnTo>
                  <a:lnTo>
                    <a:pt x="328087" y="121894"/>
                  </a:lnTo>
                  <a:lnTo>
                    <a:pt x="326575" y="116829"/>
                  </a:lnTo>
                  <a:lnTo>
                    <a:pt x="324904" y="111814"/>
                  </a:lnTo>
                  <a:lnTo>
                    <a:pt x="323075" y="106855"/>
                  </a:lnTo>
                  <a:lnTo>
                    <a:pt x="321090" y="101955"/>
                  </a:lnTo>
                  <a:lnTo>
                    <a:pt x="318951" y="97121"/>
                  </a:lnTo>
                  <a:lnTo>
                    <a:pt x="316661" y="92357"/>
                  </a:lnTo>
                  <a:lnTo>
                    <a:pt x="314221" y="87668"/>
                  </a:lnTo>
                  <a:lnTo>
                    <a:pt x="311634" y="83058"/>
                  </a:lnTo>
                  <a:lnTo>
                    <a:pt x="308902" y="78532"/>
                  </a:lnTo>
                  <a:lnTo>
                    <a:pt x="306029" y="74095"/>
                  </a:lnTo>
                  <a:lnTo>
                    <a:pt x="303017" y="69751"/>
                  </a:lnTo>
                  <a:lnTo>
                    <a:pt x="299869" y="65505"/>
                  </a:lnTo>
                  <a:lnTo>
                    <a:pt x="296588" y="61360"/>
                  </a:lnTo>
                  <a:lnTo>
                    <a:pt x="293178" y="57321"/>
                  </a:lnTo>
                  <a:lnTo>
                    <a:pt x="289642" y="53391"/>
                  </a:lnTo>
                  <a:lnTo>
                    <a:pt x="285983" y="49576"/>
                  </a:lnTo>
                  <a:lnTo>
                    <a:pt x="282206" y="45878"/>
                  </a:lnTo>
                  <a:lnTo>
                    <a:pt x="278313" y="42301"/>
                  </a:lnTo>
                  <a:lnTo>
                    <a:pt x="274310" y="38849"/>
                  </a:lnTo>
                  <a:lnTo>
                    <a:pt x="270199" y="35526"/>
                  </a:lnTo>
                  <a:lnTo>
                    <a:pt x="265985" y="32334"/>
                  </a:lnTo>
                  <a:lnTo>
                    <a:pt x="261673" y="29277"/>
                  </a:lnTo>
                  <a:lnTo>
                    <a:pt x="257266" y="26358"/>
                  </a:lnTo>
                  <a:lnTo>
                    <a:pt x="252769" y="23580"/>
                  </a:lnTo>
                  <a:lnTo>
                    <a:pt x="248186" y="20945"/>
                  </a:lnTo>
                  <a:lnTo>
                    <a:pt x="243522" y="18456"/>
                  </a:lnTo>
                  <a:lnTo>
                    <a:pt x="238782" y="16116"/>
                  </a:lnTo>
                  <a:lnTo>
                    <a:pt x="233970" y="13928"/>
                  </a:lnTo>
                  <a:lnTo>
                    <a:pt x="229092" y="11892"/>
                  </a:lnTo>
                  <a:lnTo>
                    <a:pt x="224151" y="10012"/>
                  </a:lnTo>
                  <a:lnTo>
                    <a:pt x="219154" y="8289"/>
                  </a:lnTo>
                  <a:lnTo>
                    <a:pt x="214105" y="6724"/>
                  </a:lnTo>
                  <a:lnTo>
                    <a:pt x="209008" y="5321"/>
                  </a:lnTo>
                  <a:lnTo>
                    <a:pt x="203870" y="4079"/>
                  </a:lnTo>
                  <a:lnTo>
                    <a:pt x="198695" y="3000"/>
                  </a:lnTo>
                  <a:lnTo>
                    <a:pt x="193489" y="2085"/>
                  </a:lnTo>
                  <a:lnTo>
                    <a:pt x="188256" y="1335"/>
                  </a:lnTo>
                  <a:lnTo>
                    <a:pt x="183002" y="751"/>
                  </a:lnTo>
                  <a:lnTo>
                    <a:pt x="177733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431" y="2406772"/>
              <a:ext cx="19302" cy="167167"/>
            </a:xfrm>
            <a:custGeom>
              <a:avLst/>
              <a:pathLst>
                <a:path w="19302" h="167167">
                  <a:moveTo>
                    <a:pt x="19302" y="0"/>
                  </a:moveTo>
                  <a:lnTo>
                    <a:pt x="9635" y="279"/>
                  </a:lnTo>
                  <a:lnTo>
                    <a:pt x="0" y="1118"/>
                  </a:lnTo>
                  <a:lnTo>
                    <a:pt x="193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431" y="2407890"/>
              <a:ext cx="19302" cy="166049"/>
            </a:xfrm>
            <a:custGeom>
              <a:avLst/>
              <a:pathLst>
                <a:path w="19302" h="166049">
                  <a:moveTo>
                    <a:pt x="0" y="0"/>
                  </a:moveTo>
                  <a:lnTo>
                    <a:pt x="19302" y="166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478566" y="2407496"/>
              <a:ext cx="334327" cy="333599"/>
            </a:xfrm>
            <a:custGeom>
              <a:avLst/>
              <a:pathLst>
                <a:path w="334327" h="333599">
                  <a:moveTo>
                    <a:pt x="147864" y="393"/>
                  </a:moveTo>
                  <a:lnTo>
                    <a:pt x="142622" y="1087"/>
                  </a:lnTo>
                  <a:lnTo>
                    <a:pt x="137403" y="1946"/>
                  </a:lnTo>
                  <a:lnTo>
                    <a:pt x="132215" y="2970"/>
                  </a:lnTo>
                  <a:lnTo>
                    <a:pt x="127062" y="4157"/>
                  </a:lnTo>
                  <a:lnTo>
                    <a:pt x="121948" y="5507"/>
                  </a:lnTo>
                  <a:lnTo>
                    <a:pt x="116880" y="7018"/>
                  </a:lnTo>
                  <a:lnTo>
                    <a:pt x="111862" y="8688"/>
                  </a:lnTo>
                  <a:lnTo>
                    <a:pt x="106900" y="10516"/>
                  </a:lnTo>
                  <a:lnTo>
                    <a:pt x="101998" y="12501"/>
                  </a:lnTo>
                  <a:lnTo>
                    <a:pt x="97161" y="14639"/>
                  </a:lnTo>
                  <a:lnTo>
                    <a:pt x="92394" y="16930"/>
                  </a:lnTo>
                  <a:lnTo>
                    <a:pt x="87703" y="19370"/>
                  </a:lnTo>
                  <a:lnTo>
                    <a:pt x="83090" y="21957"/>
                  </a:lnTo>
                  <a:lnTo>
                    <a:pt x="78562" y="24689"/>
                  </a:lnTo>
                  <a:lnTo>
                    <a:pt x="74122" y="27562"/>
                  </a:lnTo>
                  <a:lnTo>
                    <a:pt x="69776" y="30575"/>
                  </a:lnTo>
                  <a:lnTo>
                    <a:pt x="65527" y="33723"/>
                  </a:lnTo>
                  <a:lnTo>
                    <a:pt x="61380" y="37005"/>
                  </a:lnTo>
                  <a:lnTo>
                    <a:pt x="57338" y="40416"/>
                  </a:lnTo>
                  <a:lnTo>
                    <a:pt x="53407" y="43953"/>
                  </a:lnTo>
                  <a:lnTo>
                    <a:pt x="49589" y="47613"/>
                  </a:lnTo>
                  <a:lnTo>
                    <a:pt x="45889" y="51391"/>
                  </a:lnTo>
                  <a:lnTo>
                    <a:pt x="42311" y="55285"/>
                  </a:lnTo>
                  <a:lnTo>
                    <a:pt x="38857" y="59290"/>
                  </a:lnTo>
                  <a:lnTo>
                    <a:pt x="35532" y="63403"/>
                  </a:lnTo>
                  <a:lnTo>
                    <a:pt x="32338" y="67618"/>
                  </a:lnTo>
                  <a:lnTo>
                    <a:pt x="29280" y="71932"/>
                  </a:lnTo>
                  <a:lnTo>
                    <a:pt x="26359" y="76341"/>
                  </a:lnTo>
                  <a:lnTo>
                    <a:pt x="23580" y="80840"/>
                  </a:lnTo>
                  <a:lnTo>
                    <a:pt x="20944" y="85425"/>
                  </a:lnTo>
                  <a:lnTo>
                    <a:pt x="18454" y="90091"/>
                  </a:lnTo>
                  <a:lnTo>
                    <a:pt x="16114" y="94833"/>
                  </a:lnTo>
                  <a:lnTo>
                    <a:pt x="13924" y="99647"/>
                  </a:lnTo>
                  <a:lnTo>
                    <a:pt x="11888" y="104528"/>
                  </a:lnTo>
                  <a:lnTo>
                    <a:pt x="10007" y="109471"/>
                  </a:lnTo>
                  <a:lnTo>
                    <a:pt x="8284" y="114470"/>
                  </a:lnTo>
                  <a:lnTo>
                    <a:pt x="6719" y="119522"/>
                  </a:lnTo>
                  <a:lnTo>
                    <a:pt x="5315" y="124621"/>
                  </a:lnTo>
                  <a:lnTo>
                    <a:pt x="4074" y="129761"/>
                  </a:lnTo>
                  <a:lnTo>
                    <a:pt x="2995" y="134939"/>
                  </a:lnTo>
                  <a:lnTo>
                    <a:pt x="2080" y="140147"/>
                  </a:lnTo>
                  <a:lnTo>
                    <a:pt x="1331" y="145383"/>
                  </a:lnTo>
                  <a:lnTo>
                    <a:pt x="748" y="150639"/>
                  </a:lnTo>
                  <a:lnTo>
                    <a:pt x="332" y="155911"/>
                  </a:lnTo>
                  <a:lnTo>
                    <a:pt x="82" y="161193"/>
                  </a:lnTo>
                  <a:lnTo>
                    <a:pt x="0" y="166481"/>
                  </a:lnTo>
                  <a:lnTo>
                    <a:pt x="84" y="171769"/>
                  </a:lnTo>
                  <a:lnTo>
                    <a:pt x="336" y="177051"/>
                  </a:lnTo>
                  <a:lnTo>
                    <a:pt x="756" y="182323"/>
                  </a:lnTo>
                  <a:lnTo>
                    <a:pt x="1341" y="187579"/>
                  </a:lnTo>
                  <a:lnTo>
                    <a:pt x="2093" y="192814"/>
                  </a:lnTo>
                  <a:lnTo>
                    <a:pt x="3010" y="198022"/>
                  </a:lnTo>
                  <a:lnTo>
                    <a:pt x="4091" y="203199"/>
                  </a:lnTo>
                  <a:lnTo>
                    <a:pt x="5335" y="208339"/>
                  </a:lnTo>
                  <a:lnTo>
                    <a:pt x="6741" y="213437"/>
                  </a:lnTo>
                  <a:lnTo>
                    <a:pt x="8308" y="218488"/>
                  </a:lnTo>
                  <a:lnTo>
                    <a:pt x="10034" y="223487"/>
                  </a:lnTo>
                  <a:lnTo>
                    <a:pt x="11917" y="228429"/>
                  </a:lnTo>
                  <a:lnTo>
                    <a:pt x="13955" y="233309"/>
                  </a:lnTo>
                  <a:lnTo>
                    <a:pt x="16147" y="238122"/>
                  </a:lnTo>
                  <a:lnTo>
                    <a:pt x="18490" y="242863"/>
                  </a:lnTo>
                  <a:lnTo>
                    <a:pt x="20982" y="247527"/>
                  </a:lnTo>
                  <a:lnTo>
                    <a:pt x="23620" y="252111"/>
                  </a:lnTo>
                  <a:lnTo>
                    <a:pt x="26401" y="256609"/>
                  </a:lnTo>
                  <a:lnTo>
                    <a:pt x="29324" y="261016"/>
                  </a:lnTo>
                  <a:lnTo>
                    <a:pt x="32384" y="265329"/>
                  </a:lnTo>
                  <a:lnTo>
                    <a:pt x="35580" y="269543"/>
                  </a:lnTo>
                  <a:lnTo>
                    <a:pt x="38907" y="273654"/>
                  </a:lnTo>
                  <a:lnTo>
                    <a:pt x="42362" y="277657"/>
                  </a:lnTo>
                  <a:lnTo>
                    <a:pt x="45943" y="281549"/>
                  </a:lnTo>
                  <a:lnTo>
                    <a:pt x="49645" y="285326"/>
                  </a:lnTo>
                  <a:lnTo>
                    <a:pt x="53464" y="288984"/>
                  </a:lnTo>
                  <a:lnTo>
                    <a:pt x="57397" y="292520"/>
                  </a:lnTo>
                  <a:lnTo>
                    <a:pt x="61440" y="295929"/>
                  </a:lnTo>
                  <a:lnTo>
                    <a:pt x="65589" y="299208"/>
                  </a:lnTo>
                  <a:lnTo>
                    <a:pt x="69839" y="302355"/>
                  </a:lnTo>
                  <a:lnTo>
                    <a:pt x="74187" y="305366"/>
                  </a:lnTo>
                  <a:lnTo>
                    <a:pt x="78628" y="308237"/>
                  </a:lnTo>
                  <a:lnTo>
                    <a:pt x="83158" y="310967"/>
                  </a:lnTo>
                  <a:lnTo>
                    <a:pt x="87771" y="313552"/>
                  </a:lnTo>
                  <a:lnTo>
                    <a:pt x="92464" y="315990"/>
                  </a:lnTo>
                  <a:lnTo>
                    <a:pt x="97232" y="318278"/>
                  </a:lnTo>
                  <a:lnTo>
                    <a:pt x="102070" y="320414"/>
                  </a:lnTo>
                  <a:lnTo>
                    <a:pt x="106973" y="322396"/>
                  </a:lnTo>
                  <a:lnTo>
                    <a:pt x="111936" y="324222"/>
                  </a:lnTo>
                  <a:lnTo>
                    <a:pt x="116955" y="325890"/>
                  </a:lnTo>
                  <a:lnTo>
                    <a:pt x="122023" y="327399"/>
                  </a:lnTo>
                  <a:lnTo>
                    <a:pt x="127137" y="328746"/>
                  </a:lnTo>
                  <a:lnTo>
                    <a:pt x="132291" y="329931"/>
                  </a:lnTo>
                  <a:lnTo>
                    <a:pt x="137480" y="330952"/>
                  </a:lnTo>
                  <a:lnTo>
                    <a:pt x="142699" y="331809"/>
                  </a:lnTo>
                  <a:lnTo>
                    <a:pt x="147942" y="332500"/>
                  </a:lnTo>
                  <a:lnTo>
                    <a:pt x="153204" y="333025"/>
                  </a:lnTo>
                  <a:lnTo>
                    <a:pt x="158480" y="333384"/>
                  </a:lnTo>
                  <a:lnTo>
                    <a:pt x="163765" y="333575"/>
                  </a:lnTo>
                  <a:lnTo>
                    <a:pt x="169054" y="333599"/>
                  </a:lnTo>
                  <a:lnTo>
                    <a:pt x="174340" y="333456"/>
                  </a:lnTo>
                  <a:lnTo>
                    <a:pt x="179620" y="333145"/>
                  </a:lnTo>
                  <a:lnTo>
                    <a:pt x="184887" y="332668"/>
                  </a:lnTo>
                  <a:lnTo>
                    <a:pt x="190136" y="332024"/>
                  </a:lnTo>
                  <a:lnTo>
                    <a:pt x="195362" y="331215"/>
                  </a:lnTo>
                  <a:lnTo>
                    <a:pt x="200560" y="330240"/>
                  </a:lnTo>
                  <a:lnTo>
                    <a:pt x="205724" y="329102"/>
                  </a:lnTo>
                  <a:lnTo>
                    <a:pt x="210850" y="327801"/>
                  </a:lnTo>
                  <a:lnTo>
                    <a:pt x="215932" y="326339"/>
                  </a:lnTo>
                  <a:lnTo>
                    <a:pt x="220966" y="324716"/>
                  </a:lnTo>
                  <a:lnTo>
                    <a:pt x="225945" y="322935"/>
                  </a:lnTo>
                  <a:lnTo>
                    <a:pt x="230866" y="320998"/>
                  </a:lnTo>
                  <a:lnTo>
                    <a:pt x="235723" y="318905"/>
                  </a:lnTo>
                  <a:lnTo>
                    <a:pt x="240511" y="316660"/>
                  </a:lnTo>
                  <a:lnTo>
                    <a:pt x="245226" y="314265"/>
                  </a:lnTo>
                  <a:lnTo>
                    <a:pt x="249863" y="311722"/>
                  </a:lnTo>
                  <a:lnTo>
                    <a:pt x="254417" y="309034"/>
                  </a:lnTo>
                  <a:lnTo>
                    <a:pt x="258884" y="306202"/>
                  </a:lnTo>
                  <a:lnTo>
                    <a:pt x="263259" y="303231"/>
                  </a:lnTo>
                  <a:lnTo>
                    <a:pt x="267538" y="300123"/>
                  </a:lnTo>
                  <a:lnTo>
                    <a:pt x="271716" y="296882"/>
                  </a:lnTo>
                  <a:lnTo>
                    <a:pt x="275790" y="293509"/>
                  </a:lnTo>
                  <a:lnTo>
                    <a:pt x="279755" y="290010"/>
                  </a:lnTo>
                  <a:lnTo>
                    <a:pt x="283607" y="286386"/>
                  </a:lnTo>
                  <a:lnTo>
                    <a:pt x="287343" y="282643"/>
                  </a:lnTo>
                  <a:lnTo>
                    <a:pt x="290958" y="278784"/>
                  </a:lnTo>
                  <a:lnTo>
                    <a:pt x="294450" y="274812"/>
                  </a:lnTo>
                  <a:lnTo>
                    <a:pt x="297814" y="270731"/>
                  </a:lnTo>
                  <a:lnTo>
                    <a:pt x="301048" y="266547"/>
                  </a:lnTo>
                  <a:lnTo>
                    <a:pt x="304147" y="262262"/>
                  </a:lnTo>
                  <a:lnTo>
                    <a:pt x="307110" y="257881"/>
                  </a:lnTo>
                  <a:lnTo>
                    <a:pt x="309932" y="253408"/>
                  </a:lnTo>
                  <a:lnTo>
                    <a:pt x="312611" y="248849"/>
                  </a:lnTo>
                  <a:lnTo>
                    <a:pt x="315145" y="244207"/>
                  </a:lnTo>
                  <a:lnTo>
                    <a:pt x="317531" y="239487"/>
                  </a:lnTo>
                  <a:lnTo>
                    <a:pt x="319766" y="234694"/>
                  </a:lnTo>
                  <a:lnTo>
                    <a:pt x="321849" y="229833"/>
                  </a:lnTo>
                  <a:lnTo>
                    <a:pt x="323777" y="224909"/>
                  </a:lnTo>
                  <a:lnTo>
                    <a:pt x="325548" y="219926"/>
                  </a:lnTo>
                  <a:lnTo>
                    <a:pt x="327160" y="214889"/>
                  </a:lnTo>
                  <a:lnTo>
                    <a:pt x="328613" y="209804"/>
                  </a:lnTo>
                  <a:lnTo>
                    <a:pt x="329903" y="204675"/>
                  </a:lnTo>
                  <a:lnTo>
                    <a:pt x="331031" y="199509"/>
                  </a:lnTo>
                  <a:lnTo>
                    <a:pt x="331995" y="194309"/>
                  </a:lnTo>
                  <a:lnTo>
                    <a:pt x="332794" y="189081"/>
                  </a:lnTo>
                  <a:lnTo>
                    <a:pt x="333428" y="183831"/>
                  </a:lnTo>
                  <a:lnTo>
                    <a:pt x="333894" y="178563"/>
                  </a:lnTo>
                  <a:lnTo>
                    <a:pt x="334194" y="173283"/>
                  </a:lnTo>
                  <a:lnTo>
                    <a:pt x="334327" y="167996"/>
                  </a:lnTo>
                  <a:lnTo>
                    <a:pt x="334293" y="162708"/>
                  </a:lnTo>
                  <a:lnTo>
                    <a:pt x="334091" y="157423"/>
                  </a:lnTo>
                  <a:lnTo>
                    <a:pt x="333722" y="152148"/>
                  </a:lnTo>
                  <a:lnTo>
                    <a:pt x="333187" y="146886"/>
                  </a:lnTo>
                  <a:lnTo>
                    <a:pt x="332485" y="141645"/>
                  </a:lnTo>
                  <a:lnTo>
                    <a:pt x="331618" y="136428"/>
                  </a:lnTo>
                  <a:lnTo>
                    <a:pt x="330586" y="131241"/>
                  </a:lnTo>
                  <a:lnTo>
                    <a:pt x="329391" y="126089"/>
                  </a:lnTo>
                  <a:lnTo>
                    <a:pt x="328033" y="120978"/>
                  </a:lnTo>
                  <a:lnTo>
                    <a:pt x="326515" y="115912"/>
                  </a:lnTo>
                  <a:lnTo>
                    <a:pt x="324837" y="110897"/>
                  </a:lnTo>
                  <a:lnTo>
                    <a:pt x="323001" y="105938"/>
                  </a:lnTo>
                  <a:lnTo>
                    <a:pt x="321009" y="101038"/>
                  </a:lnTo>
                  <a:lnTo>
                    <a:pt x="318863" y="96205"/>
                  </a:lnTo>
                  <a:lnTo>
                    <a:pt x="316565" y="91442"/>
                  </a:lnTo>
                  <a:lnTo>
                    <a:pt x="314118" y="86753"/>
                  </a:lnTo>
                  <a:lnTo>
                    <a:pt x="311524" y="82145"/>
                  </a:lnTo>
                  <a:lnTo>
                    <a:pt x="308785" y="77621"/>
                  </a:lnTo>
                  <a:lnTo>
                    <a:pt x="305905" y="73186"/>
                  </a:lnTo>
                  <a:lnTo>
                    <a:pt x="302886" y="68844"/>
                  </a:lnTo>
                  <a:lnTo>
                    <a:pt x="299730" y="64600"/>
                  </a:lnTo>
                  <a:lnTo>
                    <a:pt x="296443" y="60457"/>
                  </a:lnTo>
                  <a:lnTo>
                    <a:pt x="293025" y="56421"/>
                  </a:lnTo>
                  <a:lnTo>
                    <a:pt x="289482" y="52495"/>
                  </a:lnTo>
                  <a:lnTo>
                    <a:pt x="285817" y="48683"/>
                  </a:lnTo>
                  <a:lnTo>
                    <a:pt x="282032" y="44989"/>
                  </a:lnTo>
                  <a:lnTo>
                    <a:pt x="278133" y="41416"/>
                  </a:lnTo>
                  <a:lnTo>
                    <a:pt x="274123" y="37969"/>
                  </a:lnTo>
                  <a:lnTo>
                    <a:pt x="270006" y="34650"/>
                  </a:lnTo>
                  <a:lnTo>
                    <a:pt x="265785" y="31463"/>
                  </a:lnTo>
                  <a:lnTo>
                    <a:pt x="261466" y="28411"/>
                  </a:lnTo>
                  <a:lnTo>
                    <a:pt x="257053" y="25497"/>
                  </a:lnTo>
                  <a:lnTo>
                    <a:pt x="252550" y="22725"/>
                  </a:lnTo>
                  <a:lnTo>
                    <a:pt x="247961" y="20096"/>
                  </a:lnTo>
                  <a:lnTo>
                    <a:pt x="243291" y="17613"/>
                  </a:lnTo>
                  <a:lnTo>
                    <a:pt x="238545" y="15280"/>
                  </a:lnTo>
                  <a:lnTo>
                    <a:pt x="233728" y="13098"/>
                  </a:lnTo>
                  <a:lnTo>
                    <a:pt x="228844" y="11069"/>
                  </a:lnTo>
                  <a:lnTo>
                    <a:pt x="223899" y="9196"/>
                  </a:lnTo>
                  <a:lnTo>
                    <a:pt x="218896" y="7480"/>
                  </a:lnTo>
                  <a:lnTo>
                    <a:pt x="213842" y="5923"/>
                  </a:lnTo>
                  <a:lnTo>
                    <a:pt x="208741" y="4527"/>
                  </a:lnTo>
                  <a:lnTo>
                    <a:pt x="203599" y="3293"/>
                  </a:lnTo>
                  <a:lnTo>
                    <a:pt x="198420" y="2222"/>
                  </a:lnTo>
                  <a:lnTo>
                    <a:pt x="193210" y="1316"/>
                  </a:lnTo>
                  <a:lnTo>
                    <a:pt x="187974" y="575"/>
                  </a:lnTo>
                  <a:lnTo>
                    <a:pt x="182716" y="0"/>
                  </a:lnTo>
                  <a:lnTo>
                    <a:pt x="167167" y="166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45733" y="2406772"/>
              <a:ext cx="15549" cy="167167"/>
            </a:xfrm>
            <a:custGeom>
              <a:avLst/>
              <a:pathLst>
                <a:path w="15549" h="167167">
                  <a:moveTo>
                    <a:pt x="15549" y="7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66" y="2911194"/>
              <a:ext cx="3614" cy="167167"/>
            </a:xfrm>
            <a:custGeom>
              <a:avLst/>
              <a:pathLst>
                <a:path w="3614" h="167167">
                  <a:moveTo>
                    <a:pt x="3614" y="0"/>
                  </a:moveTo>
                  <a:lnTo>
                    <a:pt x="0" y="39"/>
                  </a:lnTo>
                  <a:lnTo>
                    <a:pt x="361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366" y="2911233"/>
              <a:ext cx="3614" cy="167128"/>
            </a:xfrm>
            <a:custGeom>
              <a:avLst/>
              <a:pathLst>
                <a:path w="3614" h="167128">
                  <a:moveTo>
                    <a:pt x="0" y="0"/>
                  </a:moveTo>
                  <a:lnTo>
                    <a:pt x="3614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358816" y="2911233"/>
              <a:ext cx="334326" cy="334289"/>
            </a:xfrm>
            <a:custGeom>
              <a:avLst/>
              <a:pathLst>
                <a:path w="334326" h="334289">
                  <a:moveTo>
                    <a:pt x="163549" y="0"/>
                  </a:moveTo>
                  <a:lnTo>
                    <a:pt x="158246" y="198"/>
                  </a:lnTo>
                  <a:lnTo>
                    <a:pt x="152951" y="566"/>
                  </a:lnTo>
                  <a:lnTo>
                    <a:pt x="147671" y="1101"/>
                  </a:lnTo>
                  <a:lnTo>
                    <a:pt x="142411" y="1803"/>
                  </a:lnTo>
                  <a:lnTo>
                    <a:pt x="137175" y="2672"/>
                  </a:lnTo>
                  <a:lnTo>
                    <a:pt x="131970" y="3707"/>
                  </a:lnTo>
                  <a:lnTo>
                    <a:pt x="126801" y="4906"/>
                  </a:lnTo>
                  <a:lnTo>
                    <a:pt x="121672" y="6269"/>
                  </a:lnTo>
                  <a:lnTo>
                    <a:pt x="116588" y="7795"/>
                  </a:lnTo>
                  <a:lnTo>
                    <a:pt x="111556" y="9480"/>
                  </a:lnTo>
                  <a:lnTo>
                    <a:pt x="106580" y="11325"/>
                  </a:lnTo>
                  <a:lnTo>
                    <a:pt x="101665" y="13326"/>
                  </a:lnTo>
                  <a:lnTo>
                    <a:pt x="96816" y="15483"/>
                  </a:lnTo>
                  <a:lnTo>
                    <a:pt x="92038" y="17792"/>
                  </a:lnTo>
                  <a:lnTo>
                    <a:pt x="87335" y="20252"/>
                  </a:lnTo>
                  <a:lnTo>
                    <a:pt x="82713" y="22860"/>
                  </a:lnTo>
                  <a:lnTo>
                    <a:pt x="78176" y="25614"/>
                  </a:lnTo>
                  <a:lnTo>
                    <a:pt x="73729" y="28510"/>
                  </a:lnTo>
                  <a:lnTo>
                    <a:pt x="69376" y="31546"/>
                  </a:lnTo>
                  <a:lnTo>
                    <a:pt x="65121" y="34718"/>
                  </a:lnTo>
                  <a:lnTo>
                    <a:pt x="60970" y="38024"/>
                  </a:lnTo>
                  <a:lnTo>
                    <a:pt x="56925" y="41460"/>
                  </a:lnTo>
                  <a:lnTo>
                    <a:pt x="52992" y="45022"/>
                  </a:lnTo>
                  <a:lnTo>
                    <a:pt x="49173" y="48708"/>
                  </a:lnTo>
                  <a:lnTo>
                    <a:pt x="45474" y="52513"/>
                  </a:lnTo>
                  <a:lnTo>
                    <a:pt x="41897" y="56434"/>
                  </a:lnTo>
                  <a:lnTo>
                    <a:pt x="38446" y="60466"/>
                  </a:lnTo>
                  <a:lnTo>
                    <a:pt x="35125" y="64605"/>
                  </a:lnTo>
                  <a:lnTo>
                    <a:pt x="31937" y="68848"/>
                  </a:lnTo>
                  <a:lnTo>
                    <a:pt x="28886" y="73190"/>
                  </a:lnTo>
                  <a:lnTo>
                    <a:pt x="25974" y="77627"/>
                  </a:lnTo>
                  <a:lnTo>
                    <a:pt x="23204" y="82154"/>
                  </a:lnTo>
                  <a:lnTo>
                    <a:pt x="20579" y="86766"/>
                  </a:lnTo>
                  <a:lnTo>
                    <a:pt x="18102" y="91460"/>
                  </a:lnTo>
                  <a:lnTo>
                    <a:pt x="15775" y="96230"/>
                  </a:lnTo>
                  <a:lnTo>
                    <a:pt x="13601" y="101071"/>
                  </a:lnTo>
                  <a:lnTo>
                    <a:pt x="11581" y="105979"/>
                  </a:lnTo>
                  <a:lnTo>
                    <a:pt x="9719" y="110948"/>
                  </a:lnTo>
                  <a:lnTo>
                    <a:pt x="8015" y="115974"/>
                  </a:lnTo>
                  <a:lnTo>
                    <a:pt x="6471" y="121052"/>
                  </a:lnTo>
                  <a:lnTo>
                    <a:pt x="5090" y="126176"/>
                  </a:lnTo>
                  <a:lnTo>
                    <a:pt x="3871" y="131341"/>
                  </a:lnTo>
                  <a:lnTo>
                    <a:pt x="2818" y="136543"/>
                  </a:lnTo>
                  <a:lnTo>
                    <a:pt x="1930" y="141775"/>
                  </a:lnTo>
                  <a:lnTo>
                    <a:pt x="1208" y="147033"/>
                  </a:lnTo>
                  <a:lnTo>
                    <a:pt x="654" y="152311"/>
                  </a:lnTo>
                  <a:lnTo>
                    <a:pt x="268" y="157604"/>
                  </a:lnTo>
                  <a:lnTo>
                    <a:pt x="49" y="162906"/>
                  </a:lnTo>
                  <a:lnTo>
                    <a:pt x="0" y="168213"/>
                  </a:lnTo>
                  <a:lnTo>
                    <a:pt x="118" y="173519"/>
                  </a:lnTo>
                  <a:lnTo>
                    <a:pt x="405" y="178818"/>
                  </a:lnTo>
                  <a:lnTo>
                    <a:pt x="860" y="184106"/>
                  </a:lnTo>
                  <a:lnTo>
                    <a:pt x="1483" y="189376"/>
                  </a:lnTo>
                  <a:lnTo>
                    <a:pt x="2273" y="194624"/>
                  </a:lnTo>
                  <a:lnTo>
                    <a:pt x="3229" y="199844"/>
                  </a:lnTo>
                  <a:lnTo>
                    <a:pt x="4350" y="205031"/>
                  </a:lnTo>
                  <a:lnTo>
                    <a:pt x="5635" y="210181"/>
                  </a:lnTo>
                  <a:lnTo>
                    <a:pt x="7083" y="215286"/>
                  </a:lnTo>
                  <a:lnTo>
                    <a:pt x="8692" y="220343"/>
                  </a:lnTo>
                  <a:lnTo>
                    <a:pt x="10461" y="225347"/>
                  </a:lnTo>
                  <a:lnTo>
                    <a:pt x="12388" y="230292"/>
                  </a:lnTo>
                  <a:lnTo>
                    <a:pt x="14471" y="235173"/>
                  </a:lnTo>
                  <a:lnTo>
                    <a:pt x="16708" y="239986"/>
                  </a:lnTo>
                  <a:lnTo>
                    <a:pt x="19097" y="244725"/>
                  </a:lnTo>
                  <a:lnTo>
                    <a:pt x="21635" y="249386"/>
                  </a:lnTo>
                  <a:lnTo>
                    <a:pt x="24319" y="253964"/>
                  </a:lnTo>
                  <a:lnTo>
                    <a:pt x="27148" y="258454"/>
                  </a:lnTo>
                  <a:lnTo>
                    <a:pt x="30117" y="262853"/>
                  </a:lnTo>
                  <a:lnTo>
                    <a:pt x="33225" y="267155"/>
                  </a:lnTo>
                  <a:lnTo>
                    <a:pt x="36467" y="271356"/>
                  </a:lnTo>
                  <a:lnTo>
                    <a:pt x="39842" y="275452"/>
                  </a:lnTo>
                  <a:lnTo>
                    <a:pt x="43344" y="279439"/>
                  </a:lnTo>
                  <a:lnTo>
                    <a:pt x="46972" y="283313"/>
                  </a:lnTo>
                  <a:lnTo>
                    <a:pt x="50721" y="287070"/>
                  </a:lnTo>
                  <a:lnTo>
                    <a:pt x="54586" y="290705"/>
                  </a:lnTo>
                  <a:lnTo>
                    <a:pt x="58566" y="294217"/>
                  </a:lnTo>
                  <a:lnTo>
                    <a:pt x="62655" y="297600"/>
                  </a:lnTo>
                  <a:lnTo>
                    <a:pt x="66849" y="300851"/>
                  </a:lnTo>
                  <a:lnTo>
                    <a:pt x="71144" y="303968"/>
                  </a:lnTo>
                  <a:lnTo>
                    <a:pt x="75536" y="306947"/>
                  </a:lnTo>
                  <a:lnTo>
                    <a:pt x="80021" y="309785"/>
                  </a:lnTo>
                  <a:lnTo>
                    <a:pt x="84593" y="312480"/>
                  </a:lnTo>
                  <a:lnTo>
                    <a:pt x="89249" y="315027"/>
                  </a:lnTo>
                  <a:lnTo>
                    <a:pt x="93983" y="317426"/>
                  </a:lnTo>
                  <a:lnTo>
                    <a:pt x="98790" y="319673"/>
                  </a:lnTo>
                  <a:lnTo>
                    <a:pt x="103667" y="321767"/>
                  </a:lnTo>
                  <a:lnTo>
                    <a:pt x="108608" y="323704"/>
                  </a:lnTo>
                  <a:lnTo>
                    <a:pt x="113608" y="325484"/>
                  </a:lnTo>
                  <a:lnTo>
                    <a:pt x="118661" y="327104"/>
                  </a:lnTo>
                  <a:lnTo>
                    <a:pt x="123764" y="328563"/>
                  </a:lnTo>
                  <a:lnTo>
                    <a:pt x="128910" y="329860"/>
                  </a:lnTo>
                  <a:lnTo>
                    <a:pt x="134095" y="330992"/>
                  </a:lnTo>
                  <a:lnTo>
                    <a:pt x="139313" y="331959"/>
                  </a:lnTo>
                  <a:lnTo>
                    <a:pt x="144559" y="332760"/>
                  </a:lnTo>
                  <a:lnTo>
                    <a:pt x="149828" y="333394"/>
                  </a:lnTo>
                  <a:lnTo>
                    <a:pt x="155115" y="333861"/>
                  </a:lnTo>
                  <a:lnTo>
                    <a:pt x="160414" y="334159"/>
                  </a:lnTo>
                  <a:lnTo>
                    <a:pt x="165719" y="334289"/>
                  </a:lnTo>
                  <a:lnTo>
                    <a:pt x="171026" y="334251"/>
                  </a:lnTo>
                  <a:lnTo>
                    <a:pt x="176329" y="334044"/>
                  </a:lnTo>
                  <a:lnTo>
                    <a:pt x="181623" y="333669"/>
                  </a:lnTo>
                  <a:lnTo>
                    <a:pt x="186902" y="333126"/>
                  </a:lnTo>
                  <a:lnTo>
                    <a:pt x="192161" y="332416"/>
                  </a:lnTo>
                  <a:lnTo>
                    <a:pt x="197395" y="331539"/>
                  </a:lnTo>
                  <a:lnTo>
                    <a:pt x="202599" y="330496"/>
                  </a:lnTo>
                  <a:lnTo>
                    <a:pt x="207767" y="329289"/>
                  </a:lnTo>
                  <a:lnTo>
                    <a:pt x="212894" y="327919"/>
                  </a:lnTo>
                  <a:lnTo>
                    <a:pt x="217975" y="326386"/>
                  </a:lnTo>
                  <a:lnTo>
                    <a:pt x="223005" y="324693"/>
                  </a:lnTo>
                  <a:lnTo>
                    <a:pt x="227978" y="322841"/>
                  </a:lnTo>
                  <a:lnTo>
                    <a:pt x="232890" y="320832"/>
                  </a:lnTo>
                  <a:lnTo>
                    <a:pt x="237736" y="318668"/>
                  </a:lnTo>
                  <a:lnTo>
                    <a:pt x="242511" y="316352"/>
                  </a:lnTo>
                  <a:lnTo>
                    <a:pt x="247210" y="313885"/>
                  </a:lnTo>
                  <a:lnTo>
                    <a:pt x="251828" y="311270"/>
                  </a:lnTo>
                  <a:lnTo>
                    <a:pt x="256361" y="308510"/>
                  </a:lnTo>
                  <a:lnTo>
                    <a:pt x="260804" y="305607"/>
                  </a:lnTo>
                  <a:lnTo>
                    <a:pt x="265152" y="302565"/>
                  </a:lnTo>
                  <a:lnTo>
                    <a:pt x="269402" y="299386"/>
                  </a:lnTo>
                  <a:lnTo>
                    <a:pt x="273549" y="296074"/>
                  </a:lnTo>
                  <a:lnTo>
                    <a:pt x="277588" y="292632"/>
                  </a:lnTo>
                  <a:lnTo>
                    <a:pt x="281516" y="289064"/>
                  </a:lnTo>
                  <a:lnTo>
                    <a:pt x="285329" y="285372"/>
                  </a:lnTo>
                  <a:lnTo>
                    <a:pt x="289023" y="281562"/>
                  </a:lnTo>
                  <a:lnTo>
                    <a:pt x="292594" y="277636"/>
                  </a:lnTo>
                  <a:lnTo>
                    <a:pt x="296039" y="273599"/>
                  </a:lnTo>
                  <a:lnTo>
                    <a:pt x="299354" y="269454"/>
                  </a:lnTo>
                  <a:lnTo>
                    <a:pt x="302535" y="265206"/>
                  </a:lnTo>
                  <a:lnTo>
                    <a:pt x="305580" y="260860"/>
                  </a:lnTo>
                  <a:lnTo>
                    <a:pt x="308486" y="256419"/>
                  </a:lnTo>
                  <a:lnTo>
                    <a:pt x="311249" y="251888"/>
                  </a:lnTo>
                  <a:lnTo>
                    <a:pt x="313867" y="247272"/>
                  </a:lnTo>
                  <a:lnTo>
                    <a:pt x="316337" y="242574"/>
                  </a:lnTo>
                  <a:lnTo>
                    <a:pt x="318657" y="237801"/>
                  </a:lnTo>
                  <a:lnTo>
                    <a:pt x="320824" y="232957"/>
                  </a:lnTo>
                  <a:lnTo>
                    <a:pt x="322836" y="228046"/>
                  </a:lnTo>
                  <a:lnTo>
                    <a:pt x="324691" y="223074"/>
                  </a:lnTo>
                  <a:lnTo>
                    <a:pt x="326388" y="218045"/>
                  </a:lnTo>
                  <a:lnTo>
                    <a:pt x="327924" y="212965"/>
                  </a:lnTo>
                  <a:lnTo>
                    <a:pt x="329298" y="207839"/>
                  </a:lnTo>
                  <a:lnTo>
                    <a:pt x="330508" y="202672"/>
                  </a:lnTo>
                  <a:lnTo>
                    <a:pt x="331554" y="197469"/>
                  </a:lnTo>
                  <a:lnTo>
                    <a:pt x="332435" y="192235"/>
                  </a:lnTo>
                  <a:lnTo>
                    <a:pt x="333148" y="186977"/>
                  </a:lnTo>
                  <a:lnTo>
                    <a:pt x="333695" y="181698"/>
                  </a:lnTo>
                  <a:lnTo>
                    <a:pt x="334073" y="176404"/>
                  </a:lnTo>
                  <a:lnTo>
                    <a:pt x="334284" y="171101"/>
                  </a:lnTo>
                  <a:lnTo>
                    <a:pt x="334326" y="165795"/>
                  </a:lnTo>
                  <a:lnTo>
                    <a:pt x="334199" y="160489"/>
                  </a:lnTo>
                  <a:lnTo>
                    <a:pt x="333904" y="155190"/>
                  </a:lnTo>
                  <a:lnTo>
                    <a:pt x="333441" y="149903"/>
                  </a:lnTo>
                  <a:lnTo>
                    <a:pt x="332811" y="144634"/>
                  </a:lnTo>
                  <a:lnTo>
                    <a:pt x="332013" y="139387"/>
                  </a:lnTo>
                  <a:lnTo>
                    <a:pt x="331049" y="134168"/>
                  </a:lnTo>
                  <a:lnTo>
                    <a:pt x="329921" y="128983"/>
                  </a:lnTo>
                  <a:lnTo>
                    <a:pt x="328628" y="123835"/>
                  </a:lnTo>
                  <a:lnTo>
                    <a:pt x="327172" y="118732"/>
                  </a:lnTo>
                  <a:lnTo>
                    <a:pt x="325555" y="113677"/>
                  </a:lnTo>
                  <a:lnTo>
                    <a:pt x="323779" y="108676"/>
                  </a:lnTo>
                  <a:lnTo>
                    <a:pt x="321844" y="103734"/>
                  </a:lnTo>
                  <a:lnTo>
                    <a:pt x="319754" y="98856"/>
                  </a:lnTo>
                  <a:lnTo>
                    <a:pt x="317510" y="94047"/>
                  </a:lnTo>
                  <a:lnTo>
                    <a:pt x="315115" y="89311"/>
                  </a:lnTo>
                  <a:lnTo>
                    <a:pt x="312570" y="84654"/>
                  </a:lnTo>
                  <a:lnTo>
                    <a:pt x="309879" y="80080"/>
                  </a:lnTo>
                  <a:lnTo>
                    <a:pt x="307044" y="75594"/>
                  </a:lnTo>
                  <a:lnTo>
                    <a:pt x="304068" y="71200"/>
                  </a:lnTo>
                  <a:lnTo>
                    <a:pt x="300953" y="66902"/>
                  </a:lnTo>
                  <a:lnTo>
                    <a:pt x="297705" y="62706"/>
                  </a:lnTo>
                  <a:lnTo>
                    <a:pt x="294324" y="58615"/>
                  </a:lnTo>
                  <a:lnTo>
                    <a:pt x="290816" y="54633"/>
                  </a:lnTo>
                  <a:lnTo>
                    <a:pt x="287182" y="50765"/>
                  </a:lnTo>
                  <a:lnTo>
                    <a:pt x="283428" y="47013"/>
                  </a:lnTo>
                  <a:lnTo>
                    <a:pt x="279557" y="43383"/>
                  </a:lnTo>
                  <a:lnTo>
                    <a:pt x="275572" y="39878"/>
                  </a:lnTo>
                  <a:lnTo>
                    <a:pt x="271478" y="36501"/>
                  </a:lnTo>
                  <a:lnTo>
                    <a:pt x="267279" y="33256"/>
                  </a:lnTo>
                  <a:lnTo>
                    <a:pt x="262979" y="30145"/>
                  </a:lnTo>
                  <a:lnTo>
                    <a:pt x="258583" y="27173"/>
                  </a:lnTo>
                  <a:lnTo>
                    <a:pt x="254094" y="24341"/>
                  </a:lnTo>
                  <a:lnTo>
                    <a:pt x="249518" y="21654"/>
                  </a:lnTo>
                  <a:lnTo>
                    <a:pt x="244859" y="19113"/>
                  </a:lnTo>
                  <a:lnTo>
                    <a:pt x="240121" y="16721"/>
                  </a:lnTo>
                  <a:lnTo>
                    <a:pt x="235310" y="14481"/>
                  </a:lnTo>
                  <a:lnTo>
                    <a:pt x="230430" y="12395"/>
                  </a:lnTo>
                  <a:lnTo>
                    <a:pt x="225486" y="10465"/>
                  </a:lnTo>
                  <a:lnTo>
                    <a:pt x="167163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2911194"/>
              <a:ext cx="58323" cy="167167"/>
            </a:xfrm>
            <a:custGeom>
              <a:avLst/>
              <a:pathLst>
                <a:path w="58323" h="167167">
                  <a:moveTo>
                    <a:pt x="58323" y="10504"/>
                  </a:moveTo>
                  <a:lnTo>
                    <a:pt x="52703" y="8525"/>
                  </a:lnTo>
                  <a:lnTo>
                    <a:pt x="47017" y="6748"/>
                  </a:lnTo>
                  <a:lnTo>
                    <a:pt x="41272" y="5174"/>
                  </a:lnTo>
                  <a:lnTo>
                    <a:pt x="35473" y="3807"/>
                  </a:lnTo>
                  <a:lnTo>
                    <a:pt x="29630" y="2647"/>
                  </a:lnTo>
                  <a:lnTo>
                    <a:pt x="23749" y="1695"/>
                  </a:lnTo>
                  <a:lnTo>
                    <a:pt x="17838" y="954"/>
                  </a:lnTo>
                  <a:lnTo>
                    <a:pt x="11905" y="424"/>
                  </a:lnTo>
                  <a:lnTo>
                    <a:pt x="5956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7807" y="3429590"/>
              <a:ext cx="18172" cy="167167"/>
            </a:xfrm>
            <a:custGeom>
              <a:avLst/>
              <a:pathLst>
                <a:path w="18172" h="167167">
                  <a:moveTo>
                    <a:pt x="18172" y="0"/>
                  </a:moveTo>
                  <a:lnTo>
                    <a:pt x="9072" y="247"/>
                  </a:lnTo>
                  <a:lnTo>
                    <a:pt x="0" y="990"/>
                  </a:lnTo>
                  <a:lnTo>
                    <a:pt x="181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7807" y="3430581"/>
              <a:ext cx="18172" cy="166176"/>
            </a:xfrm>
            <a:custGeom>
              <a:avLst/>
              <a:pathLst>
                <a:path w="18172" h="166176">
                  <a:moveTo>
                    <a:pt x="0" y="0"/>
                  </a:moveTo>
                  <a:lnTo>
                    <a:pt x="18172" y="166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13" y="3430581"/>
              <a:ext cx="334333" cy="333330"/>
            </a:xfrm>
            <a:custGeom>
              <a:avLst/>
              <a:pathLst>
                <a:path w="334333" h="333330">
                  <a:moveTo>
                    <a:pt x="148994" y="0"/>
                  </a:moveTo>
                  <a:lnTo>
                    <a:pt x="143732" y="660"/>
                  </a:lnTo>
                  <a:lnTo>
                    <a:pt x="138493" y="1486"/>
                  </a:lnTo>
                  <a:lnTo>
                    <a:pt x="133284" y="2479"/>
                  </a:lnTo>
                  <a:lnTo>
                    <a:pt x="128108" y="3636"/>
                  </a:lnTo>
                  <a:lnTo>
                    <a:pt x="122972" y="4956"/>
                  </a:lnTo>
                  <a:lnTo>
                    <a:pt x="117881" y="6439"/>
                  </a:lnTo>
                  <a:lnTo>
                    <a:pt x="112839" y="8083"/>
                  </a:lnTo>
                  <a:lnTo>
                    <a:pt x="107851" y="9886"/>
                  </a:lnTo>
                  <a:lnTo>
                    <a:pt x="102924" y="11846"/>
                  </a:lnTo>
                  <a:lnTo>
                    <a:pt x="98061" y="13961"/>
                  </a:lnTo>
                  <a:lnTo>
                    <a:pt x="93267" y="16230"/>
                  </a:lnTo>
                  <a:lnTo>
                    <a:pt x="88548" y="18650"/>
                  </a:lnTo>
                  <a:lnTo>
                    <a:pt x="83908" y="21218"/>
                  </a:lnTo>
                  <a:lnTo>
                    <a:pt x="79352" y="23932"/>
                  </a:lnTo>
                  <a:lnTo>
                    <a:pt x="74884" y="26789"/>
                  </a:lnTo>
                  <a:lnTo>
                    <a:pt x="70509" y="29786"/>
                  </a:lnTo>
                  <a:lnTo>
                    <a:pt x="66231" y="32920"/>
                  </a:lnTo>
                  <a:lnTo>
                    <a:pt x="62055" y="36189"/>
                  </a:lnTo>
                  <a:lnTo>
                    <a:pt x="57985" y="39589"/>
                  </a:lnTo>
                  <a:lnTo>
                    <a:pt x="54025" y="43116"/>
                  </a:lnTo>
                  <a:lnTo>
                    <a:pt x="50178" y="46766"/>
                  </a:lnTo>
                  <a:lnTo>
                    <a:pt x="46449" y="50537"/>
                  </a:lnTo>
                  <a:lnTo>
                    <a:pt x="42842" y="54425"/>
                  </a:lnTo>
                  <a:lnTo>
                    <a:pt x="39360" y="58424"/>
                  </a:lnTo>
                  <a:lnTo>
                    <a:pt x="36006" y="62533"/>
                  </a:lnTo>
                  <a:lnTo>
                    <a:pt x="32785" y="66745"/>
                  </a:lnTo>
                  <a:lnTo>
                    <a:pt x="29698" y="71058"/>
                  </a:lnTo>
                  <a:lnTo>
                    <a:pt x="26750" y="75466"/>
                  </a:lnTo>
                  <a:lnTo>
                    <a:pt x="23944" y="79966"/>
                  </a:lnTo>
                  <a:lnTo>
                    <a:pt x="21281" y="84552"/>
                  </a:lnTo>
                  <a:lnTo>
                    <a:pt x="18766" y="89221"/>
                  </a:lnTo>
                  <a:lnTo>
                    <a:pt x="16399" y="93967"/>
                  </a:lnTo>
                  <a:lnTo>
                    <a:pt x="14185" y="98785"/>
                  </a:lnTo>
                  <a:lnTo>
                    <a:pt x="12124" y="103672"/>
                  </a:lnTo>
                  <a:lnTo>
                    <a:pt x="10219" y="108621"/>
                  </a:lnTo>
                  <a:lnTo>
                    <a:pt x="8473" y="113628"/>
                  </a:lnTo>
                  <a:lnTo>
                    <a:pt x="6886" y="118689"/>
                  </a:lnTo>
                  <a:lnTo>
                    <a:pt x="5460" y="123797"/>
                  </a:lnTo>
                  <a:lnTo>
                    <a:pt x="4197" y="128947"/>
                  </a:lnTo>
                  <a:lnTo>
                    <a:pt x="3098" y="134135"/>
                  </a:lnTo>
                  <a:lnTo>
                    <a:pt x="2165" y="139356"/>
                  </a:lnTo>
                  <a:lnTo>
                    <a:pt x="1397" y="144603"/>
                  </a:lnTo>
                  <a:lnTo>
                    <a:pt x="796" y="149872"/>
                  </a:lnTo>
                  <a:lnTo>
                    <a:pt x="363" y="155157"/>
                  </a:lnTo>
                  <a:lnTo>
                    <a:pt x="97" y="160454"/>
                  </a:lnTo>
                  <a:lnTo>
                    <a:pt x="0" y="165756"/>
                  </a:lnTo>
                  <a:lnTo>
                    <a:pt x="70" y="171059"/>
                  </a:lnTo>
                  <a:lnTo>
                    <a:pt x="309" y="176357"/>
                  </a:lnTo>
                  <a:lnTo>
                    <a:pt x="716" y="181644"/>
                  </a:lnTo>
                  <a:lnTo>
                    <a:pt x="1291" y="186916"/>
                  </a:lnTo>
                  <a:lnTo>
                    <a:pt x="2032" y="192168"/>
                  </a:lnTo>
                  <a:lnTo>
                    <a:pt x="2939" y="197392"/>
                  </a:lnTo>
                  <a:lnTo>
                    <a:pt x="4012" y="202586"/>
                  </a:lnTo>
                  <a:lnTo>
                    <a:pt x="5249" y="207743"/>
                  </a:lnTo>
                  <a:lnTo>
                    <a:pt x="6649" y="212858"/>
                  </a:lnTo>
                  <a:lnTo>
                    <a:pt x="8211" y="217926"/>
                  </a:lnTo>
                  <a:lnTo>
                    <a:pt x="9932" y="222942"/>
                  </a:lnTo>
                  <a:lnTo>
                    <a:pt x="11812" y="227901"/>
                  </a:lnTo>
                  <a:lnTo>
                    <a:pt x="13848" y="232798"/>
                  </a:lnTo>
                  <a:lnTo>
                    <a:pt x="16038" y="237627"/>
                  </a:lnTo>
                  <a:lnTo>
                    <a:pt x="18381" y="242385"/>
                  </a:lnTo>
                  <a:lnTo>
                    <a:pt x="20873" y="247066"/>
                  </a:lnTo>
                  <a:lnTo>
                    <a:pt x="23513" y="251666"/>
                  </a:lnTo>
                  <a:lnTo>
                    <a:pt x="26297" y="256180"/>
                  </a:lnTo>
                  <a:lnTo>
                    <a:pt x="29222" y="260603"/>
                  </a:lnTo>
                  <a:lnTo>
                    <a:pt x="32287" y="264931"/>
                  </a:lnTo>
                  <a:lnTo>
                    <a:pt x="35487" y="269160"/>
                  </a:lnTo>
                  <a:lnTo>
                    <a:pt x="38820" y="273285"/>
                  </a:lnTo>
                  <a:lnTo>
                    <a:pt x="42282" y="277302"/>
                  </a:lnTo>
                  <a:lnTo>
                    <a:pt x="45870" y="281207"/>
                  </a:lnTo>
                  <a:lnTo>
                    <a:pt x="49580" y="284997"/>
                  </a:lnTo>
                  <a:lnTo>
                    <a:pt x="53408" y="288667"/>
                  </a:lnTo>
                  <a:lnTo>
                    <a:pt x="57351" y="292214"/>
                  </a:lnTo>
                  <a:lnTo>
                    <a:pt x="61404" y="295634"/>
                  </a:lnTo>
                  <a:lnTo>
                    <a:pt x="65563" y="298923"/>
                  </a:lnTo>
                  <a:lnTo>
                    <a:pt x="69825" y="302079"/>
                  </a:lnTo>
                  <a:lnTo>
                    <a:pt x="74185" y="305098"/>
                  </a:lnTo>
                  <a:lnTo>
                    <a:pt x="78638" y="307978"/>
                  </a:lnTo>
                  <a:lnTo>
                    <a:pt x="83181" y="310715"/>
                  </a:lnTo>
                  <a:lnTo>
                    <a:pt x="87808" y="313306"/>
                  </a:lnTo>
                  <a:lnTo>
                    <a:pt x="92515" y="315749"/>
                  </a:lnTo>
                  <a:lnTo>
                    <a:pt x="97297" y="318042"/>
                  </a:lnTo>
                  <a:lnTo>
                    <a:pt x="102149" y="320182"/>
                  </a:lnTo>
                  <a:lnTo>
                    <a:pt x="107067" y="322167"/>
                  </a:lnTo>
                  <a:lnTo>
                    <a:pt x="112045" y="323994"/>
                  </a:lnTo>
                  <a:lnTo>
                    <a:pt x="117079" y="325663"/>
                  </a:lnTo>
                  <a:lnTo>
                    <a:pt x="122163" y="327172"/>
                  </a:lnTo>
                  <a:lnTo>
                    <a:pt x="127292" y="328518"/>
                  </a:lnTo>
                  <a:lnTo>
                    <a:pt x="132462" y="329702"/>
                  </a:lnTo>
                  <a:lnTo>
                    <a:pt x="137666" y="330720"/>
                  </a:lnTo>
                  <a:lnTo>
                    <a:pt x="142900" y="331573"/>
                  </a:lnTo>
                  <a:lnTo>
                    <a:pt x="148159" y="332260"/>
                  </a:lnTo>
                  <a:lnTo>
                    <a:pt x="153437" y="332779"/>
                  </a:lnTo>
                  <a:lnTo>
                    <a:pt x="158728" y="333131"/>
                  </a:lnTo>
                  <a:lnTo>
                    <a:pt x="164028" y="333314"/>
                  </a:lnTo>
                  <a:lnTo>
                    <a:pt x="169331" y="333330"/>
                  </a:lnTo>
                  <a:lnTo>
                    <a:pt x="174632" y="333177"/>
                  </a:lnTo>
                  <a:lnTo>
                    <a:pt x="179926" y="332856"/>
                  </a:lnTo>
                  <a:lnTo>
                    <a:pt x="185206" y="332367"/>
                  </a:lnTo>
                  <a:lnTo>
                    <a:pt x="190469" y="331712"/>
                  </a:lnTo>
                  <a:lnTo>
                    <a:pt x="195708" y="330889"/>
                  </a:lnTo>
                  <a:lnTo>
                    <a:pt x="200918" y="329901"/>
                  </a:lnTo>
                  <a:lnTo>
                    <a:pt x="206095" y="328748"/>
                  </a:lnTo>
                  <a:lnTo>
                    <a:pt x="211232" y="327431"/>
                  </a:lnTo>
                  <a:lnTo>
                    <a:pt x="216325" y="325952"/>
                  </a:lnTo>
                  <a:lnTo>
                    <a:pt x="221368" y="324313"/>
                  </a:lnTo>
                  <a:lnTo>
                    <a:pt x="226357" y="322514"/>
                  </a:lnTo>
                  <a:lnTo>
                    <a:pt x="231286" y="320558"/>
                  </a:lnTo>
                  <a:lnTo>
                    <a:pt x="236151" y="318446"/>
                  </a:lnTo>
                  <a:lnTo>
                    <a:pt x="240946" y="316181"/>
                  </a:lnTo>
                  <a:lnTo>
                    <a:pt x="245667" y="313766"/>
                  </a:lnTo>
                  <a:lnTo>
                    <a:pt x="250309" y="311201"/>
                  </a:lnTo>
                  <a:lnTo>
                    <a:pt x="254867" y="308491"/>
                  </a:lnTo>
                  <a:lnTo>
                    <a:pt x="259337" y="305638"/>
                  </a:lnTo>
                  <a:lnTo>
                    <a:pt x="263715" y="302644"/>
                  </a:lnTo>
                  <a:lnTo>
                    <a:pt x="267995" y="299513"/>
                  </a:lnTo>
                  <a:lnTo>
                    <a:pt x="272174" y="296247"/>
                  </a:lnTo>
                  <a:lnTo>
                    <a:pt x="276247" y="292851"/>
                  </a:lnTo>
                  <a:lnTo>
                    <a:pt x="280210" y="289327"/>
                  </a:lnTo>
                  <a:lnTo>
                    <a:pt x="284059" y="285679"/>
                  </a:lnTo>
                  <a:lnTo>
                    <a:pt x="287791" y="281912"/>
                  </a:lnTo>
                  <a:lnTo>
                    <a:pt x="291401" y="278027"/>
                  </a:lnTo>
                  <a:lnTo>
                    <a:pt x="294887" y="274030"/>
                  </a:lnTo>
                  <a:lnTo>
                    <a:pt x="298244" y="269925"/>
                  </a:lnTo>
                  <a:lnTo>
                    <a:pt x="301469" y="265715"/>
                  </a:lnTo>
                  <a:lnTo>
                    <a:pt x="304558" y="261404"/>
                  </a:lnTo>
                  <a:lnTo>
                    <a:pt x="307510" y="256998"/>
                  </a:lnTo>
                  <a:lnTo>
                    <a:pt x="310320" y="252501"/>
                  </a:lnTo>
                  <a:lnTo>
                    <a:pt x="312986" y="247917"/>
                  </a:lnTo>
                  <a:lnTo>
                    <a:pt x="315506" y="243250"/>
                  </a:lnTo>
                  <a:lnTo>
                    <a:pt x="317876" y="238506"/>
                  </a:lnTo>
                  <a:lnTo>
                    <a:pt x="320094" y="233689"/>
                  </a:lnTo>
                  <a:lnTo>
                    <a:pt x="322159" y="228805"/>
                  </a:lnTo>
                  <a:lnTo>
                    <a:pt x="324067" y="223857"/>
                  </a:lnTo>
                  <a:lnTo>
                    <a:pt x="325818" y="218851"/>
                  </a:lnTo>
                  <a:lnTo>
                    <a:pt x="327409" y="213792"/>
                  </a:lnTo>
                  <a:lnTo>
                    <a:pt x="328839" y="208685"/>
                  </a:lnTo>
                  <a:lnTo>
                    <a:pt x="330106" y="203535"/>
                  </a:lnTo>
                  <a:lnTo>
                    <a:pt x="331209" y="198348"/>
                  </a:lnTo>
                  <a:lnTo>
                    <a:pt x="332147" y="193129"/>
                  </a:lnTo>
                  <a:lnTo>
                    <a:pt x="332919" y="187882"/>
                  </a:lnTo>
                  <a:lnTo>
                    <a:pt x="333524" y="182613"/>
                  </a:lnTo>
                  <a:lnTo>
                    <a:pt x="333961" y="177328"/>
                  </a:lnTo>
                  <a:lnTo>
                    <a:pt x="334231" y="172032"/>
                  </a:lnTo>
                  <a:lnTo>
                    <a:pt x="334333" y="166730"/>
                  </a:lnTo>
                  <a:lnTo>
                    <a:pt x="334266" y="161427"/>
                  </a:lnTo>
                  <a:lnTo>
                    <a:pt x="334032" y="156129"/>
                  </a:lnTo>
                  <a:lnTo>
                    <a:pt x="333629" y="150841"/>
                  </a:lnTo>
                  <a:lnTo>
                    <a:pt x="333059" y="145569"/>
                  </a:lnTo>
                  <a:lnTo>
                    <a:pt x="332322" y="140317"/>
                  </a:lnTo>
                  <a:lnTo>
                    <a:pt x="331418" y="135091"/>
                  </a:lnTo>
                  <a:lnTo>
                    <a:pt x="330350" y="129897"/>
                  </a:lnTo>
                  <a:lnTo>
                    <a:pt x="329117" y="124739"/>
                  </a:lnTo>
                  <a:lnTo>
                    <a:pt x="327721" y="119623"/>
                  </a:lnTo>
                  <a:lnTo>
                    <a:pt x="326163" y="114553"/>
                  </a:lnTo>
                  <a:lnTo>
                    <a:pt x="324446" y="109536"/>
                  </a:lnTo>
                  <a:lnTo>
                    <a:pt x="322570" y="104576"/>
                  </a:lnTo>
                  <a:lnTo>
                    <a:pt x="320538" y="99677"/>
                  </a:lnTo>
                  <a:lnTo>
                    <a:pt x="318351" y="94846"/>
                  </a:lnTo>
                  <a:lnTo>
                    <a:pt x="316013" y="90086"/>
                  </a:lnTo>
                  <a:lnTo>
                    <a:pt x="313524" y="85403"/>
                  </a:lnTo>
                  <a:lnTo>
                    <a:pt x="310889" y="80801"/>
                  </a:lnTo>
                  <a:lnTo>
                    <a:pt x="308108" y="76285"/>
                  </a:lnTo>
                  <a:lnTo>
                    <a:pt x="305186" y="71860"/>
                  </a:lnTo>
                  <a:lnTo>
                    <a:pt x="302125" y="67529"/>
                  </a:lnTo>
                  <a:lnTo>
                    <a:pt x="298928" y="63298"/>
                  </a:lnTo>
                  <a:lnTo>
                    <a:pt x="295598" y="59170"/>
                  </a:lnTo>
                  <a:lnTo>
                    <a:pt x="292139" y="55150"/>
                  </a:lnTo>
                  <a:lnTo>
                    <a:pt x="288555" y="51242"/>
                  </a:lnTo>
                  <a:lnTo>
                    <a:pt x="284848" y="47450"/>
                  </a:lnTo>
                  <a:lnTo>
                    <a:pt x="281023" y="43777"/>
                  </a:lnTo>
                  <a:lnTo>
                    <a:pt x="277083" y="40227"/>
                  </a:lnTo>
                  <a:lnTo>
                    <a:pt x="273033" y="36803"/>
                  </a:lnTo>
                  <a:lnTo>
                    <a:pt x="268876" y="33510"/>
                  </a:lnTo>
                  <a:lnTo>
                    <a:pt x="264616" y="30351"/>
                  </a:lnTo>
                  <a:lnTo>
                    <a:pt x="260259" y="27328"/>
                  </a:lnTo>
                  <a:lnTo>
                    <a:pt x="255808" y="24445"/>
                  </a:lnTo>
                  <a:lnTo>
                    <a:pt x="251267" y="21705"/>
                  </a:lnTo>
                  <a:lnTo>
                    <a:pt x="246643" y="19110"/>
                  </a:lnTo>
                  <a:lnTo>
                    <a:pt x="241938" y="16663"/>
                  </a:lnTo>
                  <a:lnTo>
                    <a:pt x="237157" y="14366"/>
                  </a:lnTo>
                  <a:lnTo>
                    <a:pt x="232307" y="12223"/>
                  </a:lnTo>
                  <a:lnTo>
                    <a:pt x="227391" y="10234"/>
                  </a:lnTo>
                  <a:lnTo>
                    <a:pt x="222414" y="8402"/>
                  </a:lnTo>
                  <a:lnTo>
                    <a:pt x="217382" y="6729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429590"/>
              <a:ext cx="50215" cy="167167"/>
            </a:xfrm>
            <a:custGeom>
              <a:avLst/>
              <a:pathLst>
                <a:path w="50215" h="167167">
                  <a:moveTo>
                    <a:pt x="50215" y="7720"/>
                  </a:moveTo>
                  <a:lnTo>
                    <a:pt x="44099" y="5921"/>
                  </a:lnTo>
                  <a:lnTo>
                    <a:pt x="37919" y="4357"/>
                  </a:lnTo>
                  <a:lnTo>
                    <a:pt x="31683" y="3030"/>
                  </a:lnTo>
                  <a:lnTo>
                    <a:pt x="25402" y="1941"/>
                  </a:lnTo>
                  <a:lnTo>
                    <a:pt x="19084" y="1092"/>
                  </a:lnTo>
                  <a:lnTo>
                    <a:pt x="12738" y="486"/>
                  </a:lnTo>
                  <a:lnTo>
                    <a:pt x="6373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1861" y="3934012"/>
              <a:ext cx="3872" cy="167167"/>
            </a:xfrm>
            <a:custGeom>
              <a:avLst/>
              <a:pathLst>
                <a:path w="3872" h="167167">
                  <a:moveTo>
                    <a:pt x="3872" y="0"/>
                  </a:moveTo>
                  <a:lnTo>
                    <a:pt x="0" y="44"/>
                  </a:lnTo>
                  <a:lnTo>
                    <a:pt x="38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1861" y="3934057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78566" y="3934012"/>
              <a:ext cx="334326" cy="334323"/>
            </a:xfrm>
            <a:custGeom>
              <a:avLst/>
              <a:pathLst>
                <a:path w="334326" h="334323">
                  <a:moveTo>
                    <a:pt x="163294" y="44"/>
                  </a:moveTo>
                  <a:lnTo>
                    <a:pt x="158014" y="250"/>
                  </a:lnTo>
                  <a:lnTo>
                    <a:pt x="152742" y="623"/>
                  </a:lnTo>
                  <a:lnTo>
                    <a:pt x="147485" y="1162"/>
                  </a:lnTo>
                  <a:lnTo>
                    <a:pt x="142247" y="1867"/>
                  </a:lnTo>
                  <a:lnTo>
                    <a:pt x="137034" y="2738"/>
                  </a:lnTo>
                  <a:lnTo>
                    <a:pt x="131852" y="3772"/>
                  </a:lnTo>
                  <a:lnTo>
                    <a:pt x="126705" y="4970"/>
                  </a:lnTo>
                  <a:lnTo>
                    <a:pt x="121598" y="6330"/>
                  </a:lnTo>
                  <a:lnTo>
                    <a:pt x="116537" y="7851"/>
                  </a:lnTo>
                  <a:lnTo>
                    <a:pt x="111526" y="9531"/>
                  </a:lnTo>
                  <a:lnTo>
                    <a:pt x="106571" y="11369"/>
                  </a:lnTo>
                  <a:lnTo>
                    <a:pt x="101676" y="13362"/>
                  </a:lnTo>
                  <a:lnTo>
                    <a:pt x="96847" y="15509"/>
                  </a:lnTo>
                  <a:lnTo>
                    <a:pt x="92089" y="17808"/>
                  </a:lnTo>
                  <a:lnTo>
                    <a:pt x="87405" y="20255"/>
                  </a:lnTo>
                  <a:lnTo>
                    <a:pt x="82801" y="22850"/>
                  </a:lnTo>
                  <a:lnTo>
                    <a:pt x="78281" y="25589"/>
                  </a:lnTo>
                  <a:lnTo>
                    <a:pt x="73850" y="28469"/>
                  </a:lnTo>
                  <a:lnTo>
                    <a:pt x="69513" y="31488"/>
                  </a:lnTo>
                  <a:lnTo>
                    <a:pt x="65273" y="34643"/>
                  </a:lnTo>
                  <a:lnTo>
                    <a:pt x="61135" y="37930"/>
                  </a:lnTo>
                  <a:lnTo>
                    <a:pt x="57103" y="41346"/>
                  </a:lnTo>
                  <a:lnTo>
                    <a:pt x="53180" y="44888"/>
                  </a:lnTo>
                  <a:lnTo>
                    <a:pt x="49372" y="48553"/>
                  </a:lnTo>
                  <a:lnTo>
                    <a:pt x="45682" y="52335"/>
                  </a:lnTo>
                  <a:lnTo>
                    <a:pt x="42112" y="56233"/>
                  </a:lnTo>
                  <a:lnTo>
                    <a:pt x="38668" y="60241"/>
                  </a:lnTo>
                  <a:lnTo>
                    <a:pt x="35353" y="64356"/>
                  </a:lnTo>
                  <a:lnTo>
                    <a:pt x="32169" y="68574"/>
                  </a:lnTo>
                  <a:lnTo>
                    <a:pt x="29120" y="72891"/>
                  </a:lnTo>
                  <a:lnTo>
                    <a:pt x="26209" y="77302"/>
                  </a:lnTo>
                  <a:lnTo>
                    <a:pt x="23438" y="81802"/>
                  </a:lnTo>
                  <a:lnTo>
                    <a:pt x="20812" y="86388"/>
                  </a:lnTo>
                  <a:lnTo>
                    <a:pt x="18332" y="91055"/>
                  </a:lnTo>
                  <a:lnTo>
                    <a:pt x="16000" y="95798"/>
                  </a:lnTo>
                  <a:lnTo>
                    <a:pt x="13820" y="100612"/>
                  </a:lnTo>
                  <a:lnTo>
                    <a:pt x="11792" y="105492"/>
                  </a:lnTo>
                  <a:lnTo>
                    <a:pt x="9921" y="110434"/>
                  </a:lnTo>
                  <a:lnTo>
                    <a:pt x="8206" y="115433"/>
                  </a:lnTo>
                  <a:lnTo>
                    <a:pt x="6650" y="120484"/>
                  </a:lnTo>
                  <a:lnTo>
                    <a:pt x="5255" y="125581"/>
                  </a:lnTo>
                  <a:lnTo>
                    <a:pt x="4021" y="130720"/>
                  </a:lnTo>
                  <a:lnTo>
                    <a:pt x="2950" y="135895"/>
                  </a:lnTo>
                  <a:lnTo>
                    <a:pt x="2044" y="141102"/>
                  </a:lnTo>
                  <a:lnTo>
                    <a:pt x="1302" y="146334"/>
                  </a:lnTo>
                  <a:lnTo>
                    <a:pt x="727" y="151588"/>
                  </a:lnTo>
                  <a:lnTo>
                    <a:pt x="318" y="156856"/>
                  </a:lnTo>
                  <a:lnTo>
                    <a:pt x="75" y="162136"/>
                  </a:lnTo>
                  <a:lnTo>
                    <a:pt x="0" y="167420"/>
                  </a:lnTo>
                  <a:lnTo>
                    <a:pt x="91" y="172704"/>
                  </a:lnTo>
                  <a:lnTo>
                    <a:pt x="350" y="177982"/>
                  </a:lnTo>
                  <a:lnTo>
                    <a:pt x="775" y="183250"/>
                  </a:lnTo>
                  <a:lnTo>
                    <a:pt x="1366" y="188502"/>
                  </a:lnTo>
                  <a:lnTo>
                    <a:pt x="2124" y="193732"/>
                  </a:lnTo>
                  <a:lnTo>
                    <a:pt x="3046" y="198936"/>
                  </a:lnTo>
                  <a:lnTo>
                    <a:pt x="4132" y="204108"/>
                  </a:lnTo>
                  <a:lnTo>
                    <a:pt x="5381" y="209243"/>
                  </a:lnTo>
                  <a:lnTo>
                    <a:pt x="6792" y="214336"/>
                  </a:lnTo>
                  <a:lnTo>
                    <a:pt x="8363" y="219382"/>
                  </a:lnTo>
                  <a:lnTo>
                    <a:pt x="10093" y="224375"/>
                  </a:lnTo>
                  <a:lnTo>
                    <a:pt x="11980" y="229312"/>
                  </a:lnTo>
                  <a:lnTo>
                    <a:pt x="14022" y="234186"/>
                  </a:lnTo>
                  <a:lnTo>
                    <a:pt x="16217" y="238994"/>
                  </a:lnTo>
                  <a:lnTo>
                    <a:pt x="18563" y="243729"/>
                  </a:lnTo>
                  <a:lnTo>
                    <a:pt x="21057" y="248388"/>
                  </a:lnTo>
                  <a:lnTo>
                    <a:pt x="23697" y="252966"/>
                  </a:lnTo>
                  <a:lnTo>
                    <a:pt x="26481" y="257458"/>
                  </a:lnTo>
                  <a:lnTo>
                    <a:pt x="29406" y="261860"/>
                  </a:lnTo>
                  <a:lnTo>
                    <a:pt x="32468" y="266168"/>
                  </a:lnTo>
                  <a:lnTo>
                    <a:pt x="35664" y="270376"/>
                  </a:lnTo>
                  <a:lnTo>
                    <a:pt x="38993" y="274481"/>
                  </a:lnTo>
                  <a:lnTo>
                    <a:pt x="42449" y="278479"/>
                  </a:lnTo>
                  <a:lnTo>
                    <a:pt x="46030" y="282366"/>
                  </a:lnTo>
                  <a:lnTo>
                    <a:pt x="49732" y="286137"/>
                  </a:lnTo>
                  <a:lnTo>
                    <a:pt x="53551" y="289790"/>
                  </a:lnTo>
                  <a:lnTo>
                    <a:pt x="57484" y="293320"/>
                  </a:lnTo>
                  <a:lnTo>
                    <a:pt x="61526" y="296724"/>
                  </a:lnTo>
                  <a:lnTo>
                    <a:pt x="65675" y="299999"/>
                  </a:lnTo>
                  <a:lnTo>
                    <a:pt x="69924" y="303140"/>
                  </a:lnTo>
                  <a:lnTo>
                    <a:pt x="74271" y="306146"/>
                  </a:lnTo>
                  <a:lnTo>
                    <a:pt x="78710" y="309013"/>
                  </a:lnTo>
                  <a:lnTo>
                    <a:pt x="83238" y="311739"/>
                  </a:lnTo>
                  <a:lnTo>
                    <a:pt x="87850" y="314319"/>
                  </a:lnTo>
                  <a:lnTo>
                    <a:pt x="92541" y="316753"/>
                  </a:lnTo>
                  <a:lnTo>
                    <a:pt x="97307" y="319037"/>
                  </a:lnTo>
                  <a:lnTo>
                    <a:pt x="102142" y="321169"/>
                  </a:lnTo>
                  <a:lnTo>
                    <a:pt x="107043" y="323148"/>
                  </a:lnTo>
                  <a:lnTo>
                    <a:pt x="112003" y="324971"/>
                  </a:lnTo>
                  <a:lnTo>
                    <a:pt x="117019" y="326635"/>
                  </a:lnTo>
                  <a:lnTo>
                    <a:pt x="122085" y="328141"/>
                  </a:lnTo>
                  <a:lnTo>
                    <a:pt x="127196" y="329485"/>
                  </a:lnTo>
                  <a:lnTo>
                    <a:pt x="132347" y="330668"/>
                  </a:lnTo>
                  <a:lnTo>
                    <a:pt x="137532" y="331687"/>
                  </a:lnTo>
                  <a:lnTo>
                    <a:pt x="142748" y="332541"/>
                  </a:lnTo>
                  <a:lnTo>
                    <a:pt x="147987" y="333230"/>
                  </a:lnTo>
                  <a:lnTo>
                    <a:pt x="153246" y="333754"/>
                  </a:lnTo>
                  <a:lnTo>
                    <a:pt x="158519" y="334111"/>
                  </a:lnTo>
                  <a:lnTo>
                    <a:pt x="163800" y="334300"/>
                  </a:lnTo>
                  <a:lnTo>
                    <a:pt x="169085" y="334323"/>
                  </a:lnTo>
                  <a:lnTo>
                    <a:pt x="174368" y="334179"/>
                  </a:lnTo>
                  <a:lnTo>
                    <a:pt x="179644" y="333868"/>
                  </a:lnTo>
                  <a:lnTo>
                    <a:pt x="184907" y="333390"/>
                  </a:lnTo>
                  <a:lnTo>
                    <a:pt x="190152" y="332747"/>
                  </a:lnTo>
                  <a:lnTo>
                    <a:pt x="195375" y="331937"/>
                  </a:lnTo>
                  <a:lnTo>
                    <a:pt x="200569" y="330963"/>
                  </a:lnTo>
                  <a:lnTo>
                    <a:pt x="205730" y="329826"/>
                  </a:lnTo>
                  <a:lnTo>
                    <a:pt x="210852" y="328525"/>
                  </a:lnTo>
                  <a:lnTo>
                    <a:pt x="215931" y="327064"/>
                  </a:lnTo>
                  <a:lnTo>
                    <a:pt x="220961" y="325442"/>
                  </a:lnTo>
                  <a:lnTo>
                    <a:pt x="225937" y="323663"/>
                  </a:lnTo>
                  <a:lnTo>
                    <a:pt x="230854" y="321727"/>
                  </a:lnTo>
                  <a:lnTo>
                    <a:pt x="235708" y="319637"/>
                  </a:lnTo>
                  <a:lnTo>
                    <a:pt x="240494" y="317394"/>
                  </a:lnTo>
                  <a:lnTo>
                    <a:pt x="245206" y="315001"/>
                  </a:lnTo>
                  <a:lnTo>
                    <a:pt x="249840" y="312460"/>
                  </a:lnTo>
                  <a:lnTo>
                    <a:pt x="254391" y="309774"/>
                  </a:lnTo>
                  <a:lnTo>
                    <a:pt x="258855" y="306946"/>
                  </a:lnTo>
                  <a:lnTo>
                    <a:pt x="263228" y="303978"/>
                  </a:lnTo>
                  <a:lnTo>
                    <a:pt x="267504" y="300873"/>
                  </a:lnTo>
                  <a:lnTo>
                    <a:pt x="271681" y="297635"/>
                  </a:lnTo>
                  <a:lnTo>
                    <a:pt x="275753" y="294266"/>
                  </a:lnTo>
                  <a:lnTo>
                    <a:pt x="279716" y="290770"/>
                  </a:lnTo>
                  <a:lnTo>
                    <a:pt x="283567" y="287150"/>
                  </a:lnTo>
                  <a:lnTo>
                    <a:pt x="287301" y="283411"/>
                  </a:lnTo>
                  <a:lnTo>
                    <a:pt x="290916" y="279555"/>
                  </a:lnTo>
                  <a:lnTo>
                    <a:pt x="294406" y="275588"/>
                  </a:lnTo>
                  <a:lnTo>
                    <a:pt x="297770" y="271511"/>
                  </a:lnTo>
                  <a:lnTo>
                    <a:pt x="301003" y="267331"/>
                  </a:lnTo>
                  <a:lnTo>
                    <a:pt x="304102" y="263050"/>
                  </a:lnTo>
                  <a:lnTo>
                    <a:pt x="307065" y="258674"/>
                  </a:lnTo>
                  <a:lnTo>
                    <a:pt x="309887" y="254206"/>
                  </a:lnTo>
                  <a:lnTo>
                    <a:pt x="312567" y="249651"/>
                  </a:lnTo>
                  <a:lnTo>
                    <a:pt x="315102" y="245014"/>
                  </a:lnTo>
                  <a:lnTo>
                    <a:pt x="317489" y="240299"/>
                  </a:lnTo>
                  <a:lnTo>
                    <a:pt x="319725" y="235510"/>
                  </a:lnTo>
                  <a:lnTo>
                    <a:pt x="321809" y="230654"/>
                  </a:lnTo>
                  <a:lnTo>
                    <a:pt x="323739" y="225734"/>
                  </a:lnTo>
                  <a:lnTo>
                    <a:pt x="325512" y="220755"/>
                  </a:lnTo>
                  <a:lnTo>
                    <a:pt x="327127" y="215723"/>
                  </a:lnTo>
                  <a:lnTo>
                    <a:pt x="328582" y="210643"/>
                  </a:lnTo>
                  <a:lnTo>
                    <a:pt x="329875" y="205519"/>
                  </a:lnTo>
                  <a:lnTo>
                    <a:pt x="331006" y="200356"/>
                  </a:lnTo>
                  <a:lnTo>
                    <a:pt x="331974" y="195161"/>
                  </a:lnTo>
                  <a:lnTo>
                    <a:pt x="332776" y="189937"/>
                  </a:lnTo>
                  <a:lnTo>
                    <a:pt x="333413" y="184691"/>
                  </a:lnTo>
                  <a:lnTo>
                    <a:pt x="333884" y="179427"/>
                  </a:lnTo>
                  <a:lnTo>
                    <a:pt x="334188" y="174151"/>
                  </a:lnTo>
                  <a:lnTo>
                    <a:pt x="334326" y="168868"/>
                  </a:lnTo>
                  <a:lnTo>
                    <a:pt x="334296" y="163584"/>
                  </a:lnTo>
                  <a:lnTo>
                    <a:pt x="334099" y="158302"/>
                  </a:lnTo>
                  <a:lnTo>
                    <a:pt x="333735" y="153030"/>
                  </a:lnTo>
                  <a:lnTo>
                    <a:pt x="333205" y="147772"/>
                  </a:lnTo>
                  <a:lnTo>
                    <a:pt x="332509" y="142533"/>
                  </a:lnTo>
                  <a:lnTo>
                    <a:pt x="331648" y="137319"/>
                  </a:lnTo>
                  <a:lnTo>
                    <a:pt x="330622" y="132135"/>
                  </a:lnTo>
                  <a:lnTo>
                    <a:pt x="329433" y="126985"/>
                  </a:lnTo>
                  <a:lnTo>
                    <a:pt x="328082" y="121876"/>
                  </a:lnTo>
                  <a:lnTo>
                    <a:pt x="326570" y="116812"/>
                  </a:lnTo>
                  <a:lnTo>
                    <a:pt x="324899" y="111799"/>
                  </a:lnTo>
                  <a:lnTo>
                    <a:pt x="323070" y="106841"/>
                  </a:lnTo>
                  <a:lnTo>
                    <a:pt x="321085" y="101943"/>
                  </a:lnTo>
                  <a:lnTo>
                    <a:pt x="318946" y="97110"/>
                  </a:lnTo>
                  <a:lnTo>
                    <a:pt x="316656" y="92347"/>
                  </a:lnTo>
                  <a:lnTo>
                    <a:pt x="314216" y="87659"/>
                  </a:lnTo>
                  <a:lnTo>
                    <a:pt x="311629" y="83051"/>
                  </a:lnTo>
                  <a:lnTo>
                    <a:pt x="308898" y="78526"/>
                  </a:lnTo>
                  <a:lnTo>
                    <a:pt x="306025" y="74091"/>
                  </a:lnTo>
                  <a:lnTo>
                    <a:pt x="303014" y="69748"/>
                  </a:lnTo>
                  <a:lnTo>
                    <a:pt x="299867" y="65502"/>
                  </a:lnTo>
                  <a:lnTo>
                    <a:pt x="296587" y="61358"/>
                  </a:lnTo>
                  <a:lnTo>
                    <a:pt x="293177" y="57320"/>
                  </a:lnTo>
                  <a:lnTo>
                    <a:pt x="289642" y="53392"/>
                  </a:lnTo>
                  <a:lnTo>
                    <a:pt x="285985" y="49578"/>
                  </a:lnTo>
                  <a:lnTo>
                    <a:pt x="282208" y="45880"/>
                  </a:lnTo>
                  <a:lnTo>
                    <a:pt x="278317" y="42305"/>
                  </a:lnTo>
                  <a:lnTo>
                    <a:pt x="274314" y="38854"/>
                  </a:lnTo>
                  <a:lnTo>
                    <a:pt x="270205" y="35531"/>
                  </a:lnTo>
                  <a:lnTo>
                    <a:pt x="265992" y="32340"/>
                  </a:lnTo>
                  <a:lnTo>
                    <a:pt x="261681" y="29283"/>
                  </a:lnTo>
                  <a:lnTo>
                    <a:pt x="257275" y="26364"/>
                  </a:lnTo>
                  <a:lnTo>
                    <a:pt x="252780" y="23586"/>
                  </a:lnTo>
                  <a:lnTo>
                    <a:pt x="248198" y="20952"/>
                  </a:lnTo>
                  <a:lnTo>
                    <a:pt x="243536" y="18464"/>
                  </a:lnTo>
                  <a:lnTo>
                    <a:pt x="238797" y="16124"/>
                  </a:lnTo>
                  <a:lnTo>
                    <a:pt x="233987" y="13935"/>
                  </a:lnTo>
                  <a:lnTo>
                    <a:pt x="229110" y="11899"/>
                  </a:lnTo>
                  <a:lnTo>
                    <a:pt x="224171" y="10019"/>
                  </a:lnTo>
                  <a:lnTo>
                    <a:pt x="219175" y="8296"/>
                  </a:lnTo>
                  <a:lnTo>
                    <a:pt x="214127" y="6731"/>
                  </a:lnTo>
                  <a:lnTo>
                    <a:pt x="209032" y="5327"/>
                  </a:lnTo>
                  <a:lnTo>
                    <a:pt x="203896" y="4084"/>
                  </a:lnTo>
                  <a:lnTo>
                    <a:pt x="198722" y="3005"/>
                  </a:lnTo>
                  <a:lnTo>
                    <a:pt x="193518" y="2089"/>
                  </a:lnTo>
                  <a:lnTo>
                    <a:pt x="188286" y="1339"/>
                  </a:lnTo>
                  <a:lnTo>
                    <a:pt x="183034" y="754"/>
                  </a:lnTo>
                  <a:lnTo>
                    <a:pt x="177766" y="336"/>
                  </a:lnTo>
                  <a:lnTo>
                    <a:pt x="172487" y="84"/>
                  </a:lnTo>
                  <a:lnTo>
                    <a:pt x="167203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4911" y="4397268"/>
              <a:ext cx="3872" cy="167167"/>
            </a:xfrm>
            <a:custGeom>
              <a:avLst/>
              <a:pathLst>
                <a:path w="3872" h="167167">
                  <a:moveTo>
                    <a:pt x="3872" y="0"/>
                  </a:moveTo>
                  <a:lnTo>
                    <a:pt x="0" y="44"/>
                  </a:lnTo>
                  <a:lnTo>
                    <a:pt x="38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4911" y="4397313"/>
              <a:ext cx="3872" cy="167122"/>
            </a:xfrm>
            <a:custGeom>
              <a:avLst/>
              <a:pathLst>
                <a:path w="3872" h="167122">
                  <a:moveTo>
                    <a:pt x="0" y="0"/>
                  </a:moveTo>
                  <a:lnTo>
                    <a:pt x="3872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11616" y="4397268"/>
              <a:ext cx="334324" cy="334324"/>
            </a:xfrm>
            <a:custGeom>
              <a:avLst/>
              <a:pathLst>
                <a:path w="334324" h="334324">
                  <a:moveTo>
                    <a:pt x="163294" y="44"/>
                  </a:moveTo>
                  <a:lnTo>
                    <a:pt x="158015" y="250"/>
                  </a:lnTo>
                  <a:lnTo>
                    <a:pt x="152744" y="623"/>
                  </a:lnTo>
                  <a:lnTo>
                    <a:pt x="147488" y="1162"/>
                  </a:lnTo>
                  <a:lnTo>
                    <a:pt x="142252" y="1866"/>
                  </a:lnTo>
                  <a:lnTo>
                    <a:pt x="137040" y="2736"/>
                  </a:lnTo>
                  <a:lnTo>
                    <a:pt x="131859" y="3771"/>
                  </a:lnTo>
                  <a:lnTo>
                    <a:pt x="126712" y="4968"/>
                  </a:lnTo>
                  <a:lnTo>
                    <a:pt x="121607" y="6328"/>
                  </a:lnTo>
                  <a:lnTo>
                    <a:pt x="116546" y="7848"/>
                  </a:lnTo>
                  <a:lnTo>
                    <a:pt x="111537" y="9527"/>
                  </a:lnTo>
                  <a:lnTo>
                    <a:pt x="106583" y="11364"/>
                  </a:lnTo>
                  <a:lnTo>
                    <a:pt x="101689" y="13356"/>
                  </a:lnTo>
                  <a:lnTo>
                    <a:pt x="96861" y="15503"/>
                  </a:lnTo>
                  <a:lnTo>
                    <a:pt x="92103" y="17800"/>
                  </a:lnTo>
                  <a:lnTo>
                    <a:pt x="87420" y="20247"/>
                  </a:lnTo>
                  <a:lnTo>
                    <a:pt x="82817" y="22841"/>
                  </a:lnTo>
                  <a:lnTo>
                    <a:pt x="78298" y="25579"/>
                  </a:lnTo>
                  <a:lnTo>
                    <a:pt x="73867" y="28458"/>
                  </a:lnTo>
                  <a:lnTo>
                    <a:pt x="69530" y="31476"/>
                  </a:lnTo>
                  <a:lnTo>
                    <a:pt x="65291" y="34629"/>
                  </a:lnTo>
                  <a:lnTo>
                    <a:pt x="61153" y="37915"/>
                  </a:lnTo>
                  <a:lnTo>
                    <a:pt x="57121" y="41330"/>
                  </a:lnTo>
                  <a:lnTo>
                    <a:pt x="53200" y="44870"/>
                  </a:lnTo>
                  <a:lnTo>
                    <a:pt x="49392" y="48533"/>
                  </a:lnTo>
                  <a:lnTo>
                    <a:pt x="45701" y="52314"/>
                  </a:lnTo>
                  <a:lnTo>
                    <a:pt x="42132" y="56211"/>
                  </a:lnTo>
                  <a:lnTo>
                    <a:pt x="38688" y="60217"/>
                  </a:lnTo>
                  <a:lnTo>
                    <a:pt x="35372" y="64331"/>
                  </a:lnTo>
                  <a:lnTo>
                    <a:pt x="32188" y="68548"/>
                  </a:lnTo>
                  <a:lnTo>
                    <a:pt x="29139" y="72863"/>
                  </a:lnTo>
                  <a:lnTo>
                    <a:pt x="26228" y="77272"/>
                  </a:lnTo>
                  <a:lnTo>
                    <a:pt x="23457" y="81771"/>
                  </a:lnTo>
                  <a:lnTo>
                    <a:pt x="20830" y="86355"/>
                  </a:lnTo>
                  <a:lnTo>
                    <a:pt x="18349" y="91020"/>
                  </a:lnTo>
                  <a:lnTo>
                    <a:pt x="16017" y="95761"/>
                  </a:lnTo>
                  <a:lnTo>
                    <a:pt x="13836" y="100574"/>
                  </a:lnTo>
                  <a:lnTo>
                    <a:pt x="11808" y="105453"/>
                  </a:lnTo>
                  <a:lnTo>
                    <a:pt x="9935" y="110394"/>
                  </a:lnTo>
                  <a:lnTo>
                    <a:pt x="8220" y="115391"/>
                  </a:lnTo>
                  <a:lnTo>
                    <a:pt x="6663" y="120440"/>
                  </a:lnTo>
                  <a:lnTo>
                    <a:pt x="5266" y="125536"/>
                  </a:lnTo>
                  <a:lnTo>
                    <a:pt x="4031" y="130673"/>
                  </a:lnTo>
                  <a:lnTo>
                    <a:pt x="2960" y="135847"/>
                  </a:lnTo>
                  <a:lnTo>
                    <a:pt x="2052" y="141052"/>
                  </a:lnTo>
                  <a:lnTo>
                    <a:pt x="1309" y="146283"/>
                  </a:lnTo>
                  <a:lnTo>
                    <a:pt x="732" y="151535"/>
                  </a:lnTo>
                  <a:lnTo>
                    <a:pt x="321" y="156803"/>
                  </a:lnTo>
                  <a:lnTo>
                    <a:pt x="77" y="162081"/>
                  </a:lnTo>
                  <a:lnTo>
                    <a:pt x="0" y="167364"/>
                  </a:lnTo>
                  <a:lnTo>
                    <a:pt x="89" y="172647"/>
                  </a:lnTo>
                  <a:lnTo>
                    <a:pt x="346" y="177924"/>
                  </a:lnTo>
                  <a:lnTo>
                    <a:pt x="769" y="183191"/>
                  </a:lnTo>
                  <a:lnTo>
                    <a:pt x="1359" y="188442"/>
                  </a:lnTo>
                  <a:lnTo>
                    <a:pt x="2114" y="193671"/>
                  </a:lnTo>
                  <a:lnTo>
                    <a:pt x="3034" y="198874"/>
                  </a:lnTo>
                  <a:lnTo>
                    <a:pt x="4118" y="204045"/>
                  </a:lnTo>
                  <a:lnTo>
                    <a:pt x="5365" y="209180"/>
                  </a:lnTo>
                  <a:lnTo>
                    <a:pt x="6774" y="214272"/>
                  </a:lnTo>
                  <a:lnTo>
                    <a:pt x="8342" y="219318"/>
                  </a:lnTo>
                  <a:lnTo>
                    <a:pt x="10070" y="224311"/>
                  </a:lnTo>
                  <a:lnTo>
                    <a:pt x="11954" y="229247"/>
                  </a:lnTo>
                  <a:lnTo>
                    <a:pt x="13994" y="234121"/>
                  </a:lnTo>
                  <a:lnTo>
                    <a:pt x="16186" y="238929"/>
                  </a:lnTo>
                  <a:lnTo>
                    <a:pt x="18529" y="243664"/>
                  </a:lnTo>
                  <a:lnTo>
                    <a:pt x="21021" y="248324"/>
                  </a:lnTo>
                  <a:lnTo>
                    <a:pt x="23659" y="252902"/>
                  </a:lnTo>
                  <a:lnTo>
                    <a:pt x="26440" y="257394"/>
                  </a:lnTo>
                  <a:lnTo>
                    <a:pt x="29362" y="261796"/>
                  </a:lnTo>
                  <a:lnTo>
                    <a:pt x="32421" y="266104"/>
                  </a:lnTo>
                  <a:lnTo>
                    <a:pt x="35615" y="270313"/>
                  </a:lnTo>
                  <a:lnTo>
                    <a:pt x="38941" y="274419"/>
                  </a:lnTo>
                  <a:lnTo>
                    <a:pt x="42394" y="278418"/>
                  </a:lnTo>
                  <a:lnTo>
                    <a:pt x="45973" y="282306"/>
                  </a:lnTo>
                  <a:lnTo>
                    <a:pt x="49672" y="286078"/>
                  </a:lnTo>
                  <a:lnTo>
                    <a:pt x="53489" y="289732"/>
                  </a:lnTo>
                  <a:lnTo>
                    <a:pt x="57419" y="293263"/>
                  </a:lnTo>
                  <a:lnTo>
                    <a:pt x="61459" y="296669"/>
                  </a:lnTo>
                  <a:lnTo>
                    <a:pt x="65604" y="299945"/>
                  </a:lnTo>
                  <a:lnTo>
                    <a:pt x="69851" y="303088"/>
                  </a:lnTo>
                  <a:lnTo>
                    <a:pt x="74195" y="306096"/>
                  </a:lnTo>
                  <a:lnTo>
                    <a:pt x="78632" y="308964"/>
                  </a:lnTo>
                  <a:lnTo>
                    <a:pt x="83158" y="311692"/>
                  </a:lnTo>
                  <a:lnTo>
                    <a:pt x="87767" y="314274"/>
                  </a:lnTo>
                  <a:lnTo>
                    <a:pt x="92456" y="316710"/>
                  </a:lnTo>
                  <a:lnTo>
                    <a:pt x="97219" y="318997"/>
                  </a:lnTo>
                  <a:lnTo>
                    <a:pt x="102052" y="321131"/>
                  </a:lnTo>
                  <a:lnTo>
                    <a:pt x="106951" y="323112"/>
                  </a:lnTo>
                  <a:lnTo>
                    <a:pt x="111909" y="324937"/>
                  </a:lnTo>
                  <a:lnTo>
                    <a:pt x="116923" y="326605"/>
                  </a:lnTo>
                  <a:lnTo>
                    <a:pt x="121987" y="328113"/>
                  </a:lnTo>
                  <a:lnTo>
                    <a:pt x="127096" y="329460"/>
                  </a:lnTo>
                  <a:lnTo>
                    <a:pt x="132245" y="330646"/>
                  </a:lnTo>
                  <a:lnTo>
                    <a:pt x="137428" y="331668"/>
                  </a:lnTo>
                  <a:lnTo>
                    <a:pt x="142642" y="332525"/>
                  </a:lnTo>
                  <a:lnTo>
                    <a:pt x="147880" y="333218"/>
                  </a:lnTo>
                  <a:lnTo>
                    <a:pt x="153138" y="333744"/>
                  </a:lnTo>
                  <a:lnTo>
                    <a:pt x="158409" y="334105"/>
                  </a:lnTo>
                  <a:lnTo>
                    <a:pt x="163689" y="334298"/>
                  </a:lnTo>
                  <a:lnTo>
                    <a:pt x="168973" y="334324"/>
                  </a:lnTo>
                  <a:lnTo>
                    <a:pt x="174254" y="334184"/>
                  </a:lnTo>
                  <a:lnTo>
                    <a:pt x="179529" y="333876"/>
                  </a:lnTo>
                  <a:lnTo>
                    <a:pt x="184792" y="333402"/>
                  </a:lnTo>
                  <a:lnTo>
                    <a:pt x="190036" y="332762"/>
                  </a:lnTo>
                  <a:lnTo>
                    <a:pt x="195258" y="331957"/>
                  </a:lnTo>
                  <a:lnTo>
                    <a:pt x="200452" y="330987"/>
                  </a:lnTo>
                  <a:lnTo>
                    <a:pt x="205613" y="329853"/>
                  </a:lnTo>
                  <a:lnTo>
                    <a:pt x="210735" y="328557"/>
                  </a:lnTo>
                  <a:lnTo>
                    <a:pt x="215814" y="327099"/>
                  </a:lnTo>
                  <a:lnTo>
                    <a:pt x="220844" y="325482"/>
                  </a:lnTo>
                  <a:lnTo>
                    <a:pt x="225820" y="323707"/>
                  </a:lnTo>
                  <a:lnTo>
                    <a:pt x="230738" y="321775"/>
                  </a:lnTo>
                  <a:lnTo>
                    <a:pt x="235592" y="319689"/>
                  </a:lnTo>
                  <a:lnTo>
                    <a:pt x="240378" y="317450"/>
                  </a:lnTo>
                  <a:lnTo>
                    <a:pt x="245091" y="315061"/>
                  </a:lnTo>
                  <a:lnTo>
                    <a:pt x="249726" y="312525"/>
                  </a:lnTo>
                  <a:lnTo>
                    <a:pt x="254279" y="309843"/>
                  </a:lnTo>
                  <a:lnTo>
                    <a:pt x="258744" y="307019"/>
                  </a:lnTo>
                  <a:lnTo>
                    <a:pt x="263118" y="304055"/>
                  </a:lnTo>
                  <a:lnTo>
                    <a:pt x="267396" y="300954"/>
                  </a:lnTo>
                  <a:lnTo>
                    <a:pt x="271574" y="297720"/>
                  </a:lnTo>
                  <a:lnTo>
                    <a:pt x="275648" y="294355"/>
                  </a:lnTo>
                  <a:lnTo>
                    <a:pt x="279613" y="290863"/>
                  </a:lnTo>
                  <a:lnTo>
                    <a:pt x="283466" y="287247"/>
                  </a:lnTo>
                  <a:lnTo>
                    <a:pt x="287203" y="283512"/>
                  </a:lnTo>
                  <a:lnTo>
                    <a:pt x="290820" y="279660"/>
                  </a:lnTo>
                  <a:lnTo>
                    <a:pt x="294314" y="275696"/>
                  </a:lnTo>
                  <a:lnTo>
                    <a:pt x="297680" y="271624"/>
                  </a:lnTo>
                  <a:lnTo>
                    <a:pt x="300916" y="267447"/>
                  </a:lnTo>
                  <a:lnTo>
                    <a:pt x="304018" y="263170"/>
                  </a:lnTo>
                  <a:lnTo>
                    <a:pt x="306984" y="258797"/>
                  </a:lnTo>
                  <a:lnTo>
                    <a:pt x="309810" y="254333"/>
                  </a:lnTo>
                  <a:lnTo>
                    <a:pt x="312493" y="249781"/>
                  </a:lnTo>
                  <a:lnTo>
                    <a:pt x="315032" y="245147"/>
                  </a:lnTo>
                  <a:lnTo>
                    <a:pt x="317422" y="240435"/>
                  </a:lnTo>
                  <a:lnTo>
                    <a:pt x="319663" y="235650"/>
                  </a:lnTo>
                  <a:lnTo>
                    <a:pt x="321751" y="230797"/>
                  </a:lnTo>
                  <a:lnTo>
                    <a:pt x="323684" y="225880"/>
                  </a:lnTo>
                  <a:lnTo>
                    <a:pt x="325462" y="220904"/>
                  </a:lnTo>
                  <a:lnTo>
                    <a:pt x="327081" y="215874"/>
                  </a:lnTo>
                  <a:lnTo>
                    <a:pt x="328540" y="210796"/>
                  </a:lnTo>
                  <a:lnTo>
                    <a:pt x="329839" y="205675"/>
                  </a:lnTo>
                  <a:lnTo>
                    <a:pt x="330974" y="200514"/>
                  </a:lnTo>
                  <a:lnTo>
                    <a:pt x="331946" y="195321"/>
                  </a:lnTo>
                  <a:lnTo>
                    <a:pt x="332754" y="190099"/>
                  </a:lnTo>
                  <a:lnTo>
                    <a:pt x="333396" y="184855"/>
                  </a:lnTo>
                  <a:lnTo>
                    <a:pt x="333872" y="179593"/>
                  </a:lnTo>
                  <a:lnTo>
                    <a:pt x="334181" y="174318"/>
                  </a:lnTo>
                  <a:lnTo>
                    <a:pt x="334324" y="169036"/>
                  </a:lnTo>
                  <a:lnTo>
                    <a:pt x="334299" y="163753"/>
                  </a:lnTo>
                  <a:lnTo>
                    <a:pt x="334108" y="158472"/>
                  </a:lnTo>
                  <a:lnTo>
                    <a:pt x="333750" y="153201"/>
                  </a:lnTo>
                  <a:lnTo>
                    <a:pt x="333225" y="147943"/>
                  </a:lnTo>
                  <a:lnTo>
                    <a:pt x="332535" y="142705"/>
                  </a:lnTo>
                  <a:lnTo>
                    <a:pt x="331679" y="137491"/>
                  </a:lnTo>
                  <a:lnTo>
                    <a:pt x="330659" y="132307"/>
                  </a:lnTo>
                  <a:lnTo>
                    <a:pt x="329476" y="127157"/>
                  </a:lnTo>
                  <a:lnTo>
                    <a:pt x="328130" y="122048"/>
                  </a:lnTo>
                  <a:lnTo>
                    <a:pt x="326624" y="116983"/>
                  </a:lnTo>
                  <a:lnTo>
                    <a:pt x="324958" y="111969"/>
                  </a:lnTo>
                  <a:lnTo>
                    <a:pt x="323135" y="107010"/>
                  </a:lnTo>
                  <a:lnTo>
                    <a:pt x="321156" y="102111"/>
                  </a:lnTo>
                  <a:lnTo>
                    <a:pt x="319023" y="97277"/>
                  </a:lnTo>
                  <a:lnTo>
                    <a:pt x="316739" y="92513"/>
                  </a:lnTo>
                  <a:lnTo>
                    <a:pt x="314305" y="87823"/>
                  </a:lnTo>
                  <a:lnTo>
                    <a:pt x="311724" y="83213"/>
                  </a:lnTo>
                  <a:lnTo>
                    <a:pt x="308998" y="78686"/>
                  </a:lnTo>
                  <a:lnTo>
                    <a:pt x="306131" y="74248"/>
                  </a:lnTo>
                  <a:lnTo>
                    <a:pt x="303125" y="69903"/>
                  </a:lnTo>
                  <a:lnTo>
                    <a:pt x="299983" y="65655"/>
                  </a:lnTo>
                  <a:lnTo>
                    <a:pt x="296709" y="61508"/>
                  </a:lnTo>
                  <a:lnTo>
                    <a:pt x="293305" y="57467"/>
                  </a:lnTo>
                  <a:lnTo>
                    <a:pt x="289775" y="53535"/>
                  </a:lnTo>
                  <a:lnTo>
                    <a:pt x="286123" y="49717"/>
                  </a:lnTo>
                  <a:lnTo>
                    <a:pt x="282352" y="46016"/>
                  </a:lnTo>
                  <a:lnTo>
                    <a:pt x="278465" y="42437"/>
                  </a:lnTo>
                  <a:lnTo>
                    <a:pt x="274468" y="38982"/>
                  </a:lnTo>
                  <a:lnTo>
                    <a:pt x="270363" y="35655"/>
                  </a:lnTo>
                  <a:lnTo>
                    <a:pt x="266156" y="32459"/>
                  </a:lnTo>
                  <a:lnTo>
                    <a:pt x="261849" y="29398"/>
                  </a:lnTo>
                  <a:lnTo>
                    <a:pt x="257448" y="26474"/>
                  </a:lnTo>
                  <a:lnTo>
                    <a:pt x="252956" y="23692"/>
                  </a:lnTo>
                  <a:lnTo>
                    <a:pt x="248379" y="21052"/>
                  </a:lnTo>
                  <a:lnTo>
                    <a:pt x="243721" y="18558"/>
                  </a:lnTo>
                  <a:lnTo>
                    <a:pt x="238986" y="16213"/>
                  </a:lnTo>
                  <a:lnTo>
                    <a:pt x="234180" y="14019"/>
                  </a:lnTo>
                  <a:lnTo>
                    <a:pt x="229306" y="11978"/>
                  </a:lnTo>
                  <a:lnTo>
                    <a:pt x="224371" y="10091"/>
                  </a:lnTo>
                  <a:lnTo>
                    <a:pt x="219378" y="8362"/>
                  </a:lnTo>
                  <a:lnTo>
                    <a:pt x="214333" y="6791"/>
                  </a:lnTo>
                  <a:lnTo>
                    <a:pt x="209242" y="5381"/>
                  </a:lnTo>
                  <a:lnTo>
                    <a:pt x="204108" y="4132"/>
                  </a:lnTo>
                  <a:lnTo>
                    <a:pt x="198937" y="3046"/>
                  </a:lnTo>
                  <a:lnTo>
                    <a:pt x="193734" y="2124"/>
                  </a:lnTo>
                  <a:lnTo>
                    <a:pt x="188505" y="1367"/>
                  </a:lnTo>
                  <a:lnTo>
                    <a:pt x="183255" y="775"/>
                  </a:lnTo>
                  <a:lnTo>
                    <a:pt x="177988" y="350"/>
                  </a:lnTo>
                  <a:lnTo>
                    <a:pt x="172711" y="91"/>
                  </a:lnTo>
                  <a:lnTo>
                    <a:pt x="167428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8783" y="4397268"/>
              <a:ext cx="260" cy="167167"/>
            </a:xfrm>
            <a:custGeom>
              <a:avLst/>
              <a:pathLst>
                <a:path w="260" h="167167">
                  <a:moveTo>
                    <a:pt x="260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888" y="4794382"/>
              <a:ext cx="677" cy="167167"/>
            </a:xfrm>
            <a:custGeom>
              <a:avLst/>
              <a:pathLst>
                <a:path w="677" h="167167">
                  <a:moveTo>
                    <a:pt x="677" y="0"/>
                  </a:moveTo>
                  <a:lnTo>
                    <a:pt x="0" y="1"/>
                  </a:lnTo>
                  <a:lnTo>
                    <a:pt x="67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88" y="4794384"/>
              <a:ext cx="677" cy="167166"/>
            </a:xfrm>
            <a:custGeom>
              <a:avLst/>
              <a:pathLst>
                <a:path w="677" h="167166">
                  <a:moveTo>
                    <a:pt x="0" y="0"/>
                  </a:moveTo>
                  <a:lnTo>
                    <a:pt x="677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71890" y="4794384"/>
              <a:ext cx="140676" cy="167166"/>
            </a:xfrm>
            <a:custGeom>
              <a:avLst/>
              <a:pathLst>
                <a:path w="140676" h="167166">
                  <a:moveTo>
                    <a:pt x="139998" y="0"/>
                  </a:moveTo>
                  <a:lnTo>
                    <a:pt x="134449" y="114"/>
                  </a:lnTo>
                  <a:lnTo>
                    <a:pt x="128907" y="413"/>
                  </a:lnTo>
                  <a:lnTo>
                    <a:pt x="123378" y="895"/>
                  </a:lnTo>
                  <a:lnTo>
                    <a:pt x="117868" y="1561"/>
                  </a:lnTo>
                  <a:lnTo>
                    <a:pt x="112383" y="2410"/>
                  </a:lnTo>
                  <a:lnTo>
                    <a:pt x="106930" y="3440"/>
                  </a:lnTo>
                  <a:lnTo>
                    <a:pt x="101513" y="4650"/>
                  </a:lnTo>
                  <a:lnTo>
                    <a:pt x="96140" y="6040"/>
                  </a:lnTo>
                  <a:lnTo>
                    <a:pt x="90816" y="7607"/>
                  </a:lnTo>
                  <a:lnTo>
                    <a:pt x="85547" y="9350"/>
                  </a:lnTo>
                  <a:lnTo>
                    <a:pt x="80338" y="11267"/>
                  </a:lnTo>
                  <a:lnTo>
                    <a:pt x="75197" y="13356"/>
                  </a:lnTo>
                  <a:lnTo>
                    <a:pt x="70127" y="15614"/>
                  </a:lnTo>
                  <a:lnTo>
                    <a:pt x="65135" y="18040"/>
                  </a:lnTo>
                  <a:lnTo>
                    <a:pt x="60226" y="20629"/>
                  </a:lnTo>
                  <a:lnTo>
                    <a:pt x="55406" y="23381"/>
                  </a:lnTo>
                  <a:lnTo>
                    <a:pt x="50680" y="26291"/>
                  </a:lnTo>
                  <a:lnTo>
                    <a:pt x="46053" y="29356"/>
                  </a:lnTo>
                  <a:lnTo>
                    <a:pt x="41531" y="32573"/>
                  </a:lnTo>
                  <a:lnTo>
                    <a:pt x="37118" y="35938"/>
                  </a:lnTo>
                  <a:lnTo>
                    <a:pt x="32818" y="39448"/>
                  </a:lnTo>
                  <a:lnTo>
                    <a:pt x="28638" y="43099"/>
                  </a:lnTo>
                  <a:lnTo>
                    <a:pt x="24582" y="46886"/>
                  </a:lnTo>
                  <a:lnTo>
                    <a:pt x="20653" y="50806"/>
                  </a:lnTo>
                  <a:lnTo>
                    <a:pt x="16856" y="54855"/>
                  </a:lnTo>
                  <a:lnTo>
                    <a:pt x="13196" y="59027"/>
                  </a:lnTo>
                  <a:lnTo>
                    <a:pt x="9677" y="63318"/>
                  </a:lnTo>
                  <a:lnTo>
                    <a:pt x="6302" y="67724"/>
                  </a:lnTo>
                  <a:lnTo>
                    <a:pt x="3075" y="72240"/>
                  </a:lnTo>
                  <a:lnTo>
                    <a:pt x="0" y="76860"/>
                  </a:lnTo>
                  <a:lnTo>
                    <a:pt x="14067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45399" y="4794382"/>
              <a:ext cx="334324" cy="334327"/>
            </a:xfrm>
            <a:custGeom>
              <a:avLst/>
              <a:pathLst>
                <a:path w="334324" h="334327">
                  <a:moveTo>
                    <a:pt x="26491" y="76861"/>
                  </a:moveTo>
                  <a:lnTo>
                    <a:pt x="23705" y="81356"/>
                  </a:lnTo>
                  <a:lnTo>
                    <a:pt x="21062" y="85936"/>
                  </a:lnTo>
                  <a:lnTo>
                    <a:pt x="18566" y="90598"/>
                  </a:lnTo>
                  <a:lnTo>
                    <a:pt x="16218" y="95337"/>
                  </a:lnTo>
                  <a:lnTo>
                    <a:pt x="14022" y="100147"/>
                  </a:lnTo>
                  <a:lnTo>
                    <a:pt x="11979" y="105025"/>
                  </a:lnTo>
                  <a:lnTo>
                    <a:pt x="10091" y="109965"/>
                  </a:lnTo>
                  <a:lnTo>
                    <a:pt x="8360" y="114961"/>
                  </a:lnTo>
                  <a:lnTo>
                    <a:pt x="6788" y="120011"/>
                  </a:lnTo>
                  <a:lnTo>
                    <a:pt x="5377" y="125107"/>
                  </a:lnTo>
                  <a:lnTo>
                    <a:pt x="4128" y="130245"/>
                  </a:lnTo>
                  <a:lnTo>
                    <a:pt x="3041" y="135421"/>
                  </a:lnTo>
                  <a:lnTo>
                    <a:pt x="2119" y="140628"/>
                  </a:lnTo>
                  <a:lnTo>
                    <a:pt x="1363" y="145862"/>
                  </a:lnTo>
                  <a:lnTo>
                    <a:pt x="772" y="151117"/>
                  </a:lnTo>
                  <a:lnTo>
                    <a:pt x="347" y="156388"/>
                  </a:lnTo>
                  <a:lnTo>
                    <a:pt x="90" y="161670"/>
                  </a:lnTo>
                  <a:lnTo>
                    <a:pt x="0" y="166957"/>
                  </a:lnTo>
                  <a:lnTo>
                    <a:pt x="77" y="172245"/>
                  </a:lnTo>
                  <a:lnTo>
                    <a:pt x="321" y="177527"/>
                  </a:lnTo>
                  <a:lnTo>
                    <a:pt x="732" y="182799"/>
                  </a:lnTo>
                  <a:lnTo>
                    <a:pt x="1310" y="188056"/>
                  </a:lnTo>
                  <a:lnTo>
                    <a:pt x="2053" y="193291"/>
                  </a:lnTo>
                  <a:lnTo>
                    <a:pt x="2962" y="198501"/>
                  </a:lnTo>
                  <a:lnTo>
                    <a:pt x="4035" y="203679"/>
                  </a:lnTo>
                  <a:lnTo>
                    <a:pt x="5272" y="208821"/>
                  </a:lnTo>
                  <a:lnTo>
                    <a:pt x="6670" y="213920"/>
                  </a:lnTo>
                  <a:lnTo>
                    <a:pt x="8230" y="218973"/>
                  </a:lnTo>
                  <a:lnTo>
                    <a:pt x="9948" y="223975"/>
                  </a:lnTo>
                  <a:lnTo>
                    <a:pt x="11823" y="228919"/>
                  </a:lnTo>
                  <a:lnTo>
                    <a:pt x="13854" y="233802"/>
                  </a:lnTo>
                  <a:lnTo>
                    <a:pt x="16039" y="238618"/>
                  </a:lnTo>
                  <a:lnTo>
                    <a:pt x="18374" y="243362"/>
                  </a:lnTo>
                  <a:lnTo>
                    <a:pt x="20859" y="248030"/>
                  </a:lnTo>
                  <a:lnTo>
                    <a:pt x="23490" y="252618"/>
                  </a:lnTo>
                  <a:lnTo>
                    <a:pt x="26264" y="257119"/>
                  </a:lnTo>
                  <a:lnTo>
                    <a:pt x="29180" y="261531"/>
                  </a:lnTo>
                  <a:lnTo>
                    <a:pt x="32234" y="265848"/>
                  </a:lnTo>
                  <a:lnTo>
                    <a:pt x="35422" y="270067"/>
                  </a:lnTo>
                  <a:lnTo>
                    <a:pt x="38743" y="274182"/>
                  </a:lnTo>
                  <a:lnTo>
                    <a:pt x="42192" y="278191"/>
                  </a:lnTo>
                  <a:lnTo>
                    <a:pt x="45766" y="282088"/>
                  </a:lnTo>
                  <a:lnTo>
                    <a:pt x="49462" y="285871"/>
                  </a:lnTo>
                  <a:lnTo>
                    <a:pt x="53276" y="289534"/>
                  </a:lnTo>
                  <a:lnTo>
                    <a:pt x="57203" y="293075"/>
                  </a:lnTo>
                  <a:lnTo>
                    <a:pt x="61241" y="296491"/>
                  </a:lnTo>
                  <a:lnTo>
                    <a:pt x="65384" y="299776"/>
                  </a:lnTo>
                  <a:lnTo>
                    <a:pt x="69629" y="302929"/>
                  </a:lnTo>
                  <a:lnTo>
                    <a:pt x="73972" y="305946"/>
                  </a:lnTo>
                  <a:lnTo>
                    <a:pt x="78409" y="308825"/>
                  </a:lnTo>
                  <a:lnTo>
                    <a:pt x="82934" y="311561"/>
                  </a:lnTo>
                  <a:lnTo>
                    <a:pt x="87543" y="314153"/>
                  </a:lnTo>
                  <a:lnTo>
                    <a:pt x="92232" y="316598"/>
                  </a:lnTo>
                  <a:lnTo>
                    <a:pt x="96996" y="318894"/>
                  </a:lnTo>
                  <a:lnTo>
                    <a:pt x="101830" y="321037"/>
                  </a:lnTo>
                  <a:lnTo>
                    <a:pt x="106730" y="323027"/>
                  </a:lnTo>
                  <a:lnTo>
                    <a:pt x="111690" y="324861"/>
                  </a:lnTo>
                  <a:lnTo>
                    <a:pt x="116705" y="326536"/>
                  </a:lnTo>
                  <a:lnTo>
                    <a:pt x="121772" y="328053"/>
                  </a:lnTo>
                  <a:lnTo>
                    <a:pt x="126883" y="329408"/>
                  </a:lnTo>
                  <a:lnTo>
                    <a:pt x="132035" y="330601"/>
                  </a:lnTo>
                  <a:lnTo>
                    <a:pt x="137222" y="331630"/>
                  </a:lnTo>
                  <a:lnTo>
                    <a:pt x="142439" y="332495"/>
                  </a:lnTo>
                  <a:lnTo>
                    <a:pt x="147681" y="333195"/>
                  </a:lnTo>
                  <a:lnTo>
                    <a:pt x="152942" y="333728"/>
                  </a:lnTo>
                  <a:lnTo>
                    <a:pt x="158217" y="334095"/>
                  </a:lnTo>
                  <a:lnTo>
                    <a:pt x="163502" y="334294"/>
                  </a:lnTo>
                  <a:lnTo>
                    <a:pt x="168790" y="334327"/>
                  </a:lnTo>
                  <a:lnTo>
                    <a:pt x="174076" y="334192"/>
                  </a:lnTo>
                  <a:lnTo>
                    <a:pt x="179356" y="333889"/>
                  </a:lnTo>
                  <a:lnTo>
                    <a:pt x="184623" y="333420"/>
                  </a:lnTo>
                  <a:lnTo>
                    <a:pt x="189873" y="332785"/>
                  </a:lnTo>
                  <a:lnTo>
                    <a:pt x="195100" y="331984"/>
                  </a:lnTo>
                  <a:lnTo>
                    <a:pt x="200299" y="331018"/>
                  </a:lnTo>
                  <a:lnTo>
                    <a:pt x="205465" y="329888"/>
                  </a:lnTo>
                  <a:lnTo>
                    <a:pt x="210593" y="328595"/>
                  </a:lnTo>
                  <a:lnTo>
                    <a:pt x="215677" y="327141"/>
                  </a:lnTo>
                  <a:lnTo>
                    <a:pt x="220713" y="325527"/>
                  </a:lnTo>
                  <a:lnTo>
                    <a:pt x="225695" y="323754"/>
                  </a:lnTo>
                  <a:lnTo>
                    <a:pt x="230618" y="321824"/>
                  </a:lnTo>
                  <a:lnTo>
                    <a:pt x="235478" y="319740"/>
                  </a:lnTo>
                  <a:lnTo>
                    <a:pt x="240270" y="317503"/>
                  </a:lnTo>
                  <a:lnTo>
                    <a:pt x="244989" y="315115"/>
                  </a:lnTo>
                  <a:lnTo>
                    <a:pt x="249629" y="312580"/>
                  </a:lnTo>
                  <a:lnTo>
                    <a:pt x="254187" y="309899"/>
                  </a:lnTo>
                  <a:lnTo>
                    <a:pt x="258658" y="307075"/>
                  </a:lnTo>
                  <a:lnTo>
                    <a:pt x="263038" y="304111"/>
                  </a:lnTo>
                  <a:lnTo>
                    <a:pt x="267322" y="301010"/>
                  </a:lnTo>
                  <a:lnTo>
                    <a:pt x="271505" y="297775"/>
                  </a:lnTo>
                  <a:lnTo>
                    <a:pt x="275584" y="294410"/>
                  </a:lnTo>
                  <a:lnTo>
                    <a:pt x="279554" y="290917"/>
                  </a:lnTo>
                  <a:lnTo>
                    <a:pt x="283412" y="287300"/>
                  </a:lnTo>
                  <a:lnTo>
                    <a:pt x="287154" y="283563"/>
                  </a:lnTo>
                  <a:lnTo>
                    <a:pt x="290775" y="279710"/>
                  </a:lnTo>
                  <a:lnTo>
                    <a:pt x="294273" y="275744"/>
                  </a:lnTo>
                  <a:lnTo>
                    <a:pt x="297644" y="271669"/>
                  </a:lnTo>
                  <a:lnTo>
                    <a:pt x="300884" y="267490"/>
                  </a:lnTo>
                  <a:lnTo>
                    <a:pt x="303990" y="263210"/>
                  </a:lnTo>
                  <a:lnTo>
                    <a:pt x="306960" y="258834"/>
                  </a:lnTo>
                  <a:lnTo>
                    <a:pt x="309789" y="254367"/>
                  </a:lnTo>
                  <a:lnTo>
                    <a:pt x="312476" y="249812"/>
                  </a:lnTo>
                  <a:lnTo>
                    <a:pt x="315017" y="245174"/>
                  </a:lnTo>
                  <a:lnTo>
                    <a:pt x="317411" y="240459"/>
                  </a:lnTo>
                  <a:lnTo>
                    <a:pt x="319654" y="235670"/>
                  </a:lnTo>
                  <a:lnTo>
                    <a:pt x="321744" y="230813"/>
                  </a:lnTo>
                  <a:lnTo>
                    <a:pt x="323680" y="225892"/>
                  </a:lnTo>
                  <a:lnTo>
                    <a:pt x="325459" y="220912"/>
                  </a:lnTo>
                  <a:lnTo>
                    <a:pt x="327080" y="215878"/>
                  </a:lnTo>
                  <a:lnTo>
                    <a:pt x="328541" y="210796"/>
                  </a:lnTo>
                  <a:lnTo>
                    <a:pt x="329840" y="205670"/>
                  </a:lnTo>
                  <a:lnTo>
                    <a:pt x="330976" y="200505"/>
                  </a:lnTo>
                  <a:lnTo>
                    <a:pt x="331949" y="195307"/>
                  </a:lnTo>
                  <a:lnTo>
                    <a:pt x="332756" y="190081"/>
                  </a:lnTo>
                  <a:lnTo>
                    <a:pt x="333398" y="184832"/>
                  </a:lnTo>
                  <a:lnTo>
                    <a:pt x="333874" y="179565"/>
                  </a:lnTo>
                  <a:lnTo>
                    <a:pt x="334183" y="174286"/>
                  </a:lnTo>
                  <a:lnTo>
                    <a:pt x="334324" y="169000"/>
                  </a:lnTo>
                  <a:lnTo>
                    <a:pt x="334299" y="163712"/>
                  </a:lnTo>
                  <a:lnTo>
                    <a:pt x="334106" y="158427"/>
                  </a:lnTo>
                  <a:lnTo>
                    <a:pt x="333746" y="153151"/>
                  </a:lnTo>
                  <a:lnTo>
                    <a:pt x="333219" y="147889"/>
                  </a:lnTo>
                  <a:lnTo>
                    <a:pt x="332526" y="142647"/>
                  </a:lnTo>
                  <a:lnTo>
                    <a:pt x="331668" y="137429"/>
                  </a:lnTo>
                  <a:lnTo>
                    <a:pt x="330645" y="132240"/>
                  </a:lnTo>
                  <a:lnTo>
                    <a:pt x="329458" y="127087"/>
                  </a:lnTo>
                  <a:lnTo>
                    <a:pt x="328109" y="121974"/>
                  </a:lnTo>
                  <a:lnTo>
                    <a:pt x="326599" y="116906"/>
                  </a:lnTo>
                  <a:lnTo>
                    <a:pt x="324930" y="111888"/>
                  </a:lnTo>
                  <a:lnTo>
                    <a:pt x="323103" y="106926"/>
                  </a:lnTo>
                  <a:lnTo>
                    <a:pt x="321119" y="102024"/>
                  </a:lnTo>
                  <a:lnTo>
                    <a:pt x="318982" y="97187"/>
                  </a:lnTo>
                  <a:lnTo>
                    <a:pt x="316692" y="92420"/>
                  </a:lnTo>
                  <a:lnTo>
                    <a:pt x="314253" y="87728"/>
                  </a:lnTo>
                  <a:lnTo>
                    <a:pt x="311667" y="83115"/>
                  </a:lnTo>
                  <a:lnTo>
                    <a:pt x="308936" y="78587"/>
                  </a:lnTo>
                  <a:lnTo>
                    <a:pt x="306063" y="74147"/>
                  </a:lnTo>
                  <a:lnTo>
                    <a:pt x="303052" y="69800"/>
                  </a:lnTo>
                  <a:lnTo>
                    <a:pt x="299904" y="65551"/>
                  </a:lnTo>
                  <a:lnTo>
                    <a:pt x="296623" y="61403"/>
                  </a:lnTo>
                  <a:lnTo>
                    <a:pt x="293213" y="57361"/>
                  </a:lnTo>
                  <a:lnTo>
                    <a:pt x="289677" y="53430"/>
                  </a:lnTo>
                  <a:lnTo>
                    <a:pt x="286018" y="49611"/>
                  </a:lnTo>
                  <a:lnTo>
                    <a:pt x="282241" y="45911"/>
                  </a:lnTo>
                  <a:lnTo>
                    <a:pt x="278348" y="42332"/>
                  </a:lnTo>
                  <a:lnTo>
                    <a:pt x="274343" y="38878"/>
                  </a:lnTo>
                  <a:lnTo>
                    <a:pt x="270232" y="35552"/>
                  </a:lnTo>
                  <a:lnTo>
                    <a:pt x="266018" y="32358"/>
                  </a:lnTo>
                  <a:lnTo>
                    <a:pt x="261704" y="29299"/>
                  </a:lnTo>
                  <a:lnTo>
                    <a:pt x="257296" y="26377"/>
                  </a:lnTo>
                  <a:lnTo>
                    <a:pt x="252798" y="23597"/>
                  </a:lnTo>
                  <a:lnTo>
                    <a:pt x="248214" y="20960"/>
                  </a:lnTo>
                  <a:lnTo>
                    <a:pt x="243549" y="18470"/>
                  </a:lnTo>
                  <a:lnTo>
                    <a:pt x="238807" y="16129"/>
                  </a:lnTo>
                  <a:lnTo>
                    <a:pt x="233994" y="13938"/>
                  </a:lnTo>
                  <a:lnTo>
                    <a:pt x="229114" y="11901"/>
                  </a:lnTo>
                  <a:lnTo>
                    <a:pt x="224172" y="10019"/>
                  </a:lnTo>
                  <a:lnTo>
                    <a:pt x="219173" y="8295"/>
                  </a:lnTo>
                  <a:lnTo>
                    <a:pt x="214122" y="6729"/>
                  </a:lnTo>
                  <a:lnTo>
                    <a:pt x="209024" y="5325"/>
                  </a:lnTo>
                  <a:lnTo>
                    <a:pt x="203884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61936" y="5103947"/>
              <a:ext cx="334315" cy="334332"/>
            </a:xfrm>
            <a:custGeom>
              <a:avLst/>
              <a:pathLst>
                <a:path w="334315" h="334332">
                  <a:moveTo>
                    <a:pt x="167080" y="0"/>
                  </a:moveTo>
                  <a:lnTo>
                    <a:pt x="161786" y="86"/>
                  </a:lnTo>
                  <a:lnTo>
                    <a:pt x="156498" y="339"/>
                  </a:lnTo>
                  <a:lnTo>
                    <a:pt x="151220" y="760"/>
                  </a:lnTo>
                  <a:lnTo>
                    <a:pt x="145958" y="1348"/>
                  </a:lnTo>
                  <a:lnTo>
                    <a:pt x="140717" y="2103"/>
                  </a:lnTo>
                  <a:lnTo>
                    <a:pt x="135503" y="3023"/>
                  </a:lnTo>
                  <a:lnTo>
                    <a:pt x="130321" y="4107"/>
                  </a:lnTo>
                  <a:lnTo>
                    <a:pt x="125176" y="5356"/>
                  </a:lnTo>
                  <a:lnTo>
                    <a:pt x="120072" y="6766"/>
                  </a:lnTo>
                  <a:lnTo>
                    <a:pt x="115016" y="8337"/>
                  </a:lnTo>
                  <a:lnTo>
                    <a:pt x="110013" y="10068"/>
                  </a:lnTo>
                  <a:lnTo>
                    <a:pt x="105066" y="11956"/>
                  </a:lnTo>
                  <a:lnTo>
                    <a:pt x="100182" y="14000"/>
                  </a:lnTo>
                  <a:lnTo>
                    <a:pt x="95365" y="16198"/>
                  </a:lnTo>
                  <a:lnTo>
                    <a:pt x="90620" y="18547"/>
                  </a:lnTo>
                  <a:lnTo>
                    <a:pt x="85952" y="21045"/>
                  </a:lnTo>
                  <a:lnTo>
                    <a:pt x="81365" y="23690"/>
                  </a:lnTo>
                  <a:lnTo>
                    <a:pt x="76865" y="26479"/>
                  </a:lnTo>
                  <a:lnTo>
                    <a:pt x="72454" y="29409"/>
                  </a:lnTo>
                  <a:lnTo>
                    <a:pt x="68139" y="32477"/>
                  </a:lnTo>
                  <a:lnTo>
                    <a:pt x="63924" y="35680"/>
                  </a:lnTo>
                  <a:lnTo>
                    <a:pt x="59811" y="39015"/>
                  </a:lnTo>
                  <a:lnTo>
                    <a:pt x="55807" y="42479"/>
                  </a:lnTo>
                  <a:lnTo>
                    <a:pt x="51914" y="46067"/>
                  </a:lnTo>
                  <a:lnTo>
                    <a:pt x="48137" y="49777"/>
                  </a:lnTo>
                  <a:lnTo>
                    <a:pt x="44479" y="53605"/>
                  </a:lnTo>
                  <a:lnTo>
                    <a:pt x="40944" y="57547"/>
                  </a:lnTo>
                  <a:lnTo>
                    <a:pt x="37536" y="61599"/>
                  </a:lnTo>
                  <a:lnTo>
                    <a:pt x="34258" y="65757"/>
                  </a:lnTo>
                  <a:lnTo>
                    <a:pt x="31113" y="70016"/>
                  </a:lnTo>
                  <a:lnTo>
                    <a:pt x="28104" y="74373"/>
                  </a:lnTo>
                  <a:lnTo>
                    <a:pt x="25236" y="78823"/>
                  </a:lnTo>
                  <a:lnTo>
                    <a:pt x="22509" y="83362"/>
                  </a:lnTo>
                  <a:lnTo>
                    <a:pt x="19928" y="87984"/>
                  </a:lnTo>
                  <a:lnTo>
                    <a:pt x="17494" y="92686"/>
                  </a:lnTo>
                  <a:lnTo>
                    <a:pt x="15210" y="97463"/>
                  </a:lnTo>
                  <a:lnTo>
                    <a:pt x="13079" y="102310"/>
                  </a:lnTo>
                  <a:lnTo>
                    <a:pt x="11102" y="107222"/>
                  </a:lnTo>
                  <a:lnTo>
                    <a:pt x="9282" y="112194"/>
                  </a:lnTo>
                  <a:lnTo>
                    <a:pt x="7621" y="117221"/>
                  </a:lnTo>
                  <a:lnTo>
                    <a:pt x="6119" y="122298"/>
                  </a:lnTo>
                  <a:lnTo>
                    <a:pt x="4779" y="127420"/>
                  </a:lnTo>
                  <a:lnTo>
                    <a:pt x="3601" y="132582"/>
                  </a:lnTo>
                  <a:lnTo>
                    <a:pt x="2588" y="137779"/>
                  </a:lnTo>
                  <a:lnTo>
                    <a:pt x="1740" y="143005"/>
                  </a:lnTo>
                  <a:lnTo>
                    <a:pt x="1058" y="148256"/>
                  </a:lnTo>
                  <a:lnTo>
                    <a:pt x="542" y="153525"/>
                  </a:lnTo>
                  <a:lnTo>
                    <a:pt x="194" y="158808"/>
                  </a:lnTo>
                  <a:lnTo>
                    <a:pt x="13" y="164100"/>
                  </a:lnTo>
                  <a:lnTo>
                    <a:pt x="0" y="169394"/>
                  </a:lnTo>
                  <a:lnTo>
                    <a:pt x="154" y="174687"/>
                  </a:lnTo>
                  <a:lnTo>
                    <a:pt x="476" y="179971"/>
                  </a:lnTo>
                  <a:lnTo>
                    <a:pt x="965" y="185243"/>
                  </a:lnTo>
                  <a:lnTo>
                    <a:pt x="1621" y="190497"/>
                  </a:lnTo>
                  <a:lnTo>
                    <a:pt x="2443" y="195728"/>
                  </a:lnTo>
                  <a:lnTo>
                    <a:pt x="3430" y="200929"/>
                  </a:lnTo>
                  <a:lnTo>
                    <a:pt x="4581" y="206097"/>
                  </a:lnTo>
                  <a:lnTo>
                    <a:pt x="5895" y="211226"/>
                  </a:lnTo>
                  <a:lnTo>
                    <a:pt x="7372" y="216311"/>
                  </a:lnTo>
                  <a:lnTo>
                    <a:pt x="9008" y="221346"/>
                  </a:lnTo>
                  <a:lnTo>
                    <a:pt x="10803" y="226327"/>
                  </a:lnTo>
                  <a:lnTo>
                    <a:pt x="12755" y="231249"/>
                  </a:lnTo>
                  <a:lnTo>
                    <a:pt x="14862" y="236106"/>
                  </a:lnTo>
                  <a:lnTo>
                    <a:pt x="17121" y="240895"/>
                  </a:lnTo>
                  <a:lnTo>
                    <a:pt x="19532" y="245609"/>
                  </a:lnTo>
                  <a:lnTo>
                    <a:pt x="22090" y="250244"/>
                  </a:lnTo>
                  <a:lnTo>
                    <a:pt x="24793" y="254797"/>
                  </a:lnTo>
                  <a:lnTo>
                    <a:pt x="27640" y="259261"/>
                  </a:lnTo>
                  <a:lnTo>
                    <a:pt x="30626" y="263633"/>
                  </a:lnTo>
                  <a:lnTo>
                    <a:pt x="33750" y="267908"/>
                  </a:lnTo>
                  <a:lnTo>
                    <a:pt x="37007" y="272082"/>
                  </a:lnTo>
                  <a:lnTo>
                    <a:pt x="40395" y="276151"/>
                  </a:lnTo>
                  <a:lnTo>
                    <a:pt x="43910" y="280111"/>
                  </a:lnTo>
                  <a:lnTo>
                    <a:pt x="47548" y="283957"/>
                  </a:lnTo>
                  <a:lnTo>
                    <a:pt x="51307" y="287686"/>
                  </a:lnTo>
                  <a:lnTo>
                    <a:pt x="55182" y="291294"/>
                  </a:lnTo>
                  <a:lnTo>
                    <a:pt x="59169" y="294778"/>
                  </a:lnTo>
                  <a:lnTo>
                    <a:pt x="63264" y="298134"/>
                  </a:lnTo>
                  <a:lnTo>
                    <a:pt x="67464" y="301358"/>
                  </a:lnTo>
                  <a:lnTo>
                    <a:pt x="71763" y="304448"/>
                  </a:lnTo>
                  <a:lnTo>
                    <a:pt x="76159" y="307399"/>
                  </a:lnTo>
                  <a:lnTo>
                    <a:pt x="80645" y="310211"/>
                  </a:lnTo>
                  <a:lnTo>
                    <a:pt x="85219" y="312879"/>
                  </a:lnTo>
                  <a:lnTo>
                    <a:pt x="89874" y="315400"/>
                  </a:lnTo>
                  <a:lnTo>
                    <a:pt x="94607" y="317773"/>
                  </a:lnTo>
                  <a:lnTo>
                    <a:pt x="99413" y="319995"/>
                  </a:lnTo>
                  <a:lnTo>
                    <a:pt x="104287" y="322063"/>
                  </a:lnTo>
                  <a:lnTo>
                    <a:pt x="109224" y="323977"/>
                  </a:lnTo>
                  <a:lnTo>
                    <a:pt x="114219" y="325732"/>
                  </a:lnTo>
                  <a:lnTo>
                    <a:pt x="119267" y="327329"/>
                  </a:lnTo>
                  <a:lnTo>
                    <a:pt x="124363" y="328765"/>
                  </a:lnTo>
                  <a:lnTo>
                    <a:pt x="129502" y="330039"/>
                  </a:lnTo>
                  <a:lnTo>
                    <a:pt x="134679" y="331150"/>
                  </a:lnTo>
                  <a:lnTo>
                    <a:pt x="139888" y="332096"/>
                  </a:lnTo>
                  <a:lnTo>
                    <a:pt x="145125" y="332877"/>
                  </a:lnTo>
                  <a:lnTo>
                    <a:pt x="150384" y="333491"/>
                  </a:lnTo>
                  <a:lnTo>
                    <a:pt x="155660" y="333939"/>
                  </a:lnTo>
                  <a:lnTo>
                    <a:pt x="160947" y="334219"/>
                  </a:lnTo>
                  <a:lnTo>
                    <a:pt x="166240" y="334332"/>
                  </a:lnTo>
                  <a:lnTo>
                    <a:pt x="171534" y="334277"/>
                  </a:lnTo>
                  <a:lnTo>
                    <a:pt x="176824" y="334054"/>
                  </a:lnTo>
                  <a:lnTo>
                    <a:pt x="182105" y="333664"/>
                  </a:lnTo>
                  <a:lnTo>
                    <a:pt x="187370" y="333107"/>
                  </a:lnTo>
                  <a:lnTo>
                    <a:pt x="192615" y="332384"/>
                  </a:lnTo>
                  <a:lnTo>
                    <a:pt x="197834" y="331495"/>
                  </a:lnTo>
                  <a:lnTo>
                    <a:pt x="203023" y="330440"/>
                  </a:lnTo>
                  <a:lnTo>
                    <a:pt x="208175" y="329223"/>
                  </a:lnTo>
                  <a:lnTo>
                    <a:pt x="213287" y="327842"/>
                  </a:lnTo>
                  <a:lnTo>
                    <a:pt x="218352" y="326301"/>
                  </a:lnTo>
                  <a:lnTo>
                    <a:pt x="223366" y="324599"/>
                  </a:lnTo>
                  <a:lnTo>
                    <a:pt x="228323" y="322740"/>
                  </a:lnTo>
                  <a:lnTo>
                    <a:pt x="233220" y="320725"/>
                  </a:lnTo>
                  <a:lnTo>
                    <a:pt x="238049" y="318556"/>
                  </a:lnTo>
                  <a:lnTo>
                    <a:pt x="242808" y="316234"/>
                  </a:lnTo>
                  <a:lnTo>
                    <a:pt x="247491" y="313764"/>
                  </a:lnTo>
                  <a:lnTo>
                    <a:pt x="252093" y="311146"/>
                  </a:lnTo>
                  <a:lnTo>
                    <a:pt x="256610" y="308384"/>
                  </a:lnTo>
                  <a:lnTo>
                    <a:pt x="261037" y="305480"/>
                  </a:lnTo>
                  <a:lnTo>
                    <a:pt x="265370" y="302437"/>
                  </a:lnTo>
                  <a:lnTo>
                    <a:pt x="269605" y="299259"/>
                  </a:lnTo>
                  <a:lnTo>
                    <a:pt x="273737" y="295948"/>
                  </a:lnTo>
                  <a:lnTo>
                    <a:pt x="277762" y="292508"/>
                  </a:lnTo>
                  <a:lnTo>
                    <a:pt x="281675" y="288943"/>
                  </a:lnTo>
                  <a:lnTo>
                    <a:pt x="285475" y="285255"/>
                  </a:lnTo>
                  <a:lnTo>
                    <a:pt x="289155" y="281449"/>
                  </a:lnTo>
                  <a:lnTo>
                    <a:pt x="292713" y="277528"/>
                  </a:lnTo>
                  <a:lnTo>
                    <a:pt x="296145" y="273496"/>
                  </a:lnTo>
                  <a:lnTo>
                    <a:pt x="299447" y="269358"/>
                  </a:lnTo>
                  <a:lnTo>
                    <a:pt x="302617" y="265117"/>
                  </a:lnTo>
                  <a:lnTo>
                    <a:pt x="305651" y="260778"/>
                  </a:lnTo>
                  <a:lnTo>
                    <a:pt x="308546" y="256345"/>
                  </a:lnTo>
                  <a:lnTo>
                    <a:pt x="311299" y="251822"/>
                  </a:lnTo>
                  <a:lnTo>
                    <a:pt x="313908" y="247215"/>
                  </a:lnTo>
                  <a:lnTo>
                    <a:pt x="316369" y="242527"/>
                  </a:lnTo>
                  <a:lnTo>
                    <a:pt x="318681" y="237764"/>
                  </a:lnTo>
                  <a:lnTo>
                    <a:pt x="320841" y="232930"/>
                  </a:lnTo>
                  <a:lnTo>
                    <a:pt x="322846" y="228030"/>
                  </a:lnTo>
                  <a:lnTo>
                    <a:pt x="324696" y="223068"/>
                  </a:lnTo>
                  <a:lnTo>
                    <a:pt x="326387" y="218051"/>
                  </a:lnTo>
                  <a:lnTo>
                    <a:pt x="327919" y="212983"/>
                  </a:lnTo>
                  <a:lnTo>
                    <a:pt x="329289" y="207869"/>
                  </a:lnTo>
                  <a:lnTo>
                    <a:pt x="330496" y="202714"/>
                  </a:lnTo>
                  <a:lnTo>
                    <a:pt x="331540" y="197523"/>
                  </a:lnTo>
                  <a:lnTo>
                    <a:pt x="332419" y="192302"/>
                  </a:lnTo>
                  <a:lnTo>
                    <a:pt x="333132" y="187056"/>
                  </a:lnTo>
                  <a:lnTo>
                    <a:pt x="333679" y="181789"/>
                  </a:lnTo>
                  <a:lnTo>
                    <a:pt x="334058" y="176508"/>
                  </a:lnTo>
                  <a:lnTo>
                    <a:pt x="334270" y="171218"/>
                  </a:lnTo>
                  <a:lnTo>
                    <a:pt x="334315" y="165923"/>
                  </a:lnTo>
                  <a:lnTo>
                    <a:pt x="334192" y="160630"/>
                  </a:lnTo>
                  <a:lnTo>
                    <a:pt x="333901" y="155344"/>
                  </a:lnTo>
                  <a:lnTo>
                    <a:pt x="333443" y="150069"/>
                  </a:lnTo>
                  <a:lnTo>
                    <a:pt x="332818" y="144811"/>
                  </a:lnTo>
                  <a:lnTo>
                    <a:pt x="332027" y="139576"/>
                  </a:lnTo>
                  <a:lnTo>
                    <a:pt x="331070" y="134369"/>
                  </a:lnTo>
                  <a:lnTo>
                    <a:pt x="329950" y="129194"/>
                  </a:lnTo>
                  <a:lnTo>
                    <a:pt x="328665" y="124058"/>
                  </a:lnTo>
                  <a:lnTo>
                    <a:pt x="327219" y="118964"/>
                  </a:lnTo>
                  <a:lnTo>
                    <a:pt x="325612" y="113919"/>
                  </a:lnTo>
                  <a:lnTo>
                    <a:pt x="323847" y="108928"/>
                  </a:lnTo>
                  <a:lnTo>
                    <a:pt x="321924" y="103995"/>
                  </a:lnTo>
                  <a:lnTo>
                    <a:pt x="319845" y="99125"/>
                  </a:lnTo>
                  <a:lnTo>
                    <a:pt x="317614" y="94324"/>
                  </a:lnTo>
                  <a:lnTo>
                    <a:pt x="315232" y="89595"/>
                  </a:lnTo>
                  <a:lnTo>
                    <a:pt x="312701" y="84945"/>
                  </a:lnTo>
                  <a:lnTo>
                    <a:pt x="310024" y="80377"/>
                  </a:lnTo>
                  <a:lnTo>
                    <a:pt x="307204" y="75896"/>
                  </a:lnTo>
                  <a:lnTo>
                    <a:pt x="304243" y="71506"/>
                  </a:lnTo>
                  <a:lnTo>
                    <a:pt x="301145" y="67213"/>
                  </a:lnTo>
                  <a:lnTo>
                    <a:pt x="297912" y="63019"/>
                  </a:lnTo>
                  <a:lnTo>
                    <a:pt x="294549" y="58931"/>
                  </a:lnTo>
                  <a:lnTo>
                    <a:pt x="291057" y="54951"/>
                  </a:lnTo>
                  <a:lnTo>
                    <a:pt x="287441" y="51083"/>
                  </a:lnTo>
                  <a:lnTo>
                    <a:pt x="283705" y="47332"/>
                  </a:lnTo>
                  <a:lnTo>
                    <a:pt x="279851" y="43701"/>
                  </a:lnTo>
                  <a:lnTo>
                    <a:pt x="275885" y="40194"/>
                  </a:lnTo>
                  <a:lnTo>
                    <a:pt x="271809" y="36814"/>
                  </a:lnTo>
                  <a:lnTo>
                    <a:pt x="267629" y="33565"/>
                  </a:lnTo>
                  <a:lnTo>
                    <a:pt x="263347" y="30450"/>
                  </a:lnTo>
                  <a:lnTo>
                    <a:pt x="258969" y="27472"/>
                  </a:lnTo>
                  <a:lnTo>
                    <a:pt x="254499" y="24635"/>
                  </a:lnTo>
                  <a:lnTo>
                    <a:pt x="249942" y="21940"/>
                  </a:lnTo>
                  <a:lnTo>
                    <a:pt x="245301" y="19391"/>
                  </a:lnTo>
                  <a:lnTo>
                    <a:pt x="240582" y="16990"/>
                  </a:lnTo>
                  <a:lnTo>
                    <a:pt x="235789" y="14740"/>
                  </a:lnTo>
                  <a:lnTo>
                    <a:pt x="230928" y="12643"/>
                  </a:lnTo>
                  <a:lnTo>
                    <a:pt x="226002" y="10701"/>
                  </a:lnTo>
                  <a:lnTo>
                    <a:pt x="221018" y="8916"/>
                  </a:lnTo>
                  <a:lnTo>
                    <a:pt x="215979" y="7289"/>
                  </a:lnTo>
                  <a:lnTo>
                    <a:pt x="210892" y="5823"/>
                  </a:lnTo>
                  <a:lnTo>
                    <a:pt x="205760" y="4519"/>
                  </a:lnTo>
                  <a:lnTo>
                    <a:pt x="200590" y="3378"/>
                  </a:lnTo>
                  <a:lnTo>
                    <a:pt x="195386" y="2401"/>
                  </a:lnTo>
                  <a:lnTo>
                    <a:pt x="190154" y="1590"/>
                  </a:lnTo>
                  <a:lnTo>
                    <a:pt x="184899" y="944"/>
                  </a:lnTo>
                  <a:lnTo>
                    <a:pt x="179626" y="466"/>
                  </a:lnTo>
                  <a:lnTo>
                    <a:pt x="174341" y="154"/>
                  </a:lnTo>
                  <a:lnTo>
                    <a:pt x="169048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88" y="5103947"/>
              <a:ext cx="1895" cy="167167"/>
            </a:xfrm>
            <a:custGeom>
              <a:avLst/>
              <a:pathLst>
                <a:path w="1895" h="167167">
                  <a:moveTo>
                    <a:pt x="1895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0113" y="5309273"/>
              <a:ext cx="145781" cy="167167"/>
            </a:xfrm>
            <a:custGeom>
              <a:avLst/>
              <a:pathLst>
                <a:path w="145781" h="167167">
                  <a:moveTo>
                    <a:pt x="145778" y="0"/>
                  </a:moveTo>
                  <a:lnTo>
                    <a:pt x="140245" y="91"/>
                  </a:lnTo>
                  <a:lnTo>
                    <a:pt x="134718" y="366"/>
                  </a:lnTo>
                  <a:lnTo>
                    <a:pt x="129203" y="824"/>
                  </a:lnTo>
                  <a:lnTo>
                    <a:pt x="123706" y="1464"/>
                  </a:lnTo>
                  <a:lnTo>
                    <a:pt x="118233" y="2285"/>
                  </a:lnTo>
                  <a:lnTo>
                    <a:pt x="112790" y="3287"/>
                  </a:lnTo>
                  <a:lnTo>
                    <a:pt x="107384" y="4469"/>
                  </a:lnTo>
                  <a:lnTo>
                    <a:pt x="102020" y="5829"/>
                  </a:lnTo>
                  <a:lnTo>
                    <a:pt x="96704" y="7366"/>
                  </a:lnTo>
                  <a:lnTo>
                    <a:pt x="91441" y="9078"/>
                  </a:lnTo>
                  <a:lnTo>
                    <a:pt x="86238" y="10963"/>
                  </a:lnTo>
                  <a:lnTo>
                    <a:pt x="81100" y="13020"/>
                  </a:lnTo>
                  <a:lnTo>
                    <a:pt x="76033" y="15245"/>
                  </a:lnTo>
                  <a:lnTo>
                    <a:pt x="71043" y="17637"/>
                  </a:lnTo>
                  <a:lnTo>
                    <a:pt x="66134" y="20193"/>
                  </a:lnTo>
                  <a:lnTo>
                    <a:pt x="61313" y="22910"/>
                  </a:lnTo>
                  <a:lnTo>
                    <a:pt x="56585" y="25785"/>
                  </a:lnTo>
                  <a:lnTo>
                    <a:pt x="51954" y="28815"/>
                  </a:lnTo>
                  <a:lnTo>
                    <a:pt x="47426" y="31996"/>
                  </a:lnTo>
                  <a:lnTo>
                    <a:pt x="43005" y="35326"/>
                  </a:lnTo>
                  <a:lnTo>
                    <a:pt x="38698" y="38800"/>
                  </a:lnTo>
                  <a:lnTo>
                    <a:pt x="34507" y="42415"/>
                  </a:lnTo>
                  <a:lnTo>
                    <a:pt x="30439" y="46166"/>
                  </a:lnTo>
                  <a:lnTo>
                    <a:pt x="26497" y="50050"/>
                  </a:lnTo>
                  <a:lnTo>
                    <a:pt x="22686" y="54063"/>
                  </a:lnTo>
                  <a:lnTo>
                    <a:pt x="19010" y="58199"/>
                  </a:lnTo>
                  <a:lnTo>
                    <a:pt x="15472" y="62455"/>
                  </a:lnTo>
                  <a:lnTo>
                    <a:pt x="12078" y="66826"/>
                  </a:lnTo>
                  <a:lnTo>
                    <a:pt x="8830" y="71306"/>
                  </a:lnTo>
                  <a:lnTo>
                    <a:pt x="5732" y="75892"/>
                  </a:lnTo>
                  <a:lnTo>
                    <a:pt x="2787" y="80578"/>
                  </a:lnTo>
                  <a:lnTo>
                    <a:pt x="0" y="85358"/>
                  </a:lnTo>
                  <a:lnTo>
                    <a:pt x="14578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38729" y="5309273"/>
              <a:ext cx="334320" cy="334330"/>
            </a:xfrm>
            <a:custGeom>
              <a:avLst/>
              <a:pathLst>
                <a:path w="334320" h="334330">
                  <a:moveTo>
                    <a:pt x="21383" y="85358"/>
                  </a:moveTo>
                  <a:lnTo>
                    <a:pt x="18867" y="90014"/>
                  </a:lnTo>
                  <a:lnTo>
                    <a:pt x="16499" y="94747"/>
                  </a:lnTo>
                  <a:lnTo>
                    <a:pt x="14282" y="99552"/>
                  </a:lnTo>
                  <a:lnTo>
                    <a:pt x="12218" y="104425"/>
                  </a:lnTo>
                  <a:lnTo>
                    <a:pt x="10310" y="109361"/>
                  </a:lnTo>
                  <a:lnTo>
                    <a:pt x="8559" y="114355"/>
                  </a:lnTo>
                  <a:lnTo>
                    <a:pt x="6967" y="119402"/>
                  </a:lnTo>
                  <a:lnTo>
                    <a:pt x="5535" y="124497"/>
                  </a:lnTo>
                  <a:lnTo>
                    <a:pt x="4265" y="129635"/>
                  </a:lnTo>
                  <a:lnTo>
                    <a:pt x="3159" y="134810"/>
                  </a:lnTo>
                  <a:lnTo>
                    <a:pt x="2217" y="140018"/>
                  </a:lnTo>
                  <a:lnTo>
                    <a:pt x="1440" y="145253"/>
                  </a:lnTo>
                  <a:lnTo>
                    <a:pt x="830" y="150509"/>
                  </a:lnTo>
                  <a:lnTo>
                    <a:pt x="386" y="155783"/>
                  </a:lnTo>
                  <a:lnTo>
                    <a:pt x="109" y="161068"/>
                  </a:lnTo>
                  <a:lnTo>
                    <a:pt x="0" y="166359"/>
                  </a:lnTo>
                  <a:lnTo>
                    <a:pt x="58" y="171651"/>
                  </a:lnTo>
                  <a:lnTo>
                    <a:pt x="283" y="176938"/>
                  </a:lnTo>
                  <a:lnTo>
                    <a:pt x="676" y="182216"/>
                  </a:lnTo>
                  <a:lnTo>
                    <a:pt x="1236" y="187478"/>
                  </a:lnTo>
                  <a:lnTo>
                    <a:pt x="1962" y="192720"/>
                  </a:lnTo>
                  <a:lnTo>
                    <a:pt x="2854" y="197937"/>
                  </a:lnTo>
                  <a:lnTo>
                    <a:pt x="3910" y="203122"/>
                  </a:lnTo>
                  <a:lnTo>
                    <a:pt x="5130" y="208272"/>
                  </a:lnTo>
                  <a:lnTo>
                    <a:pt x="6512" y="213381"/>
                  </a:lnTo>
                  <a:lnTo>
                    <a:pt x="8056" y="218443"/>
                  </a:lnTo>
                  <a:lnTo>
                    <a:pt x="9759" y="223453"/>
                  </a:lnTo>
                  <a:lnTo>
                    <a:pt x="11619" y="228408"/>
                  </a:lnTo>
                  <a:lnTo>
                    <a:pt x="13636" y="233301"/>
                  </a:lnTo>
                  <a:lnTo>
                    <a:pt x="15806" y="238127"/>
                  </a:lnTo>
                  <a:lnTo>
                    <a:pt x="18128" y="242883"/>
                  </a:lnTo>
                  <a:lnTo>
                    <a:pt x="20599" y="247563"/>
                  </a:lnTo>
                  <a:lnTo>
                    <a:pt x="23218" y="252162"/>
                  </a:lnTo>
                  <a:lnTo>
                    <a:pt x="25980" y="256676"/>
                  </a:lnTo>
                  <a:lnTo>
                    <a:pt x="28884" y="261100"/>
                  </a:lnTo>
                  <a:lnTo>
                    <a:pt x="31927" y="265430"/>
                  </a:lnTo>
                  <a:lnTo>
                    <a:pt x="35105" y="269661"/>
                  </a:lnTo>
                  <a:lnTo>
                    <a:pt x="38416" y="273790"/>
                  </a:lnTo>
                  <a:lnTo>
                    <a:pt x="41855" y="277812"/>
                  </a:lnTo>
                  <a:lnTo>
                    <a:pt x="45420" y="281723"/>
                  </a:lnTo>
                  <a:lnTo>
                    <a:pt x="49107" y="285520"/>
                  </a:lnTo>
                  <a:lnTo>
                    <a:pt x="52913" y="289197"/>
                  </a:lnTo>
                  <a:lnTo>
                    <a:pt x="56833" y="292753"/>
                  </a:lnTo>
                  <a:lnTo>
                    <a:pt x="60863" y="296182"/>
                  </a:lnTo>
                  <a:lnTo>
                    <a:pt x="65001" y="299482"/>
                  </a:lnTo>
                  <a:lnTo>
                    <a:pt x="69240" y="302650"/>
                  </a:lnTo>
                  <a:lnTo>
                    <a:pt x="73578" y="305682"/>
                  </a:lnTo>
                  <a:lnTo>
                    <a:pt x="78009" y="308575"/>
                  </a:lnTo>
                  <a:lnTo>
                    <a:pt x="82530" y="311326"/>
                  </a:lnTo>
                  <a:lnTo>
                    <a:pt x="87136" y="313933"/>
                  </a:lnTo>
                  <a:lnTo>
                    <a:pt x="91821" y="316393"/>
                  </a:lnTo>
                  <a:lnTo>
                    <a:pt x="96583" y="318703"/>
                  </a:lnTo>
                  <a:lnTo>
                    <a:pt x="101415" y="320861"/>
                  </a:lnTo>
                  <a:lnTo>
                    <a:pt x="106313" y="322865"/>
                  </a:lnTo>
                  <a:lnTo>
                    <a:pt x="111272" y="324713"/>
                  </a:lnTo>
                  <a:lnTo>
                    <a:pt x="116287" y="326404"/>
                  </a:lnTo>
                  <a:lnTo>
                    <a:pt x="121353" y="327934"/>
                  </a:lnTo>
                  <a:lnTo>
                    <a:pt x="126465" y="329304"/>
                  </a:lnTo>
                  <a:lnTo>
                    <a:pt x="131617" y="330511"/>
                  </a:lnTo>
                  <a:lnTo>
                    <a:pt x="136805" y="331554"/>
                  </a:lnTo>
                  <a:lnTo>
                    <a:pt x="142024" y="332433"/>
                  </a:lnTo>
                  <a:lnTo>
                    <a:pt x="147268" y="333146"/>
                  </a:lnTo>
                  <a:lnTo>
                    <a:pt x="152532" y="333693"/>
                  </a:lnTo>
                  <a:lnTo>
                    <a:pt x="157811" y="334072"/>
                  </a:lnTo>
                  <a:lnTo>
                    <a:pt x="163098" y="334285"/>
                  </a:lnTo>
                  <a:lnTo>
                    <a:pt x="168390" y="334330"/>
                  </a:lnTo>
                  <a:lnTo>
                    <a:pt x="173681" y="334207"/>
                  </a:lnTo>
                  <a:lnTo>
                    <a:pt x="178965" y="333917"/>
                  </a:lnTo>
                  <a:lnTo>
                    <a:pt x="184238" y="333460"/>
                  </a:lnTo>
                  <a:lnTo>
                    <a:pt x="189493" y="332837"/>
                  </a:lnTo>
                  <a:lnTo>
                    <a:pt x="194726" y="332047"/>
                  </a:lnTo>
                  <a:lnTo>
                    <a:pt x="199931" y="331092"/>
                  </a:lnTo>
                  <a:lnTo>
                    <a:pt x="205104" y="329972"/>
                  </a:lnTo>
                  <a:lnTo>
                    <a:pt x="210238" y="328690"/>
                  </a:lnTo>
                  <a:lnTo>
                    <a:pt x="215329" y="327246"/>
                  </a:lnTo>
                  <a:lnTo>
                    <a:pt x="220372" y="325641"/>
                  </a:lnTo>
                  <a:lnTo>
                    <a:pt x="225362" y="323877"/>
                  </a:lnTo>
                  <a:lnTo>
                    <a:pt x="230293" y="321956"/>
                  </a:lnTo>
                  <a:lnTo>
                    <a:pt x="235161" y="319881"/>
                  </a:lnTo>
                  <a:lnTo>
                    <a:pt x="239961" y="317652"/>
                  </a:lnTo>
                  <a:lnTo>
                    <a:pt x="244688" y="315272"/>
                  </a:lnTo>
                  <a:lnTo>
                    <a:pt x="249337" y="312744"/>
                  </a:lnTo>
                  <a:lnTo>
                    <a:pt x="253904" y="310070"/>
                  </a:lnTo>
                  <a:lnTo>
                    <a:pt x="258384" y="307253"/>
                  </a:lnTo>
                  <a:lnTo>
                    <a:pt x="262773" y="304295"/>
                  </a:lnTo>
                  <a:lnTo>
                    <a:pt x="267066" y="301200"/>
                  </a:lnTo>
                  <a:lnTo>
                    <a:pt x="271258" y="297970"/>
                  </a:lnTo>
                  <a:lnTo>
                    <a:pt x="275347" y="294610"/>
                  </a:lnTo>
                  <a:lnTo>
                    <a:pt x="279326" y="291122"/>
                  </a:lnTo>
                  <a:lnTo>
                    <a:pt x="283194" y="287509"/>
                  </a:lnTo>
                  <a:lnTo>
                    <a:pt x="286945" y="283776"/>
                  </a:lnTo>
                  <a:lnTo>
                    <a:pt x="290576" y="279926"/>
                  </a:lnTo>
                  <a:lnTo>
                    <a:pt x="294084" y="275963"/>
                  </a:lnTo>
                  <a:lnTo>
                    <a:pt x="297464" y="271891"/>
                  </a:lnTo>
                  <a:lnTo>
                    <a:pt x="300713" y="267714"/>
                  </a:lnTo>
                  <a:lnTo>
                    <a:pt x="303829" y="263437"/>
                  </a:lnTo>
                  <a:lnTo>
                    <a:pt x="306808" y="259062"/>
                  </a:lnTo>
                  <a:lnTo>
                    <a:pt x="309647" y="254596"/>
                  </a:lnTo>
                  <a:lnTo>
                    <a:pt x="312343" y="250042"/>
                  </a:lnTo>
                  <a:lnTo>
                    <a:pt x="314894" y="245405"/>
                  </a:lnTo>
                  <a:lnTo>
                    <a:pt x="317296" y="240690"/>
                  </a:lnTo>
                  <a:lnTo>
                    <a:pt x="319548" y="235901"/>
                  </a:lnTo>
                  <a:lnTo>
                    <a:pt x="321647" y="231043"/>
                  </a:lnTo>
                  <a:lnTo>
                    <a:pt x="323592" y="226121"/>
                  </a:lnTo>
                  <a:lnTo>
                    <a:pt x="325380" y="221140"/>
                  </a:lnTo>
                  <a:lnTo>
                    <a:pt x="327009" y="216105"/>
                  </a:lnTo>
                  <a:lnTo>
                    <a:pt x="328478" y="211020"/>
                  </a:lnTo>
                  <a:lnTo>
                    <a:pt x="329785" y="205892"/>
                  </a:lnTo>
                  <a:lnTo>
                    <a:pt x="330929" y="200725"/>
                  </a:lnTo>
                  <a:lnTo>
                    <a:pt x="331910" y="195525"/>
                  </a:lnTo>
                  <a:lnTo>
                    <a:pt x="332725" y="190296"/>
                  </a:lnTo>
                  <a:lnTo>
                    <a:pt x="333374" y="185043"/>
                  </a:lnTo>
                  <a:lnTo>
                    <a:pt x="333856" y="179773"/>
                  </a:lnTo>
                  <a:lnTo>
                    <a:pt x="334172" y="174490"/>
                  </a:lnTo>
                  <a:lnTo>
                    <a:pt x="334320" y="169200"/>
                  </a:lnTo>
                  <a:lnTo>
                    <a:pt x="334301" y="163908"/>
                  </a:lnTo>
                  <a:lnTo>
                    <a:pt x="334114" y="158619"/>
                  </a:lnTo>
                  <a:lnTo>
                    <a:pt x="333760" y="153339"/>
                  </a:lnTo>
                  <a:lnTo>
                    <a:pt x="333238" y="148073"/>
                  </a:lnTo>
                  <a:lnTo>
                    <a:pt x="332551" y="142825"/>
                  </a:lnTo>
                  <a:lnTo>
                    <a:pt x="331697" y="137602"/>
                  </a:lnTo>
                  <a:lnTo>
                    <a:pt x="330679" y="132409"/>
                  </a:lnTo>
                  <a:lnTo>
                    <a:pt x="329497" y="127251"/>
                  </a:lnTo>
                  <a:lnTo>
                    <a:pt x="328152" y="122132"/>
                  </a:lnTo>
                  <a:lnTo>
                    <a:pt x="326646" y="117059"/>
                  </a:lnTo>
                  <a:lnTo>
                    <a:pt x="324980" y="112036"/>
                  </a:lnTo>
                  <a:lnTo>
                    <a:pt x="323156" y="107068"/>
                  </a:lnTo>
                  <a:lnTo>
                    <a:pt x="321175" y="102160"/>
                  </a:lnTo>
                  <a:lnTo>
                    <a:pt x="319040" y="97318"/>
                  </a:lnTo>
                  <a:lnTo>
                    <a:pt x="316753" y="92546"/>
                  </a:lnTo>
                  <a:lnTo>
                    <a:pt x="314316" y="87848"/>
                  </a:lnTo>
                  <a:lnTo>
                    <a:pt x="311732" y="83230"/>
                  </a:lnTo>
                  <a:lnTo>
                    <a:pt x="309002" y="78696"/>
                  </a:lnTo>
                  <a:lnTo>
                    <a:pt x="306131" y="74250"/>
                  </a:lnTo>
                  <a:lnTo>
                    <a:pt x="303120" y="69898"/>
                  </a:lnTo>
                  <a:lnTo>
                    <a:pt x="299973" y="65643"/>
                  </a:lnTo>
                  <a:lnTo>
                    <a:pt x="296693" y="61490"/>
                  </a:lnTo>
                  <a:lnTo>
                    <a:pt x="293283" y="57443"/>
                  </a:lnTo>
                  <a:lnTo>
                    <a:pt x="289746" y="53506"/>
                  </a:lnTo>
                  <a:lnTo>
                    <a:pt x="286087" y="49683"/>
                  </a:lnTo>
                  <a:lnTo>
                    <a:pt x="282309" y="45977"/>
                  </a:lnTo>
                  <a:lnTo>
                    <a:pt x="278415" y="42393"/>
                  </a:lnTo>
                  <a:lnTo>
                    <a:pt x="274409" y="38934"/>
                  </a:lnTo>
                  <a:lnTo>
                    <a:pt x="270297" y="35604"/>
                  </a:lnTo>
                  <a:lnTo>
                    <a:pt x="266080" y="32405"/>
                  </a:lnTo>
                  <a:lnTo>
                    <a:pt x="261765" y="29342"/>
                  </a:lnTo>
                  <a:lnTo>
                    <a:pt x="257355" y="26416"/>
                  </a:lnTo>
                  <a:lnTo>
                    <a:pt x="252855" y="23632"/>
                  </a:lnTo>
                  <a:lnTo>
                    <a:pt x="248268" y="20992"/>
                  </a:lnTo>
                  <a:lnTo>
                    <a:pt x="243600" y="18498"/>
                  </a:lnTo>
                  <a:lnTo>
                    <a:pt x="238856" y="16153"/>
                  </a:lnTo>
                  <a:lnTo>
                    <a:pt x="234040" y="13959"/>
                  </a:lnTo>
                  <a:lnTo>
                    <a:pt x="229157" y="11919"/>
                  </a:lnTo>
                  <a:lnTo>
                    <a:pt x="224212" y="10034"/>
                  </a:lnTo>
                  <a:lnTo>
                    <a:pt x="219209" y="8307"/>
                  </a:lnTo>
                  <a:lnTo>
                    <a:pt x="214155" y="6740"/>
                  </a:lnTo>
                  <a:lnTo>
                    <a:pt x="209053" y="5333"/>
                  </a:lnTo>
                  <a:lnTo>
                    <a:pt x="203909" y="4088"/>
                  </a:lnTo>
                  <a:lnTo>
                    <a:pt x="198729" y="3006"/>
                  </a:lnTo>
                  <a:lnTo>
                    <a:pt x="193517" y="2090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2274" y="5399291"/>
              <a:ext cx="5005" cy="167167"/>
            </a:xfrm>
            <a:custGeom>
              <a:avLst/>
              <a:pathLst>
                <a:path w="5005" h="167167">
                  <a:moveTo>
                    <a:pt x="5005" y="0"/>
                  </a:moveTo>
                  <a:lnTo>
                    <a:pt x="0" y="74"/>
                  </a:lnTo>
                  <a:lnTo>
                    <a:pt x="500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274" y="5399366"/>
              <a:ext cx="5005" cy="167092"/>
            </a:xfrm>
            <a:custGeom>
              <a:avLst/>
              <a:pathLst>
                <a:path w="5005" h="167092">
                  <a:moveTo>
                    <a:pt x="0" y="0"/>
                  </a:moveTo>
                  <a:lnTo>
                    <a:pt x="5005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274" y="5399366"/>
              <a:ext cx="5005" cy="167092"/>
            </a:xfrm>
            <a:custGeom>
              <a:avLst/>
              <a:pathLst>
                <a:path w="5005" h="167092">
                  <a:moveTo>
                    <a:pt x="0" y="0"/>
                  </a:moveTo>
                  <a:lnTo>
                    <a:pt x="5005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274" y="5399366"/>
              <a:ext cx="5005" cy="167092"/>
            </a:xfrm>
            <a:custGeom>
              <a:avLst/>
              <a:pathLst>
                <a:path w="5005" h="167092">
                  <a:moveTo>
                    <a:pt x="0" y="0"/>
                  </a:moveTo>
                  <a:lnTo>
                    <a:pt x="5005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274" y="5399366"/>
              <a:ext cx="5005" cy="167092"/>
            </a:xfrm>
            <a:custGeom>
              <a:avLst/>
              <a:pathLst>
                <a:path w="5005" h="167092">
                  <a:moveTo>
                    <a:pt x="0" y="0"/>
                  </a:moveTo>
                  <a:lnTo>
                    <a:pt x="5005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274" y="5399366"/>
              <a:ext cx="5005" cy="167092"/>
            </a:xfrm>
            <a:custGeom>
              <a:avLst/>
              <a:pathLst>
                <a:path w="5005" h="167092">
                  <a:moveTo>
                    <a:pt x="0" y="0"/>
                  </a:moveTo>
                  <a:lnTo>
                    <a:pt x="5005" y="167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274" y="5399366"/>
              <a:ext cx="5005" cy="167092"/>
            </a:xfrm>
            <a:custGeom>
              <a:avLst/>
              <a:pathLst>
                <a:path w="5005" h="167092">
                  <a:moveTo>
                    <a:pt x="0" y="0"/>
                  </a:moveTo>
                  <a:lnTo>
                    <a:pt x="5005" y="167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0126" y="5399366"/>
              <a:ext cx="334312" cy="334258"/>
            </a:xfrm>
            <a:custGeom>
              <a:avLst/>
              <a:pathLst>
                <a:path w="334312" h="334258">
                  <a:moveTo>
                    <a:pt x="162147" y="0"/>
                  </a:moveTo>
                  <a:lnTo>
                    <a:pt x="156853" y="242"/>
                  </a:lnTo>
                  <a:lnTo>
                    <a:pt x="151569" y="653"/>
                  </a:lnTo>
                  <a:lnTo>
                    <a:pt x="146300" y="1230"/>
                  </a:lnTo>
                  <a:lnTo>
                    <a:pt x="141052" y="1975"/>
                  </a:lnTo>
                  <a:lnTo>
                    <a:pt x="135831" y="2885"/>
                  </a:lnTo>
                  <a:lnTo>
                    <a:pt x="130641" y="3961"/>
                  </a:lnTo>
                  <a:lnTo>
                    <a:pt x="125488" y="5200"/>
                  </a:lnTo>
                  <a:lnTo>
                    <a:pt x="120377" y="6602"/>
                  </a:lnTo>
                  <a:lnTo>
                    <a:pt x="115313" y="8166"/>
                  </a:lnTo>
                  <a:lnTo>
                    <a:pt x="110300" y="9889"/>
                  </a:lnTo>
                  <a:lnTo>
                    <a:pt x="105345" y="11771"/>
                  </a:lnTo>
                  <a:lnTo>
                    <a:pt x="100453" y="13808"/>
                  </a:lnTo>
                  <a:lnTo>
                    <a:pt x="95627" y="16000"/>
                  </a:lnTo>
                  <a:lnTo>
                    <a:pt x="90873" y="18343"/>
                  </a:lnTo>
                  <a:lnTo>
                    <a:pt x="86196" y="20836"/>
                  </a:lnTo>
                  <a:lnTo>
                    <a:pt x="81600" y="23476"/>
                  </a:lnTo>
                  <a:lnTo>
                    <a:pt x="77090" y="26260"/>
                  </a:lnTo>
                  <a:lnTo>
                    <a:pt x="72671" y="29186"/>
                  </a:lnTo>
                  <a:lnTo>
                    <a:pt x="68346" y="32251"/>
                  </a:lnTo>
                  <a:lnTo>
                    <a:pt x="64121" y="35451"/>
                  </a:lnTo>
                  <a:lnTo>
                    <a:pt x="60000" y="38783"/>
                  </a:lnTo>
                  <a:lnTo>
                    <a:pt x="55986" y="42245"/>
                  </a:lnTo>
                  <a:lnTo>
                    <a:pt x="52084" y="45832"/>
                  </a:lnTo>
                  <a:lnTo>
                    <a:pt x="48298" y="49541"/>
                  </a:lnTo>
                  <a:lnTo>
                    <a:pt x="44631" y="53367"/>
                  </a:lnTo>
                  <a:lnTo>
                    <a:pt x="41087" y="57309"/>
                  </a:lnTo>
                  <a:lnTo>
                    <a:pt x="37670" y="61360"/>
                  </a:lnTo>
                  <a:lnTo>
                    <a:pt x="34384" y="65518"/>
                  </a:lnTo>
                  <a:lnTo>
                    <a:pt x="31230" y="69778"/>
                  </a:lnTo>
                  <a:lnTo>
                    <a:pt x="28214" y="74136"/>
                  </a:lnTo>
                  <a:lnTo>
                    <a:pt x="25337" y="78588"/>
                  </a:lnTo>
                  <a:lnTo>
                    <a:pt x="22602" y="83128"/>
                  </a:lnTo>
                  <a:lnTo>
                    <a:pt x="20013" y="87753"/>
                  </a:lnTo>
                  <a:lnTo>
                    <a:pt x="17572" y="92457"/>
                  </a:lnTo>
                  <a:lnTo>
                    <a:pt x="15281" y="97236"/>
                  </a:lnTo>
                  <a:lnTo>
                    <a:pt x="13143" y="102086"/>
                  </a:lnTo>
                  <a:lnTo>
                    <a:pt x="11160" y="107001"/>
                  </a:lnTo>
                  <a:lnTo>
                    <a:pt x="9333" y="111977"/>
                  </a:lnTo>
                  <a:lnTo>
                    <a:pt x="7665" y="117008"/>
                  </a:lnTo>
                  <a:lnTo>
                    <a:pt x="6157" y="122089"/>
                  </a:lnTo>
                  <a:lnTo>
                    <a:pt x="4812" y="127215"/>
                  </a:lnTo>
                  <a:lnTo>
                    <a:pt x="3629" y="132382"/>
                  </a:lnTo>
                  <a:lnTo>
                    <a:pt x="2611" y="137583"/>
                  </a:lnTo>
                  <a:lnTo>
                    <a:pt x="1758" y="142814"/>
                  </a:lnTo>
                  <a:lnTo>
                    <a:pt x="1072" y="148070"/>
                  </a:lnTo>
                  <a:lnTo>
                    <a:pt x="552" y="153344"/>
                  </a:lnTo>
                  <a:lnTo>
                    <a:pt x="200" y="158633"/>
                  </a:lnTo>
                  <a:lnTo>
                    <a:pt x="16" y="163930"/>
                  </a:lnTo>
                  <a:lnTo>
                    <a:pt x="0" y="169230"/>
                  </a:lnTo>
                  <a:lnTo>
                    <a:pt x="151" y="174528"/>
                  </a:lnTo>
                  <a:lnTo>
                    <a:pt x="471" y="179818"/>
                  </a:lnTo>
                  <a:lnTo>
                    <a:pt x="958" y="185096"/>
                  </a:lnTo>
                  <a:lnTo>
                    <a:pt x="1612" y="190355"/>
                  </a:lnTo>
                  <a:lnTo>
                    <a:pt x="2433" y="195592"/>
                  </a:lnTo>
                  <a:lnTo>
                    <a:pt x="3419" y="200799"/>
                  </a:lnTo>
                  <a:lnTo>
                    <a:pt x="4570" y="205973"/>
                  </a:lnTo>
                  <a:lnTo>
                    <a:pt x="5885" y="211107"/>
                  </a:lnTo>
                  <a:lnTo>
                    <a:pt x="7361" y="216198"/>
                  </a:lnTo>
                  <a:lnTo>
                    <a:pt x="8998" y="221239"/>
                  </a:lnTo>
                  <a:lnTo>
                    <a:pt x="10794" y="226225"/>
                  </a:lnTo>
                  <a:lnTo>
                    <a:pt x="12747" y="231152"/>
                  </a:lnTo>
                  <a:lnTo>
                    <a:pt x="14856" y="236015"/>
                  </a:lnTo>
                  <a:lnTo>
                    <a:pt x="17117" y="240808"/>
                  </a:lnTo>
                  <a:lnTo>
                    <a:pt x="19529" y="245528"/>
                  </a:lnTo>
                  <a:lnTo>
                    <a:pt x="22090" y="250168"/>
                  </a:lnTo>
                  <a:lnTo>
                    <a:pt x="24797" y="254725"/>
                  </a:lnTo>
                  <a:lnTo>
                    <a:pt x="27646" y="259194"/>
                  </a:lnTo>
                  <a:lnTo>
                    <a:pt x="30636" y="263570"/>
                  </a:lnTo>
                  <a:lnTo>
                    <a:pt x="33763" y="267850"/>
                  </a:lnTo>
                  <a:lnTo>
                    <a:pt x="37025" y="272028"/>
                  </a:lnTo>
                  <a:lnTo>
                    <a:pt x="40417" y="276100"/>
                  </a:lnTo>
                  <a:lnTo>
                    <a:pt x="43936" y="280063"/>
                  </a:lnTo>
                  <a:lnTo>
                    <a:pt x="47579" y="283913"/>
                  </a:lnTo>
                  <a:lnTo>
                    <a:pt x="51343" y="287644"/>
                  </a:lnTo>
                  <a:lnTo>
                    <a:pt x="55223" y="291255"/>
                  </a:lnTo>
                  <a:lnTo>
                    <a:pt x="59215" y="294741"/>
                  </a:lnTo>
                  <a:lnTo>
                    <a:pt x="63316" y="298099"/>
                  </a:lnTo>
                  <a:lnTo>
                    <a:pt x="67521" y="301325"/>
                  </a:lnTo>
                  <a:lnTo>
                    <a:pt x="71827" y="304416"/>
                  </a:lnTo>
                  <a:lnTo>
                    <a:pt x="76228" y="307369"/>
                  </a:lnTo>
                  <a:lnTo>
                    <a:pt x="80721" y="310181"/>
                  </a:lnTo>
                  <a:lnTo>
                    <a:pt x="85300" y="312849"/>
                  </a:lnTo>
                  <a:lnTo>
                    <a:pt x="89962" y="315370"/>
                  </a:lnTo>
                  <a:lnTo>
                    <a:pt x="94702" y="317743"/>
                  </a:lnTo>
                  <a:lnTo>
                    <a:pt x="99514" y="319964"/>
                  </a:lnTo>
                  <a:lnTo>
                    <a:pt x="104394" y="322032"/>
                  </a:lnTo>
                  <a:lnTo>
                    <a:pt x="109338" y="323943"/>
                  </a:lnTo>
                  <a:lnTo>
                    <a:pt x="114339" y="325697"/>
                  </a:lnTo>
                  <a:lnTo>
                    <a:pt x="119394" y="327292"/>
                  </a:lnTo>
                  <a:lnTo>
                    <a:pt x="124496" y="328725"/>
                  </a:lnTo>
                  <a:lnTo>
                    <a:pt x="129642" y="329996"/>
                  </a:lnTo>
                  <a:lnTo>
                    <a:pt x="134825" y="331104"/>
                  </a:lnTo>
                  <a:lnTo>
                    <a:pt x="140041" y="332046"/>
                  </a:lnTo>
                  <a:lnTo>
                    <a:pt x="145284" y="332823"/>
                  </a:lnTo>
                  <a:lnTo>
                    <a:pt x="150548" y="333433"/>
                  </a:lnTo>
                  <a:lnTo>
                    <a:pt x="155830" y="333875"/>
                  </a:lnTo>
                  <a:lnTo>
                    <a:pt x="161123" y="334151"/>
                  </a:lnTo>
                  <a:lnTo>
                    <a:pt x="166422" y="334258"/>
                  </a:lnTo>
                  <a:lnTo>
                    <a:pt x="171722" y="334197"/>
                  </a:lnTo>
                  <a:lnTo>
                    <a:pt x="177017" y="333968"/>
                  </a:lnTo>
                  <a:lnTo>
                    <a:pt x="182302" y="333572"/>
                  </a:lnTo>
                  <a:lnTo>
                    <a:pt x="187572" y="333008"/>
                  </a:lnTo>
                  <a:lnTo>
                    <a:pt x="192822" y="332277"/>
                  </a:lnTo>
                  <a:lnTo>
                    <a:pt x="198046" y="331380"/>
                  </a:lnTo>
                  <a:lnTo>
                    <a:pt x="203238" y="330318"/>
                  </a:lnTo>
                  <a:lnTo>
                    <a:pt x="208395" y="329092"/>
                  </a:lnTo>
                  <a:lnTo>
                    <a:pt x="213509" y="327703"/>
                  </a:lnTo>
                  <a:lnTo>
                    <a:pt x="218578" y="326153"/>
                  </a:lnTo>
                  <a:lnTo>
                    <a:pt x="223594" y="324443"/>
                  </a:lnTo>
                  <a:lnTo>
                    <a:pt x="228554" y="322575"/>
                  </a:lnTo>
                  <a:lnTo>
                    <a:pt x="233453" y="320550"/>
                  </a:lnTo>
                  <a:lnTo>
                    <a:pt x="238284" y="318371"/>
                  </a:lnTo>
                  <a:lnTo>
                    <a:pt x="243044" y="316040"/>
                  </a:lnTo>
                  <a:lnTo>
                    <a:pt x="247728" y="313559"/>
                  </a:lnTo>
                  <a:lnTo>
                    <a:pt x="252331" y="310931"/>
                  </a:lnTo>
                  <a:lnTo>
                    <a:pt x="256848" y="308159"/>
                  </a:lnTo>
                  <a:lnTo>
                    <a:pt x="261275" y="305245"/>
                  </a:lnTo>
                  <a:lnTo>
                    <a:pt x="265607" y="302191"/>
                  </a:lnTo>
                  <a:lnTo>
                    <a:pt x="269840" y="299002"/>
                  </a:lnTo>
                  <a:lnTo>
                    <a:pt x="273970" y="295681"/>
                  </a:lnTo>
                  <a:lnTo>
                    <a:pt x="277993" y="292230"/>
                  </a:lnTo>
                  <a:lnTo>
                    <a:pt x="281905" y="288653"/>
                  </a:lnTo>
                  <a:lnTo>
                    <a:pt x="285701" y="284954"/>
                  </a:lnTo>
                  <a:lnTo>
                    <a:pt x="289377" y="281137"/>
                  </a:lnTo>
                  <a:lnTo>
                    <a:pt x="292931" y="277205"/>
                  </a:lnTo>
                  <a:lnTo>
                    <a:pt x="296359" y="273162"/>
                  </a:lnTo>
                  <a:lnTo>
                    <a:pt x="299657" y="269013"/>
                  </a:lnTo>
                  <a:lnTo>
                    <a:pt x="302821" y="264761"/>
                  </a:lnTo>
                  <a:lnTo>
                    <a:pt x="305849" y="260411"/>
                  </a:lnTo>
                  <a:lnTo>
                    <a:pt x="308738" y="255967"/>
                  </a:lnTo>
                  <a:lnTo>
                    <a:pt x="311484" y="251434"/>
                  </a:lnTo>
                  <a:lnTo>
                    <a:pt x="314085" y="246816"/>
                  </a:lnTo>
                  <a:lnTo>
                    <a:pt x="316539" y="242118"/>
                  </a:lnTo>
                  <a:lnTo>
                    <a:pt x="318842" y="237345"/>
                  </a:lnTo>
                  <a:lnTo>
                    <a:pt x="320993" y="232501"/>
                  </a:lnTo>
                  <a:lnTo>
                    <a:pt x="322989" y="227591"/>
                  </a:lnTo>
                  <a:lnTo>
                    <a:pt x="324829" y="222620"/>
                  </a:lnTo>
                  <a:lnTo>
                    <a:pt x="326510" y="217594"/>
                  </a:lnTo>
                  <a:lnTo>
                    <a:pt x="328031" y="212517"/>
                  </a:lnTo>
                  <a:lnTo>
                    <a:pt x="329390" y="207394"/>
                  </a:lnTo>
                  <a:lnTo>
                    <a:pt x="330586" y="202230"/>
                  </a:lnTo>
                  <a:lnTo>
                    <a:pt x="331618" y="197031"/>
                  </a:lnTo>
                  <a:lnTo>
                    <a:pt x="332484" y="191803"/>
                  </a:lnTo>
                  <a:lnTo>
                    <a:pt x="333185" y="186549"/>
                  </a:lnTo>
                  <a:lnTo>
                    <a:pt x="333718" y="181276"/>
                  </a:lnTo>
                  <a:lnTo>
                    <a:pt x="334084" y="175988"/>
                  </a:lnTo>
                  <a:lnTo>
                    <a:pt x="334282" y="170692"/>
                  </a:lnTo>
                  <a:lnTo>
                    <a:pt x="334312" y="165392"/>
                  </a:lnTo>
                  <a:lnTo>
                    <a:pt x="334174" y="160094"/>
                  </a:lnTo>
                  <a:lnTo>
                    <a:pt x="333868" y="154802"/>
                  </a:lnTo>
                  <a:lnTo>
                    <a:pt x="333395" y="149523"/>
                  </a:lnTo>
                  <a:lnTo>
                    <a:pt x="332754" y="144262"/>
                  </a:lnTo>
                  <a:lnTo>
                    <a:pt x="331947" y="139024"/>
                  </a:lnTo>
                  <a:lnTo>
                    <a:pt x="330975" y="133814"/>
                  </a:lnTo>
                  <a:lnTo>
                    <a:pt x="329838" y="128637"/>
                  </a:lnTo>
                  <a:lnTo>
                    <a:pt x="328537" y="123499"/>
                  </a:lnTo>
                  <a:lnTo>
                    <a:pt x="327074" y="118405"/>
                  </a:lnTo>
                  <a:lnTo>
                    <a:pt x="325450" y="113359"/>
                  </a:lnTo>
                  <a:lnTo>
                    <a:pt x="323667" y="108368"/>
                  </a:lnTo>
                  <a:lnTo>
                    <a:pt x="321726" y="103436"/>
                  </a:lnTo>
                  <a:lnTo>
                    <a:pt x="319631" y="98568"/>
                  </a:lnTo>
                  <a:lnTo>
                    <a:pt x="317382" y="93768"/>
                  </a:lnTo>
                  <a:lnTo>
                    <a:pt x="314982" y="89043"/>
                  </a:lnTo>
                  <a:lnTo>
                    <a:pt x="312433" y="84396"/>
                  </a:lnTo>
                  <a:lnTo>
                    <a:pt x="309739" y="79832"/>
                  </a:lnTo>
                  <a:lnTo>
                    <a:pt x="306901" y="75355"/>
                  </a:lnTo>
                  <a:lnTo>
                    <a:pt x="303922" y="70971"/>
                  </a:lnTo>
                  <a:lnTo>
                    <a:pt x="300806" y="66684"/>
                  </a:lnTo>
                  <a:lnTo>
                    <a:pt x="297556" y="62497"/>
                  </a:lnTo>
                  <a:lnTo>
                    <a:pt x="294175" y="58416"/>
                  </a:lnTo>
                  <a:lnTo>
                    <a:pt x="290666" y="54444"/>
                  </a:lnTo>
                  <a:lnTo>
                    <a:pt x="287033" y="50585"/>
                  </a:lnTo>
                  <a:lnTo>
                    <a:pt x="283279" y="46843"/>
                  </a:lnTo>
                  <a:lnTo>
                    <a:pt x="279408" y="43222"/>
                  </a:lnTo>
                  <a:lnTo>
                    <a:pt x="275425" y="39726"/>
                  </a:lnTo>
                  <a:lnTo>
                    <a:pt x="271333" y="36357"/>
                  </a:lnTo>
                  <a:lnTo>
                    <a:pt x="267136" y="33120"/>
                  </a:lnTo>
                  <a:lnTo>
                    <a:pt x="262839" y="30018"/>
                  </a:lnTo>
                  <a:lnTo>
                    <a:pt x="258445" y="27054"/>
                  </a:lnTo>
                  <a:lnTo>
                    <a:pt x="253960" y="24230"/>
                  </a:lnTo>
                  <a:lnTo>
                    <a:pt x="249387" y="21550"/>
                  </a:lnTo>
                  <a:lnTo>
                    <a:pt x="244732" y="19016"/>
                  </a:lnTo>
                  <a:lnTo>
                    <a:pt x="239999" y="16631"/>
                  </a:lnTo>
                  <a:lnTo>
                    <a:pt x="235192" y="14397"/>
                  </a:lnTo>
                  <a:lnTo>
                    <a:pt x="230318" y="12317"/>
                  </a:lnTo>
                  <a:lnTo>
                    <a:pt x="225379" y="10393"/>
                  </a:lnTo>
                  <a:lnTo>
                    <a:pt x="220382" y="8626"/>
                  </a:lnTo>
                  <a:lnTo>
                    <a:pt x="215332" y="7018"/>
                  </a:lnTo>
                  <a:lnTo>
                    <a:pt x="210233" y="5571"/>
                  </a:lnTo>
                  <a:lnTo>
                    <a:pt x="205091" y="4286"/>
                  </a:lnTo>
                  <a:lnTo>
                    <a:pt x="199911" y="3165"/>
                  </a:lnTo>
                  <a:lnTo>
                    <a:pt x="167153" y="167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7280" y="5399291"/>
              <a:ext cx="32757" cy="167167"/>
            </a:xfrm>
            <a:custGeom>
              <a:avLst/>
              <a:pathLst>
                <a:path w="32757" h="167167">
                  <a:moveTo>
                    <a:pt x="32757" y="3240"/>
                  </a:moveTo>
                  <a:lnTo>
                    <a:pt x="26267" y="2076"/>
                  </a:lnTo>
                  <a:lnTo>
                    <a:pt x="19736" y="1169"/>
                  </a:lnTo>
                  <a:lnTo>
                    <a:pt x="13174" y="519"/>
                  </a:lnTo>
                  <a:lnTo>
                    <a:pt x="6592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161" y="5369149"/>
              <a:ext cx="43515" cy="167167"/>
            </a:xfrm>
            <a:custGeom>
              <a:avLst/>
              <a:pathLst>
                <a:path w="43515" h="167167">
                  <a:moveTo>
                    <a:pt x="43515" y="0"/>
                  </a:moveTo>
                  <a:lnTo>
                    <a:pt x="37227" y="118"/>
                  </a:lnTo>
                  <a:lnTo>
                    <a:pt x="30949" y="472"/>
                  </a:lnTo>
                  <a:lnTo>
                    <a:pt x="24688" y="1063"/>
                  </a:lnTo>
                  <a:lnTo>
                    <a:pt x="18454" y="1889"/>
                  </a:lnTo>
                  <a:lnTo>
                    <a:pt x="12255" y="2948"/>
                  </a:lnTo>
                  <a:lnTo>
                    <a:pt x="6101" y="4240"/>
                  </a:lnTo>
                  <a:lnTo>
                    <a:pt x="0" y="5763"/>
                  </a:lnTo>
                  <a:lnTo>
                    <a:pt x="435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161" y="5374912"/>
              <a:ext cx="43515" cy="161404"/>
            </a:xfrm>
            <a:custGeom>
              <a:avLst/>
              <a:pathLst>
                <a:path w="43515" h="161404">
                  <a:moveTo>
                    <a:pt x="0" y="0"/>
                  </a:moveTo>
                  <a:lnTo>
                    <a:pt x="43515" y="161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161" y="5374912"/>
              <a:ext cx="43515" cy="161404"/>
            </a:xfrm>
            <a:custGeom>
              <a:avLst/>
              <a:pathLst>
                <a:path w="43515" h="161404">
                  <a:moveTo>
                    <a:pt x="0" y="0"/>
                  </a:moveTo>
                  <a:lnTo>
                    <a:pt x="43515" y="161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92161" y="5374912"/>
              <a:ext cx="43515" cy="161404"/>
            </a:xfrm>
            <a:custGeom>
              <a:avLst/>
              <a:pathLst>
                <a:path w="43515" h="161404">
                  <a:moveTo>
                    <a:pt x="0" y="0"/>
                  </a:moveTo>
                  <a:lnTo>
                    <a:pt x="43515" y="1614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92161" y="5374912"/>
              <a:ext cx="43515" cy="161404"/>
            </a:xfrm>
            <a:custGeom>
              <a:avLst/>
              <a:pathLst>
                <a:path w="43515" h="161404">
                  <a:moveTo>
                    <a:pt x="0" y="0"/>
                  </a:moveTo>
                  <a:lnTo>
                    <a:pt x="43515" y="1614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92161" y="5374912"/>
              <a:ext cx="43515" cy="161404"/>
            </a:xfrm>
            <a:custGeom>
              <a:avLst/>
              <a:pathLst>
                <a:path w="43515" h="161404">
                  <a:moveTo>
                    <a:pt x="0" y="0"/>
                  </a:moveTo>
                  <a:lnTo>
                    <a:pt x="43515" y="1614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8518" y="5374912"/>
              <a:ext cx="167157" cy="317241"/>
            </a:xfrm>
            <a:custGeom>
              <a:avLst/>
              <a:pathLst>
                <a:path w="167157" h="317241">
                  <a:moveTo>
                    <a:pt x="123642" y="0"/>
                  </a:moveTo>
                  <a:lnTo>
                    <a:pt x="118476" y="1482"/>
                  </a:lnTo>
                  <a:lnTo>
                    <a:pt x="113360" y="3130"/>
                  </a:lnTo>
                  <a:lnTo>
                    <a:pt x="108299" y="4941"/>
                  </a:lnTo>
                  <a:lnTo>
                    <a:pt x="103300" y="6914"/>
                  </a:lnTo>
                  <a:lnTo>
                    <a:pt x="98366" y="9047"/>
                  </a:lnTo>
                  <a:lnTo>
                    <a:pt x="93504" y="11337"/>
                  </a:lnTo>
                  <a:lnTo>
                    <a:pt x="88718" y="13782"/>
                  </a:lnTo>
                  <a:lnTo>
                    <a:pt x="84012" y="16380"/>
                  </a:lnTo>
                  <a:lnTo>
                    <a:pt x="79393" y="19128"/>
                  </a:lnTo>
                  <a:lnTo>
                    <a:pt x="74865" y="22023"/>
                  </a:lnTo>
                  <a:lnTo>
                    <a:pt x="70432" y="25062"/>
                  </a:lnTo>
                  <a:lnTo>
                    <a:pt x="66098" y="28242"/>
                  </a:lnTo>
                  <a:lnTo>
                    <a:pt x="61870" y="31560"/>
                  </a:lnTo>
                  <a:lnTo>
                    <a:pt x="57750" y="35012"/>
                  </a:lnTo>
                  <a:lnTo>
                    <a:pt x="53743" y="38594"/>
                  </a:lnTo>
                  <a:lnTo>
                    <a:pt x="49854" y="42304"/>
                  </a:lnTo>
                  <a:lnTo>
                    <a:pt x="46086" y="46136"/>
                  </a:lnTo>
                  <a:lnTo>
                    <a:pt x="42443" y="50088"/>
                  </a:lnTo>
                  <a:lnTo>
                    <a:pt x="38929" y="54155"/>
                  </a:lnTo>
                  <a:lnTo>
                    <a:pt x="35547" y="58332"/>
                  </a:lnTo>
                  <a:lnTo>
                    <a:pt x="32301" y="62617"/>
                  </a:lnTo>
                  <a:lnTo>
                    <a:pt x="29195" y="67003"/>
                  </a:lnTo>
                  <a:lnTo>
                    <a:pt x="26232" y="71487"/>
                  </a:lnTo>
                  <a:lnTo>
                    <a:pt x="23414" y="76064"/>
                  </a:lnTo>
                  <a:lnTo>
                    <a:pt x="20745" y="80729"/>
                  </a:lnTo>
                  <a:lnTo>
                    <a:pt x="18227" y="85478"/>
                  </a:lnTo>
                  <a:lnTo>
                    <a:pt x="15863" y="90305"/>
                  </a:lnTo>
                  <a:lnTo>
                    <a:pt x="13656" y="95205"/>
                  </a:lnTo>
                  <a:lnTo>
                    <a:pt x="11607" y="100174"/>
                  </a:lnTo>
                  <a:lnTo>
                    <a:pt x="9719" y="105206"/>
                  </a:lnTo>
                  <a:lnTo>
                    <a:pt x="7994" y="110297"/>
                  </a:lnTo>
                  <a:lnTo>
                    <a:pt x="6433" y="115440"/>
                  </a:lnTo>
                  <a:lnTo>
                    <a:pt x="5038" y="120631"/>
                  </a:lnTo>
                  <a:lnTo>
                    <a:pt x="3811" y="125864"/>
                  </a:lnTo>
                  <a:lnTo>
                    <a:pt x="2753" y="131133"/>
                  </a:lnTo>
                  <a:lnTo>
                    <a:pt x="1865" y="136434"/>
                  </a:lnTo>
                  <a:lnTo>
                    <a:pt x="1148" y="141761"/>
                  </a:lnTo>
                  <a:lnTo>
                    <a:pt x="602" y="147108"/>
                  </a:lnTo>
                  <a:lnTo>
                    <a:pt x="229" y="152469"/>
                  </a:lnTo>
                  <a:lnTo>
                    <a:pt x="28" y="157841"/>
                  </a:lnTo>
                  <a:lnTo>
                    <a:pt x="0" y="163215"/>
                  </a:lnTo>
                  <a:lnTo>
                    <a:pt x="144" y="168588"/>
                  </a:lnTo>
                  <a:lnTo>
                    <a:pt x="461" y="173953"/>
                  </a:lnTo>
                  <a:lnTo>
                    <a:pt x="951" y="179306"/>
                  </a:lnTo>
                  <a:lnTo>
                    <a:pt x="1612" y="184640"/>
                  </a:lnTo>
                  <a:lnTo>
                    <a:pt x="2445" y="189950"/>
                  </a:lnTo>
                  <a:lnTo>
                    <a:pt x="3448" y="195230"/>
                  </a:lnTo>
                  <a:lnTo>
                    <a:pt x="4620" y="200475"/>
                  </a:lnTo>
                  <a:lnTo>
                    <a:pt x="5960" y="205681"/>
                  </a:lnTo>
                  <a:lnTo>
                    <a:pt x="7467" y="210840"/>
                  </a:lnTo>
                  <a:lnTo>
                    <a:pt x="9138" y="215948"/>
                  </a:lnTo>
                  <a:lnTo>
                    <a:pt x="10974" y="221000"/>
                  </a:lnTo>
                  <a:lnTo>
                    <a:pt x="12970" y="225990"/>
                  </a:lnTo>
                  <a:lnTo>
                    <a:pt x="15126" y="230913"/>
                  </a:lnTo>
                  <a:lnTo>
                    <a:pt x="17439" y="235765"/>
                  </a:lnTo>
                  <a:lnTo>
                    <a:pt x="19907" y="240539"/>
                  </a:lnTo>
                  <a:lnTo>
                    <a:pt x="22527" y="245232"/>
                  </a:lnTo>
                  <a:lnTo>
                    <a:pt x="25297" y="249839"/>
                  </a:lnTo>
                  <a:lnTo>
                    <a:pt x="28213" y="254353"/>
                  </a:lnTo>
                  <a:lnTo>
                    <a:pt x="31273" y="258772"/>
                  </a:lnTo>
                  <a:lnTo>
                    <a:pt x="34474" y="263090"/>
                  </a:lnTo>
                  <a:lnTo>
                    <a:pt x="37811" y="267303"/>
                  </a:lnTo>
                  <a:lnTo>
                    <a:pt x="41283" y="271406"/>
                  </a:lnTo>
                  <a:lnTo>
                    <a:pt x="44884" y="275396"/>
                  </a:lnTo>
                  <a:lnTo>
                    <a:pt x="48612" y="279268"/>
                  </a:lnTo>
                  <a:lnTo>
                    <a:pt x="52462" y="283018"/>
                  </a:lnTo>
                  <a:lnTo>
                    <a:pt x="56431" y="286643"/>
                  </a:lnTo>
                  <a:lnTo>
                    <a:pt x="60515" y="290137"/>
                  </a:lnTo>
                  <a:lnTo>
                    <a:pt x="64708" y="293499"/>
                  </a:lnTo>
                  <a:lnTo>
                    <a:pt x="69008" y="296724"/>
                  </a:lnTo>
                  <a:lnTo>
                    <a:pt x="73409" y="299810"/>
                  </a:lnTo>
                  <a:lnTo>
                    <a:pt x="77907" y="302752"/>
                  </a:lnTo>
                  <a:lnTo>
                    <a:pt x="82497" y="305548"/>
                  </a:lnTo>
                  <a:lnTo>
                    <a:pt x="87174" y="308195"/>
                  </a:lnTo>
                  <a:lnTo>
                    <a:pt x="91935" y="310691"/>
                  </a:lnTo>
                  <a:lnTo>
                    <a:pt x="96773" y="313032"/>
                  </a:lnTo>
                  <a:lnTo>
                    <a:pt x="101684" y="315216"/>
                  </a:lnTo>
                  <a:lnTo>
                    <a:pt x="106662" y="317241"/>
                  </a:lnTo>
                  <a:lnTo>
                    <a:pt x="167157" y="161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75181" y="5369149"/>
              <a:ext cx="227658" cy="334321"/>
            </a:xfrm>
            <a:custGeom>
              <a:avLst/>
              <a:pathLst>
                <a:path w="227658" h="334321">
                  <a:moveTo>
                    <a:pt x="0" y="323005"/>
                  </a:moveTo>
                  <a:lnTo>
                    <a:pt x="5005" y="324856"/>
                  </a:lnTo>
                  <a:lnTo>
                    <a:pt x="10067" y="326547"/>
                  </a:lnTo>
                  <a:lnTo>
                    <a:pt x="15180" y="328075"/>
                  </a:lnTo>
                  <a:lnTo>
                    <a:pt x="20339" y="329440"/>
                  </a:lnTo>
                  <a:lnTo>
                    <a:pt x="25540" y="330639"/>
                  </a:lnTo>
                  <a:lnTo>
                    <a:pt x="30776" y="331672"/>
                  </a:lnTo>
                  <a:lnTo>
                    <a:pt x="36042" y="332536"/>
                  </a:lnTo>
                  <a:lnTo>
                    <a:pt x="41333" y="333233"/>
                  </a:lnTo>
                  <a:lnTo>
                    <a:pt x="46644" y="333760"/>
                  </a:lnTo>
                  <a:lnTo>
                    <a:pt x="51968" y="334117"/>
                  </a:lnTo>
                  <a:lnTo>
                    <a:pt x="57302" y="334304"/>
                  </a:lnTo>
                  <a:lnTo>
                    <a:pt x="62639" y="334321"/>
                  </a:lnTo>
                  <a:lnTo>
                    <a:pt x="67973" y="334167"/>
                  </a:lnTo>
                  <a:lnTo>
                    <a:pt x="73300" y="333843"/>
                  </a:lnTo>
                  <a:lnTo>
                    <a:pt x="78614" y="333349"/>
                  </a:lnTo>
                  <a:lnTo>
                    <a:pt x="83910" y="332686"/>
                  </a:lnTo>
                  <a:lnTo>
                    <a:pt x="89181" y="331855"/>
                  </a:lnTo>
                  <a:lnTo>
                    <a:pt x="94424" y="330855"/>
                  </a:lnTo>
                  <a:lnTo>
                    <a:pt x="99631" y="329688"/>
                  </a:lnTo>
                  <a:lnTo>
                    <a:pt x="104799" y="328356"/>
                  </a:lnTo>
                  <a:lnTo>
                    <a:pt x="109922" y="326860"/>
                  </a:lnTo>
                  <a:lnTo>
                    <a:pt x="114994" y="325201"/>
                  </a:lnTo>
                  <a:lnTo>
                    <a:pt x="120011" y="323381"/>
                  </a:lnTo>
                  <a:lnTo>
                    <a:pt x="124967" y="321401"/>
                  </a:lnTo>
                  <a:lnTo>
                    <a:pt x="129857" y="319265"/>
                  </a:lnTo>
                  <a:lnTo>
                    <a:pt x="134677" y="316973"/>
                  </a:lnTo>
                  <a:lnTo>
                    <a:pt x="139421" y="314529"/>
                  </a:lnTo>
                  <a:lnTo>
                    <a:pt x="144085" y="311934"/>
                  </a:lnTo>
                  <a:lnTo>
                    <a:pt x="148663" y="309192"/>
                  </a:lnTo>
                  <a:lnTo>
                    <a:pt x="153152" y="306305"/>
                  </a:lnTo>
                  <a:lnTo>
                    <a:pt x="157546" y="303277"/>
                  </a:lnTo>
                  <a:lnTo>
                    <a:pt x="161842" y="300109"/>
                  </a:lnTo>
                  <a:lnTo>
                    <a:pt x="166034" y="296806"/>
                  </a:lnTo>
                  <a:lnTo>
                    <a:pt x="170118" y="293372"/>
                  </a:lnTo>
                  <a:lnTo>
                    <a:pt x="174091" y="289808"/>
                  </a:lnTo>
                  <a:lnTo>
                    <a:pt x="177947" y="286119"/>
                  </a:lnTo>
                  <a:lnTo>
                    <a:pt x="181685" y="282310"/>
                  </a:lnTo>
                  <a:lnTo>
                    <a:pt x="185298" y="278382"/>
                  </a:lnTo>
                  <a:lnTo>
                    <a:pt x="188785" y="274342"/>
                  </a:lnTo>
                  <a:lnTo>
                    <a:pt x="192141" y="270192"/>
                  </a:lnTo>
                  <a:lnTo>
                    <a:pt x="195362" y="265937"/>
                  </a:lnTo>
                  <a:lnTo>
                    <a:pt x="198446" y="261582"/>
                  </a:lnTo>
                  <a:lnTo>
                    <a:pt x="201390" y="257130"/>
                  </a:lnTo>
                  <a:lnTo>
                    <a:pt x="204190" y="252587"/>
                  </a:lnTo>
                  <a:lnTo>
                    <a:pt x="206843" y="247957"/>
                  </a:lnTo>
                  <a:lnTo>
                    <a:pt x="209347" y="243244"/>
                  </a:lnTo>
                  <a:lnTo>
                    <a:pt x="211700" y="238454"/>
                  </a:lnTo>
                  <a:lnTo>
                    <a:pt x="213898" y="233591"/>
                  </a:lnTo>
                  <a:lnTo>
                    <a:pt x="215941" y="228660"/>
                  </a:lnTo>
                  <a:lnTo>
                    <a:pt x="217824" y="223667"/>
                  </a:lnTo>
                  <a:lnTo>
                    <a:pt x="219548" y="218616"/>
                  </a:lnTo>
                  <a:lnTo>
                    <a:pt x="221109" y="213513"/>
                  </a:lnTo>
                  <a:lnTo>
                    <a:pt x="222506" y="208362"/>
                  </a:lnTo>
                  <a:lnTo>
                    <a:pt x="223739" y="203169"/>
                  </a:lnTo>
                  <a:lnTo>
                    <a:pt x="224805" y="197940"/>
                  </a:lnTo>
                  <a:lnTo>
                    <a:pt x="225703" y="192680"/>
                  </a:lnTo>
                  <a:lnTo>
                    <a:pt x="226434" y="187393"/>
                  </a:lnTo>
                  <a:lnTo>
                    <a:pt x="226995" y="182086"/>
                  </a:lnTo>
                  <a:lnTo>
                    <a:pt x="227386" y="176763"/>
                  </a:lnTo>
                  <a:lnTo>
                    <a:pt x="227607" y="171431"/>
                  </a:lnTo>
                  <a:lnTo>
                    <a:pt x="227658" y="166095"/>
                  </a:lnTo>
                  <a:lnTo>
                    <a:pt x="227539" y="160759"/>
                  </a:lnTo>
                  <a:lnTo>
                    <a:pt x="227249" y="155430"/>
                  </a:lnTo>
                  <a:lnTo>
                    <a:pt x="226790" y="150113"/>
                  </a:lnTo>
                  <a:lnTo>
                    <a:pt x="226160" y="144814"/>
                  </a:lnTo>
                  <a:lnTo>
                    <a:pt x="225362" y="139537"/>
                  </a:lnTo>
                  <a:lnTo>
                    <a:pt x="224396" y="134288"/>
                  </a:lnTo>
                  <a:lnTo>
                    <a:pt x="223263" y="129073"/>
                  </a:lnTo>
                  <a:lnTo>
                    <a:pt x="221964" y="123897"/>
                  </a:lnTo>
                  <a:lnTo>
                    <a:pt x="220501" y="118765"/>
                  </a:lnTo>
                  <a:lnTo>
                    <a:pt x="218874" y="113682"/>
                  </a:lnTo>
                  <a:lnTo>
                    <a:pt x="217086" y="108653"/>
                  </a:lnTo>
                  <a:lnTo>
                    <a:pt x="215139" y="103685"/>
                  </a:lnTo>
                  <a:lnTo>
                    <a:pt x="213034" y="98781"/>
                  </a:lnTo>
                  <a:lnTo>
                    <a:pt x="210773" y="93946"/>
                  </a:lnTo>
                  <a:lnTo>
                    <a:pt x="208359" y="89187"/>
                  </a:lnTo>
                  <a:lnTo>
                    <a:pt x="205795" y="84506"/>
                  </a:lnTo>
                  <a:lnTo>
                    <a:pt x="203082" y="79911"/>
                  </a:lnTo>
                  <a:lnTo>
                    <a:pt x="200224" y="75403"/>
                  </a:lnTo>
                  <a:lnTo>
                    <a:pt x="197224" y="70990"/>
                  </a:lnTo>
                  <a:lnTo>
                    <a:pt x="194084" y="66674"/>
                  </a:lnTo>
                  <a:lnTo>
                    <a:pt x="190808" y="62461"/>
                  </a:lnTo>
                  <a:lnTo>
                    <a:pt x="187399" y="58355"/>
                  </a:lnTo>
                  <a:lnTo>
                    <a:pt x="183861" y="54360"/>
                  </a:lnTo>
                  <a:lnTo>
                    <a:pt x="180198" y="50479"/>
                  </a:lnTo>
                  <a:lnTo>
                    <a:pt x="176412" y="46718"/>
                  </a:lnTo>
                  <a:lnTo>
                    <a:pt x="172508" y="43079"/>
                  </a:lnTo>
                  <a:lnTo>
                    <a:pt x="168490" y="39566"/>
                  </a:lnTo>
                  <a:lnTo>
                    <a:pt x="164362" y="36184"/>
                  </a:lnTo>
                  <a:lnTo>
                    <a:pt x="160128" y="32935"/>
                  </a:lnTo>
                  <a:lnTo>
                    <a:pt x="155792" y="29823"/>
                  </a:lnTo>
                  <a:lnTo>
                    <a:pt x="151359" y="26851"/>
                  </a:lnTo>
                  <a:lnTo>
                    <a:pt x="146834" y="24022"/>
                  </a:lnTo>
                  <a:lnTo>
                    <a:pt x="142221" y="21339"/>
                  </a:lnTo>
                  <a:lnTo>
                    <a:pt x="137524" y="18805"/>
                  </a:lnTo>
                  <a:lnTo>
                    <a:pt x="132749" y="16422"/>
                  </a:lnTo>
                  <a:lnTo>
                    <a:pt x="127901" y="14192"/>
                  </a:lnTo>
                  <a:lnTo>
                    <a:pt x="122983" y="12118"/>
                  </a:lnTo>
                  <a:lnTo>
                    <a:pt x="118002" y="10203"/>
                  </a:lnTo>
                  <a:lnTo>
                    <a:pt x="112962" y="8447"/>
                  </a:lnTo>
                  <a:lnTo>
                    <a:pt x="107869" y="6853"/>
                  </a:lnTo>
                  <a:lnTo>
                    <a:pt x="102728" y="5422"/>
                  </a:lnTo>
                  <a:lnTo>
                    <a:pt x="97543" y="4157"/>
                  </a:lnTo>
                  <a:lnTo>
                    <a:pt x="92321" y="3057"/>
                  </a:lnTo>
                  <a:lnTo>
                    <a:pt x="87066" y="2125"/>
                  </a:lnTo>
                  <a:lnTo>
                    <a:pt x="81784" y="1361"/>
                  </a:lnTo>
                  <a:lnTo>
                    <a:pt x="76481" y="766"/>
                  </a:lnTo>
                  <a:lnTo>
                    <a:pt x="71161" y="340"/>
                  </a:lnTo>
                  <a:lnTo>
                    <a:pt x="65830" y="85"/>
                  </a:lnTo>
                  <a:lnTo>
                    <a:pt x="60494" y="0"/>
                  </a:lnTo>
                  <a:lnTo>
                    <a:pt x="604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736" y="5220472"/>
              <a:ext cx="12398" cy="167167"/>
            </a:xfrm>
            <a:custGeom>
              <a:avLst/>
              <a:pathLst>
                <a:path w="12398" h="167167">
                  <a:moveTo>
                    <a:pt x="12398" y="0"/>
                  </a:moveTo>
                  <a:lnTo>
                    <a:pt x="0" y="460"/>
                  </a:lnTo>
                  <a:lnTo>
                    <a:pt x="123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736" y="5220932"/>
              <a:ext cx="12398" cy="166706"/>
            </a:xfrm>
            <a:custGeom>
              <a:avLst/>
              <a:pathLst>
                <a:path w="12398" h="166706">
                  <a:moveTo>
                    <a:pt x="0" y="0"/>
                  </a:moveTo>
                  <a:lnTo>
                    <a:pt x="12398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736" y="5220932"/>
              <a:ext cx="12398" cy="166706"/>
            </a:xfrm>
            <a:custGeom>
              <a:avLst/>
              <a:pathLst>
                <a:path w="12398" h="166706">
                  <a:moveTo>
                    <a:pt x="0" y="0"/>
                  </a:moveTo>
                  <a:lnTo>
                    <a:pt x="12398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20736" y="5220932"/>
              <a:ext cx="12398" cy="166706"/>
            </a:xfrm>
            <a:custGeom>
              <a:avLst/>
              <a:pathLst>
                <a:path w="12398" h="166706">
                  <a:moveTo>
                    <a:pt x="0" y="0"/>
                  </a:moveTo>
                  <a:lnTo>
                    <a:pt x="12398" y="166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20736" y="5220932"/>
              <a:ext cx="12398" cy="166706"/>
            </a:xfrm>
            <a:custGeom>
              <a:avLst/>
              <a:pathLst>
                <a:path w="12398" h="166706">
                  <a:moveTo>
                    <a:pt x="0" y="0"/>
                  </a:moveTo>
                  <a:lnTo>
                    <a:pt x="12398" y="166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85372" y="5220932"/>
              <a:ext cx="147762" cy="166706"/>
            </a:xfrm>
            <a:custGeom>
              <a:avLst/>
              <a:pathLst>
                <a:path w="147762" h="166706">
                  <a:moveTo>
                    <a:pt x="135363" y="0"/>
                  </a:moveTo>
                  <a:lnTo>
                    <a:pt x="129940" y="492"/>
                  </a:lnTo>
                  <a:lnTo>
                    <a:pt x="124535" y="1161"/>
                  </a:lnTo>
                  <a:lnTo>
                    <a:pt x="119155" y="2005"/>
                  </a:lnTo>
                  <a:lnTo>
                    <a:pt x="113805" y="3024"/>
                  </a:lnTo>
                  <a:lnTo>
                    <a:pt x="108492" y="4217"/>
                  </a:lnTo>
                  <a:lnTo>
                    <a:pt x="103220" y="5582"/>
                  </a:lnTo>
                  <a:lnTo>
                    <a:pt x="97995" y="7119"/>
                  </a:lnTo>
                  <a:lnTo>
                    <a:pt x="92823" y="8825"/>
                  </a:lnTo>
                  <a:lnTo>
                    <a:pt x="87710" y="10698"/>
                  </a:lnTo>
                  <a:lnTo>
                    <a:pt x="82660" y="12737"/>
                  </a:lnTo>
                  <a:lnTo>
                    <a:pt x="77679" y="14939"/>
                  </a:lnTo>
                  <a:lnTo>
                    <a:pt x="72773" y="17302"/>
                  </a:lnTo>
                  <a:lnTo>
                    <a:pt x="67946" y="19824"/>
                  </a:lnTo>
                  <a:lnTo>
                    <a:pt x="63204" y="22502"/>
                  </a:lnTo>
                  <a:lnTo>
                    <a:pt x="58552" y="25333"/>
                  </a:lnTo>
                  <a:lnTo>
                    <a:pt x="53994" y="28314"/>
                  </a:lnTo>
                  <a:lnTo>
                    <a:pt x="49536" y="31441"/>
                  </a:lnTo>
                  <a:lnTo>
                    <a:pt x="45182" y="34713"/>
                  </a:lnTo>
                  <a:lnTo>
                    <a:pt x="40937" y="38124"/>
                  </a:lnTo>
                  <a:lnTo>
                    <a:pt x="36806" y="41672"/>
                  </a:lnTo>
                  <a:lnTo>
                    <a:pt x="32792" y="45352"/>
                  </a:lnTo>
                  <a:lnTo>
                    <a:pt x="28900" y="49162"/>
                  </a:lnTo>
                  <a:lnTo>
                    <a:pt x="25134" y="53096"/>
                  </a:lnTo>
                  <a:lnTo>
                    <a:pt x="21499" y="57150"/>
                  </a:lnTo>
                  <a:lnTo>
                    <a:pt x="17997" y="61321"/>
                  </a:lnTo>
                  <a:lnTo>
                    <a:pt x="14633" y="65604"/>
                  </a:lnTo>
                  <a:lnTo>
                    <a:pt x="11411" y="69994"/>
                  </a:lnTo>
                  <a:lnTo>
                    <a:pt x="8333" y="74487"/>
                  </a:lnTo>
                  <a:lnTo>
                    <a:pt x="5403" y="79077"/>
                  </a:lnTo>
                  <a:lnTo>
                    <a:pt x="2624" y="83761"/>
                  </a:lnTo>
                  <a:lnTo>
                    <a:pt x="0" y="88533"/>
                  </a:lnTo>
                  <a:lnTo>
                    <a:pt x="147762" y="166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65978" y="5220472"/>
              <a:ext cx="334307" cy="334334"/>
            </a:xfrm>
            <a:custGeom>
              <a:avLst/>
              <a:pathLst>
                <a:path w="334307" h="334334">
                  <a:moveTo>
                    <a:pt x="19394" y="88993"/>
                  </a:moveTo>
                  <a:lnTo>
                    <a:pt x="16990" y="93716"/>
                  </a:lnTo>
                  <a:lnTo>
                    <a:pt x="14738" y="98512"/>
                  </a:lnTo>
                  <a:lnTo>
                    <a:pt x="12638" y="103378"/>
                  </a:lnTo>
                  <a:lnTo>
                    <a:pt x="10694" y="108308"/>
                  </a:lnTo>
                  <a:lnTo>
                    <a:pt x="8907" y="113296"/>
                  </a:lnTo>
                  <a:lnTo>
                    <a:pt x="7279" y="118339"/>
                  </a:lnTo>
                  <a:lnTo>
                    <a:pt x="5812" y="123431"/>
                  </a:lnTo>
                  <a:lnTo>
                    <a:pt x="4507" y="128567"/>
                  </a:lnTo>
                  <a:lnTo>
                    <a:pt x="3365" y="133742"/>
                  </a:lnTo>
                  <a:lnTo>
                    <a:pt x="2388" y="138950"/>
                  </a:lnTo>
                  <a:lnTo>
                    <a:pt x="1576" y="144187"/>
                  </a:lnTo>
                  <a:lnTo>
                    <a:pt x="931" y="149447"/>
                  </a:lnTo>
                  <a:lnTo>
                    <a:pt x="453" y="154724"/>
                  </a:lnTo>
                  <a:lnTo>
                    <a:pt x="142" y="160014"/>
                  </a:lnTo>
                  <a:lnTo>
                    <a:pt x="0" y="165312"/>
                  </a:lnTo>
                  <a:lnTo>
                    <a:pt x="25" y="170611"/>
                  </a:lnTo>
                  <a:lnTo>
                    <a:pt x="218" y="175907"/>
                  </a:lnTo>
                  <a:lnTo>
                    <a:pt x="579" y="181193"/>
                  </a:lnTo>
                  <a:lnTo>
                    <a:pt x="1107" y="186466"/>
                  </a:lnTo>
                  <a:lnTo>
                    <a:pt x="1802" y="191720"/>
                  </a:lnTo>
                  <a:lnTo>
                    <a:pt x="2663" y="196948"/>
                  </a:lnTo>
                  <a:lnTo>
                    <a:pt x="3690" y="202147"/>
                  </a:lnTo>
                  <a:lnTo>
                    <a:pt x="4881" y="207311"/>
                  </a:lnTo>
                  <a:lnTo>
                    <a:pt x="6235" y="212434"/>
                  </a:lnTo>
                  <a:lnTo>
                    <a:pt x="7750" y="217512"/>
                  </a:lnTo>
                  <a:lnTo>
                    <a:pt x="9426" y="222539"/>
                  </a:lnTo>
                  <a:lnTo>
                    <a:pt x="11261" y="227511"/>
                  </a:lnTo>
                  <a:lnTo>
                    <a:pt x="13252" y="232422"/>
                  </a:lnTo>
                  <a:lnTo>
                    <a:pt x="15397" y="237267"/>
                  </a:lnTo>
                  <a:lnTo>
                    <a:pt x="17695" y="242042"/>
                  </a:lnTo>
                  <a:lnTo>
                    <a:pt x="20144" y="246742"/>
                  </a:lnTo>
                  <a:lnTo>
                    <a:pt x="22740" y="251361"/>
                  </a:lnTo>
                  <a:lnTo>
                    <a:pt x="25481" y="255897"/>
                  </a:lnTo>
                  <a:lnTo>
                    <a:pt x="28365" y="260343"/>
                  </a:lnTo>
                  <a:lnTo>
                    <a:pt x="31388" y="264695"/>
                  </a:lnTo>
                  <a:lnTo>
                    <a:pt x="34547" y="268949"/>
                  </a:lnTo>
                  <a:lnTo>
                    <a:pt x="37840" y="273101"/>
                  </a:lnTo>
                  <a:lnTo>
                    <a:pt x="41262" y="277147"/>
                  </a:lnTo>
                  <a:lnTo>
                    <a:pt x="44812" y="281082"/>
                  </a:lnTo>
                  <a:lnTo>
                    <a:pt x="48484" y="284903"/>
                  </a:lnTo>
                  <a:lnTo>
                    <a:pt x="52275" y="288605"/>
                  </a:lnTo>
                  <a:lnTo>
                    <a:pt x="56182" y="292185"/>
                  </a:lnTo>
                  <a:lnTo>
                    <a:pt x="60200" y="295640"/>
                  </a:lnTo>
                  <a:lnTo>
                    <a:pt x="64326" y="298965"/>
                  </a:lnTo>
                  <a:lnTo>
                    <a:pt x="68555" y="302158"/>
                  </a:lnTo>
                  <a:lnTo>
                    <a:pt x="72883" y="305216"/>
                  </a:lnTo>
                  <a:lnTo>
                    <a:pt x="77306" y="308135"/>
                  </a:lnTo>
                  <a:lnTo>
                    <a:pt x="81820" y="310912"/>
                  </a:lnTo>
                  <a:lnTo>
                    <a:pt x="86419" y="313544"/>
                  </a:lnTo>
                  <a:lnTo>
                    <a:pt x="91099" y="316030"/>
                  </a:lnTo>
                  <a:lnTo>
                    <a:pt x="95855" y="318366"/>
                  </a:lnTo>
                  <a:lnTo>
                    <a:pt x="100683" y="320550"/>
                  </a:lnTo>
                  <a:lnTo>
                    <a:pt x="105578" y="322580"/>
                  </a:lnTo>
                  <a:lnTo>
                    <a:pt x="110535" y="324453"/>
                  </a:lnTo>
                  <a:lnTo>
                    <a:pt x="115549" y="326169"/>
                  </a:lnTo>
                  <a:lnTo>
                    <a:pt x="120615" y="327725"/>
                  </a:lnTo>
                  <a:lnTo>
                    <a:pt x="125727" y="329119"/>
                  </a:lnTo>
                  <a:lnTo>
                    <a:pt x="130881" y="330351"/>
                  </a:lnTo>
                  <a:lnTo>
                    <a:pt x="136072" y="331419"/>
                  </a:lnTo>
                  <a:lnTo>
                    <a:pt x="141293" y="332322"/>
                  </a:lnTo>
                  <a:lnTo>
                    <a:pt x="146541" y="333058"/>
                  </a:lnTo>
                  <a:lnTo>
                    <a:pt x="151810" y="333628"/>
                  </a:lnTo>
                  <a:lnTo>
                    <a:pt x="157094" y="334031"/>
                  </a:lnTo>
                  <a:lnTo>
                    <a:pt x="162387" y="334266"/>
                  </a:lnTo>
                  <a:lnTo>
                    <a:pt x="167686" y="334334"/>
                  </a:lnTo>
                  <a:lnTo>
                    <a:pt x="172984" y="334233"/>
                  </a:lnTo>
                  <a:lnTo>
                    <a:pt x="178277" y="333964"/>
                  </a:lnTo>
                  <a:lnTo>
                    <a:pt x="183558" y="333528"/>
                  </a:lnTo>
                  <a:lnTo>
                    <a:pt x="188823" y="332924"/>
                  </a:lnTo>
                  <a:lnTo>
                    <a:pt x="194066" y="332154"/>
                  </a:lnTo>
                  <a:lnTo>
                    <a:pt x="199282" y="331219"/>
                  </a:lnTo>
                  <a:lnTo>
                    <a:pt x="204465" y="330118"/>
                  </a:lnTo>
                  <a:lnTo>
                    <a:pt x="209611" y="328854"/>
                  </a:lnTo>
                  <a:lnTo>
                    <a:pt x="214715" y="327427"/>
                  </a:lnTo>
                  <a:lnTo>
                    <a:pt x="219771" y="325839"/>
                  </a:lnTo>
                  <a:lnTo>
                    <a:pt x="224773" y="324091"/>
                  </a:lnTo>
                  <a:lnTo>
                    <a:pt x="229718" y="322186"/>
                  </a:lnTo>
                  <a:lnTo>
                    <a:pt x="234600" y="320125"/>
                  </a:lnTo>
                  <a:lnTo>
                    <a:pt x="239415" y="317911"/>
                  </a:lnTo>
                  <a:lnTo>
                    <a:pt x="244156" y="315545"/>
                  </a:lnTo>
                  <a:lnTo>
                    <a:pt x="248821" y="313030"/>
                  </a:lnTo>
                  <a:lnTo>
                    <a:pt x="253403" y="310368"/>
                  </a:lnTo>
                  <a:lnTo>
                    <a:pt x="257898" y="307562"/>
                  </a:lnTo>
                  <a:lnTo>
                    <a:pt x="262303" y="304616"/>
                  </a:lnTo>
                  <a:lnTo>
                    <a:pt x="266612" y="301531"/>
                  </a:lnTo>
                  <a:lnTo>
                    <a:pt x="270820" y="298311"/>
                  </a:lnTo>
                  <a:lnTo>
                    <a:pt x="274925" y="294959"/>
                  </a:lnTo>
                  <a:lnTo>
                    <a:pt x="278921" y="291479"/>
                  </a:lnTo>
                  <a:lnTo>
                    <a:pt x="282805" y="287874"/>
                  </a:lnTo>
                  <a:lnTo>
                    <a:pt x="286573" y="284148"/>
                  </a:lnTo>
                  <a:lnTo>
                    <a:pt x="290221" y="280304"/>
                  </a:lnTo>
                  <a:lnTo>
                    <a:pt x="293745" y="276347"/>
                  </a:lnTo>
                  <a:lnTo>
                    <a:pt x="297142" y="272280"/>
                  </a:lnTo>
                  <a:lnTo>
                    <a:pt x="300409" y="268107"/>
                  </a:lnTo>
                  <a:lnTo>
                    <a:pt x="303541" y="263833"/>
                  </a:lnTo>
                  <a:lnTo>
                    <a:pt x="306536" y="259461"/>
                  </a:lnTo>
                  <a:lnTo>
                    <a:pt x="309392" y="254997"/>
                  </a:lnTo>
                  <a:lnTo>
                    <a:pt x="312104" y="250445"/>
                  </a:lnTo>
                  <a:lnTo>
                    <a:pt x="314671" y="245809"/>
                  </a:lnTo>
                  <a:lnTo>
                    <a:pt x="317089" y="241093"/>
                  </a:lnTo>
                  <a:lnTo>
                    <a:pt x="319357" y="236304"/>
                  </a:lnTo>
                  <a:lnTo>
                    <a:pt x="321472" y="231445"/>
                  </a:lnTo>
                  <a:lnTo>
                    <a:pt x="323432" y="226522"/>
                  </a:lnTo>
                  <a:lnTo>
                    <a:pt x="325235" y="221539"/>
                  </a:lnTo>
                  <a:lnTo>
                    <a:pt x="326879" y="216501"/>
                  </a:lnTo>
                  <a:lnTo>
                    <a:pt x="328362" y="211414"/>
                  </a:lnTo>
                  <a:lnTo>
                    <a:pt x="329684" y="206282"/>
                  </a:lnTo>
                  <a:lnTo>
                    <a:pt x="330842" y="201111"/>
                  </a:lnTo>
                  <a:lnTo>
                    <a:pt x="331835" y="195905"/>
                  </a:lnTo>
                  <a:lnTo>
                    <a:pt x="332663" y="190671"/>
                  </a:lnTo>
                  <a:lnTo>
                    <a:pt x="333325" y="185414"/>
                  </a:lnTo>
                  <a:lnTo>
                    <a:pt x="333820" y="180138"/>
                  </a:lnTo>
                  <a:lnTo>
                    <a:pt x="334148" y="174849"/>
                  </a:lnTo>
                  <a:lnTo>
                    <a:pt x="334307" y="169552"/>
                  </a:lnTo>
                  <a:lnTo>
                    <a:pt x="334299" y="164253"/>
                  </a:lnTo>
                  <a:lnTo>
                    <a:pt x="334122" y="158956"/>
                  </a:lnTo>
                  <a:lnTo>
                    <a:pt x="333778" y="153668"/>
                  </a:lnTo>
                  <a:lnTo>
                    <a:pt x="333267" y="148394"/>
                  </a:lnTo>
                  <a:lnTo>
                    <a:pt x="332588" y="143138"/>
                  </a:lnTo>
                  <a:lnTo>
                    <a:pt x="331743" y="137907"/>
                  </a:lnTo>
                  <a:lnTo>
                    <a:pt x="330733" y="132705"/>
                  </a:lnTo>
                  <a:lnTo>
                    <a:pt x="329559" y="127537"/>
                  </a:lnTo>
                  <a:lnTo>
                    <a:pt x="328221" y="122410"/>
                  </a:lnTo>
                  <a:lnTo>
                    <a:pt x="326722" y="117327"/>
                  </a:lnTo>
                  <a:lnTo>
                    <a:pt x="325062" y="112295"/>
                  </a:lnTo>
                  <a:lnTo>
                    <a:pt x="323243" y="107317"/>
                  </a:lnTo>
                  <a:lnTo>
                    <a:pt x="321268" y="102400"/>
                  </a:lnTo>
                  <a:lnTo>
                    <a:pt x="319137" y="97548"/>
                  </a:lnTo>
                  <a:lnTo>
                    <a:pt x="316854" y="92766"/>
                  </a:lnTo>
                  <a:lnTo>
                    <a:pt x="314421" y="88058"/>
                  </a:lnTo>
                  <a:lnTo>
                    <a:pt x="311840" y="83430"/>
                  </a:lnTo>
                  <a:lnTo>
                    <a:pt x="309113" y="78887"/>
                  </a:lnTo>
                  <a:lnTo>
                    <a:pt x="306243" y="74432"/>
                  </a:lnTo>
                  <a:lnTo>
                    <a:pt x="303234" y="70070"/>
                  </a:lnTo>
                  <a:lnTo>
                    <a:pt x="300088" y="65805"/>
                  </a:lnTo>
                  <a:lnTo>
                    <a:pt x="296809" y="61643"/>
                  </a:lnTo>
                  <a:lnTo>
                    <a:pt x="293399" y="57586"/>
                  </a:lnTo>
                  <a:lnTo>
                    <a:pt x="289862" y="53640"/>
                  </a:lnTo>
                  <a:lnTo>
                    <a:pt x="286202" y="49808"/>
                  </a:lnTo>
                  <a:lnTo>
                    <a:pt x="282422" y="46094"/>
                  </a:lnTo>
                  <a:lnTo>
                    <a:pt x="278527" y="42501"/>
                  </a:lnTo>
                  <a:lnTo>
                    <a:pt x="274520" y="39034"/>
                  </a:lnTo>
                  <a:lnTo>
                    <a:pt x="270404" y="35695"/>
                  </a:lnTo>
                  <a:lnTo>
                    <a:pt x="266185" y="32489"/>
                  </a:lnTo>
                  <a:lnTo>
                    <a:pt x="261867" y="29417"/>
                  </a:lnTo>
                  <a:lnTo>
                    <a:pt x="257453" y="26485"/>
                  </a:lnTo>
                  <a:lnTo>
                    <a:pt x="252949" y="23693"/>
                  </a:lnTo>
                  <a:lnTo>
                    <a:pt x="248358" y="21046"/>
                  </a:lnTo>
                  <a:lnTo>
                    <a:pt x="243686" y="18546"/>
                  </a:lnTo>
                  <a:lnTo>
                    <a:pt x="238937" y="16195"/>
                  </a:lnTo>
                  <a:lnTo>
                    <a:pt x="234115" y="13996"/>
                  </a:lnTo>
                  <a:lnTo>
                    <a:pt x="229227" y="11950"/>
                  </a:lnTo>
                  <a:lnTo>
                    <a:pt x="224276" y="10061"/>
                  </a:lnTo>
                  <a:lnTo>
                    <a:pt x="219268" y="8329"/>
                  </a:lnTo>
                  <a:lnTo>
                    <a:pt x="214207" y="6757"/>
                  </a:lnTo>
                  <a:lnTo>
                    <a:pt x="209099" y="5347"/>
                  </a:lnTo>
                  <a:lnTo>
                    <a:pt x="203949" y="4099"/>
                  </a:lnTo>
                  <a:lnTo>
                    <a:pt x="198762" y="3014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4601" y="4961274"/>
              <a:ext cx="28239" cy="167167"/>
            </a:xfrm>
            <a:custGeom>
              <a:avLst/>
              <a:pathLst>
                <a:path w="28239" h="167167">
                  <a:moveTo>
                    <a:pt x="28239" y="0"/>
                  </a:moveTo>
                  <a:lnTo>
                    <a:pt x="21147" y="150"/>
                  </a:lnTo>
                  <a:lnTo>
                    <a:pt x="14068" y="601"/>
                  </a:lnTo>
                  <a:lnTo>
                    <a:pt x="7015" y="1352"/>
                  </a:lnTo>
                  <a:lnTo>
                    <a:pt x="0" y="2402"/>
                  </a:lnTo>
                  <a:lnTo>
                    <a:pt x="28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4601" y="4963676"/>
              <a:ext cx="28239" cy="164765"/>
            </a:xfrm>
            <a:custGeom>
              <a:avLst/>
              <a:pathLst>
                <a:path w="28239" h="164765">
                  <a:moveTo>
                    <a:pt x="0" y="0"/>
                  </a:moveTo>
                  <a:lnTo>
                    <a:pt x="28239" y="16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54601" y="4963676"/>
              <a:ext cx="28239" cy="164765"/>
            </a:xfrm>
            <a:custGeom>
              <a:avLst/>
              <a:pathLst>
                <a:path w="28239" h="164765">
                  <a:moveTo>
                    <a:pt x="0" y="0"/>
                  </a:moveTo>
                  <a:lnTo>
                    <a:pt x="28239" y="1647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54601" y="4963676"/>
              <a:ext cx="28239" cy="164765"/>
            </a:xfrm>
            <a:custGeom>
              <a:avLst/>
              <a:pathLst>
                <a:path w="28239" h="164765">
                  <a:moveTo>
                    <a:pt x="0" y="0"/>
                  </a:moveTo>
                  <a:lnTo>
                    <a:pt x="28239" y="1647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915677" y="4963676"/>
              <a:ext cx="167162" cy="179725"/>
            </a:xfrm>
            <a:custGeom>
              <a:avLst/>
              <a:pathLst>
                <a:path w="167162" h="179725">
                  <a:moveTo>
                    <a:pt x="138923" y="0"/>
                  </a:moveTo>
                  <a:lnTo>
                    <a:pt x="133599" y="1001"/>
                  </a:lnTo>
                  <a:lnTo>
                    <a:pt x="128311" y="2174"/>
                  </a:lnTo>
                  <a:lnTo>
                    <a:pt x="123064" y="3519"/>
                  </a:lnTo>
                  <a:lnTo>
                    <a:pt x="117862" y="5032"/>
                  </a:lnTo>
                  <a:lnTo>
                    <a:pt x="112713" y="6713"/>
                  </a:lnTo>
                  <a:lnTo>
                    <a:pt x="107620" y="8560"/>
                  </a:lnTo>
                  <a:lnTo>
                    <a:pt x="102591" y="10571"/>
                  </a:lnTo>
                  <a:lnTo>
                    <a:pt x="97629" y="12745"/>
                  </a:lnTo>
                  <a:lnTo>
                    <a:pt x="92740" y="15077"/>
                  </a:lnTo>
                  <a:lnTo>
                    <a:pt x="87929" y="17567"/>
                  </a:lnTo>
                  <a:lnTo>
                    <a:pt x="83201" y="20212"/>
                  </a:lnTo>
                  <a:lnTo>
                    <a:pt x="78562" y="23008"/>
                  </a:lnTo>
                  <a:lnTo>
                    <a:pt x="74015" y="25953"/>
                  </a:lnTo>
                  <a:lnTo>
                    <a:pt x="69567" y="29044"/>
                  </a:lnTo>
                  <a:lnTo>
                    <a:pt x="65221" y="32277"/>
                  </a:lnTo>
                  <a:lnTo>
                    <a:pt x="60982" y="35650"/>
                  </a:lnTo>
                  <a:lnTo>
                    <a:pt x="56854" y="39158"/>
                  </a:lnTo>
                  <a:lnTo>
                    <a:pt x="52842" y="42798"/>
                  </a:lnTo>
                  <a:lnTo>
                    <a:pt x="48951" y="46566"/>
                  </a:lnTo>
                  <a:lnTo>
                    <a:pt x="45183" y="50458"/>
                  </a:lnTo>
                  <a:lnTo>
                    <a:pt x="41543" y="54470"/>
                  </a:lnTo>
                  <a:lnTo>
                    <a:pt x="38036" y="58598"/>
                  </a:lnTo>
                  <a:lnTo>
                    <a:pt x="34664" y="62837"/>
                  </a:lnTo>
                  <a:lnTo>
                    <a:pt x="31431" y="67184"/>
                  </a:lnTo>
                  <a:lnTo>
                    <a:pt x="28341" y="71633"/>
                  </a:lnTo>
                  <a:lnTo>
                    <a:pt x="25396" y="76179"/>
                  </a:lnTo>
                  <a:lnTo>
                    <a:pt x="22600" y="80819"/>
                  </a:lnTo>
                  <a:lnTo>
                    <a:pt x="19956" y="85547"/>
                  </a:lnTo>
                  <a:lnTo>
                    <a:pt x="17467" y="90358"/>
                  </a:lnTo>
                  <a:lnTo>
                    <a:pt x="15135" y="95247"/>
                  </a:lnTo>
                  <a:lnTo>
                    <a:pt x="12962" y="100210"/>
                  </a:lnTo>
                  <a:lnTo>
                    <a:pt x="10952" y="105240"/>
                  </a:lnTo>
                  <a:lnTo>
                    <a:pt x="9105" y="110332"/>
                  </a:lnTo>
                  <a:lnTo>
                    <a:pt x="7424" y="115482"/>
                  </a:lnTo>
                  <a:lnTo>
                    <a:pt x="5911" y="120683"/>
                  </a:lnTo>
                  <a:lnTo>
                    <a:pt x="4568" y="125931"/>
                  </a:lnTo>
                  <a:lnTo>
                    <a:pt x="3395" y="131219"/>
                  </a:lnTo>
                  <a:lnTo>
                    <a:pt x="2394" y="136543"/>
                  </a:lnTo>
                  <a:lnTo>
                    <a:pt x="1566" y="141896"/>
                  </a:lnTo>
                  <a:lnTo>
                    <a:pt x="912" y="147274"/>
                  </a:lnTo>
                  <a:lnTo>
                    <a:pt x="433" y="152669"/>
                  </a:lnTo>
                  <a:lnTo>
                    <a:pt x="128" y="158078"/>
                  </a:lnTo>
                  <a:lnTo>
                    <a:pt x="0" y="163493"/>
                  </a:lnTo>
                  <a:lnTo>
                    <a:pt x="46" y="168910"/>
                  </a:lnTo>
                  <a:lnTo>
                    <a:pt x="268" y="174322"/>
                  </a:lnTo>
                  <a:lnTo>
                    <a:pt x="665" y="179725"/>
                  </a:lnTo>
                  <a:lnTo>
                    <a:pt x="167162" y="1647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16343" y="4961274"/>
              <a:ext cx="333651" cy="334330"/>
            </a:xfrm>
            <a:custGeom>
              <a:avLst/>
              <a:pathLst>
                <a:path w="333651" h="334330">
                  <a:moveTo>
                    <a:pt x="0" y="182127"/>
                  </a:moveTo>
                  <a:lnTo>
                    <a:pt x="557" y="187391"/>
                  </a:lnTo>
                  <a:lnTo>
                    <a:pt x="1280" y="192634"/>
                  </a:lnTo>
                  <a:lnTo>
                    <a:pt x="2169" y="197851"/>
                  </a:lnTo>
                  <a:lnTo>
                    <a:pt x="3223" y="203038"/>
                  </a:lnTo>
                  <a:lnTo>
                    <a:pt x="4440" y="208189"/>
                  </a:lnTo>
                  <a:lnTo>
                    <a:pt x="5820" y="213299"/>
                  </a:lnTo>
                  <a:lnTo>
                    <a:pt x="7361" y="218362"/>
                  </a:lnTo>
                  <a:lnTo>
                    <a:pt x="9061" y="223374"/>
                  </a:lnTo>
                  <a:lnTo>
                    <a:pt x="10920" y="228330"/>
                  </a:lnTo>
                  <a:lnTo>
                    <a:pt x="12934" y="233225"/>
                  </a:lnTo>
                  <a:lnTo>
                    <a:pt x="15102" y="238053"/>
                  </a:lnTo>
                  <a:lnTo>
                    <a:pt x="17422" y="242810"/>
                  </a:lnTo>
                  <a:lnTo>
                    <a:pt x="19892" y="247492"/>
                  </a:lnTo>
                  <a:lnTo>
                    <a:pt x="22508" y="252092"/>
                  </a:lnTo>
                  <a:lnTo>
                    <a:pt x="25269" y="256608"/>
                  </a:lnTo>
                  <a:lnTo>
                    <a:pt x="28171" y="261034"/>
                  </a:lnTo>
                  <a:lnTo>
                    <a:pt x="31212" y="265366"/>
                  </a:lnTo>
                  <a:lnTo>
                    <a:pt x="34388" y="269600"/>
                  </a:lnTo>
                  <a:lnTo>
                    <a:pt x="37697" y="273731"/>
                  </a:lnTo>
                  <a:lnTo>
                    <a:pt x="41136" y="277755"/>
                  </a:lnTo>
                  <a:lnTo>
                    <a:pt x="44699" y="281668"/>
                  </a:lnTo>
                  <a:lnTo>
                    <a:pt x="48385" y="285466"/>
                  </a:lnTo>
                  <a:lnTo>
                    <a:pt x="52189" y="289146"/>
                  </a:lnTo>
                  <a:lnTo>
                    <a:pt x="56108" y="292704"/>
                  </a:lnTo>
                  <a:lnTo>
                    <a:pt x="60138" y="296135"/>
                  </a:lnTo>
                  <a:lnTo>
                    <a:pt x="64274" y="299438"/>
                  </a:lnTo>
                  <a:lnTo>
                    <a:pt x="68513" y="302608"/>
                  </a:lnTo>
                  <a:lnTo>
                    <a:pt x="72849" y="305642"/>
                  </a:lnTo>
                  <a:lnTo>
                    <a:pt x="77280" y="308537"/>
                  </a:lnTo>
                  <a:lnTo>
                    <a:pt x="81800" y="311290"/>
                  </a:lnTo>
                  <a:lnTo>
                    <a:pt x="86405" y="313899"/>
                  </a:lnTo>
                  <a:lnTo>
                    <a:pt x="91091" y="316361"/>
                  </a:lnTo>
                  <a:lnTo>
                    <a:pt x="95852" y="318674"/>
                  </a:lnTo>
                  <a:lnTo>
                    <a:pt x="100683" y="320834"/>
                  </a:lnTo>
                  <a:lnTo>
                    <a:pt x="105581" y="322841"/>
                  </a:lnTo>
                  <a:lnTo>
                    <a:pt x="110540" y="324691"/>
                  </a:lnTo>
                  <a:lnTo>
                    <a:pt x="115555" y="326384"/>
                  </a:lnTo>
                  <a:lnTo>
                    <a:pt x="120621" y="327916"/>
                  </a:lnTo>
                  <a:lnTo>
                    <a:pt x="125733" y="329288"/>
                  </a:lnTo>
                  <a:lnTo>
                    <a:pt x="130885" y="330497"/>
                  </a:lnTo>
                  <a:lnTo>
                    <a:pt x="136074" y="331543"/>
                  </a:lnTo>
                  <a:lnTo>
                    <a:pt x="141293" y="332424"/>
                  </a:lnTo>
                  <a:lnTo>
                    <a:pt x="146537" y="333139"/>
                  </a:lnTo>
                  <a:lnTo>
                    <a:pt x="151801" y="333687"/>
                  </a:lnTo>
                  <a:lnTo>
                    <a:pt x="157080" y="334069"/>
                  </a:lnTo>
                  <a:lnTo>
                    <a:pt x="162369" y="334283"/>
                  </a:lnTo>
                  <a:lnTo>
                    <a:pt x="167661" y="334330"/>
                  </a:lnTo>
                  <a:lnTo>
                    <a:pt x="172953" y="334210"/>
                  </a:lnTo>
                  <a:lnTo>
                    <a:pt x="178238" y="333922"/>
                  </a:lnTo>
                  <a:lnTo>
                    <a:pt x="183511" y="333466"/>
                  </a:lnTo>
                  <a:lnTo>
                    <a:pt x="188767" y="332844"/>
                  </a:lnTo>
                  <a:lnTo>
                    <a:pt x="194001" y="332056"/>
                  </a:lnTo>
                  <a:lnTo>
                    <a:pt x="199207" y="331103"/>
                  </a:lnTo>
                  <a:lnTo>
                    <a:pt x="204380" y="329985"/>
                  </a:lnTo>
                  <a:lnTo>
                    <a:pt x="209516" y="328704"/>
                  </a:lnTo>
                  <a:lnTo>
                    <a:pt x="214608" y="327261"/>
                  </a:lnTo>
                  <a:lnTo>
                    <a:pt x="219652" y="325658"/>
                  </a:lnTo>
                  <a:lnTo>
                    <a:pt x="224643" y="323896"/>
                  </a:lnTo>
                  <a:lnTo>
                    <a:pt x="229575" y="321976"/>
                  </a:lnTo>
                  <a:lnTo>
                    <a:pt x="234445" y="319902"/>
                  </a:lnTo>
                  <a:lnTo>
                    <a:pt x="239246" y="317674"/>
                  </a:lnTo>
                  <a:lnTo>
                    <a:pt x="243974" y="315296"/>
                  </a:lnTo>
                  <a:lnTo>
                    <a:pt x="248625" y="312769"/>
                  </a:lnTo>
                  <a:lnTo>
                    <a:pt x="253193" y="310096"/>
                  </a:lnTo>
                  <a:lnTo>
                    <a:pt x="257674" y="307279"/>
                  </a:lnTo>
                  <a:lnTo>
                    <a:pt x="262064" y="304323"/>
                  </a:lnTo>
                  <a:lnTo>
                    <a:pt x="266358" y="301229"/>
                  </a:lnTo>
                  <a:lnTo>
                    <a:pt x="270552" y="298000"/>
                  </a:lnTo>
                  <a:lnTo>
                    <a:pt x="274642" y="294640"/>
                  </a:lnTo>
                  <a:lnTo>
                    <a:pt x="278623" y="291153"/>
                  </a:lnTo>
                  <a:lnTo>
                    <a:pt x="282492" y="287541"/>
                  </a:lnTo>
                  <a:lnTo>
                    <a:pt x="286245" y="283808"/>
                  </a:lnTo>
                  <a:lnTo>
                    <a:pt x="289877" y="279959"/>
                  </a:lnTo>
                  <a:lnTo>
                    <a:pt x="293386" y="275996"/>
                  </a:lnTo>
                  <a:lnTo>
                    <a:pt x="296768" y="271925"/>
                  </a:lnTo>
                  <a:lnTo>
                    <a:pt x="300019" y="267748"/>
                  </a:lnTo>
                  <a:lnTo>
                    <a:pt x="303136" y="263471"/>
                  </a:lnTo>
                  <a:lnTo>
                    <a:pt x="306116" y="259097"/>
                  </a:lnTo>
                  <a:lnTo>
                    <a:pt x="308957" y="254631"/>
                  </a:lnTo>
                  <a:lnTo>
                    <a:pt x="311654" y="250077"/>
                  </a:lnTo>
                  <a:lnTo>
                    <a:pt x="314206" y="245440"/>
                  </a:lnTo>
                  <a:lnTo>
                    <a:pt x="316610" y="240725"/>
                  </a:lnTo>
                  <a:lnTo>
                    <a:pt x="318864" y="235936"/>
                  </a:lnTo>
                  <a:lnTo>
                    <a:pt x="320964" y="231078"/>
                  </a:lnTo>
                  <a:lnTo>
                    <a:pt x="322910" y="226155"/>
                  </a:lnTo>
                  <a:lnTo>
                    <a:pt x="324699" y="221174"/>
                  </a:lnTo>
                  <a:lnTo>
                    <a:pt x="326330" y="216139"/>
                  </a:lnTo>
                  <a:lnTo>
                    <a:pt x="327800" y="211054"/>
                  </a:lnTo>
                  <a:lnTo>
                    <a:pt x="329108" y="205926"/>
                  </a:lnTo>
                  <a:lnTo>
                    <a:pt x="330254" y="200759"/>
                  </a:lnTo>
                  <a:lnTo>
                    <a:pt x="331235" y="195558"/>
                  </a:lnTo>
                  <a:lnTo>
                    <a:pt x="332051" y="190328"/>
                  </a:lnTo>
                  <a:lnTo>
                    <a:pt x="332702" y="185075"/>
                  </a:lnTo>
                  <a:lnTo>
                    <a:pt x="333185" y="179805"/>
                  </a:lnTo>
                  <a:lnTo>
                    <a:pt x="333502" y="174521"/>
                  </a:lnTo>
                  <a:lnTo>
                    <a:pt x="333651" y="169231"/>
                  </a:lnTo>
                  <a:lnTo>
                    <a:pt x="333632" y="163938"/>
                  </a:lnTo>
                  <a:lnTo>
                    <a:pt x="333446" y="158649"/>
                  </a:lnTo>
                  <a:lnTo>
                    <a:pt x="333093" y="153368"/>
                  </a:lnTo>
                  <a:lnTo>
                    <a:pt x="332573" y="148100"/>
                  </a:lnTo>
                  <a:lnTo>
                    <a:pt x="331886" y="142852"/>
                  </a:lnTo>
                  <a:lnTo>
                    <a:pt x="331033" y="137629"/>
                  </a:lnTo>
                  <a:lnTo>
                    <a:pt x="330016" y="132435"/>
                  </a:lnTo>
                  <a:lnTo>
                    <a:pt x="328834" y="127276"/>
                  </a:lnTo>
                  <a:lnTo>
                    <a:pt x="327490" y="122156"/>
                  </a:lnTo>
                  <a:lnTo>
                    <a:pt x="325984" y="117082"/>
                  </a:lnTo>
                  <a:lnTo>
                    <a:pt x="324319" y="112058"/>
                  </a:lnTo>
                  <a:lnTo>
                    <a:pt x="322495" y="107090"/>
                  </a:lnTo>
                  <a:lnTo>
                    <a:pt x="320515" y="102181"/>
                  </a:lnTo>
                  <a:lnTo>
                    <a:pt x="318381" y="97338"/>
                  </a:lnTo>
                  <a:lnTo>
                    <a:pt x="316094" y="92565"/>
                  </a:lnTo>
                  <a:lnTo>
                    <a:pt x="313657" y="87866"/>
                  </a:lnTo>
                  <a:lnTo>
                    <a:pt x="311073" y="83247"/>
                  </a:lnTo>
                  <a:lnTo>
                    <a:pt x="308344" y="78712"/>
                  </a:lnTo>
                  <a:lnTo>
                    <a:pt x="305472" y="74266"/>
                  </a:lnTo>
                  <a:lnTo>
                    <a:pt x="302462" y="69913"/>
                  </a:lnTo>
                  <a:lnTo>
                    <a:pt x="299315" y="65657"/>
                  </a:lnTo>
                  <a:lnTo>
                    <a:pt x="296035" y="61503"/>
                  </a:lnTo>
                  <a:lnTo>
                    <a:pt x="292625" y="57456"/>
                  </a:lnTo>
                  <a:lnTo>
                    <a:pt x="289088" y="53518"/>
                  </a:lnTo>
                  <a:lnTo>
                    <a:pt x="285429" y="49694"/>
                  </a:lnTo>
                  <a:lnTo>
                    <a:pt x="281650" y="45987"/>
                  </a:lnTo>
                  <a:lnTo>
                    <a:pt x="277756" y="42403"/>
                  </a:lnTo>
                  <a:lnTo>
                    <a:pt x="273751" y="38943"/>
                  </a:lnTo>
                  <a:lnTo>
                    <a:pt x="269638" y="35612"/>
                  </a:lnTo>
                  <a:lnTo>
                    <a:pt x="265421" y="32413"/>
                  </a:lnTo>
                  <a:lnTo>
                    <a:pt x="261106" y="29348"/>
                  </a:lnTo>
                  <a:lnTo>
                    <a:pt x="256695" y="26422"/>
                  </a:lnTo>
                  <a:lnTo>
                    <a:pt x="252195" y="23637"/>
                  </a:lnTo>
                  <a:lnTo>
                    <a:pt x="247608" y="20996"/>
                  </a:lnTo>
                  <a:lnTo>
                    <a:pt x="242940" y="18502"/>
                  </a:lnTo>
                  <a:lnTo>
                    <a:pt x="238195" y="16156"/>
                  </a:lnTo>
                  <a:lnTo>
                    <a:pt x="233379" y="13962"/>
                  </a:lnTo>
                  <a:lnTo>
                    <a:pt x="228495" y="11922"/>
                  </a:lnTo>
                  <a:lnTo>
                    <a:pt x="223549" y="10037"/>
                  </a:lnTo>
                  <a:lnTo>
                    <a:pt x="218546" y="8309"/>
                  </a:lnTo>
                  <a:lnTo>
                    <a:pt x="213491" y="6741"/>
                  </a:lnTo>
                  <a:lnTo>
                    <a:pt x="208389" y="5334"/>
                  </a:lnTo>
                  <a:lnTo>
                    <a:pt x="203245" y="4089"/>
                  </a:lnTo>
                  <a:lnTo>
                    <a:pt x="198063" y="3007"/>
                  </a:lnTo>
                  <a:lnTo>
                    <a:pt x="192851" y="2090"/>
                  </a:lnTo>
                  <a:lnTo>
                    <a:pt x="187612" y="1338"/>
                  </a:lnTo>
                  <a:lnTo>
                    <a:pt x="182351" y="753"/>
                  </a:lnTo>
                  <a:lnTo>
                    <a:pt x="177075" y="335"/>
                  </a:lnTo>
                  <a:lnTo>
                    <a:pt x="171788" y="83"/>
                  </a:lnTo>
                  <a:lnTo>
                    <a:pt x="166496" y="0"/>
                  </a:lnTo>
                  <a:lnTo>
                    <a:pt x="16649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58814" y="4605529"/>
              <a:ext cx="101732" cy="167167"/>
            </a:xfrm>
            <a:custGeom>
              <a:avLst/>
              <a:pathLst>
                <a:path w="101732" h="167167">
                  <a:moveTo>
                    <a:pt x="101732" y="0"/>
                  </a:moveTo>
                  <a:lnTo>
                    <a:pt x="95977" y="99"/>
                  </a:lnTo>
                  <a:lnTo>
                    <a:pt x="90229" y="396"/>
                  </a:lnTo>
                  <a:lnTo>
                    <a:pt x="84494" y="891"/>
                  </a:lnTo>
                  <a:lnTo>
                    <a:pt x="78780" y="1583"/>
                  </a:lnTo>
                  <a:lnTo>
                    <a:pt x="73093" y="2471"/>
                  </a:lnTo>
                  <a:lnTo>
                    <a:pt x="67440" y="3555"/>
                  </a:lnTo>
                  <a:lnTo>
                    <a:pt x="61827" y="4832"/>
                  </a:lnTo>
                  <a:lnTo>
                    <a:pt x="56262" y="6302"/>
                  </a:lnTo>
                  <a:lnTo>
                    <a:pt x="50751" y="7963"/>
                  </a:lnTo>
                  <a:lnTo>
                    <a:pt x="45300" y="9813"/>
                  </a:lnTo>
                  <a:lnTo>
                    <a:pt x="39916" y="11849"/>
                  </a:lnTo>
                  <a:lnTo>
                    <a:pt x="34605" y="14069"/>
                  </a:lnTo>
                  <a:lnTo>
                    <a:pt x="29374" y="16471"/>
                  </a:lnTo>
                  <a:lnTo>
                    <a:pt x="24229" y="19051"/>
                  </a:lnTo>
                  <a:lnTo>
                    <a:pt x="19176" y="21807"/>
                  </a:lnTo>
                  <a:lnTo>
                    <a:pt x="14220" y="24736"/>
                  </a:lnTo>
                  <a:lnTo>
                    <a:pt x="9369" y="27833"/>
                  </a:lnTo>
                  <a:lnTo>
                    <a:pt x="4627" y="31095"/>
                  </a:lnTo>
                  <a:lnTo>
                    <a:pt x="0" y="34519"/>
                  </a:lnTo>
                  <a:lnTo>
                    <a:pt x="1017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58814" y="4640049"/>
              <a:ext cx="101732" cy="132647"/>
            </a:xfrm>
            <a:custGeom>
              <a:avLst/>
              <a:pathLst>
                <a:path w="101732" h="132647">
                  <a:moveTo>
                    <a:pt x="0" y="0"/>
                  </a:moveTo>
                  <a:lnTo>
                    <a:pt x="101732" y="1326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58814" y="4640049"/>
              <a:ext cx="101732" cy="132647"/>
            </a:xfrm>
            <a:custGeom>
              <a:avLst/>
              <a:pathLst>
                <a:path w="101732" h="132647">
                  <a:moveTo>
                    <a:pt x="0" y="0"/>
                  </a:moveTo>
                  <a:lnTo>
                    <a:pt x="101732" y="1326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93381" y="4640049"/>
              <a:ext cx="334326" cy="299808"/>
            </a:xfrm>
            <a:custGeom>
              <a:avLst/>
              <a:pathLst>
                <a:path w="334326" h="299808">
                  <a:moveTo>
                    <a:pt x="65432" y="0"/>
                  </a:moveTo>
                  <a:lnTo>
                    <a:pt x="61269" y="3298"/>
                  </a:lnTo>
                  <a:lnTo>
                    <a:pt x="57214" y="6728"/>
                  </a:lnTo>
                  <a:lnTo>
                    <a:pt x="53269" y="10285"/>
                  </a:lnTo>
                  <a:lnTo>
                    <a:pt x="49439" y="13965"/>
                  </a:lnTo>
                  <a:lnTo>
                    <a:pt x="45728" y="17765"/>
                  </a:lnTo>
                  <a:lnTo>
                    <a:pt x="42139" y="21681"/>
                  </a:lnTo>
                  <a:lnTo>
                    <a:pt x="38677" y="25709"/>
                  </a:lnTo>
                  <a:lnTo>
                    <a:pt x="35345" y="29845"/>
                  </a:lnTo>
                  <a:lnTo>
                    <a:pt x="32145" y="34084"/>
                  </a:lnTo>
                  <a:lnTo>
                    <a:pt x="29082" y="38424"/>
                  </a:lnTo>
                  <a:lnTo>
                    <a:pt x="26158" y="42858"/>
                  </a:lnTo>
                  <a:lnTo>
                    <a:pt x="23377" y="47383"/>
                  </a:lnTo>
                  <a:lnTo>
                    <a:pt x="20741" y="51994"/>
                  </a:lnTo>
                  <a:lnTo>
                    <a:pt x="18252" y="56686"/>
                  </a:lnTo>
                  <a:lnTo>
                    <a:pt x="15914" y="61456"/>
                  </a:lnTo>
                  <a:lnTo>
                    <a:pt x="13729" y="66297"/>
                  </a:lnTo>
                  <a:lnTo>
                    <a:pt x="11699" y="71205"/>
                  </a:lnTo>
                  <a:lnTo>
                    <a:pt x="9825" y="76175"/>
                  </a:lnTo>
                  <a:lnTo>
                    <a:pt x="8110" y="81202"/>
                  </a:lnTo>
                  <a:lnTo>
                    <a:pt x="6556" y="86281"/>
                  </a:lnTo>
                  <a:lnTo>
                    <a:pt x="5164" y="91407"/>
                  </a:lnTo>
                  <a:lnTo>
                    <a:pt x="3936" y="96574"/>
                  </a:lnTo>
                  <a:lnTo>
                    <a:pt x="2872" y="101778"/>
                  </a:lnTo>
                  <a:lnTo>
                    <a:pt x="1975" y="107013"/>
                  </a:lnTo>
                  <a:lnTo>
                    <a:pt x="1244" y="112274"/>
                  </a:lnTo>
                  <a:lnTo>
                    <a:pt x="680" y="117555"/>
                  </a:lnTo>
                  <a:lnTo>
                    <a:pt x="285" y="122852"/>
                  </a:lnTo>
                  <a:lnTo>
                    <a:pt x="58" y="128159"/>
                  </a:lnTo>
                  <a:lnTo>
                    <a:pt x="0" y="133470"/>
                  </a:lnTo>
                  <a:lnTo>
                    <a:pt x="110" y="138780"/>
                  </a:lnTo>
                  <a:lnTo>
                    <a:pt x="389" y="144084"/>
                  </a:lnTo>
                  <a:lnTo>
                    <a:pt x="837" y="149377"/>
                  </a:lnTo>
                  <a:lnTo>
                    <a:pt x="1452" y="154652"/>
                  </a:lnTo>
                  <a:lnTo>
                    <a:pt x="2235" y="159906"/>
                  </a:lnTo>
                  <a:lnTo>
                    <a:pt x="3184" y="165132"/>
                  </a:lnTo>
                  <a:lnTo>
                    <a:pt x="4299" y="170325"/>
                  </a:lnTo>
                  <a:lnTo>
                    <a:pt x="5578" y="175480"/>
                  </a:lnTo>
                  <a:lnTo>
                    <a:pt x="7020" y="180592"/>
                  </a:lnTo>
                  <a:lnTo>
                    <a:pt x="8624" y="185655"/>
                  </a:lnTo>
                  <a:lnTo>
                    <a:pt x="10389" y="190665"/>
                  </a:lnTo>
                  <a:lnTo>
                    <a:pt x="12311" y="195617"/>
                  </a:lnTo>
                  <a:lnTo>
                    <a:pt x="14389" y="200505"/>
                  </a:lnTo>
                  <a:lnTo>
                    <a:pt x="16622" y="205324"/>
                  </a:lnTo>
                  <a:lnTo>
                    <a:pt x="19007" y="210070"/>
                  </a:lnTo>
                  <a:lnTo>
                    <a:pt x="21542" y="214738"/>
                  </a:lnTo>
                  <a:lnTo>
                    <a:pt x="24223" y="219322"/>
                  </a:lnTo>
                  <a:lnTo>
                    <a:pt x="27049" y="223820"/>
                  </a:lnTo>
                  <a:lnTo>
                    <a:pt x="30016" y="228225"/>
                  </a:lnTo>
                  <a:lnTo>
                    <a:pt x="33122" y="232534"/>
                  </a:lnTo>
                  <a:lnTo>
                    <a:pt x="36363" y="236742"/>
                  </a:lnTo>
                  <a:lnTo>
                    <a:pt x="39736" y="240845"/>
                  </a:lnTo>
                  <a:lnTo>
                    <a:pt x="43238" y="244839"/>
                  </a:lnTo>
                  <a:lnTo>
                    <a:pt x="46864" y="248719"/>
                  </a:lnTo>
                  <a:lnTo>
                    <a:pt x="50613" y="252483"/>
                  </a:lnTo>
                  <a:lnTo>
                    <a:pt x="54478" y="256125"/>
                  </a:lnTo>
                  <a:lnTo>
                    <a:pt x="58458" y="259642"/>
                  </a:lnTo>
                  <a:lnTo>
                    <a:pt x="62548" y="263032"/>
                  </a:lnTo>
                  <a:lnTo>
                    <a:pt x="66743" y="266290"/>
                  </a:lnTo>
                  <a:lnTo>
                    <a:pt x="71039" y="269413"/>
                  </a:lnTo>
                  <a:lnTo>
                    <a:pt x="75432" y="272397"/>
                  </a:lnTo>
                  <a:lnTo>
                    <a:pt x="79919" y="275241"/>
                  </a:lnTo>
                  <a:lnTo>
                    <a:pt x="84493" y="277941"/>
                  </a:lnTo>
                  <a:lnTo>
                    <a:pt x="89150" y="280494"/>
                  </a:lnTo>
                  <a:lnTo>
                    <a:pt x="93887" y="282898"/>
                  </a:lnTo>
                  <a:lnTo>
                    <a:pt x="98697" y="285150"/>
                  </a:lnTo>
                  <a:lnTo>
                    <a:pt x="103576" y="287248"/>
                  </a:lnTo>
                  <a:lnTo>
                    <a:pt x="108520" y="289190"/>
                  </a:lnTo>
                  <a:lnTo>
                    <a:pt x="113523" y="290974"/>
                  </a:lnTo>
                  <a:lnTo>
                    <a:pt x="118580" y="292599"/>
                  </a:lnTo>
                  <a:lnTo>
                    <a:pt x="123686" y="294061"/>
                  </a:lnTo>
                  <a:lnTo>
                    <a:pt x="128836" y="295361"/>
                  </a:lnTo>
                  <a:lnTo>
                    <a:pt x="134025" y="296497"/>
                  </a:lnTo>
                  <a:lnTo>
                    <a:pt x="139247" y="297467"/>
                  </a:lnTo>
                  <a:lnTo>
                    <a:pt x="144497" y="298271"/>
                  </a:lnTo>
                  <a:lnTo>
                    <a:pt x="149770" y="298907"/>
                  </a:lnTo>
                  <a:lnTo>
                    <a:pt x="155061" y="299376"/>
                  </a:lnTo>
                  <a:lnTo>
                    <a:pt x="160364" y="299676"/>
                  </a:lnTo>
                  <a:lnTo>
                    <a:pt x="165674" y="299808"/>
                  </a:lnTo>
                  <a:lnTo>
                    <a:pt x="170985" y="299771"/>
                  </a:lnTo>
                  <a:lnTo>
                    <a:pt x="176292" y="299565"/>
                  </a:lnTo>
                  <a:lnTo>
                    <a:pt x="181591" y="299191"/>
                  </a:lnTo>
                  <a:lnTo>
                    <a:pt x="186874" y="298649"/>
                  </a:lnTo>
                  <a:lnTo>
                    <a:pt x="192138" y="297939"/>
                  </a:lnTo>
                  <a:lnTo>
                    <a:pt x="197377" y="297062"/>
                  </a:lnTo>
                  <a:lnTo>
                    <a:pt x="202585" y="296019"/>
                  </a:lnTo>
                  <a:lnTo>
                    <a:pt x="207757" y="294811"/>
                  </a:lnTo>
                  <a:lnTo>
                    <a:pt x="212888" y="293440"/>
                  </a:lnTo>
                  <a:lnTo>
                    <a:pt x="217974" y="291906"/>
                  </a:lnTo>
                  <a:lnTo>
                    <a:pt x="223008" y="290212"/>
                  </a:lnTo>
                  <a:lnTo>
                    <a:pt x="227985" y="288358"/>
                  </a:lnTo>
                  <a:lnTo>
                    <a:pt x="232901" y="286347"/>
                  </a:lnTo>
                  <a:lnTo>
                    <a:pt x="237751" y="284181"/>
                  </a:lnTo>
                  <a:lnTo>
                    <a:pt x="242529" y="281862"/>
                  </a:lnTo>
                  <a:lnTo>
                    <a:pt x="247232" y="279393"/>
                  </a:lnTo>
                  <a:lnTo>
                    <a:pt x="251853" y="276775"/>
                  </a:lnTo>
                  <a:lnTo>
                    <a:pt x="256389" y="274012"/>
                  </a:lnTo>
                  <a:lnTo>
                    <a:pt x="260835" y="271106"/>
                  </a:lnTo>
                  <a:lnTo>
                    <a:pt x="265187" y="268060"/>
                  </a:lnTo>
                  <a:lnTo>
                    <a:pt x="269439" y="264878"/>
                  </a:lnTo>
                  <a:lnTo>
                    <a:pt x="273589" y="261562"/>
                  </a:lnTo>
                  <a:lnTo>
                    <a:pt x="277630" y="258116"/>
                  </a:lnTo>
                  <a:lnTo>
                    <a:pt x="281561" y="254543"/>
                  </a:lnTo>
                  <a:lnTo>
                    <a:pt x="285375" y="250847"/>
                  </a:lnTo>
                  <a:lnTo>
                    <a:pt x="289071" y="247032"/>
                  </a:lnTo>
                  <a:lnTo>
                    <a:pt x="292643" y="243101"/>
                  </a:lnTo>
                  <a:lnTo>
                    <a:pt x="296089" y="239059"/>
                  </a:lnTo>
                  <a:lnTo>
                    <a:pt x="299405" y="234910"/>
                  </a:lnTo>
                  <a:lnTo>
                    <a:pt x="302587" y="230657"/>
                  </a:lnTo>
                  <a:lnTo>
                    <a:pt x="305632" y="226305"/>
                  </a:lnTo>
                  <a:lnTo>
                    <a:pt x="308538" y="221859"/>
                  </a:lnTo>
                  <a:lnTo>
                    <a:pt x="311300" y="217323"/>
                  </a:lnTo>
                  <a:lnTo>
                    <a:pt x="313918" y="212701"/>
                  </a:lnTo>
                  <a:lnTo>
                    <a:pt x="316387" y="207998"/>
                  </a:lnTo>
                  <a:lnTo>
                    <a:pt x="318705" y="203219"/>
                  </a:lnTo>
                  <a:lnTo>
                    <a:pt x="320871" y="198370"/>
                  </a:lnTo>
                  <a:lnTo>
                    <a:pt x="322881" y="193453"/>
                  </a:lnTo>
                  <a:lnTo>
                    <a:pt x="324734" y="188476"/>
                  </a:lnTo>
                  <a:lnTo>
                    <a:pt x="326429" y="183442"/>
                  </a:lnTo>
                  <a:lnTo>
                    <a:pt x="327962" y="178356"/>
                  </a:lnTo>
                  <a:lnTo>
                    <a:pt x="329333" y="173225"/>
                  </a:lnTo>
                  <a:lnTo>
                    <a:pt x="330540" y="168052"/>
                  </a:lnTo>
                  <a:lnTo>
                    <a:pt x="331582" y="162844"/>
                  </a:lnTo>
                  <a:lnTo>
                    <a:pt x="332459" y="157605"/>
                  </a:lnTo>
                  <a:lnTo>
                    <a:pt x="333168" y="152342"/>
                  </a:lnTo>
                  <a:lnTo>
                    <a:pt x="333710" y="147058"/>
                  </a:lnTo>
                  <a:lnTo>
                    <a:pt x="334084" y="141760"/>
                  </a:lnTo>
                  <a:lnTo>
                    <a:pt x="334289" y="136452"/>
                  </a:lnTo>
                  <a:lnTo>
                    <a:pt x="334326" y="131141"/>
                  </a:lnTo>
                  <a:lnTo>
                    <a:pt x="334193" y="125831"/>
                  </a:lnTo>
                  <a:lnTo>
                    <a:pt x="333892" y="120528"/>
                  </a:lnTo>
                  <a:lnTo>
                    <a:pt x="333423" y="115237"/>
                  </a:lnTo>
                  <a:lnTo>
                    <a:pt x="332786" y="109964"/>
                  </a:lnTo>
                  <a:lnTo>
                    <a:pt x="331982" y="104714"/>
                  </a:lnTo>
                  <a:lnTo>
                    <a:pt x="331011" y="99492"/>
                  </a:lnTo>
                  <a:lnTo>
                    <a:pt x="329875" y="94303"/>
                  </a:lnTo>
                  <a:lnTo>
                    <a:pt x="328575" y="89154"/>
                  </a:lnTo>
                  <a:lnTo>
                    <a:pt x="327112" y="84048"/>
                  </a:lnTo>
                  <a:lnTo>
                    <a:pt x="325487" y="78991"/>
                  </a:lnTo>
                  <a:lnTo>
                    <a:pt x="323703" y="73988"/>
                  </a:lnTo>
                  <a:lnTo>
                    <a:pt x="321760" y="69045"/>
                  </a:lnTo>
                  <a:lnTo>
                    <a:pt x="319661" y="64165"/>
                  </a:lnTo>
                  <a:lnTo>
                    <a:pt x="317409" y="59355"/>
                  </a:lnTo>
                  <a:lnTo>
                    <a:pt x="315005" y="54619"/>
                  </a:lnTo>
                  <a:lnTo>
                    <a:pt x="167165" y="1326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60546" y="4605529"/>
              <a:ext cx="147839" cy="167167"/>
            </a:xfrm>
            <a:custGeom>
              <a:avLst/>
              <a:pathLst>
                <a:path w="147839" h="167167">
                  <a:moveTo>
                    <a:pt x="147839" y="89139"/>
                  </a:moveTo>
                  <a:lnTo>
                    <a:pt x="145194" y="84320"/>
                  </a:lnTo>
                  <a:lnTo>
                    <a:pt x="142392" y="79592"/>
                  </a:lnTo>
                  <a:lnTo>
                    <a:pt x="139435" y="74957"/>
                  </a:lnTo>
                  <a:lnTo>
                    <a:pt x="136328" y="70423"/>
                  </a:lnTo>
                  <a:lnTo>
                    <a:pt x="133074" y="65993"/>
                  </a:lnTo>
                  <a:lnTo>
                    <a:pt x="129675" y="61672"/>
                  </a:lnTo>
                  <a:lnTo>
                    <a:pt x="126137" y="57466"/>
                  </a:lnTo>
                  <a:lnTo>
                    <a:pt x="122462" y="53378"/>
                  </a:lnTo>
                  <a:lnTo>
                    <a:pt x="118655" y="49413"/>
                  </a:lnTo>
                  <a:lnTo>
                    <a:pt x="114719" y="45576"/>
                  </a:lnTo>
                  <a:lnTo>
                    <a:pt x="110659" y="41870"/>
                  </a:lnTo>
                  <a:lnTo>
                    <a:pt x="106480" y="38299"/>
                  </a:lnTo>
                  <a:lnTo>
                    <a:pt x="102186" y="34868"/>
                  </a:lnTo>
                  <a:lnTo>
                    <a:pt x="97781" y="31580"/>
                  </a:lnTo>
                  <a:lnTo>
                    <a:pt x="93270" y="28438"/>
                  </a:lnTo>
                  <a:lnTo>
                    <a:pt x="88658" y="25447"/>
                  </a:lnTo>
                  <a:lnTo>
                    <a:pt x="83951" y="22609"/>
                  </a:lnTo>
                  <a:lnTo>
                    <a:pt x="79153" y="19927"/>
                  </a:lnTo>
                  <a:lnTo>
                    <a:pt x="74269" y="17404"/>
                  </a:lnTo>
                  <a:lnTo>
                    <a:pt x="69305" y="15043"/>
                  </a:lnTo>
                  <a:lnTo>
                    <a:pt x="64266" y="12847"/>
                  </a:lnTo>
                  <a:lnTo>
                    <a:pt x="59158" y="10817"/>
                  </a:lnTo>
                  <a:lnTo>
                    <a:pt x="53985" y="8957"/>
                  </a:lnTo>
                  <a:lnTo>
                    <a:pt x="48754" y="7267"/>
                  </a:lnTo>
                  <a:lnTo>
                    <a:pt x="43471" y="5751"/>
                  </a:lnTo>
                  <a:lnTo>
                    <a:pt x="38140" y="4409"/>
                  </a:lnTo>
                  <a:lnTo>
                    <a:pt x="32769" y="3243"/>
                  </a:lnTo>
                  <a:lnTo>
                    <a:pt x="27361" y="2254"/>
                  </a:lnTo>
                  <a:lnTo>
                    <a:pt x="21925" y="1444"/>
                  </a:lnTo>
                  <a:lnTo>
                    <a:pt x="16464" y="812"/>
                  </a:lnTo>
                  <a:lnTo>
                    <a:pt x="10986" y="361"/>
                  </a:lnTo>
                  <a:lnTo>
                    <a:pt x="549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640792" y="4172415"/>
              <a:ext cx="105100" cy="167167"/>
            </a:xfrm>
            <a:custGeom>
              <a:avLst/>
              <a:pathLst>
                <a:path w="105100" h="167167">
                  <a:moveTo>
                    <a:pt x="105100" y="0"/>
                  </a:moveTo>
                  <a:lnTo>
                    <a:pt x="99418" y="96"/>
                  </a:lnTo>
                  <a:lnTo>
                    <a:pt x="93743" y="386"/>
                  </a:lnTo>
                  <a:lnTo>
                    <a:pt x="88081" y="868"/>
                  </a:lnTo>
                  <a:lnTo>
                    <a:pt x="82439" y="1543"/>
                  </a:lnTo>
                  <a:lnTo>
                    <a:pt x="76822" y="2409"/>
                  </a:lnTo>
                  <a:lnTo>
                    <a:pt x="71239" y="3465"/>
                  </a:lnTo>
                  <a:lnTo>
                    <a:pt x="65694" y="4710"/>
                  </a:lnTo>
                  <a:lnTo>
                    <a:pt x="60196" y="6143"/>
                  </a:lnTo>
                  <a:lnTo>
                    <a:pt x="54749" y="7763"/>
                  </a:lnTo>
                  <a:lnTo>
                    <a:pt x="49360" y="9566"/>
                  </a:lnTo>
                  <a:lnTo>
                    <a:pt x="44035" y="11552"/>
                  </a:lnTo>
                  <a:lnTo>
                    <a:pt x="38782" y="13717"/>
                  </a:lnTo>
                  <a:lnTo>
                    <a:pt x="33604" y="16060"/>
                  </a:lnTo>
                  <a:lnTo>
                    <a:pt x="28510" y="18577"/>
                  </a:lnTo>
                  <a:lnTo>
                    <a:pt x="23504" y="21266"/>
                  </a:lnTo>
                  <a:lnTo>
                    <a:pt x="18592" y="24124"/>
                  </a:lnTo>
                  <a:lnTo>
                    <a:pt x="13780" y="27147"/>
                  </a:lnTo>
                  <a:lnTo>
                    <a:pt x="9074" y="30331"/>
                  </a:lnTo>
                  <a:lnTo>
                    <a:pt x="4479" y="33674"/>
                  </a:lnTo>
                  <a:lnTo>
                    <a:pt x="0" y="37171"/>
                  </a:lnTo>
                  <a:lnTo>
                    <a:pt x="10510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40792" y="4209587"/>
              <a:ext cx="105100" cy="129995"/>
            </a:xfrm>
            <a:custGeom>
              <a:avLst/>
              <a:pathLst>
                <a:path w="105100" h="129995">
                  <a:moveTo>
                    <a:pt x="0" y="0"/>
                  </a:moveTo>
                  <a:lnTo>
                    <a:pt x="105100" y="1299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78727" y="4209587"/>
              <a:ext cx="334316" cy="297159"/>
            </a:xfrm>
            <a:custGeom>
              <a:avLst/>
              <a:pathLst>
                <a:path w="334316" h="297159">
                  <a:moveTo>
                    <a:pt x="62064" y="0"/>
                  </a:moveTo>
                  <a:lnTo>
                    <a:pt x="58004" y="3390"/>
                  </a:lnTo>
                  <a:lnTo>
                    <a:pt x="54054" y="6906"/>
                  </a:lnTo>
                  <a:lnTo>
                    <a:pt x="50216" y="10546"/>
                  </a:lnTo>
                  <a:lnTo>
                    <a:pt x="46496" y="14306"/>
                  </a:lnTo>
                  <a:lnTo>
                    <a:pt x="42896" y="18182"/>
                  </a:lnTo>
                  <a:lnTo>
                    <a:pt x="39421" y="22169"/>
                  </a:lnTo>
                  <a:lnTo>
                    <a:pt x="36074" y="26264"/>
                  </a:lnTo>
                  <a:lnTo>
                    <a:pt x="32858" y="30464"/>
                  </a:lnTo>
                  <a:lnTo>
                    <a:pt x="29776" y="34762"/>
                  </a:lnTo>
                  <a:lnTo>
                    <a:pt x="26832" y="39157"/>
                  </a:lnTo>
                  <a:lnTo>
                    <a:pt x="24028" y="43642"/>
                  </a:lnTo>
                  <a:lnTo>
                    <a:pt x="21368" y="48213"/>
                  </a:lnTo>
                  <a:lnTo>
                    <a:pt x="18854" y="52867"/>
                  </a:lnTo>
                  <a:lnTo>
                    <a:pt x="16488" y="57597"/>
                  </a:lnTo>
                  <a:lnTo>
                    <a:pt x="14273" y="62400"/>
                  </a:lnTo>
                  <a:lnTo>
                    <a:pt x="12211" y="67271"/>
                  </a:lnTo>
                  <a:lnTo>
                    <a:pt x="10304" y="72205"/>
                  </a:lnTo>
                  <a:lnTo>
                    <a:pt x="8555" y="77196"/>
                  </a:lnTo>
                  <a:lnTo>
                    <a:pt x="6964" y="82241"/>
                  </a:lnTo>
                  <a:lnTo>
                    <a:pt x="5533" y="87333"/>
                  </a:lnTo>
                  <a:lnTo>
                    <a:pt x="4264" y="92468"/>
                  </a:lnTo>
                  <a:lnTo>
                    <a:pt x="3158" y="97640"/>
                  </a:lnTo>
                  <a:lnTo>
                    <a:pt x="2217" y="102845"/>
                  </a:lnTo>
                  <a:lnTo>
                    <a:pt x="1441" y="108077"/>
                  </a:lnTo>
                  <a:lnTo>
                    <a:pt x="830" y="113331"/>
                  </a:lnTo>
                  <a:lnTo>
                    <a:pt x="386" y="118601"/>
                  </a:lnTo>
                  <a:lnTo>
                    <a:pt x="109" y="123883"/>
                  </a:lnTo>
                  <a:lnTo>
                    <a:pt x="0" y="129171"/>
                  </a:lnTo>
                  <a:lnTo>
                    <a:pt x="57" y="134460"/>
                  </a:lnTo>
                  <a:lnTo>
                    <a:pt x="282" y="139745"/>
                  </a:lnTo>
                  <a:lnTo>
                    <a:pt x="674" y="145020"/>
                  </a:lnTo>
                  <a:lnTo>
                    <a:pt x="1233" y="150279"/>
                  </a:lnTo>
                  <a:lnTo>
                    <a:pt x="1957" y="155519"/>
                  </a:lnTo>
                  <a:lnTo>
                    <a:pt x="2848" y="160732"/>
                  </a:lnTo>
                  <a:lnTo>
                    <a:pt x="3902" y="165916"/>
                  </a:lnTo>
                  <a:lnTo>
                    <a:pt x="5120" y="171063"/>
                  </a:lnTo>
                  <a:lnTo>
                    <a:pt x="6501" y="176169"/>
                  </a:lnTo>
                  <a:lnTo>
                    <a:pt x="8042" y="181228"/>
                  </a:lnTo>
                  <a:lnTo>
                    <a:pt x="9742" y="186237"/>
                  </a:lnTo>
                  <a:lnTo>
                    <a:pt x="11601" y="191189"/>
                  </a:lnTo>
                  <a:lnTo>
                    <a:pt x="13614" y="196080"/>
                  </a:lnTo>
                  <a:lnTo>
                    <a:pt x="15782" y="200905"/>
                  </a:lnTo>
                  <a:lnTo>
                    <a:pt x="18101" y="205658"/>
                  </a:lnTo>
                  <a:lnTo>
                    <a:pt x="20569" y="210336"/>
                  </a:lnTo>
                  <a:lnTo>
                    <a:pt x="23185" y="214934"/>
                  </a:lnTo>
                  <a:lnTo>
                    <a:pt x="25944" y="219446"/>
                  </a:lnTo>
                  <a:lnTo>
                    <a:pt x="28844" y="223869"/>
                  </a:lnTo>
                  <a:lnTo>
                    <a:pt x="31883" y="228198"/>
                  </a:lnTo>
                  <a:lnTo>
                    <a:pt x="35058" y="232429"/>
                  </a:lnTo>
                  <a:lnTo>
                    <a:pt x="38365" y="236557"/>
                  </a:lnTo>
                  <a:lnTo>
                    <a:pt x="41801" y="240579"/>
                  </a:lnTo>
                  <a:lnTo>
                    <a:pt x="45362" y="244489"/>
                  </a:lnTo>
                  <a:lnTo>
                    <a:pt x="49045" y="248286"/>
                  </a:lnTo>
                  <a:lnTo>
                    <a:pt x="52846" y="251963"/>
                  </a:lnTo>
                  <a:lnTo>
                    <a:pt x="56762" y="255519"/>
                  </a:lnTo>
                  <a:lnTo>
                    <a:pt x="60789" y="258949"/>
                  </a:lnTo>
                  <a:lnTo>
                    <a:pt x="64922" y="262250"/>
                  </a:lnTo>
                  <a:lnTo>
                    <a:pt x="69157" y="265418"/>
                  </a:lnTo>
                  <a:lnTo>
                    <a:pt x="73490" y="268451"/>
                  </a:lnTo>
                  <a:lnTo>
                    <a:pt x="77917" y="271345"/>
                  </a:lnTo>
                  <a:lnTo>
                    <a:pt x="82434" y="274098"/>
                  </a:lnTo>
                  <a:lnTo>
                    <a:pt x="87035" y="276706"/>
                  </a:lnTo>
                  <a:lnTo>
                    <a:pt x="91717" y="279168"/>
                  </a:lnTo>
                  <a:lnTo>
                    <a:pt x="96474" y="281480"/>
                  </a:lnTo>
                  <a:lnTo>
                    <a:pt x="101302" y="283641"/>
                  </a:lnTo>
                  <a:lnTo>
                    <a:pt x="106195" y="285648"/>
                  </a:lnTo>
                  <a:lnTo>
                    <a:pt x="111150" y="287498"/>
                  </a:lnTo>
                  <a:lnTo>
                    <a:pt x="116161" y="289192"/>
                  </a:lnTo>
                  <a:lnTo>
                    <a:pt x="121223" y="290726"/>
                  </a:lnTo>
                  <a:lnTo>
                    <a:pt x="126331" y="292099"/>
                  </a:lnTo>
                  <a:lnTo>
                    <a:pt x="131480" y="293309"/>
                  </a:lnTo>
                  <a:lnTo>
                    <a:pt x="136664" y="294357"/>
                  </a:lnTo>
                  <a:lnTo>
                    <a:pt x="141880" y="295239"/>
                  </a:lnTo>
                  <a:lnTo>
                    <a:pt x="147120" y="295956"/>
                  </a:lnTo>
                  <a:lnTo>
                    <a:pt x="152380" y="296507"/>
                  </a:lnTo>
                  <a:lnTo>
                    <a:pt x="157656" y="296892"/>
                  </a:lnTo>
                  <a:lnTo>
                    <a:pt x="162941" y="297109"/>
                  </a:lnTo>
                  <a:lnTo>
                    <a:pt x="168230" y="297159"/>
                  </a:lnTo>
                  <a:lnTo>
                    <a:pt x="173518" y="297042"/>
                  </a:lnTo>
                  <a:lnTo>
                    <a:pt x="178799" y="296757"/>
                  </a:lnTo>
                  <a:lnTo>
                    <a:pt x="184069" y="296306"/>
                  </a:lnTo>
                  <a:lnTo>
                    <a:pt x="189322" y="295688"/>
                  </a:lnTo>
                  <a:lnTo>
                    <a:pt x="194553" y="294904"/>
                  </a:lnTo>
                  <a:lnTo>
                    <a:pt x="199756" y="293955"/>
                  </a:lnTo>
                  <a:lnTo>
                    <a:pt x="204927" y="292842"/>
                  </a:lnTo>
                  <a:lnTo>
                    <a:pt x="210060" y="291565"/>
                  </a:lnTo>
                  <a:lnTo>
                    <a:pt x="215150" y="290127"/>
                  </a:lnTo>
                  <a:lnTo>
                    <a:pt x="220192" y="288529"/>
                  </a:lnTo>
                  <a:lnTo>
                    <a:pt x="225181" y="286772"/>
                  </a:lnTo>
                  <a:lnTo>
                    <a:pt x="230112" y="284858"/>
                  </a:lnTo>
                  <a:lnTo>
                    <a:pt x="234980" y="282789"/>
                  </a:lnTo>
                  <a:lnTo>
                    <a:pt x="239780" y="280567"/>
                  </a:lnTo>
                  <a:lnTo>
                    <a:pt x="244507" y="278195"/>
                  </a:lnTo>
                  <a:lnTo>
                    <a:pt x="249157" y="275674"/>
                  </a:lnTo>
                  <a:lnTo>
                    <a:pt x="253725" y="273007"/>
                  </a:lnTo>
                  <a:lnTo>
                    <a:pt x="258206" y="270197"/>
                  </a:lnTo>
                  <a:lnTo>
                    <a:pt x="262596" y="267246"/>
                  </a:lnTo>
                  <a:lnTo>
                    <a:pt x="266890" y="264159"/>
                  </a:lnTo>
                  <a:lnTo>
                    <a:pt x="271085" y="260937"/>
                  </a:lnTo>
                  <a:lnTo>
                    <a:pt x="275175" y="257583"/>
                  </a:lnTo>
                  <a:lnTo>
                    <a:pt x="279157" y="254102"/>
                  </a:lnTo>
                  <a:lnTo>
                    <a:pt x="283028" y="250497"/>
                  </a:lnTo>
                  <a:lnTo>
                    <a:pt x="286782" y="246771"/>
                  </a:lnTo>
                  <a:lnTo>
                    <a:pt x="290417" y="242929"/>
                  </a:lnTo>
                  <a:lnTo>
                    <a:pt x="293928" y="238973"/>
                  </a:lnTo>
                  <a:lnTo>
                    <a:pt x="297312" y="234908"/>
                  </a:lnTo>
                  <a:lnTo>
                    <a:pt x="300566" y="230738"/>
                  </a:lnTo>
                  <a:lnTo>
                    <a:pt x="303686" y="226467"/>
                  </a:lnTo>
                  <a:lnTo>
                    <a:pt x="306670" y="222100"/>
                  </a:lnTo>
                  <a:lnTo>
                    <a:pt x="309514" y="217640"/>
                  </a:lnTo>
                  <a:lnTo>
                    <a:pt x="312216" y="213093"/>
                  </a:lnTo>
                  <a:lnTo>
                    <a:pt x="314772" y="208463"/>
                  </a:lnTo>
                  <a:lnTo>
                    <a:pt x="317180" y="203753"/>
                  </a:lnTo>
                  <a:lnTo>
                    <a:pt x="319439" y="198971"/>
                  </a:lnTo>
                  <a:lnTo>
                    <a:pt x="321545" y="194119"/>
                  </a:lnTo>
                  <a:lnTo>
                    <a:pt x="323496" y="189203"/>
                  </a:lnTo>
                  <a:lnTo>
                    <a:pt x="325291" y="184227"/>
                  </a:lnTo>
                  <a:lnTo>
                    <a:pt x="326928" y="179197"/>
                  </a:lnTo>
                  <a:lnTo>
                    <a:pt x="328404" y="174118"/>
                  </a:lnTo>
                  <a:lnTo>
                    <a:pt x="329719" y="168995"/>
                  </a:lnTo>
                  <a:lnTo>
                    <a:pt x="330872" y="163833"/>
                  </a:lnTo>
                  <a:lnTo>
                    <a:pt x="331860" y="158637"/>
                  </a:lnTo>
                  <a:lnTo>
                    <a:pt x="332684" y="153412"/>
                  </a:lnTo>
                  <a:lnTo>
                    <a:pt x="333342" y="148164"/>
                  </a:lnTo>
                  <a:lnTo>
                    <a:pt x="333834" y="142898"/>
                  </a:lnTo>
                  <a:lnTo>
                    <a:pt x="334158" y="137618"/>
                  </a:lnTo>
                  <a:lnTo>
                    <a:pt x="334316" y="132332"/>
                  </a:lnTo>
                  <a:lnTo>
                    <a:pt x="334306" y="127042"/>
                  </a:lnTo>
                  <a:lnTo>
                    <a:pt x="334129" y="121756"/>
                  </a:lnTo>
                  <a:lnTo>
                    <a:pt x="333785" y="116478"/>
                  </a:lnTo>
                  <a:lnTo>
                    <a:pt x="333274" y="111213"/>
                  </a:lnTo>
                  <a:lnTo>
                    <a:pt x="332597" y="105968"/>
                  </a:lnTo>
                  <a:lnTo>
                    <a:pt x="331754" y="100746"/>
                  </a:lnTo>
                  <a:lnTo>
                    <a:pt x="330746" y="95554"/>
                  </a:lnTo>
                  <a:lnTo>
                    <a:pt x="329574" y="90396"/>
                  </a:lnTo>
                  <a:lnTo>
                    <a:pt x="328240" y="85277"/>
                  </a:lnTo>
                  <a:lnTo>
                    <a:pt x="326745" y="80204"/>
                  </a:lnTo>
                  <a:lnTo>
                    <a:pt x="325090" y="75180"/>
                  </a:lnTo>
                  <a:lnTo>
                    <a:pt x="323277" y="70212"/>
                  </a:lnTo>
                  <a:lnTo>
                    <a:pt x="321307" y="65303"/>
                  </a:lnTo>
                  <a:lnTo>
                    <a:pt x="319183" y="60459"/>
                  </a:lnTo>
                  <a:lnTo>
                    <a:pt x="316907" y="55684"/>
                  </a:lnTo>
                  <a:lnTo>
                    <a:pt x="314481" y="50984"/>
                  </a:lnTo>
                  <a:lnTo>
                    <a:pt x="311908" y="46363"/>
                  </a:lnTo>
                  <a:lnTo>
                    <a:pt x="309190" y="41825"/>
                  </a:lnTo>
                  <a:lnTo>
                    <a:pt x="306329" y="37376"/>
                  </a:lnTo>
                  <a:lnTo>
                    <a:pt x="303330" y="33020"/>
                  </a:lnTo>
                  <a:lnTo>
                    <a:pt x="300193" y="28761"/>
                  </a:lnTo>
                  <a:lnTo>
                    <a:pt x="296924" y="24603"/>
                  </a:lnTo>
                  <a:lnTo>
                    <a:pt x="293525" y="20551"/>
                  </a:lnTo>
                  <a:lnTo>
                    <a:pt x="289999" y="16608"/>
                  </a:lnTo>
                  <a:lnTo>
                    <a:pt x="286351" y="12779"/>
                  </a:lnTo>
                  <a:lnTo>
                    <a:pt x="282583" y="9067"/>
                  </a:lnTo>
                  <a:lnTo>
                    <a:pt x="167165" y="1299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45892" y="4172415"/>
              <a:ext cx="115417" cy="167167"/>
            </a:xfrm>
            <a:custGeom>
              <a:avLst/>
              <a:pathLst>
                <a:path w="115417" h="167167">
                  <a:moveTo>
                    <a:pt x="115417" y="46238"/>
                  </a:moveTo>
                  <a:lnTo>
                    <a:pt x="111348" y="42481"/>
                  </a:lnTo>
                  <a:lnTo>
                    <a:pt x="107156" y="38861"/>
                  </a:lnTo>
                  <a:lnTo>
                    <a:pt x="102847" y="35381"/>
                  </a:lnTo>
                  <a:lnTo>
                    <a:pt x="98424" y="32047"/>
                  </a:lnTo>
                  <a:lnTo>
                    <a:pt x="93894" y="28860"/>
                  </a:lnTo>
                  <a:lnTo>
                    <a:pt x="89261" y="25826"/>
                  </a:lnTo>
                  <a:lnTo>
                    <a:pt x="84529" y="22946"/>
                  </a:lnTo>
                  <a:lnTo>
                    <a:pt x="79705" y="20225"/>
                  </a:lnTo>
                  <a:lnTo>
                    <a:pt x="74794" y="17665"/>
                  </a:lnTo>
                  <a:lnTo>
                    <a:pt x="69800" y="15269"/>
                  </a:lnTo>
                  <a:lnTo>
                    <a:pt x="64729" y="13040"/>
                  </a:lnTo>
                  <a:lnTo>
                    <a:pt x="59588" y="10981"/>
                  </a:lnTo>
                  <a:lnTo>
                    <a:pt x="54381" y="9092"/>
                  </a:lnTo>
                  <a:lnTo>
                    <a:pt x="49114" y="7377"/>
                  </a:lnTo>
                  <a:lnTo>
                    <a:pt x="43794" y="5838"/>
                  </a:lnTo>
                  <a:lnTo>
                    <a:pt x="38425" y="4476"/>
                  </a:lnTo>
                  <a:lnTo>
                    <a:pt x="33015" y="3292"/>
                  </a:lnTo>
                  <a:lnTo>
                    <a:pt x="27568" y="2288"/>
                  </a:lnTo>
                  <a:lnTo>
                    <a:pt x="22090" y="1466"/>
                  </a:lnTo>
                  <a:lnTo>
                    <a:pt x="16589" y="825"/>
                  </a:lnTo>
                  <a:lnTo>
                    <a:pt x="11069" y="366"/>
                  </a:lnTo>
                  <a:lnTo>
                    <a:pt x="553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66539" y="3685283"/>
              <a:ext cx="156956" cy="167167"/>
            </a:xfrm>
            <a:custGeom>
              <a:avLst/>
              <a:pathLst>
                <a:path w="156956" h="167167">
                  <a:moveTo>
                    <a:pt x="156956" y="0"/>
                  </a:moveTo>
                  <a:lnTo>
                    <a:pt x="151447" y="90"/>
                  </a:lnTo>
                  <a:lnTo>
                    <a:pt x="145944" y="363"/>
                  </a:lnTo>
                  <a:lnTo>
                    <a:pt x="140454" y="816"/>
                  </a:lnTo>
                  <a:lnTo>
                    <a:pt x="134981" y="1450"/>
                  </a:lnTo>
                  <a:lnTo>
                    <a:pt x="129532" y="2264"/>
                  </a:lnTo>
                  <a:lnTo>
                    <a:pt x="124113" y="3257"/>
                  </a:lnTo>
                  <a:lnTo>
                    <a:pt x="118730" y="4429"/>
                  </a:lnTo>
                  <a:lnTo>
                    <a:pt x="113388" y="5777"/>
                  </a:lnTo>
                  <a:lnTo>
                    <a:pt x="108093" y="7300"/>
                  </a:lnTo>
                  <a:lnTo>
                    <a:pt x="102852" y="8997"/>
                  </a:lnTo>
                  <a:lnTo>
                    <a:pt x="97669" y="10866"/>
                  </a:lnTo>
                  <a:lnTo>
                    <a:pt x="92551" y="12904"/>
                  </a:lnTo>
                  <a:lnTo>
                    <a:pt x="87502" y="15110"/>
                  </a:lnTo>
                  <a:lnTo>
                    <a:pt x="82529" y="17482"/>
                  </a:lnTo>
                  <a:lnTo>
                    <a:pt x="77637" y="20015"/>
                  </a:lnTo>
                  <a:lnTo>
                    <a:pt x="72831" y="22709"/>
                  </a:lnTo>
                  <a:lnTo>
                    <a:pt x="68117" y="25560"/>
                  </a:lnTo>
                  <a:lnTo>
                    <a:pt x="63499" y="28564"/>
                  </a:lnTo>
                  <a:lnTo>
                    <a:pt x="58982" y="31719"/>
                  </a:lnTo>
                  <a:lnTo>
                    <a:pt x="54572" y="35021"/>
                  </a:lnTo>
                  <a:lnTo>
                    <a:pt x="50273" y="38467"/>
                  </a:lnTo>
                  <a:lnTo>
                    <a:pt x="46090" y="42052"/>
                  </a:lnTo>
                  <a:lnTo>
                    <a:pt x="42027" y="45773"/>
                  </a:lnTo>
                  <a:lnTo>
                    <a:pt x="38090" y="49626"/>
                  </a:lnTo>
                  <a:lnTo>
                    <a:pt x="34281" y="53607"/>
                  </a:lnTo>
                  <a:lnTo>
                    <a:pt x="30605" y="57711"/>
                  </a:lnTo>
                  <a:lnTo>
                    <a:pt x="27067" y="61934"/>
                  </a:lnTo>
                  <a:lnTo>
                    <a:pt x="23670" y="66272"/>
                  </a:lnTo>
                  <a:lnTo>
                    <a:pt x="20418" y="70718"/>
                  </a:lnTo>
                  <a:lnTo>
                    <a:pt x="17314" y="75270"/>
                  </a:lnTo>
                  <a:lnTo>
                    <a:pt x="14361" y="79922"/>
                  </a:lnTo>
                  <a:lnTo>
                    <a:pt x="11564" y="84668"/>
                  </a:lnTo>
                  <a:lnTo>
                    <a:pt x="8924" y="89504"/>
                  </a:lnTo>
                  <a:lnTo>
                    <a:pt x="6445" y="94424"/>
                  </a:lnTo>
                  <a:lnTo>
                    <a:pt x="4130" y="99423"/>
                  </a:lnTo>
                  <a:lnTo>
                    <a:pt x="1981" y="104496"/>
                  </a:lnTo>
                  <a:lnTo>
                    <a:pt x="0" y="109637"/>
                  </a:lnTo>
                  <a:lnTo>
                    <a:pt x="1569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6328" y="3685479"/>
              <a:ext cx="334334" cy="334121"/>
            </a:xfrm>
            <a:custGeom>
              <a:avLst/>
              <a:pathLst>
                <a:path w="334334" h="334121">
                  <a:moveTo>
                    <a:pt x="10210" y="109440"/>
                  </a:moveTo>
                  <a:lnTo>
                    <a:pt x="8464" y="114451"/>
                  </a:lnTo>
                  <a:lnTo>
                    <a:pt x="6877" y="119514"/>
                  </a:lnTo>
                  <a:lnTo>
                    <a:pt x="5451" y="124625"/>
                  </a:lnTo>
                  <a:lnTo>
                    <a:pt x="4189" y="129778"/>
                  </a:lnTo>
                  <a:lnTo>
                    <a:pt x="3091" y="134970"/>
                  </a:lnTo>
                  <a:lnTo>
                    <a:pt x="2158" y="140193"/>
                  </a:lnTo>
                  <a:lnTo>
                    <a:pt x="1391" y="145443"/>
                  </a:lnTo>
                  <a:lnTo>
                    <a:pt x="791" y="150715"/>
                  </a:lnTo>
                  <a:lnTo>
                    <a:pt x="359" y="156004"/>
                  </a:lnTo>
                  <a:lnTo>
                    <a:pt x="95" y="161303"/>
                  </a:lnTo>
                  <a:lnTo>
                    <a:pt x="0" y="166608"/>
                  </a:lnTo>
                  <a:lnTo>
                    <a:pt x="72" y="171914"/>
                  </a:lnTo>
                  <a:lnTo>
                    <a:pt x="313" y="177214"/>
                  </a:lnTo>
                  <a:lnTo>
                    <a:pt x="722" y="182505"/>
                  </a:lnTo>
                  <a:lnTo>
                    <a:pt x="1299" y="187779"/>
                  </a:lnTo>
                  <a:lnTo>
                    <a:pt x="2043" y="193033"/>
                  </a:lnTo>
                  <a:lnTo>
                    <a:pt x="2954" y="198260"/>
                  </a:lnTo>
                  <a:lnTo>
                    <a:pt x="4029" y="203456"/>
                  </a:lnTo>
                  <a:lnTo>
                    <a:pt x="5269" y="208615"/>
                  </a:lnTo>
                  <a:lnTo>
                    <a:pt x="6673" y="213732"/>
                  </a:lnTo>
                  <a:lnTo>
                    <a:pt x="8237" y="218802"/>
                  </a:lnTo>
                  <a:lnTo>
                    <a:pt x="9963" y="223820"/>
                  </a:lnTo>
                  <a:lnTo>
                    <a:pt x="11846" y="228780"/>
                  </a:lnTo>
                  <a:lnTo>
                    <a:pt x="13886" y="233679"/>
                  </a:lnTo>
                  <a:lnTo>
                    <a:pt x="16080" y="238510"/>
                  </a:lnTo>
                  <a:lnTo>
                    <a:pt x="18427" y="243269"/>
                  </a:lnTo>
                  <a:lnTo>
                    <a:pt x="20923" y="247951"/>
                  </a:lnTo>
                  <a:lnTo>
                    <a:pt x="23567" y="252551"/>
                  </a:lnTo>
                  <a:lnTo>
                    <a:pt x="26355" y="257066"/>
                  </a:lnTo>
                  <a:lnTo>
                    <a:pt x="29285" y="261489"/>
                  </a:lnTo>
                  <a:lnTo>
                    <a:pt x="32355" y="265817"/>
                  </a:lnTo>
                  <a:lnTo>
                    <a:pt x="35560" y="270046"/>
                  </a:lnTo>
                  <a:lnTo>
                    <a:pt x="38897" y="274171"/>
                  </a:lnTo>
                  <a:lnTo>
                    <a:pt x="42364" y="278188"/>
                  </a:lnTo>
                  <a:lnTo>
                    <a:pt x="45956" y="282093"/>
                  </a:lnTo>
                  <a:lnTo>
                    <a:pt x="49671" y="285881"/>
                  </a:lnTo>
                  <a:lnTo>
                    <a:pt x="53504" y="289550"/>
                  </a:lnTo>
                  <a:lnTo>
                    <a:pt x="57452" y="293096"/>
                  </a:lnTo>
                  <a:lnTo>
                    <a:pt x="61510" y="296514"/>
                  </a:lnTo>
                  <a:lnTo>
                    <a:pt x="65674" y="299802"/>
                  </a:lnTo>
                  <a:lnTo>
                    <a:pt x="69941" y="302956"/>
                  </a:lnTo>
                  <a:lnTo>
                    <a:pt x="74306" y="305974"/>
                  </a:lnTo>
                  <a:lnTo>
                    <a:pt x="78764" y="308851"/>
                  </a:lnTo>
                  <a:lnTo>
                    <a:pt x="83311" y="311585"/>
                  </a:lnTo>
                  <a:lnTo>
                    <a:pt x="87943" y="314173"/>
                  </a:lnTo>
                  <a:lnTo>
                    <a:pt x="92655" y="316613"/>
                  </a:lnTo>
                  <a:lnTo>
                    <a:pt x="97442" y="318903"/>
                  </a:lnTo>
                  <a:lnTo>
                    <a:pt x="102299" y="321039"/>
                  </a:lnTo>
                  <a:lnTo>
                    <a:pt x="107221" y="323020"/>
                  </a:lnTo>
                  <a:lnTo>
                    <a:pt x="112204" y="324844"/>
                  </a:lnTo>
                  <a:lnTo>
                    <a:pt x="117242" y="326509"/>
                  </a:lnTo>
                  <a:lnTo>
                    <a:pt x="122330" y="328013"/>
                  </a:lnTo>
                  <a:lnTo>
                    <a:pt x="127464" y="329355"/>
                  </a:lnTo>
                  <a:lnTo>
                    <a:pt x="132637" y="330533"/>
                  </a:lnTo>
                  <a:lnTo>
                    <a:pt x="137845" y="331547"/>
                  </a:lnTo>
                  <a:lnTo>
                    <a:pt x="143083" y="332394"/>
                  </a:lnTo>
                  <a:lnTo>
                    <a:pt x="148345" y="333075"/>
                  </a:lnTo>
                  <a:lnTo>
                    <a:pt x="153627" y="333589"/>
                  </a:lnTo>
                  <a:lnTo>
                    <a:pt x="158921" y="333935"/>
                  </a:lnTo>
                  <a:lnTo>
                    <a:pt x="164224" y="334112"/>
                  </a:lnTo>
                  <a:lnTo>
                    <a:pt x="169530" y="334121"/>
                  </a:lnTo>
                  <a:lnTo>
                    <a:pt x="174834" y="333962"/>
                  </a:lnTo>
                  <a:lnTo>
                    <a:pt x="180130" y="333635"/>
                  </a:lnTo>
                  <a:lnTo>
                    <a:pt x="185413" y="333139"/>
                  </a:lnTo>
                  <a:lnTo>
                    <a:pt x="190677" y="332477"/>
                  </a:lnTo>
                  <a:lnTo>
                    <a:pt x="195918" y="331647"/>
                  </a:lnTo>
                  <a:lnTo>
                    <a:pt x="201130" y="330652"/>
                  </a:lnTo>
                  <a:lnTo>
                    <a:pt x="206307" y="329491"/>
                  </a:lnTo>
                  <a:lnTo>
                    <a:pt x="211446" y="328167"/>
                  </a:lnTo>
                  <a:lnTo>
                    <a:pt x="216539" y="326681"/>
                  </a:lnTo>
                  <a:lnTo>
                    <a:pt x="221583" y="325033"/>
                  </a:lnTo>
                  <a:lnTo>
                    <a:pt x="226572" y="323227"/>
                  </a:lnTo>
                  <a:lnTo>
                    <a:pt x="231501" y="321263"/>
                  </a:lnTo>
                  <a:lnTo>
                    <a:pt x="236365" y="319143"/>
                  </a:lnTo>
                  <a:lnTo>
                    <a:pt x="241160" y="316870"/>
                  </a:lnTo>
                  <a:lnTo>
                    <a:pt x="245880" y="314447"/>
                  </a:lnTo>
                  <a:lnTo>
                    <a:pt x="250521" y="311874"/>
                  </a:lnTo>
                  <a:lnTo>
                    <a:pt x="255078" y="309156"/>
                  </a:lnTo>
                  <a:lnTo>
                    <a:pt x="259546" y="306294"/>
                  </a:lnTo>
                  <a:lnTo>
                    <a:pt x="263921" y="303292"/>
                  </a:lnTo>
                  <a:lnTo>
                    <a:pt x="268199" y="300153"/>
                  </a:lnTo>
                  <a:lnTo>
                    <a:pt x="272374" y="296879"/>
                  </a:lnTo>
                  <a:lnTo>
                    <a:pt x="276444" y="293475"/>
                  </a:lnTo>
                  <a:lnTo>
                    <a:pt x="280404" y="289943"/>
                  </a:lnTo>
                  <a:lnTo>
                    <a:pt x="284250" y="286287"/>
                  </a:lnTo>
                  <a:lnTo>
                    <a:pt x="287978" y="282511"/>
                  </a:lnTo>
                  <a:lnTo>
                    <a:pt x="291584" y="278619"/>
                  </a:lnTo>
                  <a:lnTo>
                    <a:pt x="295064" y="274614"/>
                  </a:lnTo>
                  <a:lnTo>
                    <a:pt x="298416" y="270501"/>
                  </a:lnTo>
                  <a:lnTo>
                    <a:pt x="301636" y="266283"/>
                  </a:lnTo>
                  <a:lnTo>
                    <a:pt x="304720" y="261966"/>
                  </a:lnTo>
                  <a:lnTo>
                    <a:pt x="307665" y="257552"/>
                  </a:lnTo>
                  <a:lnTo>
                    <a:pt x="310469" y="253048"/>
                  </a:lnTo>
                  <a:lnTo>
                    <a:pt x="313129" y="248456"/>
                  </a:lnTo>
                  <a:lnTo>
                    <a:pt x="315642" y="243783"/>
                  </a:lnTo>
                  <a:lnTo>
                    <a:pt x="318005" y="239032"/>
                  </a:lnTo>
                  <a:lnTo>
                    <a:pt x="320216" y="234209"/>
                  </a:lnTo>
                  <a:lnTo>
                    <a:pt x="322272" y="229318"/>
                  </a:lnTo>
                  <a:lnTo>
                    <a:pt x="324173" y="224364"/>
                  </a:lnTo>
                  <a:lnTo>
                    <a:pt x="325915" y="219352"/>
                  </a:lnTo>
                  <a:lnTo>
                    <a:pt x="327498" y="214287"/>
                  </a:lnTo>
                  <a:lnTo>
                    <a:pt x="328919" y="209175"/>
                  </a:lnTo>
                  <a:lnTo>
                    <a:pt x="330177" y="204020"/>
                  </a:lnTo>
                  <a:lnTo>
                    <a:pt x="331270" y="198828"/>
                  </a:lnTo>
                  <a:lnTo>
                    <a:pt x="332199" y="193604"/>
                  </a:lnTo>
                  <a:lnTo>
                    <a:pt x="332961" y="188353"/>
                  </a:lnTo>
                  <a:lnTo>
                    <a:pt x="333556" y="183080"/>
                  </a:lnTo>
                  <a:lnTo>
                    <a:pt x="333983" y="177792"/>
                  </a:lnTo>
                  <a:lnTo>
                    <a:pt x="334243" y="172492"/>
                  </a:lnTo>
                  <a:lnTo>
                    <a:pt x="334334" y="167187"/>
                  </a:lnTo>
                  <a:lnTo>
                    <a:pt x="334257" y="161881"/>
                  </a:lnTo>
                  <a:lnTo>
                    <a:pt x="334011" y="156581"/>
                  </a:lnTo>
                  <a:lnTo>
                    <a:pt x="333597" y="151291"/>
                  </a:lnTo>
                  <a:lnTo>
                    <a:pt x="333016" y="146017"/>
                  </a:lnTo>
                  <a:lnTo>
                    <a:pt x="332267" y="140764"/>
                  </a:lnTo>
                  <a:lnTo>
                    <a:pt x="331352" y="135538"/>
                  </a:lnTo>
                  <a:lnTo>
                    <a:pt x="330272" y="130343"/>
                  </a:lnTo>
                  <a:lnTo>
                    <a:pt x="329027" y="125185"/>
                  </a:lnTo>
                  <a:lnTo>
                    <a:pt x="327620" y="120069"/>
                  </a:lnTo>
                  <a:lnTo>
                    <a:pt x="326050" y="115000"/>
                  </a:lnTo>
                  <a:lnTo>
                    <a:pt x="324321" y="109984"/>
                  </a:lnTo>
                  <a:lnTo>
                    <a:pt x="322433" y="105025"/>
                  </a:lnTo>
                  <a:lnTo>
                    <a:pt x="320389" y="100129"/>
                  </a:lnTo>
                  <a:lnTo>
                    <a:pt x="318190" y="95299"/>
                  </a:lnTo>
                  <a:lnTo>
                    <a:pt x="315840" y="90543"/>
                  </a:lnTo>
                  <a:lnTo>
                    <a:pt x="313339" y="85863"/>
                  </a:lnTo>
                  <a:lnTo>
                    <a:pt x="310692" y="81264"/>
                  </a:lnTo>
                  <a:lnTo>
                    <a:pt x="307899" y="76753"/>
                  </a:lnTo>
                  <a:lnTo>
                    <a:pt x="304965" y="72332"/>
                  </a:lnTo>
                  <a:lnTo>
                    <a:pt x="301892" y="68006"/>
                  </a:lnTo>
                  <a:lnTo>
                    <a:pt x="298683" y="63780"/>
                  </a:lnTo>
                  <a:lnTo>
                    <a:pt x="295342" y="59658"/>
                  </a:lnTo>
                  <a:lnTo>
                    <a:pt x="291872" y="55644"/>
                  </a:lnTo>
                  <a:lnTo>
                    <a:pt x="288276" y="51743"/>
                  </a:lnTo>
                  <a:lnTo>
                    <a:pt x="284558" y="47957"/>
                  </a:lnTo>
                  <a:lnTo>
                    <a:pt x="280722" y="44292"/>
                  </a:lnTo>
                  <a:lnTo>
                    <a:pt x="276771" y="40749"/>
                  </a:lnTo>
                  <a:lnTo>
                    <a:pt x="272710" y="37335"/>
                  </a:lnTo>
                  <a:lnTo>
                    <a:pt x="268543" y="34050"/>
                  </a:lnTo>
                  <a:lnTo>
                    <a:pt x="264273" y="30900"/>
                  </a:lnTo>
                  <a:lnTo>
                    <a:pt x="259906" y="27887"/>
                  </a:lnTo>
                  <a:lnTo>
                    <a:pt x="255445" y="25013"/>
                  </a:lnTo>
                  <a:lnTo>
                    <a:pt x="250895" y="22283"/>
                  </a:lnTo>
                  <a:lnTo>
                    <a:pt x="246261" y="19699"/>
                  </a:lnTo>
                  <a:lnTo>
                    <a:pt x="241547" y="17263"/>
                  </a:lnTo>
                  <a:lnTo>
                    <a:pt x="236759" y="14978"/>
                  </a:lnTo>
                  <a:lnTo>
                    <a:pt x="231900" y="12846"/>
                  </a:lnTo>
                  <a:lnTo>
                    <a:pt x="226976" y="10869"/>
                  </a:lnTo>
                  <a:lnTo>
                    <a:pt x="221992" y="9049"/>
                  </a:lnTo>
                  <a:lnTo>
                    <a:pt x="216952" y="7389"/>
                  </a:lnTo>
                  <a:lnTo>
                    <a:pt x="211862" y="5889"/>
                  </a:lnTo>
                  <a:lnTo>
                    <a:pt x="206728" y="4552"/>
                  </a:lnTo>
                  <a:lnTo>
                    <a:pt x="201553" y="3378"/>
                  </a:lnTo>
                  <a:lnTo>
                    <a:pt x="196344" y="2369"/>
                  </a:lnTo>
                  <a:lnTo>
                    <a:pt x="191105" y="1526"/>
                  </a:lnTo>
                  <a:lnTo>
                    <a:pt x="185842" y="850"/>
                  </a:lnTo>
                  <a:lnTo>
                    <a:pt x="180561" y="341"/>
                  </a:lnTo>
                  <a:lnTo>
                    <a:pt x="175266" y="0"/>
                  </a:lnTo>
                  <a:lnTo>
                    <a:pt x="167167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23495" y="3685283"/>
              <a:ext cx="8099" cy="167167"/>
            </a:xfrm>
            <a:custGeom>
              <a:avLst/>
              <a:pathLst>
                <a:path w="8099" h="167167">
                  <a:moveTo>
                    <a:pt x="8099" y="1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2025-06-26T11:51:26Z</dcterms:modified>
  <cp:category/>
</cp:coreProperties>
</file>