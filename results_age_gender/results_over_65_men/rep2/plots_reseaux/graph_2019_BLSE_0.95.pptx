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04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31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73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04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90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3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330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22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94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4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3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63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4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74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19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02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02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63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2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4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8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63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14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18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74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0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285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3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174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22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94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9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74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3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04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53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69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04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19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31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90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4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50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63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190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739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30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90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173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3135" y="3170392"/>
              <a:ext cx="50644" cy="167167"/>
            </a:xfrm>
            <a:custGeom>
              <a:avLst/>
              <a:pathLst>
                <a:path w="50644" h="167167">
                  <a:moveTo>
                    <a:pt x="50644" y="0"/>
                  </a:moveTo>
                  <a:lnTo>
                    <a:pt x="44214" y="123"/>
                  </a:lnTo>
                  <a:lnTo>
                    <a:pt x="37793" y="494"/>
                  </a:lnTo>
                  <a:lnTo>
                    <a:pt x="31392" y="1112"/>
                  </a:lnTo>
                  <a:lnTo>
                    <a:pt x="25019" y="1975"/>
                  </a:lnTo>
                  <a:lnTo>
                    <a:pt x="18684" y="3083"/>
                  </a:lnTo>
                  <a:lnTo>
                    <a:pt x="12396" y="4434"/>
                  </a:lnTo>
                  <a:lnTo>
                    <a:pt x="6165" y="6025"/>
                  </a:lnTo>
                  <a:lnTo>
                    <a:pt x="0" y="7856"/>
                  </a:lnTo>
                  <a:lnTo>
                    <a:pt x="5064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33135" y="3178248"/>
              <a:ext cx="50644" cy="159311"/>
            </a:xfrm>
            <a:custGeom>
              <a:avLst/>
              <a:pathLst>
                <a:path w="50644" h="159311">
                  <a:moveTo>
                    <a:pt x="0" y="0"/>
                  </a:moveTo>
                  <a:lnTo>
                    <a:pt x="50644" y="1593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816612" y="3171636"/>
              <a:ext cx="334330" cy="333075"/>
            </a:xfrm>
            <a:custGeom>
              <a:avLst/>
              <a:pathLst>
                <a:path w="334330" h="333075">
                  <a:moveTo>
                    <a:pt x="116522" y="6612"/>
                  </a:moveTo>
                  <a:lnTo>
                    <a:pt x="111508" y="8294"/>
                  </a:lnTo>
                  <a:lnTo>
                    <a:pt x="106549" y="10133"/>
                  </a:lnTo>
                  <a:lnTo>
                    <a:pt x="101651" y="12129"/>
                  </a:lnTo>
                  <a:lnTo>
                    <a:pt x="96819" y="14278"/>
                  </a:lnTo>
                  <a:lnTo>
                    <a:pt x="92057" y="16580"/>
                  </a:lnTo>
                  <a:lnTo>
                    <a:pt x="87370" y="19030"/>
                  </a:lnTo>
                  <a:lnTo>
                    <a:pt x="82763" y="21628"/>
                  </a:lnTo>
                  <a:lnTo>
                    <a:pt x="78241" y="24371"/>
                  </a:lnTo>
                  <a:lnTo>
                    <a:pt x="73807" y="27255"/>
                  </a:lnTo>
                  <a:lnTo>
                    <a:pt x="69467" y="30277"/>
                  </a:lnTo>
                  <a:lnTo>
                    <a:pt x="65225" y="33436"/>
                  </a:lnTo>
                  <a:lnTo>
                    <a:pt x="61085" y="36727"/>
                  </a:lnTo>
                  <a:lnTo>
                    <a:pt x="57051" y="40147"/>
                  </a:lnTo>
                  <a:lnTo>
                    <a:pt x="53127" y="43694"/>
                  </a:lnTo>
                  <a:lnTo>
                    <a:pt x="49318" y="47363"/>
                  </a:lnTo>
                  <a:lnTo>
                    <a:pt x="45626" y="51150"/>
                  </a:lnTo>
                  <a:lnTo>
                    <a:pt x="42056" y="55052"/>
                  </a:lnTo>
                  <a:lnTo>
                    <a:pt x="38611" y="59066"/>
                  </a:lnTo>
                  <a:lnTo>
                    <a:pt x="35295" y="63186"/>
                  </a:lnTo>
                  <a:lnTo>
                    <a:pt x="32111" y="67409"/>
                  </a:lnTo>
                  <a:lnTo>
                    <a:pt x="29063" y="71731"/>
                  </a:lnTo>
                  <a:lnTo>
                    <a:pt x="26152" y="76147"/>
                  </a:lnTo>
                  <a:lnTo>
                    <a:pt x="23382" y="80652"/>
                  </a:lnTo>
                  <a:lnTo>
                    <a:pt x="20757" y="85244"/>
                  </a:lnTo>
                  <a:lnTo>
                    <a:pt x="18278" y="89916"/>
                  </a:lnTo>
                  <a:lnTo>
                    <a:pt x="15948" y="94664"/>
                  </a:lnTo>
                  <a:lnTo>
                    <a:pt x="13769" y="99483"/>
                  </a:lnTo>
                  <a:lnTo>
                    <a:pt x="11744" y="104369"/>
                  </a:lnTo>
                  <a:lnTo>
                    <a:pt x="9875" y="109316"/>
                  </a:lnTo>
                  <a:lnTo>
                    <a:pt x="8163" y="114320"/>
                  </a:lnTo>
                  <a:lnTo>
                    <a:pt x="6610" y="119376"/>
                  </a:lnTo>
                  <a:lnTo>
                    <a:pt x="5218" y="124479"/>
                  </a:lnTo>
                  <a:lnTo>
                    <a:pt x="3988" y="129623"/>
                  </a:lnTo>
                  <a:lnTo>
                    <a:pt x="2921" y="134803"/>
                  </a:lnTo>
                  <a:lnTo>
                    <a:pt x="2019" y="140014"/>
                  </a:lnTo>
                  <a:lnTo>
                    <a:pt x="1282" y="145251"/>
                  </a:lnTo>
                  <a:lnTo>
                    <a:pt x="711" y="150509"/>
                  </a:lnTo>
                  <a:lnTo>
                    <a:pt x="307" y="155783"/>
                  </a:lnTo>
                  <a:lnTo>
                    <a:pt x="70" y="161066"/>
                  </a:lnTo>
                  <a:lnTo>
                    <a:pt x="0" y="166355"/>
                  </a:lnTo>
                  <a:lnTo>
                    <a:pt x="97" y="171643"/>
                  </a:lnTo>
                  <a:lnTo>
                    <a:pt x="361" y="176925"/>
                  </a:lnTo>
                  <a:lnTo>
                    <a:pt x="793" y="182196"/>
                  </a:lnTo>
                  <a:lnTo>
                    <a:pt x="1391" y="187451"/>
                  </a:lnTo>
                  <a:lnTo>
                    <a:pt x="2155" y="192685"/>
                  </a:lnTo>
                  <a:lnTo>
                    <a:pt x="3084" y="197891"/>
                  </a:lnTo>
                  <a:lnTo>
                    <a:pt x="4178" y="203066"/>
                  </a:lnTo>
                  <a:lnTo>
                    <a:pt x="5434" y="208204"/>
                  </a:lnTo>
                  <a:lnTo>
                    <a:pt x="6853" y="213299"/>
                  </a:lnTo>
                  <a:lnTo>
                    <a:pt x="8431" y="218346"/>
                  </a:lnTo>
                  <a:lnTo>
                    <a:pt x="10169" y="223342"/>
                  </a:lnTo>
                  <a:lnTo>
                    <a:pt x="12064" y="228279"/>
                  </a:lnTo>
                  <a:lnTo>
                    <a:pt x="14115" y="233155"/>
                  </a:lnTo>
                  <a:lnTo>
                    <a:pt x="16318" y="237963"/>
                  </a:lnTo>
                  <a:lnTo>
                    <a:pt x="18672" y="242699"/>
                  </a:lnTo>
                  <a:lnTo>
                    <a:pt x="21175" y="247358"/>
                  </a:lnTo>
                  <a:lnTo>
                    <a:pt x="23825" y="251935"/>
                  </a:lnTo>
                  <a:lnTo>
                    <a:pt x="26617" y="256427"/>
                  </a:lnTo>
                  <a:lnTo>
                    <a:pt x="29551" y="260828"/>
                  </a:lnTo>
                  <a:lnTo>
                    <a:pt x="32622" y="265134"/>
                  </a:lnTo>
                  <a:lnTo>
                    <a:pt x="35828" y="269340"/>
                  </a:lnTo>
                  <a:lnTo>
                    <a:pt x="39165" y="273443"/>
                  </a:lnTo>
                  <a:lnTo>
                    <a:pt x="42630" y="277439"/>
                  </a:lnTo>
                  <a:lnTo>
                    <a:pt x="46220" y="281323"/>
                  </a:lnTo>
                  <a:lnTo>
                    <a:pt x="49931" y="285091"/>
                  </a:lnTo>
                  <a:lnTo>
                    <a:pt x="53760" y="288740"/>
                  </a:lnTo>
                  <a:lnTo>
                    <a:pt x="57702" y="292266"/>
                  </a:lnTo>
                  <a:lnTo>
                    <a:pt x="61753" y="295666"/>
                  </a:lnTo>
                  <a:lnTo>
                    <a:pt x="65911" y="298935"/>
                  </a:lnTo>
                  <a:lnTo>
                    <a:pt x="70169" y="302072"/>
                  </a:lnTo>
                  <a:lnTo>
                    <a:pt x="74525" y="305072"/>
                  </a:lnTo>
                  <a:lnTo>
                    <a:pt x="78973" y="307933"/>
                  </a:lnTo>
                  <a:lnTo>
                    <a:pt x="83509" y="310652"/>
                  </a:lnTo>
                  <a:lnTo>
                    <a:pt x="88130" y="313226"/>
                  </a:lnTo>
                  <a:lnTo>
                    <a:pt x="92829" y="315653"/>
                  </a:lnTo>
                  <a:lnTo>
                    <a:pt x="97603" y="317929"/>
                  </a:lnTo>
                  <a:lnTo>
                    <a:pt x="102446" y="320054"/>
                  </a:lnTo>
                  <a:lnTo>
                    <a:pt x="107354" y="322024"/>
                  </a:lnTo>
                  <a:lnTo>
                    <a:pt x="112323" y="323838"/>
                  </a:lnTo>
                  <a:lnTo>
                    <a:pt x="117346" y="325494"/>
                  </a:lnTo>
                  <a:lnTo>
                    <a:pt x="122418" y="326990"/>
                  </a:lnTo>
                  <a:lnTo>
                    <a:pt x="127536" y="328325"/>
                  </a:lnTo>
                  <a:lnTo>
                    <a:pt x="132693" y="329498"/>
                  </a:lnTo>
                  <a:lnTo>
                    <a:pt x="137885" y="330506"/>
                  </a:lnTo>
                  <a:lnTo>
                    <a:pt x="143106" y="331350"/>
                  </a:lnTo>
                  <a:lnTo>
                    <a:pt x="148352" y="332029"/>
                  </a:lnTo>
                  <a:lnTo>
                    <a:pt x="153616" y="332541"/>
                  </a:lnTo>
                  <a:lnTo>
                    <a:pt x="158893" y="332886"/>
                  </a:lnTo>
                  <a:lnTo>
                    <a:pt x="164179" y="333064"/>
                  </a:lnTo>
                  <a:lnTo>
                    <a:pt x="169468" y="333075"/>
                  </a:lnTo>
                  <a:lnTo>
                    <a:pt x="174755" y="332918"/>
                  </a:lnTo>
                  <a:lnTo>
                    <a:pt x="180034" y="332595"/>
                  </a:lnTo>
                  <a:lnTo>
                    <a:pt x="185300" y="332104"/>
                  </a:lnTo>
                  <a:lnTo>
                    <a:pt x="190548" y="331448"/>
                  </a:lnTo>
                  <a:lnTo>
                    <a:pt x="195772" y="330625"/>
                  </a:lnTo>
                  <a:lnTo>
                    <a:pt x="200968" y="329638"/>
                  </a:lnTo>
                  <a:lnTo>
                    <a:pt x="206130" y="328486"/>
                  </a:lnTo>
                  <a:lnTo>
                    <a:pt x="211253" y="327172"/>
                  </a:lnTo>
                  <a:lnTo>
                    <a:pt x="216332" y="325697"/>
                  </a:lnTo>
                  <a:lnTo>
                    <a:pt x="221362" y="324062"/>
                  </a:lnTo>
                  <a:lnTo>
                    <a:pt x="226338" y="322268"/>
                  </a:lnTo>
                  <a:lnTo>
                    <a:pt x="231254" y="320318"/>
                  </a:lnTo>
                  <a:lnTo>
                    <a:pt x="236106" y="318213"/>
                  </a:lnTo>
                  <a:lnTo>
                    <a:pt x="240889" y="315956"/>
                  </a:lnTo>
                  <a:lnTo>
                    <a:pt x="245598" y="313549"/>
                  </a:lnTo>
                  <a:lnTo>
                    <a:pt x="250229" y="310994"/>
                  </a:lnTo>
                  <a:lnTo>
                    <a:pt x="254777" y="308294"/>
                  </a:lnTo>
                  <a:lnTo>
                    <a:pt x="259237" y="305451"/>
                  </a:lnTo>
                  <a:lnTo>
                    <a:pt x="263604" y="302469"/>
                  </a:lnTo>
                  <a:lnTo>
                    <a:pt x="267876" y="299350"/>
                  </a:lnTo>
                  <a:lnTo>
                    <a:pt x="272046" y="296097"/>
                  </a:lnTo>
                  <a:lnTo>
                    <a:pt x="276112" y="292714"/>
                  </a:lnTo>
                  <a:lnTo>
                    <a:pt x="280068" y="289204"/>
                  </a:lnTo>
                  <a:lnTo>
                    <a:pt x="283912" y="285571"/>
                  </a:lnTo>
                  <a:lnTo>
                    <a:pt x="287638" y="281818"/>
                  </a:lnTo>
                  <a:lnTo>
                    <a:pt x="291244" y="277949"/>
                  </a:lnTo>
                  <a:lnTo>
                    <a:pt x="294726" y="273968"/>
                  </a:lnTo>
                  <a:lnTo>
                    <a:pt x="298080" y="269878"/>
                  </a:lnTo>
                  <a:lnTo>
                    <a:pt x="301303" y="265685"/>
                  </a:lnTo>
                  <a:lnTo>
                    <a:pt x="304392" y="261392"/>
                  </a:lnTo>
                  <a:lnTo>
                    <a:pt x="307343" y="257003"/>
                  </a:lnTo>
                  <a:lnTo>
                    <a:pt x="310154" y="252523"/>
                  </a:lnTo>
                  <a:lnTo>
                    <a:pt x="312822" y="247956"/>
                  </a:lnTo>
                  <a:lnTo>
                    <a:pt x="315344" y="243307"/>
                  </a:lnTo>
                  <a:lnTo>
                    <a:pt x="317718" y="238581"/>
                  </a:lnTo>
                  <a:lnTo>
                    <a:pt x="319941" y="233782"/>
                  </a:lnTo>
                  <a:lnTo>
                    <a:pt x="322011" y="228915"/>
                  </a:lnTo>
                  <a:lnTo>
                    <a:pt x="323927" y="223985"/>
                  </a:lnTo>
                  <a:lnTo>
                    <a:pt x="325685" y="218997"/>
                  </a:lnTo>
                  <a:lnTo>
                    <a:pt x="327285" y="213956"/>
                  </a:lnTo>
                  <a:lnTo>
                    <a:pt x="328724" y="208867"/>
                  </a:lnTo>
                  <a:lnTo>
                    <a:pt x="330002" y="203734"/>
                  </a:lnTo>
                  <a:lnTo>
                    <a:pt x="331116" y="198564"/>
                  </a:lnTo>
                  <a:lnTo>
                    <a:pt x="332067" y="193361"/>
                  </a:lnTo>
                  <a:lnTo>
                    <a:pt x="332852" y="188131"/>
                  </a:lnTo>
                  <a:lnTo>
                    <a:pt x="333472" y="182879"/>
                  </a:lnTo>
                  <a:lnTo>
                    <a:pt x="333925" y="177609"/>
                  </a:lnTo>
                  <a:lnTo>
                    <a:pt x="334211" y="172328"/>
                  </a:lnTo>
                  <a:lnTo>
                    <a:pt x="334330" y="167041"/>
                  </a:lnTo>
                  <a:lnTo>
                    <a:pt x="334282" y="161752"/>
                  </a:lnTo>
                  <a:lnTo>
                    <a:pt x="334066" y="156467"/>
                  </a:lnTo>
                  <a:lnTo>
                    <a:pt x="333684" y="151192"/>
                  </a:lnTo>
                  <a:lnTo>
                    <a:pt x="333134" y="145932"/>
                  </a:lnTo>
                  <a:lnTo>
                    <a:pt x="332419" y="140692"/>
                  </a:lnTo>
                  <a:lnTo>
                    <a:pt x="331538" y="135477"/>
                  </a:lnTo>
                  <a:lnTo>
                    <a:pt x="330492" y="130292"/>
                  </a:lnTo>
                  <a:lnTo>
                    <a:pt x="329283" y="125143"/>
                  </a:lnTo>
                  <a:lnTo>
                    <a:pt x="327912" y="120035"/>
                  </a:lnTo>
                  <a:lnTo>
                    <a:pt x="326380" y="114973"/>
                  </a:lnTo>
                  <a:lnTo>
                    <a:pt x="324689" y="109962"/>
                  </a:lnTo>
                  <a:lnTo>
                    <a:pt x="322840" y="105007"/>
                  </a:lnTo>
                  <a:lnTo>
                    <a:pt x="320835" y="100113"/>
                  </a:lnTo>
                  <a:lnTo>
                    <a:pt x="318676" y="95284"/>
                  </a:lnTo>
                  <a:lnTo>
                    <a:pt x="316365" y="90527"/>
                  </a:lnTo>
                  <a:lnTo>
                    <a:pt x="313906" y="85845"/>
                  </a:lnTo>
                  <a:lnTo>
                    <a:pt x="311299" y="81243"/>
                  </a:lnTo>
                  <a:lnTo>
                    <a:pt x="308548" y="76726"/>
                  </a:lnTo>
                  <a:lnTo>
                    <a:pt x="305655" y="72298"/>
                  </a:lnTo>
                  <a:lnTo>
                    <a:pt x="302624" y="67964"/>
                  </a:lnTo>
                  <a:lnTo>
                    <a:pt x="299458" y="63728"/>
                  </a:lnTo>
                  <a:lnTo>
                    <a:pt x="296159" y="59594"/>
                  </a:lnTo>
                  <a:lnTo>
                    <a:pt x="292730" y="55566"/>
                  </a:lnTo>
                  <a:lnTo>
                    <a:pt x="289176" y="51650"/>
                  </a:lnTo>
                  <a:lnTo>
                    <a:pt x="285500" y="47847"/>
                  </a:lnTo>
                  <a:lnTo>
                    <a:pt x="281706" y="44163"/>
                  </a:lnTo>
                  <a:lnTo>
                    <a:pt x="277797" y="40600"/>
                  </a:lnTo>
                  <a:lnTo>
                    <a:pt x="273777" y="37163"/>
                  </a:lnTo>
                  <a:lnTo>
                    <a:pt x="269650" y="33855"/>
                  </a:lnTo>
                  <a:lnTo>
                    <a:pt x="265421" y="30679"/>
                  </a:lnTo>
                  <a:lnTo>
                    <a:pt x="261094" y="27639"/>
                  </a:lnTo>
                  <a:lnTo>
                    <a:pt x="256672" y="24737"/>
                  </a:lnTo>
                  <a:lnTo>
                    <a:pt x="252161" y="21976"/>
                  </a:lnTo>
                  <a:lnTo>
                    <a:pt x="247565" y="19359"/>
                  </a:lnTo>
                  <a:lnTo>
                    <a:pt x="242888" y="16889"/>
                  </a:lnTo>
                  <a:lnTo>
                    <a:pt x="238135" y="14568"/>
                  </a:lnTo>
                  <a:lnTo>
                    <a:pt x="233312" y="12399"/>
                  </a:lnTo>
                  <a:lnTo>
                    <a:pt x="228422" y="10383"/>
                  </a:lnTo>
                  <a:lnTo>
                    <a:pt x="223471" y="8523"/>
                  </a:lnTo>
                  <a:lnTo>
                    <a:pt x="218464" y="6821"/>
                  </a:lnTo>
                  <a:lnTo>
                    <a:pt x="213405" y="5278"/>
                  </a:lnTo>
                  <a:lnTo>
                    <a:pt x="208300" y="3896"/>
                  </a:lnTo>
                  <a:lnTo>
                    <a:pt x="203153" y="2675"/>
                  </a:lnTo>
                  <a:lnTo>
                    <a:pt x="197971" y="1619"/>
                  </a:lnTo>
                  <a:lnTo>
                    <a:pt x="192758" y="726"/>
                  </a:lnTo>
                  <a:lnTo>
                    <a:pt x="187519" y="0"/>
                  </a:lnTo>
                  <a:lnTo>
                    <a:pt x="167166" y="165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983779" y="3170392"/>
              <a:ext cx="20353" cy="167167"/>
            </a:xfrm>
            <a:custGeom>
              <a:avLst/>
              <a:pathLst>
                <a:path w="20353" h="167167">
                  <a:moveTo>
                    <a:pt x="20353" y="1243"/>
                  </a:moveTo>
                  <a:lnTo>
                    <a:pt x="10195" y="3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60" y="2633064"/>
              <a:ext cx="167151" cy="191037"/>
            </a:xfrm>
            <a:custGeom>
              <a:avLst/>
              <a:pathLst>
                <a:path w="167151" h="191037">
                  <a:moveTo>
                    <a:pt x="167151" y="0"/>
                  </a:moveTo>
                  <a:lnTo>
                    <a:pt x="161745" y="87"/>
                  </a:lnTo>
                  <a:lnTo>
                    <a:pt x="156346" y="349"/>
                  </a:lnTo>
                  <a:lnTo>
                    <a:pt x="150957" y="786"/>
                  </a:lnTo>
                  <a:lnTo>
                    <a:pt x="145586" y="1396"/>
                  </a:lnTo>
                  <a:lnTo>
                    <a:pt x="140237" y="2180"/>
                  </a:lnTo>
                  <a:lnTo>
                    <a:pt x="134916" y="3137"/>
                  </a:lnTo>
                  <a:lnTo>
                    <a:pt x="129629" y="4265"/>
                  </a:lnTo>
                  <a:lnTo>
                    <a:pt x="124381" y="5564"/>
                  </a:lnTo>
                  <a:lnTo>
                    <a:pt x="119177" y="7031"/>
                  </a:lnTo>
                  <a:lnTo>
                    <a:pt x="114025" y="8666"/>
                  </a:lnTo>
                  <a:lnTo>
                    <a:pt x="108927" y="10467"/>
                  </a:lnTo>
                  <a:lnTo>
                    <a:pt x="103891" y="12431"/>
                  </a:lnTo>
                  <a:lnTo>
                    <a:pt x="98920" y="14558"/>
                  </a:lnTo>
                  <a:lnTo>
                    <a:pt x="94021" y="16844"/>
                  </a:lnTo>
                  <a:lnTo>
                    <a:pt x="89199" y="19287"/>
                  </a:lnTo>
                  <a:lnTo>
                    <a:pt x="84458" y="21885"/>
                  </a:lnTo>
                  <a:lnTo>
                    <a:pt x="79803" y="24635"/>
                  </a:lnTo>
                  <a:lnTo>
                    <a:pt x="75240" y="27534"/>
                  </a:lnTo>
                  <a:lnTo>
                    <a:pt x="70773" y="30579"/>
                  </a:lnTo>
                  <a:lnTo>
                    <a:pt x="66407" y="33767"/>
                  </a:lnTo>
                  <a:lnTo>
                    <a:pt x="62146" y="37094"/>
                  </a:lnTo>
                  <a:lnTo>
                    <a:pt x="57995" y="40558"/>
                  </a:lnTo>
                  <a:lnTo>
                    <a:pt x="53958" y="44153"/>
                  </a:lnTo>
                  <a:lnTo>
                    <a:pt x="50039" y="47878"/>
                  </a:lnTo>
                  <a:lnTo>
                    <a:pt x="46243" y="51727"/>
                  </a:lnTo>
                  <a:lnTo>
                    <a:pt x="42574" y="55697"/>
                  </a:lnTo>
                  <a:lnTo>
                    <a:pt x="39035" y="59784"/>
                  </a:lnTo>
                  <a:lnTo>
                    <a:pt x="35629" y="63982"/>
                  </a:lnTo>
                  <a:lnTo>
                    <a:pt x="32361" y="68289"/>
                  </a:lnTo>
                  <a:lnTo>
                    <a:pt x="29235" y="72699"/>
                  </a:lnTo>
                  <a:lnTo>
                    <a:pt x="26252" y="77208"/>
                  </a:lnTo>
                  <a:lnTo>
                    <a:pt x="23417" y="81811"/>
                  </a:lnTo>
                  <a:lnTo>
                    <a:pt x="20732" y="86504"/>
                  </a:lnTo>
                  <a:lnTo>
                    <a:pt x="18200" y="91280"/>
                  </a:lnTo>
                  <a:lnTo>
                    <a:pt x="15824" y="96137"/>
                  </a:lnTo>
                  <a:lnTo>
                    <a:pt x="13607" y="101067"/>
                  </a:lnTo>
                  <a:lnTo>
                    <a:pt x="11550" y="106066"/>
                  </a:lnTo>
                  <a:lnTo>
                    <a:pt x="9655" y="111130"/>
                  </a:lnTo>
                  <a:lnTo>
                    <a:pt x="7926" y="116252"/>
                  </a:lnTo>
                  <a:lnTo>
                    <a:pt x="6363" y="121427"/>
                  </a:lnTo>
                  <a:lnTo>
                    <a:pt x="4968" y="126650"/>
                  </a:lnTo>
                  <a:lnTo>
                    <a:pt x="3742" y="131916"/>
                  </a:lnTo>
                  <a:lnTo>
                    <a:pt x="2688" y="137218"/>
                  </a:lnTo>
                  <a:lnTo>
                    <a:pt x="1806" y="142551"/>
                  </a:lnTo>
                  <a:lnTo>
                    <a:pt x="1096" y="147911"/>
                  </a:lnTo>
                  <a:lnTo>
                    <a:pt x="560" y="153290"/>
                  </a:lnTo>
                  <a:lnTo>
                    <a:pt x="199" y="158684"/>
                  </a:lnTo>
                  <a:lnTo>
                    <a:pt x="12" y="164087"/>
                  </a:lnTo>
                  <a:lnTo>
                    <a:pt x="0" y="169493"/>
                  </a:lnTo>
                  <a:lnTo>
                    <a:pt x="162" y="174897"/>
                  </a:lnTo>
                  <a:lnTo>
                    <a:pt x="499" y="180293"/>
                  </a:lnTo>
                  <a:lnTo>
                    <a:pt x="1011" y="185675"/>
                  </a:lnTo>
                  <a:lnTo>
                    <a:pt x="1696" y="19103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53557" y="2800231"/>
              <a:ext cx="165454" cy="23870"/>
            </a:xfrm>
            <a:custGeom>
              <a:avLst/>
              <a:pathLst>
                <a:path w="165454" h="23870">
                  <a:moveTo>
                    <a:pt x="0" y="23870"/>
                  </a:moveTo>
                  <a:lnTo>
                    <a:pt x="16545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53557" y="2724972"/>
              <a:ext cx="332613" cy="242426"/>
            </a:xfrm>
            <a:custGeom>
              <a:avLst/>
              <a:pathLst>
                <a:path w="332613" h="242426">
                  <a:moveTo>
                    <a:pt x="0" y="99129"/>
                  </a:moveTo>
                  <a:lnTo>
                    <a:pt x="842" y="104376"/>
                  </a:lnTo>
                  <a:lnTo>
                    <a:pt x="1851" y="109594"/>
                  </a:lnTo>
                  <a:lnTo>
                    <a:pt x="3025" y="114777"/>
                  </a:lnTo>
                  <a:lnTo>
                    <a:pt x="4363" y="119920"/>
                  </a:lnTo>
                  <a:lnTo>
                    <a:pt x="5864" y="125018"/>
                  </a:lnTo>
                  <a:lnTo>
                    <a:pt x="7526" y="130066"/>
                  </a:lnTo>
                  <a:lnTo>
                    <a:pt x="9348" y="135058"/>
                  </a:lnTo>
                  <a:lnTo>
                    <a:pt x="11328" y="139990"/>
                  </a:lnTo>
                  <a:lnTo>
                    <a:pt x="13463" y="144856"/>
                  </a:lnTo>
                  <a:lnTo>
                    <a:pt x="15752" y="149652"/>
                  </a:lnTo>
                  <a:lnTo>
                    <a:pt x="18193" y="154373"/>
                  </a:lnTo>
                  <a:lnTo>
                    <a:pt x="20782" y="159014"/>
                  </a:lnTo>
                  <a:lnTo>
                    <a:pt x="23517" y="163570"/>
                  </a:lnTo>
                  <a:lnTo>
                    <a:pt x="26396" y="168037"/>
                  </a:lnTo>
                  <a:lnTo>
                    <a:pt x="29415" y="172411"/>
                  </a:lnTo>
                  <a:lnTo>
                    <a:pt x="32572" y="176686"/>
                  </a:lnTo>
                  <a:lnTo>
                    <a:pt x="35863" y="180858"/>
                  </a:lnTo>
                  <a:lnTo>
                    <a:pt x="39285" y="184924"/>
                  </a:lnTo>
                  <a:lnTo>
                    <a:pt x="42835" y="188879"/>
                  </a:lnTo>
                  <a:lnTo>
                    <a:pt x="46509" y="192719"/>
                  </a:lnTo>
                  <a:lnTo>
                    <a:pt x="50302" y="196441"/>
                  </a:lnTo>
                  <a:lnTo>
                    <a:pt x="54213" y="200040"/>
                  </a:lnTo>
                  <a:lnTo>
                    <a:pt x="58235" y="203513"/>
                  </a:lnTo>
                  <a:lnTo>
                    <a:pt x="62366" y="206856"/>
                  </a:lnTo>
                  <a:lnTo>
                    <a:pt x="66601" y="210066"/>
                  </a:lnTo>
                  <a:lnTo>
                    <a:pt x="70936" y="213141"/>
                  </a:lnTo>
                  <a:lnTo>
                    <a:pt x="75367" y="216075"/>
                  </a:lnTo>
                  <a:lnTo>
                    <a:pt x="79888" y="218868"/>
                  </a:lnTo>
                  <a:lnTo>
                    <a:pt x="84496" y="221515"/>
                  </a:lnTo>
                  <a:lnTo>
                    <a:pt x="89186" y="224014"/>
                  </a:lnTo>
                  <a:lnTo>
                    <a:pt x="93953" y="226363"/>
                  </a:lnTo>
                  <a:lnTo>
                    <a:pt x="98792" y="228560"/>
                  </a:lnTo>
                  <a:lnTo>
                    <a:pt x="103699" y="230601"/>
                  </a:lnTo>
                  <a:lnTo>
                    <a:pt x="108668" y="232486"/>
                  </a:lnTo>
                  <a:lnTo>
                    <a:pt x="113694" y="234211"/>
                  </a:lnTo>
                  <a:lnTo>
                    <a:pt x="118773" y="235776"/>
                  </a:lnTo>
                  <a:lnTo>
                    <a:pt x="123899" y="237179"/>
                  </a:lnTo>
                  <a:lnTo>
                    <a:pt x="129067" y="238418"/>
                  </a:lnTo>
                  <a:lnTo>
                    <a:pt x="134271" y="239492"/>
                  </a:lnTo>
                  <a:lnTo>
                    <a:pt x="139507" y="240400"/>
                  </a:lnTo>
                  <a:lnTo>
                    <a:pt x="144770" y="241142"/>
                  </a:lnTo>
                  <a:lnTo>
                    <a:pt x="150053" y="241715"/>
                  </a:lnTo>
                  <a:lnTo>
                    <a:pt x="155352" y="242121"/>
                  </a:lnTo>
                  <a:lnTo>
                    <a:pt x="160661" y="242358"/>
                  </a:lnTo>
                  <a:lnTo>
                    <a:pt x="165975" y="242426"/>
                  </a:lnTo>
                  <a:lnTo>
                    <a:pt x="171288" y="242325"/>
                  </a:lnTo>
                  <a:lnTo>
                    <a:pt x="176596" y="242055"/>
                  </a:lnTo>
                  <a:lnTo>
                    <a:pt x="181892" y="241616"/>
                  </a:lnTo>
                  <a:lnTo>
                    <a:pt x="187171" y="241010"/>
                  </a:lnTo>
                  <a:lnTo>
                    <a:pt x="192429" y="240236"/>
                  </a:lnTo>
                  <a:lnTo>
                    <a:pt x="197659" y="239295"/>
                  </a:lnTo>
                  <a:lnTo>
                    <a:pt x="202857" y="238188"/>
                  </a:lnTo>
                  <a:lnTo>
                    <a:pt x="208017" y="236917"/>
                  </a:lnTo>
                  <a:lnTo>
                    <a:pt x="213134" y="235482"/>
                  </a:lnTo>
                  <a:lnTo>
                    <a:pt x="218203" y="233886"/>
                  </a:lnTo>
                  <a:lnTo>
                    <a:pt x="223219" y="232129"/>
                  </a:lnTo>
                  <a:lnTo>
                    <a:pt x="228176" y="230213"/>
                  </a:lnTo>
                  <a:lnTo>
                    <a:pt x="233070" y="228141"/>
                  </a:lnTo>
                  <a:lnTo>
                    <a:pt x="237895" y="225915"/>
                  </a:lnTo>
                  <a:lnTo>
                    <a:pt x="242647" y="223536"/>
                  </a:lnTo>
                  <a:lnTo>
                    <a:pt x="247321" y="221008"/>
                  </a:lnTo>
                  <a:lnTo>
                    <a:pt x="251913" y="218332"/>
                  </a:lnTo>
                  <a:lnTo>
                    <a:pt x="256417" y="215511"/>
                  </a:lnTo>
                  <a:lnTo>
                    <a:pt x="260829" y="212549"/>
                  </a:lnTo>
                  <a:lnTo>
                    <a:pt x="265145" y="209448"/>
                  </a:lnTo>
                  <a:lnTo>
                    <a:pt x="269360" y="206211"/>
                  </a:lnTo>
                  <a:lnTo>
                    <a:pt x="273470" y="202842"/>
                  </a:lnTo>
                  <a:lnTo>
                    <a:pt x="277471" y="199344"/>
                  </a:lnTo>
                  <a:lnTo>
                    <a:pt x="281358" y="195721"/>
                  </a:lnTo>
                  <a:lnTo>
                    <a:pt x="285129" y="191976"/>
                  </a:lnTo>
                  <a:lnTo>
                    <a:pt x="288778" y="188113"/>
                  </a:lnTo>
                  <a:lnTo>
                    <a:pt x="292303" y="184136"/>
                  </a:lnTo>
                  <a:lnTo>
                    <a:pt x="295700" y="180049"/>
                  </a:lnTo>
                  <a:lnTo>
                    <a:pt x="298965" y="175856"/>
                  </a:lnTo>
                  <a:lnTo>
                    <a:pt x="302095" y="171561"/>
                  </a:lnTo>
                  <a:lnTo>
                    <a:pt x="305087" y="167169"/>
                  </a:lnTo>
                  <a:lnTo>
                    <a:pt x="307938" y="162684"/>
                  </a:lnTo>
                  <a:lnTo>
                    <a:pt x="310645" y="158111"/>
                  </a:lnTo>
                  <a:lnTo>
                    <a:pt x="313205" y="153454"/>
                  </a:lnTo>
                  <a:lnTo>
                    <a:pt x="315616" y="148718"/>
                  </a:lnTo>
                  <a:lnTo>
                    <a:pt x="317875" y="143908"/>
                  </a:lnTo>
                  <a:lnTo>
                    <a:pt x="319980" y="139028"/>
                  </a:lnTo>
                  <a:lnTo>
                    <a:pt x="321929" y="134084"/>
                  </a:lnTo>
                  <a:lnTo>
                    <a:pt x="323720" y="129080"/>
                  </a:lnTo>
                  <a:lnTo>
                    <a:pt x="325351" y="124023"/>
                  </a:lnTo>
                  <a:lnTo>
                    <a:pt x="326820" y="118915"/>
                  </a:lnTo>
                  <a:lnTo>
                    <a:pt x="328126" y="113764"/>
                  </a:lnTo>
                  <a:lnTo>
                    <a:pt x="329268" y="108574"/>
                  </a:lnTo>
                  <a:lnTo>
                    <a:pt x="330244" y="103350"/>
                  </a:lnTo>
                  <a:lnTo>
                    <a:pt x="331054" y="98098"/>
                  </a:lnTo>
                  <a:lnTo>
                    <a:pt x="331696" y="92822"/>
                  </a:lnTo>
                  <a:lnTo>
                    <a:pt x="332170" y="87529"/>
                  </a:lnTo>
                  <a:lnTo>
                    <a:pt x="332476" y="82224"/>
                  </a:lnTo>
                  <a:lnTo>
                    <a:pt x="332613" y="76911"/>
                  </a:lnTo>
                  <a:lnTo>
                    <a:pt x="332581" y="71597"/>
                  </a:lnTo>
                  <a:lnTo>
                    <a:pt x="332380" y="66286"/>
                  </a:lnTo>
                  <a:lnTo>
                    <a:pt x="332011" y="60985"/>
                  </a:lnTo>
                  <a:lnTo>
                    <a:pt x="331473" y="55698"/>
                  </a:lnTo>
                  <a:lnTo>
                    <a:pt x="330767" y="50431"/>
                  </a:lnTo>
                  <a:lnTo>
                    <a:pt x="329895" y="45188"/>
                  </a:lnTo>
                  <a:lnTo>
                    <a:pt x="328856" y="39977"/>
                  </a:lnTo>
                  <a:lnTo>
                    <a:pt x="327652" y="34800"/>
                  </a:lnTo>
                  <a:lnTo>
                    <a:pt x="326284" y="29665"/>
                  </a:lnTo>
                  <a:lnTo>
                    <a:pt x="324753" y="24576"/>
                  </a:lnTo>
                  <a:lnTo>
                    <a:pt x="323061" y="19538"/>
                  </a:lnTo>
                  <a:lnTo>
                    <a:pt x="321211" y="14556"/>
                  </a:lnTo>
                  <a:lnTo>
                    <a:pt x="319202" y="9636"/>
                  </a:lnTo>
                  <a:lnTo>
                    <a:pt x="317039" y="4782"/>
                  </a:lnTo>
                  <a:lnTo>
                    <a:pt x="314722" y="0"/>
                  </a:lnTo>
                  <a:lnTo>
                    <a:pt x="165454" y="752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919011" y="2633064"/>
              <a:ext cx="149268" cy="167167"/>
            </a:xfrm>
            <a:custGeom>
              <a:avLst/>
              <a:pathLst>
                <a:path w="149268" h="167167">
                  <a:moveTo>
                    <a:pt x="149268" y="91908"/>
                  </a:moveTo>
                  <a:lnTo>
                    <a:pt x="146746" y="87102"/>
                  </a:lnTo>
                  <a:lnTo>
                    <a:pt x="144070" y="82381"/>
                  </a:lnTo>
                  <a:lnTo>
                    <a:pt x="141242" y="77749"/>
                  </a:lnTo>
                  <a:lnTo>
                    <a:pt x="138265" y="73212"/>
                  </a:lnTo>
                  <a:lnTo>
                    <a:pt x="135143" y="68773"/>
                  </a:lnTo>
                  <a:lnTo>
                    <a:pt x="131878" y="64439"/>
                  </a:lnTo>
                  <a:lnTo>
                    <a:pt x="128474" y="60212"/>
                  </a:lnTo>
                  <a:lnTo>
                    <a:pt x="124934" y="56098"/>
                  </a:lnTo>
                  <a:lnTo>
                    <a:pt x="121263" y="52102"/>
                  </a:lnTo>
                  <a:lnTo>
                    <a:pt x="117464" y="48226"/>
                  </a:lnTo>
                  <a:lnTo>
                    <a:pt x="113542" y="44476"/>
                  </a:lnTo>
                  <a:lnTo>
                    <a:pt x="109500" y="40855"/>
                  </a:lnTo>
                  <a:lnTo>
                    <a:pt x="105342" y="37367"/>
                  </a:lnTo>
                  <a:lnTo>
                    <a:pt x="101073" y="34016"/>
                  </a:lnTo>
                  <a:lnTo>
                    <a:pt x="96698" y="30806"/>
                  </a:lnTo>
                  <a:lnTo>
                    <a:pt x="92221" y="27739"/>
                  </a:lnTo>
                  <a:lnTo>
                    <a:pt x="87647" y="24819"/>
                  </a:lnTo>
                  <a:lnTo>
                    <a:pt x="82980" y="22049"/>
                  </a:lnTo>
                  <a:lnTo>
                    <a:pt x="78226" y="19432"/>
                  </a:lnTo>
                  <a:lnTo>
                    <a:pt x="73389" y="16971"/>
                  </a:lnTo>
                  <a:lnTo>
                    <a:pt x="68475" y="14668"/>
                  </a:lnTo>
                  <a:lnTo>
                    <a:pt x="63489" y="12525"/>
                  </a:lnTo>
                  <a:lnTo>
                    <a:pt x="58436" y="10546"/>
                  </a:lnTo>
                  <a:lnTo>
                    <a:pt x="53322" y="8732"/>
                  </a:lnTo>
                  <a:lnTo>
                    <a:pt x="48151" y="7085"/>
                  </a:lnTo>
                  <a:lnTo>
                    <a:pt x="42929" y="5606"/>
                  </a:lnTo>
                  <a:lnTo>
                    <a:pt x="37663" y="4298"/>
                  </a:lnTo>
                  <a:lnTo>
                    <a:pt x="32356" y="3161"/>
                  </a:lnTo>
                  <a:lnTo>
                    <a:pt x="27016" y="2197"/>
                  </a:lnTo>
                  <a:lnTo>
                    <a:pt x="21647" y="1407"/>
                  </a:lnTo>
                  <a:lnTo>
                    <a:pt x="16255" y="792"/>
                  </a:lnTo>
                  <a:lnTo>
                    <a:pt x="10846" y="352"/>
                  </a:lnTo>
                  <a:lnTo>
                    <a:pt x="5426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4862" y="2126963"/>
              <a:ext cx="93609" cy="167167"/>
            </a:xfrm>
            <a:custGeom>
              <a:avLst/>
              <a:pathLst>
                <a:path w="93609" h="167167">
                  <a:moveTo>
                    <a:pt x="93609" y="0"/>
                  </a:moveTo>
                  <a:lnTo>
                    <a:pt x="87766" y="102"/>
                  </a:lnTo>
                  <a:lnTo>
                    <a:pt x="81930" y="408"/>
                  </a:lnTo>
                  <a:lnTo>
                    <a:pt x="76108" y="918"/>
                  </a:lnTo>
                  <a:lnTo>
                    <a:pt x="70307" y="1632"/>
                  </a:lnTo>
                  <a:lnTo>
                    <a:pt x="64535" y="2547"/>
                  </a:lnTo>
                  <a:lnTo>
                    <a:pt x="58799" y="3664"/>
                  </a:lnTo>
                  <a:lnTo>
                    <a:pt x="53105" y="4981"/>
                  </a:lnTo>
                  <a:lnTo>
                    <a:pt x="47460" y="6496"/>
                  </a:lnTo>
                  <a:lnTo>
                    <a:pt x="41872" y="8207"/>
                  </a:lnTo>
                  <a:lnTo>
                    <a:pt x="36347" y="10113"/>
                  </a:lnTo>
                  <a:lnTo>
                    <a:pt x="30892" y="12210"/>
                  </a:lnTo>
                  <a:lnTo>
                    <a:pt x="25514" y="14497"/>
                  </a:lnTo>
                  <a:lnTo>
                    <a:pt x="20219" y="16971"/>
                  </a:lnTo>
                  <a:lnTo>
                    <a:pt x="15014" y="19628"/>
                  </a:lnTo>
                  <a:lnTo>
                    <a:pt x="9905" y="22465"/>
                  </a:lnTo>
                  <a:lnTo>
                    <a:pt x="4898" y="25480"/>
                  </a:lnTo>
                  <a:lnTo>
                    <a:pt x="0" y="28667"/>
                  </a:lnTo>
                  <a:lnTo>
                    <a:pt x="9360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634862" y="2155631"/>
              <a:ext cx="93609" cy="138499"/>
            </a:xfrm>
            <a:custGeom>
              <a:avLst/>
              <a:pathLst>
                <a:path w="93609" h="138499">
                  <a:moveTo>
                    <a:pt x="0" y="0"/>
                  </a:moveTo>
                  <a:lnTo>
                    <a:pt x="93609" y="1384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561321" y="2155631"/>
              <a:ext cx="217794" cy="305653"/>
            </a:xfrm>
            <a:custGeom>
              <a:avLst/>
              <a:pathLst>
                <a:path w="217794" h="305653">
                  <a:moveTo>
                    <a:pt x="73541" y="0"/>
                  </a:moveTo>
                  <a:lnTo>
                    <a:pt x="69147" y="3073"/>
                  </a:lnTo>
                  <a:lnTo>
                    <a:pt x="64854" y="6286"/>
                  </a:lnTo>
                  <a:lnTo>
                    <a:pt x="60666" y="9635"/>
                  </a:lnTo>
                  <a:lnTo>
                    <a:pt x="56587" y="13117"/>
                  </a:lnTo>
                  <a:lnTo>
                    <a:pt x="52623" y="16727"/>
                  </a:lnTo>
                  <a:lnTo>
                    <a:pt x="48776" y="20463"/>
                  </a:lnTo>
                  <a:lnTo>
                    <a:pt x="45051" y="24321"/>
                  </a:lnTo>
                  <a:lnTo>
                    <a:pt x="41452" y="28296"/>
                  </a:lnTo>
                  <a:lnTo>
                    <a:pt x="37982" y="32384"/>
                  </a:lnTo>
                  <a:lnTo>
                    <a:pt x="34645" y="36581"/>
                  </a:lnTo>
                  <a:lnTo>
                    <a:pt x="31444" y="40884"/>
                  </a:lnTo>
                  <a:lnTo>
                    <a:pt x="28383" y="45287"/>
                  </a:lnTo>
                  <a:lnTo>
                    <a:pt x="25465" y="49785"/>
                  </a:lnTo>
                  <a:lnTo>
                    <a:pt x="22692" y="54375"/>
                  </a:lnTo>
                  <a:lnTo>
                    <a:pt x="20069" y="59052"/>
                  </a:lnTo>
                  <a:lnTo>
                    <a:pt x="17596" y="63810"/>
                  </a:lnTo>
                  <a:lnTo>
                    <a:pt x="15278" y="68645"/>
                  </a:lnTo>
                  <a:lnTo>
                    <a:pt x="13115" y="73552"/>
                  </a:lnTo>
                  <a:lnTo>
                    <a:pt x="11111" y="78526"/>
                  </a:lnTo>
                  <a:lnTo>
                    <a:pt x="9268" y="83562"/>
                  </a:lnTo>
                  <a:lnTo>
                    <a:pt x="7587" y="88654"/>
                  </a:lnTo>
                  <a:lnTo>
                    <a:pt x="6071" y="93797"/>
                  </a:lnTo>
                  <a:lnTo>
                    <a:pt x="4720" y="98987"/>
                  </a:lnTo>
                  <a:lnTo>
                    <a:pt x="3536" y="104217"/>
                  </a:lnTo>
                  <a:lnTo>
                    <a:pt x="2521" y="109482"/>
                  </a:lnTo>
                  <a:lnTo>
                    <a:pt x="1675" y="114777"/>
                  </a:lnTo>
                  <a:lnTo>
                    <a:pt x="999" y="120097"/>
                  </a:lnTo>
                  <a:lnTo>
                    <a:pt x="494" y="125435"/>
                  </a:lnTo>
                  <a:lnTo>
                    <a:pt x="161" y="130787"/>
                  </a:lnTo>
                  <a:lnTo>
                    <a:pt x="0" y="136147"/>
                  </a:lnTo>
                  <a:lnTo>
                    <a:pt x="10" y="141509"/>
                  </a:lnTo>
                  <a:lnTo>
                    <a:pt x="193" y="146869"/>
                  </a:lnTo>
                  <a:lnTo>
                    <a:pt x="547" y="152219"/>
                  </a:lnTo>
                  <a:lnTo>
                    <a:pt x="1073" y="157556"/>
                  </a:lnTo>
                  <a:lnTo>
                    <a:pt x="1769" y="162873"/>
                  </a:lnTo>
                  <a:lnTo>
                    <a:pt x="2636" y="168164"/>
                  </a:lnTo>
                  <a:lnTo>
                    <a:pt x="3672" y="173426"/>
                  </a:lnTo>
                  <a:lnTo>
                    <a:pt x="4877" y="178651"/>
                  </a:lnTo>
                  <a:lnTo>
                    <a:pt x="6248" y="183835"/>
                  </a:lnTo>
                  <a:lnTo>
                    <a:pt x="7785" y="188972"/>
                  </a:lnTo>
                  <a:lnTo>
                    <a:pt x="9486" y="194058"/>
                  </a:lnTo>
                  <a:lnTo>
                    <a:pt x="11349" y="199086"/>
                  </a:lnTo>
                  <a:lnTo>
                    <a:pt x="13372" y="204052"/>
                  </a:lnTo>
                  <a:lnTo>
                    <a:pt x="15554" y="208951"/>
                  </a:lnTo>
                  <a:lnTo>
                    <a:pt x="17891" y="213777"/>
                  </a:lnTo>
                  <a:lnTo>
                    <a:pt x="20382" y="218525"/>
                  </a:lnTo>
                  <a:lnTo>
                    <a:pt x="23025" y="223191"/>
                  </a:lnTo>
                  <a:lnTo>
                    <a:pt x="25815" y="227770"/>
                  </a:lnTo>
                  <a:lnTo>
                    <a:pt x="28751" y="232257"/>
                  </a:lnTo>
                  <a:lnTo>
                    <a:pt x="31829" y="236648"/>
                  </a:lnTo>
                  <a:lnTo>
                    <a:pt x="35047" y="240938"/>
                  </a:lnTo>
                  <a:lnTo>
                    <a:pt x="38401" y="245122"/>
                  </a:lnTo>
                  <a:lnTo>
                    <a:pt x="41887" y="249197"/>
                  </a:lnTo>
                  <a:lnTo>
                    <a:pt x="45501" y="253158"/>
                  </a:lnTo>
                  <a:lnTo>
                    <a:pt x="49242" y="257000"/>
                  </a:lnTo>
                  <a:lnTo>
                    <a:pt x="53103" y="260721"/>
                  </a:lnTo>
                  <a:lnTo>
                    <a:pt x="57082" y="264316"/>
                  </a:lnTo>
                  <a:lnTo>
                    <a:pt x="61174" y="267782"/>
                  </a:lnTo>
                  <a:lnTo>
                    <a:pt x="65375" y="271114"/>
                  </a:lnTo>
                  <a:lnTo>
                    <a:pt x="69681" y="274310"/>
                  </a:lnTo>
                  <a:lnTo>
                    <a:pt x="74087" y="277366"/>
                  </a:lnTo>
                  <a:lnTo>
                    <a:pt x="78588" y="280280"/>
                  </a:lnTo>
                  <a:lnTo>
                    <a:pt x="83181" y="283047"/>
                  </a:lnTo>
                  <a:lnTo>
                    <a:pt x="87861" y="285666"/>
                  </a:lnTo>
                  <a:lnTo>
                    <a:pt x="92622" y="288134"/>
                  </a:lnTo>
                  <a:lnTo>
                    <a:pt x="97459" y="290447"/>
                  </a:lnTo>
                  <a:lnTo>
                    <a:pt x="102369" y="292604"/>
                  </a:lnTo>
                  <a:lnTo>
                    <a:pt x="107345" y="294603"/>
                  </a:lnTo>
                  <a:lnTo>
                    <a:pt x="112382" y="296440"/>
                  </a:lnTo>
                  <a:lnTo>
                    <a:pt x="117476" y="298116"/>
                  </a:lnTo>
                  <a:lnTo>
                    <a:pt x="122621" y="299627"/>
                  </a:lnTo>
                  <a:lnTo>
                    <a:pt x="127812" y="300972"/>
                  </a:lnTo>
                  <a:lnTo>
                    <a:pt x="133043" y="302150"/>
                  </a:lnTo>
                  <a:lnTo>
                    <a:pt x="138310" y="303160"/>
                  </a:lnTo>
                  <a:lnTo>
                    <a:pt x="143606" y="304000"/>
                  </a:lnTo>
                  <a:lnTo>
                    <a:pt x="148926" y="304670"/>
                  </a:lnTo>
                  <a:lnTo>
                    <a:pt x="154265" y="305169"/>
                  </a:lnTo>
                  <a:lnTo>
                    <a:pt x="159617" y="305497"/>
                  </a:lnTo>
                  <a:lnTo>
                    <a:pt x="164978" y="305653"/>
                  </a:lnTo>
                  <a:lnTo>
                    <a:pt x="170340" y="305636"/>
                  </a:lnTo>
                  <a:lnTo>
                    <a:pt x="175699" y="305448"/>
                  </a:lnTo>
                  <a:lnTo>
                    <a:pt x="181049" y="305088"/>
                  </a:lnTo>
                  <a:lnTo>
                    <a:pt x="186385" y="304557"/>
                  </a:lnTo>
                  <a:lnTo>
                    <a:pt x="191701" y="303854"/>
                  </a:lnTo>
                  <a:lnTo>
                    <a:pt x="196992" y="302982"/>
                  </a:lnTo>
                  <a:lnTo>
                    <a:pt x="202252" y="301940"/>
                  </a:lnTo>
                  <a:lnTo>
                    <a:pt x="207476" y="300730"/>
                  </a:lnTo>
                  <a:lnTo>
                    <a:pt x="212659" y="299353"/>
                  </a:lnTo>
                  <a:lnTo>
                    <a:pt x="217794" y="297811"/>
                  </a:lnTo>
                  <a:lnTo>
                    <a:pt x="167150" y="1384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728472" y="2126963"/>
              <a:ext cx="167158" cy="326478"/>
            </a:xfrm>
            <a:custGeom>
              <a:avLst/>
              <a:pathLst>
                <a:path w="167158" h="326478">
                  <a:moveTo>
                    <a:pt x="50644" y="326478"/>
                  </a:moveTo>
                  <a:lnTo>
                    <a:pt x="55690" y="324785"/>
                  </a:lnTo>
                  <a:lnTo>
                    <a:pt x="60679" y="322933"/>
                  </a:lnTo>
                  <a:lnTo>
                    <a:pt x="65607" y="320922"/>
                  </a:lnTo>
                  <a:lnTo>
                    <a:pt x="70469" y="318755"/>
                  </a:lnTo>
                  <a:lnTo>
                    <a:pt x="75259" y="316435"/>
                  </a:lnTo>
                  <a:lnTo>
                    <a:pt x="79973" y="313964"/>
                  </a:lnTo>
                  <a:lnTo>
                    <a:pt x="84605" y="311343"/>
                  </a:lnTo>
                  <a:lnTo>
                    <a:pt x="89152" y="308577"/>
                  </a:lnTo>
                  <a:lnTo>
                    <a:pt x="93609" y="305667"/>
                  </a:lnTo>
                  <a:lnTo>
                    <a:pt x="97971" y="302617"/>
                  </a:lnTo>
                  <a:lnTo>
                    <a:pt x="102233" y="299429"/>
                  </a:lnTo>
                  <a:lnTo>
                    <a:pt x="106392" y="296107"/>
                  </a:lnTo>
                  <a:lnTo>
                    <a:pt x="110443" y="292655"/>
                  </a:lnTo>
                  <a:lnTo>
                    <a:pt x="114382" y="289075"/>
                  </a:lnTo>
                  <a:lnTo>
                    <a:pt x="118205" y="285372"/>
                  </a:lnTo>
                  <a:lnTo>
                    <a:pt x="121908" y="281549"/>
                  </a:lnTo>
                  <a:lnTo>
                    <a:pt x="125487" y="277610"/>
                  </a:lnTo>
                  <a:lnTo>
                    <a:pt x="128940" y="273559"/>
                  </a:lnTo>
                  <a:lnTo>
                    <a:pt x="132261" y="269401"/>
                  </a:lnTo>
                  <a:lnTo>
                    <a:pt x="135449" y="265138"/>
                  </a:lnTo>
                  <a:lnTo>
                    <a:pt x="138499" y="260776"/>
                  </a:lnTo>
                  <a:lnTo>
                    <a:pt x="141409" y="256320"/>
                  </a:lnTo>
                  <a:lnTo>
                    <a:pt x="144176" y="251773"/>
                  </a:lnTo>
                  <a:lnTo>
                    <a:pt x="146796" y="247140"/>
                  </a:lnTo>
                  <a:lnTo>
                    <a:pt x="149268" y="242426"/>
                  </a:lnTo>
                  <a:lnTo>
                    <a:pt x="151588" y="237636"/>
                  </a:lnTo>
                  <a:lnTo>
                    <a:pt x="153754" y="232775"/>
                  </a:lnTo>
                  <a:lnTo>
                    <a:pt x="155765" y="227847"/>
                  </a:lnTo>
                  <a:lnTo>
                    <a:pt x="157618" y="222857"/>
                  </a:lnTo>
                  <a:lnTo>
                    <a:pt x="159311" y="217811"/>
                  </a:lnTo>
                  <a:lnTo>
                    <a:pt x="160842" y="212714"/>
                  </a:lnTo>
                  <a:lnTo>
                    <a:pt x="162211" y="207570"/>
                  </a:lnTo>
                  <a:lnTo>
                    <a:pt x="163415" y="202386"/>
                  </a:lnTo>
                  <a:lnTo>
                    <a:pt x="164453" y="197165"/>
                  </a:lnTo>
                  <a:lnTo>
                    <a:pt x="165325" y="191915"/>
                  </a:lnTo>
                  <a:lnTo>
                    <a:pt x="166029" y="186639"/>
                  </a:lnTo>
                  <a:lnTo>
                    <a:pt x="166565" y="181344"/>
                  </a:lnTo>
                  <a:lnTo>
                    <a:pt x="166932" y="176034"/>
                  </a:lnTo>
                  <a:lnTo>
                    <a:pt x="167129" y="170715"/>
                  </a:lnTo>
                  <a:lnTo>
                    <a:pt x="167158" y="165393"/>
                  </a:lnTo>
                  <a:lnTo>
                    <a:pt x="167016" y="160072"/>
                  </a:lnTo>
                  <a:lnTo>
                    <a:pt x="166706" y="154759"/>
                  </a:lnTo>
                  <a:lnTo>
                    <a:pt x="166226" y="149458"/>
                  </a:lnTo>
                  <a:lnTo>
                    <a:pt x="165578" y="144175"/>
                  </a:lnTo>
                  <a:lnTo>
                    <a:pt x="164762" y="138916"/>
                  </a:lnTo>
                  <a:lnTo>
                    <a:pt x="163779" y="133685"/>
                  </a:lnTo>
                  <a:lnTo>
                    <a:pt x="162631" y="128488"/>
                  </a:lnTo>
                  <a:lnTo>
                    <a:pt x="161317" y="123330"/>
                  </a:lnTo>
                  <a:lnTo>
                    <a:pt x="159839" y="118217"/>
                  </a:lnTo>
                  <a:lnTo>
                    <a:pt x="158200" y="113153"/>
                  </a:lnTo>
                  <a:lnTo>
                    <a:pt x="156400" y="108144"/>
                  </a:lnTo>
                  <a:lnTo>
                    <a:pt x="154442" y="103195"/>
                  </a:lnTo>
                  <a:lnTo>
                    <a:pt x="152327" y="98310"/>
                  </a:lnTo>
                  <a:lnTo>
                    <a:pt x="150058" y="93496"/>
                  </a:lnTo>
                  <a:lnTo>
                    <a:pt x="147637" y="88756"/>
                  </a:lnTo>
                  <a:lnTo>
                    <a:pt x="145066" y="84096"/>
                  </a:lnTo>
                  <a:lnTo>
                    <a:pt x="142347" y="79520"/>
                  </a:lnTo>
                  <a:lnTo>
                    <a:pt x="139485" y="75033"/>
                  </a:lnTo>
                  <a:lnTo>
                    <a:pt x="136481" y="70639"/>
                  </a:lnTo>
                  <a:lnTo>
                    <a:pt x="133339" y="66343"/>
                  </a:lnTo>
                  <a:lnTo>
                    <a:pt x="130062" y="62149"/>
                  </a:lnTo>
                  <a:lnTo>
                    <a:pt x="126653" y="58062"/>
                  </a:lnTo>
                  <a:lnTo>
                    <a:pt x="123115" y="54085"/>
                  </a:lnTo>
                  <a:lnTo>
                    <a:pt x="119453" y="50223"/>
                  </a:lnTo>
                  <a:lnTo>
                    <a:pt x="115669" y="46479"/>
                  </a:lnTo>
                  <a:lnTo>
                    <a:pt x="111768" y="42858"/>
                  </a:lnTo>
                  <a:lnTo>
                    <a:pt x="107754" y="39363"/>
                  </a:lnTo>
                  <a:lnTo>
                    <a:pt x="103631" y="35997"/>
                  </a:lnTo>
                  <a:lnTo>
                    <a:pt x="99403" y="32765"/>
                  </a:lnTo>
                  <a:lnTo>
                    <a:pt x="95074" y="29668"/>
                  </a:lnTo>
                  <a:lnTo>
                    <a:pt x="90648" y="26711"/>
                  </a:lnTo>
                  <a:lnTo>
                    <a:pt x="86131" y="23897"/>
                  </a:lnTo>
                  <a:lnTo>
                    <a:pt x="81526" y="21227"/>
                  </a:lnTo>
                  <a:lnTo>
                    <a:pt x="76839" y="18706"/>
                  </a:lnTo>
                  <a:lnTo>
                    <a:pt x="72074" y="16335"/>
                  </a:lnTo>
                  <a:lnTo>
                    <a:pt x="67235" y="14117"/>
                  </a:lnTo>
                  <a:lnTo>
                    <a:pt x="62329" y="12054"/>
                  </a:lnTo>
                  <a:lnTo>
                    <a:pt x="57359" y="10148"/>
                  </a:lnTo>
                  <a:lnTo>
                    <a:pt x="52332" y="8402"/>
                  </a:lnTo>
                  <a:lnTo>
                    <a:pt x="47251" y="6816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3"/>
                  </a:lnTo>
                  <a:lnTo>
                    <a:pt x="21233" y="1353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6835" y="1681503"/>
              <a:ext cx="46399" cy="167167"/>
            </a:xfrm>
            <a:custGeom>
              <a:avLst/>
              <a:pathLst>
                <a:path w="46399" h="167167">
                  <a:moveTo>
                    <a:pt x="46399" y="0"/>
                  </a:moveTo>
                  <a:lnTo>
                    <a:pt x="39684" y="134"/>
                  </a:lnTo>
                  <a:lnTo>
                    <a:pt x="32980" y="539"/>
                  </a:lnTo>
                  <a:lnTo>
                    <a:pt x="26298" y="1212"/>
                  </a:lnTo>
                  <a:lnTo>
                    <a:pt x="19648" y="2154"/>
                  </a:lnTo>
                  <a:lnTo>
                    <a:pt x="13041" y="3362"/>
                  </a:lnTo>
                  <a:lnTo>
                    <a:pt x="6488" y="4834"/>
                  </a:lnTo>
                  <a:lnTo>
                    <a:pt x="0" y="6568"/>
                  </a:lnTo>
                  <a:lnTo>
                    <a:pt x="4639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376835" y="1688071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256077" y="1688071"/>
              <a:ext cx="334318" cy="327763"/>
            </a:xfrm>
            <a:custGeom>
              <a:avLst/>
              <a:pathLst>
                <a:path w="334318" h="327763">
                  <a:moveTo>
                    <a:pt x="120758" y="0"/>
                  </a:moveTo>
                  <a:lnTo>
                    <a:pt x="115688" y="1552"/>
                  </a:lnTo>
                  <a:lnTo>
                    <a:pt x="110671" y="3264"/>
                  </a:lnTo>
                  <a:lnTo>
                    <a:pt x="105710" y="5134"/>
                  </a:lnTo>
                  <a:lnTo>
                    <a:pt x="100811" y="7161"/>
                  </a:lnTo>
                  <a:lnTo>
                    <a:pt x="95979" y="9342"/>
                  </a:lnTo>
                  <a:lnTo>
                    <a:pt x="91218" y="11675"/>
                  </a:lnTo>
                  <a:lnTo>
                    <a:pt x="86534" y="14158"/>
                  </a:lnTo>
                  <a:lnTo>
                    <a:pt x="81931" y="16788"/>
                  </a:lnTo>
                  <a:lnTo>
                    <a:pt x="77414" y="19563"/>
                  </a:lnTo>
                  <a:lnTo>
                    <a:pt x="72986" y="22480"/>
                  </a:lnTo>
                  <a:lnTo>
                    <a:pt x="68654" y="25535"/>
                  </a:lnTo>
                  <a:lnTo>
                    <a:pt x="64421" y="28727"/>
                  </a:lnTo>
                  <a:lnTo>
                    <a:pt x="60291" y="32051"/>
                  </a:lnTo>
                  <a:lnTo>
                    <a:pt x="56268" y="35504"/>
                  </a:lnTo>
                  <a:lnTo>
                    <a:pt x="52357" y="39084"/>
                  </a:lnTo>
                  <a:lnTo>
                    <a:pt x="48561" y="42785"/>
                  </a:lnTo>
                  <a:lnTo>
                    <a:pt x="44885" y="46605"/>
                  </a:lnTo>
                  <a:lnTo>
                    <a:pt x="41332" y="50540"/>
                  </a:lnTo>
                  <a:lnTo>
                    <a:pt x="37905" y="54585"/>
                  </a:lnTo>
                  <a:lnTo>
                    <a:pt x="34609" y="58737"/>
                  </a:lnTo>
                  <a:lnTo>
                    <a:pt x="31445" y="62991"/>
                  </a:lnTo>
                  <a:lnTo>
                    <a:pt x="28418" y="67344"/>
                  </a:lnTo>
                  <a:lnTo>
                    <a:pt x="25531" y="71790"/>
                  </a:lnTo>
                  <a:lnTo>
                    <a:pt x="22786" y="76326"/>
                  </a:lnTo>
                  <a:lnTo>
                    <a:pt x="20186" y="80946"/>
                  </a:lnTo>
                  <a:lnTo>
                    <a:pt x="17734" y="85647"/>
                  </a:lnTo>
                  <a:lnTo>
                    <a:pt x="15433" y="90423"/>
                  </a:lnTo>
                  <a:lnTo>
                    <a:pt x="13284" y="95269"/>
                  </a:lnTo>
                  <a:lnTo>
                    <a:pt x="11290" y="100181"/>
                  </a:lnTo>
                  <a:lnTo>
                    <a:pt x="9452" y="105154"/>
                  </a:lnTo>
                  <a:lnTo>
                    <a:pt x="7773" y="110183"/>
                  </a:lnTo>
                  <a:lnTo>
                    <a:pt x="6255" y="115263"/>
                  </a:lnTo>
                  <a:lnTo>
                    <a:pt x="4898" y="120388"/>
                  </a:lnTo>
                  <a:lnTo>
                    <a:pt x="3704" y="125553"/>
                  </a:lnTo>
                  <a:lnTo>
                    <a:pt x="2675" y="130754"/>
                  </a:lnTo>
                  <a:lnTo>
                    <a:pt x="1812" y="135985"/>
                  </a:lnTo>
                  <a:lnTo>
                    <a:pt x="1114" y="141240"/>
                  </a:lnTo>
                  <a:lnTo>
                    <a:pt x="584" y="146515"/>
                  </a:lnTo>
                  <a:lnTo>
                    <a:pt x="221" y="151804"/>
                  </a:lnTo>
                  <a:lnTo>
                    <a:pt x="26" y="157102"/>
                  </a:lnTo>
                  <a:lnTo>
                    <a:pt x="0" y="162404"/>
                  </a:lnTo>
                  <a:lnTo>
                    <a:pt x="141" y="167704"/>
                  </a:lnTo>
                  <a:lnTo>
                    <a:pt x="450" y="172996"/>
                  </a:lnTo>
                  <a:lnTo>
                    <a:pt x="927" y="178276"/>
                  </a:lnTo>
                  <a:lnTo>
                    <a:pt x="1571" y="183539"/>
                  </a:lnTo>
                  <a:lnTo>
                    <a:pt x="2382" y="188778"/>
                  </a:lnTo>
                  <a:lnTo>
                    <a:pt x="3358" y="193989"/>
                  </a:lnTo>
                  <a:lnTo>
                    <a:pt x="4500" y="199166"/>
                  </a:lnTo>
                  <a:lnTo>
                    <a:pt x="5804" y="204305"/>
                  </a:lnTo>
                  <a:lnTo>
                    <a:pt x="7271" y="209399"/>
                  </a:lnTo>
                  <a:lnTo>
                    <a:pt x="8899" y="214445"/>
                  </a:lnTo>
                  <a:lnTo>
                    <a:pt x="10686" y="219436"/>
                  </a:lnTo>
                  <a:lnTo>
                    <a:pt x="12631" y="224368"/>
                  </a:lnTo>
                  <a:lnTo>
                    <a:pt x="14731" y="229236"/>
                  </a:lnTo>
                  <a:lnTo>
                    <a:pt x="16984" y="234035"/>
                  </a:lnTo>
                  <a:lnTo>
                    <a:pt x="19388" y="238760"/>
                  </a:lnTo>
                  <a:lnTo>
                    <a:pt x="21941" y="243407"/>
                  </a:lnTo>
                  <a:lnTo>
                    <a:pt x="24640" y="247970"/>
                  </a:lnTo>
                  <a:lnTo>
                    <a:pt x="27482" y="252445"/>
                  </a:lnTo>
                  <a:lnTo>
                    <a:pt x="30465" y="256828"/>
                  </a:lnTo>
                  <a:lnTo>
                    <a:pt x="33585" y="261114"/>
                  </a:lnTo>
                  <a:lnTo>
                    <a:pt x="36840" y="265299"/>
                  </a:lnTo>
                  <a:lnTo>
                    <a:pt x="40225" y="269379"/>
                  </a:lnTo>
                  <a:lnTo>
                    <a:pt x="43739" y="273349"/>
                  </a:lnTo>
                  <a:lnTo>
                    <a:pt x="47376" y="277206"/>
                  </a:lnTo>
                  <a:lnTo>
                    <a:pt x="51134" y="280946"/>
                  </a:lnTo>
                  <a:lnTo>
                    <a:pt x="55009" y="284565"/>
                  </a:lnTo>
                  <a:lnTo>
                    <a:pt x="58996" y="288059"/>
                  </a:lnTo>
                  <a:lnTo>
                    <a:pt x="63092" y="291424"/>
                  </a:lnTo>
                  <a:lnTo>
                    <a:pt x="67293" y="294658"/>
                  </a:lnTo>
                  <a:lnTo>
                    <a:pt x="71594" y="297758"/>
                  </a:lnTo>
                  <a:lnTo>
                    <a:pt x="75992" y="300719"/>
                  </a:lnTo>
                  <a:lnTo>
                    <a:pt x="80481" y="303540"/>
                  </a:lnTo>
                  <a:lnTo>
                    <a:pt x="85057" y="306216"/>
                  </a:lnTo>
                  <a:lnTo>
                    <a:pt x="89716" y="308746"/>
                  </a:lnTo>
                  <a:lnTo>
                    <a:pt x="94453" y="311128"/>
                  </a:lnTo>
                  <a:lnTo>
                    <a:pt x="99263" y="313357"/>
                  </a:lnTo>
                  <a:lnTo>
                    <a:pt x="104141" y="315433"/>
                  </a:lnTo>
                  <a:lnTo>
                    <a:pt x="109082" y="317354"/>
                  </a:lnTo>
                  <a:lnTo>
                    <a:pt x="114082" y="319117"/>
                  </a:lnTo>
                  <a:lnTo>
                    <a:pt x="119136" y="320720"/>
                  </a:lnTo>
                  <a:lnTo>
                    <a:pt x="124237" y="322162"/>
                  </a:lnTo>
                  <a:lnTo>
                    <a:pt x="129382" y="323442"/>
                  </a:lnTo>
                  <a:lnTo>
                    <a:pt x="134565" y="324558"/>
                  </a:lnTo>
                  <a:lnTo>
                    <a:pt x="139781" y="325509"/>
                  </a:lnTo>
                  <a:lnTo>
                    <a:pt x="145024" y="326294"/>
                  </a:lnTo>
                  <a:lnTo>
                    <a:pt x="150289" y="326913"/>
                  </a:lnTo>
                  <a:lnTo>
                    <a:pt x="155571" y="327364"/>
                  </a:lnTo>
                  <a:lnTo>
                    <a:pt x="160865" y="327647"/>
                  </a:lnTo>
                  <a:lnTo>
                    <a:pt x="166166" y="327763"/>
                  </a:lnTo>
                  <a:lnTo>
                    <a:pt x="171467" y="327710"/>
                  </a:lnTo>
                  <a:lnTo>
                    <a:pt x="176764" y="327490"/>
                  </a:lnTo>
                  <a:lnTo>
                    <a:pt x="182051" y="327101"/>
                  </a:lnTo>
                  <a:lnTo>
                    <a:pt x="187324" y="326545"/>
                  </a:lnTo>
                  <a:lnTo>
                    <a:pt x="192576" y="325822"/>
                  </a:lnTo>
                  <a:lnTo>
                    <a:pt x="197802" y="324933"/>
                  </a:lnTo>
                  <a:lnTo>
                    <a:pt x="202998" y="323879"/>
                  </a:lnTo>
                  <a:lnTo>
                    <a:pt x="208158" y="322660"/>
                  </a:lnTo>
                  <a:lnTo>
                    <a:pt x="213276" y="321278"/>
                  </a:lnTo>
                  <a:lnTo>
                    <a:pt x="218348" y="319735"/>
                  </a:lnTo>
                  <a:lnTo>
                    <a:pt x="223369" y="318032"/>
                  </a:lnTo>
                  <a:lnTo>
                    <a:pt x="228333" y="316170"/>
                  </a:lnTo>
                  <a:lnTo>
                    <a:pt x="233235" y="314152"/>
                  </a:lnTo>
                  <a:lnTo>
                    <a:pt x="238071" y="311979"/>
                  </a:lnTo>
                  <a:lnTo>
                    <a:pt x="242836" y="309655"/>
                  </a:lnTo>
                  <a:lnTo>
                    <a:pt x="247524" y="307180"/>
                  </a:lnTo>
                  <a:lnTo>
                    <a:pt x="252132" y="304558"/>
                  </a:lnTo>
                  <a:lnTo>
                    <a:pt x="256654" y="301791"/>
                  </a:lnTo>
                  <a:lnTo>
                    <a:pt x="261086" y="298882"/>
                  </a:lnTo>
                  <a:lnTo>
                    <a:pt x="265424" y="295834"/>
                  </a:lnTo>
                  <a:lnTo>
                    <a:pt x="269663" y="292650"/>
                  </a:lnTo>
                  <a:lnTo>
                    <a:pt x="273799" y="289333"/>
                  </a:lnTo>
                  <a:lnTo>
                    <a:pt x="277828" y="285886"/>
                  </a:lnTo>
                  <a:lnTo>
                    <a:pt x="281745" y="282314"/>
                  </a:lnTo>
                  <a:lnTo>
                    <a:pt x="285547" y="278619"/>
                  </a:lnTo>
                  <a:lnTo>
                    <a:pt x="289230" y="274806"/>
                  </a:lnTo>
                  <a:lnTo>
                    <a:pt x="292790" y="270877"/>
                  </a:lnTo>
                  <a:lnTo>
                    <a:pt x="296224" y="266838"/>
                  </a:lnTo>
                  <a:lnTo>
                    <a:pt x="299528" y="262692"/>
                  </a:lnTo>
                  <a:lnTo>
                    <a:pt x="302698" y="258443"/>
                  </a:lnTo>
                  <a:lnTo>
                    <a:pt x="305733" y="254096"/>
                  </a:lnTo>
                  <a:lnTo>
                    <a:pt x="308628" y="249654"/>
                  </a:lnTo>
                  <a:lnTo>
                    <a:pt x="311381" y="245123"/>
                  </a:lnTo>
                  <a:lnTo>
                    <a:pt x="313989" y="240508"/>
                  </a:lnTo>
                  <a:lnTo>
                    <a:pt x="316449" y="235811"/>
                  </a:lnTo>
                  <a:lnTo>
                    <a:pt x="318759" y="231039"/>
                  </a:lnTo>
                  <a:lnTo>
                    <a:pt x="320916" y="226197"/>
                  </a:lnTo>
                  <a:lnTo>
                    <a:pt x="322919" y="221288"/>
                  </a:lnTo>
                  <a:lnTo>
                    <a:pt x="324765" y="216318"/>
                  </a:lnTo>
                  <a:lnTo>
                    <a:pt x="326453" y="211292"/>
                  </a:lnTo>
                  <a:lnTo>
                    <a:pt x="327980" y="206215"/>
                  </a:lnTo>
                  <a:lnTo>
                    <a:pt x="329346" y="201093"/>
                  </a:lnTo>
                  <a:lnTo>
                    <a:pt x="330548" y="195929"/>
                  </a:lnTo>
                  <a:lnTo>
                    <a:pt x="331587" y="190730"/>
                  </a:lnTo>
                  <a:lnTo>
                    <a:pt x="332459" y="185501"/>
                  </a:lnTo>
                  <a:lnTo>
                    <a:pt x="333166" y="180247"/>
                  </a:lnTo>
                  <a:lnTo>
                    <a:pt x="333705" y="174973"/>
                  </a:lnTo>
                  <a:lnTo>
                    <a:pt x="334078" y="169684"/>
                  </a:lnTo>
                  <a:lnTo>
                    <a:pt x="334282" y="164387"/>
                  </a:lnTo>
                  <a:lnTo>
                    <a:pt x="334318" y="159085"/>
                  </a:lnTo>
                  <a:lnTo>
                    <a:pt x="334186" y="153785"/>
                  </a:lnTo>
                  <a:lnTo>
                    <a:pt x="333886" y="148492"/>
                  </a:lnTo>
                  <a:lnTo>
                    <a:pt x="333418" y="143211"/>
                  </a:lnTo>
                  <a:lnTo>
                    <a:pt x="332783" y="137948"/>
                  </a:lnTo>
                  <a:lnTo>
                    <a:pt x="331981" y="132707"/>
                  </a:lnTo>
                  <a:lnTo>
                    <a:pt x="331014" y="127495"/>
                  </a:lnTo>
                  <a:lnTo>
                    <a:pt x="329882" y="122315"/>
                  </a:lnTo>
                  <a:lnTo>
                    <a:pt x="328586" y="117174"/>
                  </a:lnTo>
                  <a:lnTo>
                    <a:pt x="327128" y="112077"/>
                  </a:lnTo>
                  <a:lnTo>
                    <a:pt x="325509" y="107029"/>
                  </a:lnTo>
                  <a:lnTo>
                    <a:pt x="323731" y="102035"/>
                  </a:lnTo>
                  <a:lnTo>
                    <a:pt x="321795" y="97099"/>
                  </a:lnTo>
                  <a:lnTo>
                    <a:pt x="319703" y="92227"/>
                  </a:lnTo>
                  <a:lnTo>
                    <a:pt x="317459" y="87424"/>
                  </a:lnTo>
                  <a:lnTo>
                    <a:pt x="315063" y="82695"/>
                  </a:lnTo>
                  <a:lnTo>
                    <a:pt x="312518" y="78044"/>
                  </a:lnTo>
                  <a:lnTo>
                    <a:pt x="309827" y="73476"/>
                  </a:lnTo>
                  <a:lnTo>
                    <a:pt x="306993" y="68996"/>
                  </a:lnTo>
                  <a:lnTo>
                    <a:pt x="304018" y="64608"/>
                  </a:lnTo>
                  <a:lnTo>
                    <a:pt x="300905" y="60316"/>
                  </a:lnTo>
                  <a:lnTo>
                    <a:pt x="297658" y="56125"/>
                  </a:lnTo>
                  <a:lnTo>
                    <a:pt x="294279" y="52040"/>
                  </a:lnTo>
                  <a:lnTo>
                    <a:pt x="290773" y="48063"/>
                  </a:lnTo>
                  <a:lnTo>
                    <a:pt x="287142" y="44200"/>
                  </a:lnTo>
                  <a:lnTo>
                    <a:pt x="283391" y="40454"/>
                  </a:lnTo>
                  <a:lnTo>
                    <a:pt x="279522" y="36828"/>
                  </a:lnTo>
                  <a:lnTo>
                    <a:pt x="275541" y="33328"/>
                  </a:lnTo>
                  <a:lnTo>
                    <a:pt x="271451" y="29955"/>
                  </a:lnTo>
                  <a:lnTo>
                    <a:pt x="267256" y="26713"/>
                  </a:lnTo>
                  <a:lnTo>
                    <a:pt x="262960" y="23606"/>
                  </a:lnTo>
                  <a:lnTo>
                    <a:pt x="167157" y="160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423235" y="1681503"/>
              <a:ext cx="95802" cy="167167"/>
            </a:xfrm>
            <a:custGeom>
              <a:avLst/>
              <a:pathLst>
                <a:path w="95802" h="167167">
                  <a:moveTo>
                    <a:pt x="95802" y="30175"/>
                  </a:moveTo>
                  <a:lnTo>
                    <a:pt x="91103" y="27006"/>
                  </a:lnTo>
                  <a:lnTo>
                    <a:pt x="86300" y="23998"/>
                  </a:lnTo>
                  <a:lnTo>
                    <a:pt x="81397" y="21155"/>
                  </a:lnTo>
                  <a:lnTo>
                    <a:pt x="76401" y="18480"/>
                  </a:lnTo>
                  <a:lnTo>
                    <a:pt x="71317" y="15976"/>
                  </a:lnTo>
                  <a:lnTo>
                    <a:pt x="66151" y="13645"/>
                  </a:lnTo>
                  <a:lnTo>
                    <a:pt x="60909" y="11491"/>
                  </a:lnTo>
                  <a:lnTo>
                    <a:pt x="55597" y="9516"/>
                  </a:lnTo>
                  <a:lnTo>
                    <a:pt x="50221" y="7722"/>
                  </a:lnTo>
                  <a:lnTo>
                    <a:pt x="44787" y="6111"/>
                  </a:lnTo>
                  <a:lnTo>
                    <a:pt x="39302" y="4685"/>
                  </a:lnTo>
                  <a:lnTo>
                    <a:pt x="33772" y="3446"/>
                  </a:lnTo>
                  <a:lnTo>
                    <a:pt x="28202" y="2396"/>
                  </a:lnTo>
                  <a:lnTo>
                    <a:pt x="22601" y="1534"/>
                  </a:lnTo>
                  <a:lnTo>
                    <a:pt x="16973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853888" y="1322571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5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90" y="11946"/>
                  </a:lnTo>
                  <a:lnTo>
                    <a:pt x="100202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1" y="21040"/>
                  </a:lnTo>
                  <a:lnTo>
                    <a:pt x="81371" y="23686"/>
                  </a:lnTo>
                  <a:lnTo>
                    <a:pt x="76867" y="26477"/>
                  </a:lnTo>
                  <a:lnTo>
                    <a:pt x="72453" y="29408"/>
                  </a:lnTo>
                  <a:lnTo>
                    <a:pt x="68135" y="32479"/>
                  </a:lnTo>
                  <a:lnTo>
                    <a:pt x="63917" y="35684"/>
                  </a:lnTo>
                  <a:lnTo>
                    <a:pt x="59802" y="39022"/>
                  </a:lnTo>
                  <a:lnTo>
                    <a:pt x="55795" y="42488"/>
                  </a:lnTo>
                  <a:lnTo>
                    <a:pt x="51899" y="46080"/>
                  </a:lnTo>
                  <a:lnTo>
                    <a:pt x="48120" y="49793"/>
                  </a:lnTo>
                  <a:lnTo>
                    <a:pt x="44460" y="53624"/>
                  </a:lnTo>
                  <a:lnTo>
                    <a:pt x="40923" y="57569"/>
                  </a:lnTo>
                  <a:lnTo>
                    <a:pt x="37513" y="61625"/>
                  </a:lnTo>
                  <a:lnTo>
                    <a:pt x="34234" y="65786"/>
                  </a:lnTo>
                  <a:lnTo>
                    <a:pt x="31088" y="70049"/>
                  </a:lnTo>
                  <a:lnTo>
                    <a:pt x="28078" y="74410"/>
                  </a:lnTo>
                  <a:lnTo>
                    <a:pt x="25209" y="78864"/>
                  </a:lnTo>
                  <a:lnTo>
                    <a:pt x="22481" y="83407"/>
                  </a:lnTo>
                  <a:lnTo>
                    <a:pt x="19900" y="88033"/>
                  </a:lnTo>
                  <a:lnTo>
                    <a:pt x="17466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4"/>
                  </a:lnTo>
                  <a:lnTo>
                    <a:pt x="7596" y="117295"/>
                  </a:lnTo>
                  <a:lnTo>
                    <a:pt x="6095" y="122377"/>
                  </a:lnTo>
                  <a:lnTo>
                    <a:pt x="4757" y="127503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1"/>
                  </a:lnTo>
                  <a:lnTo>
                    <a:pt x="1045" y="148356"/>
                  </a:lnTo>
                  <a:lnTo>
                    <a:pt x="532" y="153629"/>
                  </a:lnTo>
                  <a:lnTo>
                    <a:pt x="187" y="158916"/>
                  </a:lnTo>
                  <a:lnTo>
                    <a:pt x="9" y="164212"/>
                  </a:lnTo>
                  <a:lnTo>
                    <a:pt x="0" y="169510"/>
                  </a:lnTo>
                  <a:lnTo>
                    <a:pt x="158" y="174806"/>
                  </a:lnTo>
                  <a:lnTo>
                    <a:pt x="484" y="180094"/>
                  </a:lnTo>
                  <a:lnTo>
                    <a:pt x="977" y="185370"/>
                  </a:lnTo>
                  <a:lnTo>
                    <a:pt x="1637" y="190627"/>
                  </a:lnTo>
                  <a:lnTo>
                    <a:pt x="2464" y="195860"/>
                  </a:lnTo>
                  <a:lnTo>
                    <a:pt x="3456" y="201065"/>
                  </a:lnTo>
                  <a:lnTo>
                    <a:pt x="4613" y="206235"/>
                  </a:lnTo>
                  <a:lnTo>
                    <a:pt x="5932" y="211367"/>
                  </a:lnTo>
                  <a:lnTo>
                    <a:pt x="7414" y="216454"/>
                  </a:lnTo>
                  <a:lnTo>
                    <a:pt x="9056" y="221491"/>
                  </a:lnTo>
                  <a:lnTo>
                    <a:pt x="10857" y="226474"/>
                  </a:lnTo>
                  <a:lnTo>
                    <a:pt x="12815" y="231397"/>
                  </a:lnTo>
                  <a:lnTo>
                    <a:pt x="14928" y="236256"/>
                  </a:lnTo>
                  <a:lnTo>
                    <a:pt x="17194" y="241046"/>
                  </a:lnTo>
                  <a:lnTo>
                    <a:pt x="19611" y="245761"/>
                  </a:lnTo>
                  <a:lnTo>
                    <a:pt x="22176" y="250397"/>
                  </a:lnTo>
                  <a:lnTo>
                    <a:pt x="24886" y="254949"/>
                  </a:lnTo>
                  <a:lnTo>
                    <a:pt x="27739" y="259414"/>
                  </a:lnTo>
                  <a:lnTo>
                    <a:pt x="30733" y="263786"/>
                  </a:lnTo>
                  <a:lnTo>
                    <a:pt x="33863" y="268060"/>
                  </a:lnTo>
                  <a:lnTo>
                    <a:pt x="37128" y="272234"/>
                  </a:lnTo>
                  <a:lnTo>
                    <a:pt x="40523" y="276301"/>
                  </a:lnTo>
                  <a:lnTo>
                    <a:pt x="44045" y="280260"/>
                  </a:lnTo>
                  <a:lnTo>
                    <a:pt x="47691" y="284104"/>
                  </a:lnTo>
                  <a:lnTo>
                    <a:pt x="51457" y="287831"/>
                  </a:lnTo>
                  <a:lnTo>
                    <a:pt x="55339" y="291437"/>
                  </a:lnTo>
                  <a:lnTo>
                    <a:pt x="59333" y="294918"/>
                  </a:lnTo>
                  <a:lnTo>
                    <a:pt x="63436" y="298271"/>
                  </a:lnTo>
                  <a:lnTo>
                    <a:pt x="67643" y="301492"/>
                  </a:lnTo>
                  <a:lnTo>
                    <a:pt x="71949" y="304578"/>
                  </a:lnTo>
                  <a:lnTo>
                    <a:pt x="76352" y="307526"/>
                  </a:lnTo>
                  <a:lnTo>
                    <a:pt x="80846" y="310333"/>
                  </a:lnTo>
                  <a:lnTo>
                    <a:pt x="85426" y="312996"/>
                  </a:lnTo>
                  <a:lnTo>
                    <a:pt x="90089" y="315513"/>
                  </a:lnTo>
                  <a:lnTo>
                    <a:pt x="94828" y="317880"/>
                  </a:lnTo>
                  <a:lnTo>
                    <a:pt x="99641" y="320096"/>
                  </a:lnTo>
                  <a:lnTo>
                    <a:pt x="104521" y="322159"/>
                  </a:lnTo>
                  <a:lnTo>
                    <a:pt x="109465" y="324066"/>
                  </a:lnTo>
                  <a:lnTo>
                    <a:pt x="114466" y="325815"/>
                  </a:lnTo>
                  <a:lnTo>
                    <a:pt x="119520" y="327405"/>
                  </a:lnTo>
                  <a:lnTo>
                    <a:pt x="124622" y="328834"/>
                  </a:lnTo>
                  <a:lnTo>
                    <a:pt x="129767" y="330101"/>
                  </a:lnTo>
                  <a:lnTo>
                    <a:pt x="134949" y="331204"/>
                  </a:lnTo>
                  <a:lnTo>
                    <a:pt x="140164" y="332142"/>
                  </a:lnTo>
                  <a:lnTo>
                    <a:pt x="145406" y="332914"/>
                  </a:lnTo>
                  <a:lnTo>
                    <a:pt x="150669" y="333520"/>
                  </a:lnTo>
                  <a:lnTo>
                    <a:pt x="155949" y="333959"/>
                  </a:lnTo>
                  <a:lnTo>
                    <a:pt x="161241" y="334230"/>
                  </a:lnTo>
                  <a:lnTo>
                    <a:pt x="166538" y="334333"/>
                  </a:lnTo>
                  <a:lnTo>
                    <a:pt x="171836" y="334269"/>
                  </a:lnTo>
                  <a:lnTo>
                    <a:pt x="177129" y="334036"/>
                  </a:lnTo>
                  <a:lnTo>
                    <a:pt x="182413" y="333636"/>
                  </a:lnTo>
                  <a:lnTo>
                    <a:pt x="187681" y="333069"/>
                  </a:lnTo>
                  <a:lnTo>
                    <a:pt x="192928" y="332335"/>
                  </a:lnTo>
                  <a:lnTo>
                    <a:pt x="198149" y="331435"/>
                  </a:lnTo>
                  <a:lnTo>
                    <a:pt x="203339" y="330370"/>
                  </a:lnTo>
                  <a:lnTo>
                    <a:pt x="208493" y="329141"/>
                  </a:lnTo>
                  <a:lnTo>
                    <a:pt x="213606" y="327750"/>
                  </a:lnTo>
                  <a:lnTo>
                    <a:pt x="218671" y="326197"/>
                  </a:lnTo>
                  <a:lnTo>
                    <a:pt x="223685" y="324484"/>
                  </a:lnTo>
                  <a:lnTo>
                    <a:pt x="228643" y="322614"/>
                  </a:lnTo>
                  <a:lnTo>
                    <a:pt x="233538" y="320587"/>
                  </a:lnTo>
                  <a:lnTo>
                    <a:pt x="238367" y="318406"/>
                  </a:lnTo>
                  <a:lnTo>
                    <a:pt x="243124" y="316073"/>
                  </a:lnTo>
                  <a:lnTo>
                    <a:pt x="247805" y="313591"/>
                  </a:lnTo>
                  <a:lnTo>
                    <a:pt x="252404" y="310961"/>
                  </a:lnTo>
                  <a:lnTo>
                    <a:pt x="256918" y="308187"/>
                  </a:lnTo>
                  <a:lnTo>
                    <a:pt x="261342" y="305271"/>
                  </a:lnTo>
                  <a:lnTo>
                    <a:pt x="265672" y="302217"/>
                  </a:lnTo>
                  <a:lnTo>
                    <a:pt x="269902" y="299027"/>
                  </a:lnTo>
                  <a:lnTo>
                    <a:pt x="274029" y="295704"/>
                  </a:lnTo>
                  <a:lnTo>
                    <a:pt x="278049" y="292253"/>
                  </a:lnTo>
                  <a:lnTo>
                    <a:pt x="281957" y="288675"/>
                  </a:lnTo>
                  <a:lnTo>
                    <a:pt x="285751" y="284976"/>
                  </a:lnTo>
                  <a:lnTo>
                    <a:pt x="289424" y="281158"/>
                  </a:lnTo>
                  <a:lnTo>
                    <a:pt x="292976" y="277226"/>
                  </a:lnTo>
                  <a:lnTo>
                    <a:pt x="296400" y="273183"/>
                  </a:lnTo>
                  <a:lnTo>
                    <a:pt x="299695" y="269034"/>
                  </a:lnTo>
                  <a:lnTo>
                    <a:pt x="302857" y="264782"/>
                  </a:lnTo>
                  <a:lnTo>
                    <a:pt x="305882" y="260433"/>
                  </a:lnTo>
                  <a:lnTo>
                    <a:pt x="308768" y="255989"/>
                  </a:lnTo>
                  <a:lnTo>
                    <a:pt x="311512" y="251457"/>
                  </a:lnTo>
                  <a:lnTo>
                    <a:pt x="314111" y="246839"/>
                  </a:lnTo>
                  <a:lnTo>
                    <a:pt x="316562" y="242142"/>
                  </a:lnTo>
                  <a:lnTo>
                    <a:pt x="318863" y="237369"/>
                  </a:lnTo>
                  <a:lnTo>
                    <a:pt x="321011" y="232526"/>
                  </a:lnTo>
                  <a:lnTo>
                    <a:pt x="323005" y="227617"/>
                  </a:lnTo>
                  <a:lnTo>
                    <a:pt x="324843" y="222648"/>
                  </a:lnTo>
                  <a:lnTo>
                    <a:pt x="326522" y="217623"/>
                  </a:lnTo>
                  <a:lnTo>
                    <a:pt x="328041" y="212547"/>
                  </a:lnTo>
                  <a:lnTo>
                    <a:pt x="329398" y="207425"/>
                  </a:lnTo>
                  <a:lnTo>
                    <a:pt x="330592" y="202263"/>
                  </a:lnTo>
                  <a:lnTo>
                    <a:pt x="331622" y="197066"/>
                  </a:lnTo>
                  <a:lnTo>
                    <a:pt x="332487" y="191839"/>
                  </a:lnTo>
                  <a:lnTo>
                    <a:pt x="333186" y="186586"/>
                  </a:lnTo>
                  <a:lnTo>
                    <a:pt x="333718" y="181315"/>
                  </a:lnTo>
                  <a:lnTo>
                    <a:pt x="334083" y="176029"/>
                  </a:lnTo>
                  <a:lnTo>
                    <a:pt x="334280" y="170734"/>
                  </a:lnTo>
                  <a:lnTo>
                    <a:pt x="334309" y="165436"/>
                  </a:lnTo>
                  <a:lnTo>
                    <a:pt x="334170" y="160140"/>
                  </a:lnTo>
                  <a:lnTo>
                    <a:pt x="333864" y="154850"/>
                  </a:lnTo>
                  <a:lnTo>
                    <a:pt x="333390" y="149573"/>
                  </a:lnTo>
                  <a:lnTo>
                    <a:pt x="332748" y="144314"/>
                  </a:lnTo>
                  <a:lnTo>
                    <a:pt x="331941" y="139077"/>
                  </a:lnTo>
                  <a:lnTo>
                    <a:pt x="330968" y="133869"/>
                  </a:lnTo>
                  <a:lnTo>
                    <a:pt x="329831" y="128694"/>
                  </a:lnTo>
                  <a:lnTo>
                    <a:pt x="328530" y="123558"/>
                  </a:lnTo>
                  <a:lnTo>
                    <a:pt x="327067" y="118466"/>
                  </a:lnTo>
                  <a:lnTo>
                    <a:pt x="325443" y="113422"/>
                  </a:lnTo>
                  <a:lnTo>
                    <a:pt x="323660" y="108433"/>
                  </a:lnTo>
                  <a:lnTo>
                    <a:pt x="321720" y="103502"/>
                  </a:lnTo>
                  <a:lnTo>
                    <a:pt x="319625" y="98636"/>
                  </a:lnTo>
                  <a:lnTo>
                    <a:pt x="317376" y="93838"/>
                  </a:lnTo>
                  <a:lnTo>
                    <a:pt x="314977" y="89114"/>
                  </a:lnTo>
                  <a:lnTo>
                    <a:pt x="312429" y="84469"/>
                  </a:lnTo>
                  <a:lnTo>
                    <a:pt x="309736" y="79906"/>
                  </a:lnTo>
                  <a:lnTo>
                    <a:pt x="306899" y="75431"/>
                  </a:lnTo>
                  <a:lnTo>
                    <a:pt x="303921" y="71049"/>
                  </a:lnTo>
                  <a:lnTo>
                    <a:pt x="300806" y="66762"/>
                  </a:lnTo>
                  <a:lnTo>
                    <a:pt x="297557" y="62577"/>
                  </a:lnTo>
                  <a:lnTo>
                    <a:pt x="294177" y="58497"/>
                  </a:lnTo>
                  <a:lnTo>
                    <a:pt x="290670" y="54526"/>
                  </a:lnTo>
                  <a:lnTo>
                    <a:pt x="287038" y="50668"/>
                  </a:lnTo>
                  <a:lnTo>
                    <a:pt x="283286" y="46927"/>
                  </a:lnTo>
                  <a:lnTo>
                    <a:pt x="279417" y="43307"/>
                  </a:lnTo>
                  <a:lnTo>
                    <a:pt x="275435" y="39812"/>
                  </a:lnTo>
                  <a:lnTo>
                    <a:pt x="271345" y="36444"/>
                  </a:lnTo>
                  <a:lnTo>
                    <a:pt x="267150" y="33208"/>
                  </a:lnTo>
                  <a:lnTo>
                    <a:pt x="262854" y="30106"/>
                  </a:lnTo>
                  <a:lnTo>
                    <a:pt x="258463" y="27142"/>
                  </a:lnTo>
                  <a:lnTo>
                    <a:pt x="253979" y="24318"/>
                  </a:lnTo>
                  <a:lnTo>
                    <a:pt x="249409" y="21638"/>
                  </a:lnTo>
                  <a:lnTo>
                    <a:pt x="244755" y="19105"/>
                  </a:lnTo>
                  <a:lnTo>
                    <a:pt x="240024" y="1672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021039" y="1339291"/>
              <a:ext cx="72873" cy="150447"/>
            </a:xfrm>
            <a:custGeom>
              <a:avLst/>
              <a:pathLst>
                <a:path w="72873" h="150447">
                  <a:moveTo>
                    <a:pt x="72873" y="0"/>
                  </a:moveTo>
                  <a:lnTo>
                    <a:pt x="0" y="150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021039" y="1322571"/>
              <a:ext cx="72873" cy="167167"/>
            </a:xfrm>
            <a:custGeom>
              <a:avLst/>
              <a:pathLst>
                <a:path w="72873" h="167167">
                  <a:moveTo>
                    <a:pt x="72873" y="16720"/>
                  </a:moveTo>
                  <a:lnTo>
                    <a:pt x="67610" y="14282"/>
                  </a:lnTo>
                  <a:lnTo>
                    <a:pt x="62266" y="12029"/>
                  </a:lnTo>
                  <a:lnTo>
                    <a:pt x="56846" y="9962"/>
                  </a:lnTo>
                  <a:lnTo>
                    <a:pt x="51358" y="8085"/>
                  </a:lnTo>
                  <a:lnTo>
                    <a:pt x="45809" y="6399"/>
                  </a:lnTo>
                  <a:lnTo>
                    <a:pt x="40204" y="4906"/>
                  </a:lnTo>
                  <a:lnTo>
                    <a:pt x="34551" y="3609"/>
                  </a:lnTo>
                  <a:lnTo>
                    <a:pt x="28856" y="2509"/>
                  </a:lnTo>
                  <a:lnTo>
                    <a:pt x="23127" y="1607"/>
                  </a:lnTo>
                  <a:lnTo>
                    <a:pt x="17369" y="904"/>
                  </a:lnTo>
                  <a:lnTo>
                    <a:pt x="11591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378107" y="107102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3" y="1348"/>
                  </a:lnTo>
                  <a:lnTo>
                    <a:pt x="140706" y="2104"/>
                  </a:lnTo>
                  <a:lnTo>
                    <a:pt x="135476" y="3028"/>
                  </a:lnTo>
                  <a:lnTo>
                    <a:pt x="130278" y="4117"/>
                  </a:lnTo>
                  <a:lnTo>
                    <a:pt x="125117" y="5370"/>
                  </a:lnTo>
                  <a:lnTo>
                    <a:pt x="119999" y="6787"/>
                  </a:lnTo>
                  <a:lnTo>
                    <a:pt x="114928" y="8366"/>
                  </a:lnTo>
                  <a:lnTo>
                    <a:pt x="109910" y="10105"/>
                  </a:lnTo>
                  <a:lnTo>
                    <a:pt x="104949" y="12003"/>
                  </a:lnTo>
                  <a:lnTo>
                    <a:pt x="100052" y="14057"/>
                  </a:lnTo>
                  <a:lnTo>
                    <a:pt x="95222" y="16266"/>
                  </a:lnTo>
                  <a:lnTo>
                    <a:pt x="90465" y="18627"/>
                  </a:lnTo>
                  <a:lnTo>
                    <a:pt x="85785" y="21138"/>
                  </a:lnTo>
                  <a:lnTo>
                    <a:pt x="81187" y="23796"/>
                  </a:lnTo>
                  <a:lnTo>
                    <a:pt x="76676" y="26599"/>
                  </a:lnTo>
                  <a:lnTo>
                    <a:pt x="72256" y="29544"/>
                  </a:lnTo>
                  <a:lnTo>
                    <a:pt x="67933" y="32628"/>
                  </a:lnTo>
                  <a:lnTo>
                    <a:pt x="63709" y="35848"/>
                  </a:lnTo>
                  <a:lnTo>
                    <a:pt x="59590" y="39200"/>
                  </a:lnTo>
                  <a:lnTo>
                    <a:pt x="55579" y="42681"/>
                  </a:lnTo>
                  <a:lnTo>
                    <a:pt x="51681" y="46288"/>
                  </a:lnTo>
                  <a:lnTo>
                    <a:pt x="47899" y="50017"/>
                  </a:lnTo>
                  <a:lnTo>
                    <a:pt x="44238" y="53865"/>
                  </a:lnTo>
                  <a:lnTo>
                    <a:pt x="40701" y="57826"/>
                  </a:lnTo>
                  <a:lnTo>
                    <a:pt x="37291" y="61898"/>
                  </a:lnTo>
                  <a:lnTo>
                    <a:pt x="34013" y="66076"/>
                  </a:lnTo>
                  <a:lnTo>
                    <a:pt x="30869" y="70357"/>
                  </a:lnTo>
                  <a:lnTo>
                    <a:pt x="27862" y="74735"/>
                  </a:lnTo>
                  <a:lnTo>
                    <a:pt x="24996" y="79206"/>
                  </a:lnTo>
                  <a:lnTo>
                    <a:pt x="22274" y="83766"/>
                  </a:lnTo>
                  <a:lnTo>
                    <a:pt x="19698" y="88410"/>
                  </a:lnTo>
                  <a:lnTo>
                    <a:pt x="17270" y="93134"/>
                  </a:lnTo>
                  <a:lnTo>
                    <a:pt x="14994" y="97933"/>
                  </a:lnTo>
                  <a:lnTo>
                    <a:pt x="12872" y="102801"/>
                  </a:lnTo>
                  <a:lnTo>
                    <a:pt x="10905" y="107734"/>
                  </a:lnTo>
                  <a:lnTo>
                    <a:pt x="9096" y="112728"/>
                  </a:lnTo>
                  <a:lnTo>
                    <a:pt x="7446" y="117776"/>
                  </a:lnTo>
                  <a:lnTo>
                    <a:pt x="5958" y="122874"/>
                  </a:lnTo>
                  <a:lnTo>
                    <a:pt x="4632" y="128017"/>
                  </a:lnTo>
                  <a:lnTo>
                    <a:pt x="3471" y="133199"/>
                  </a:lnTo>
                  <a:lnTo>
                    <a:pt x="2474" y="138416"/>
                  </a:lnTo>
                  <a:lnTo>
                    <a:pt x="1644" y="143662"/>
                  </a:lnTo>
                  <a:lnTo>
                    <a:pt x="981" y="148931"/>
                  </a:lnTo>
                  <a:lnTo>
                    <a:pt x="485" y="154219"/>
                  </a:lnTo>
                  <a:lnTo>
                    <a:pt x="158" y="159520"/>
                  </a:lnTo>
                  <a:lnTo>
                    <a:pt x="0" y="164828"/>
                  </a:lnTo>
                  <a:lnTo>
                    <a:pt x="10" y="170139"/>
                  </a:lnTo>
                  <a:lnTo>
                    <a:pt x="188" y="175447"/>
                  </a:lnTo>
                  <a:lnTo>
                    <a:pt x="536" y="180747"/>
                  </a:lnTo>
                  <a:lnTo>
                    <a:pt x="1051" y="186033"/>
                  </a:lnTo>
                  <a:lnTo>
                    <a:pt x="1734" y="191299"/>
                  </a:lnTo>
                  <a:lnTo>
                    <a:pt x="2584" y="196542"/>
                  </a:lnTo>
                  <a:lnTo>
                    <a:pt x="3600" y="201755"/>
                  </a:lnTo>
                  <a:lnTo>
                    <a:pt x="4782" y="206933"/>
                  </a:lnTo>
                  <a:lnTo>
                    <a:pt x="6127" y="212070"/>
                  </a:lnTo>
                  <a:lnTo>
                    <a:pt x="7635" y="217163"/>
                  </a:lnTo>
                  <a:lnTo>
                    <a:pt x="9303" y="222205"/>
                  </a:lnTo>
                  <a:lnTo>
                    <a:pt x="11131" y="227191"/>
                  </a:lnTo>
                  <a:lnTo>
                    <a:pt x="13117" y="232117"/>
                  </a:lnTo>
                  <a:lnTo>
                    <a:pt x="15258" y="236977"/>
                  </a:lnTo>
                  <a:lnTo>
                    <a:pt x="17552" y="241767"/>
                  </a:lnTo>
                  <a:lnTo>
                    <a:pt x="19997" y="246482"/>
                  </a:lnTo>
                  <a:lnTo>
                    <a:pt x="22591" y="251116"/>
                  </a:lnTo>
                  <a:lnTo>
                    <a:pt x="25331" y="255666"/>
                  </a:lnTo>
                  <a:lnTo>
                    <a:pt x="28214" y="260126"/>
                  </a:lnTo>
                  <a:lnTo>
                    <a:pt x="31237" y="264493"/>
                  </a:lnTo>
                  <a:lnTo>
                    <a:pt x="34397" y="268761"/>
                  </a:lnTo>
                  <a:lnTo>
                    <a:pt x="37691" y="272927"/>
                  </a:lnTo>
                  <a:lnTo>
                    <a:pt x="41116" y="276986"/>
                  </a:lnTo>
                  <a:lnTo>
                    <a:pt x="44668" y="280934"/>
                  </a:lnTo>
                  <a:lnTo>
                    <a:pt x="48344" y="284768"/>
                  </a:lnTo>
                  <a:lnTo>
                    <a:pt x="52140" y="288482"/>
                  </a:lnTo>
                  <a:lnTo>
                    <a:pt x="56052" y="292075"/>
                  </a:lnTo>
                  <a:lnTo>
                    <a:pt x="60075" y="295541"/>
                  </a:lnTo>
                  <a:lnTo>
                    <a:pt x="64207" y="298877"/>
                  </a:lnTo>
                  <a:lnTo>
                    <a:pt x="68443" y="302081"/>
                  </a:lnTo>
                  <a:lnTo>
                    <a:pt x="72779" y="305149"/>
                  </a:lnTo>
                  <a:lnTo>
                    <a:pt x="77210" y="308077"/>
                  </a:lnTo>
                  <a:lnTo>
                    <a:pt x="81731" y="310863"/>
                  </a:lnTo>
                  <a:lnTo>
                    <a:pt x="86339" y="313504"/>
                  </a:lnTo>
                  <a:lnTo>
                    <a:pt x="91028" y="315997"/>
                  </a:lnTo>
                  <a:lnTo>
                    <a:pt x="95794" y="318340"/>
                  </a:lnTo>
                  <a:lnTo>
                    <a:pt x="100633" y="320530"/>
                  </a:lnTo>
                  <a:lnTo>
                    <a:pt x="105538" y="322566"/>
                  </a:lnTo>
                  <a:lnTo>
                    <a:pt x="110506" y="324445"/>
                  </a:lnTo>
                  <a:lnTo>
                    <a:pt x="115530" y="326165"/>
                  </a:lnTo>
                  <a:lnTo>
                    <a:pt x="120607" y="327724"/>
                  </a:lnTo>
                  <a:lnTo>
                    <a:pt x="125731" y="329122"/>
                  </a:lnTo>
                  <a:lnTo>
                    <a:pt x="130896" y="330356"/>
                  </a:lnTo>
                  <a:lnTo>
                    <a:pt x="136099" y="331425"/>
                  </a:lnTo>
                  <a:lnTo>
                    <a:pt x="141332" y="332329"/>
                  </a:lnTo>
                  <a:lnTo>
                    <a:pt x="146592" y="333065"/>
                  </a:lnTo>
                  <a:lnTo>
                    <a:pt x="151872" y="333635"/>
                  </a:lnTo>
                  <a:lnTo>
                    <a:pt x="157168" y="334036"/>
                  </a:lnTo>
                  <a:lnTo>
                    <a:pt x="162474" y="334269"/>
                  </a:lnTo>
                  <a:lnTo>
                    <a:pt x="167784" y="334333"/>
                  </a:lnTo>
                  <a:lnTo>
                    <a:pt x="173094" y="334229"/>
                  </a:lnTo>
                  <a:lnTo>
                    <a:pt x="178398" y="333956"/>
                  </a:lnTo>
                  <a:lnTo>
                    <a:pt x="183691" y="333514"/>
                  </a:lnTo>
                  <a:lnTo>
                    <a:pt x="188967" y="332905"/>
                  </a:lnTo>
                  <a:lnTo>
                    <a:pt x="194220" y="332128"/>
                  </a:lnTo>
                  <a:lnTo>
                    <a:pt x="199447" y="331185"/>
                  </a:lnTo>
                  <a:lnTo>
                    <a:pt x="204641" y="330076"/>
                  </a:lnTo>
                  <a:lnTo>
                    <a:pt x="209797" y="328803"/>
                  </a:lnTo>
                  <a:lnTo>
                    <a:pt x="214910" y="327367"/>
                  </a:lnTo>
                  <a:lnTo>
                    <a:pt x="219975" y="325769"/>
                  </a:lnTo>
                  <a:lnTo>
                    <a:pt x="224986" y="324011"/>
                  </a:lnTo>
                  <a:lnTo>
                    <a:pt x="229939" y="322094"/>
                  </a:lnTo>
                  <a:lnTo>
                    <a:pt x="234829" y="320022"/>
                  </a:lnTo>
                  <a:lnTo>
                    <a:pt x="239651" y="317795"/>
                  </a:lnTo>
                  <a:lnTo>
                    <a:pt x="244399" y="315416"/>
                  </a:lnTo>
                  <a:lnTo>
                    <a:pt x="249069" y="312887"/>
                  </a:lnTo>
                  <a:lnTo>
                    <a:pt x="253657" y="310211"/>
                  </a:lnTo>
                  <a:lnTo>
                    <a:pt x="258157" y="307391"/>
                  </a:lnTo>
                  <a:lnTo>
                    <a:pt x="262566" y="304429"/>
                  </a:lnTo>
                  <a:lnTo>
                    <a:pt x="266878" y="301329"/>
                  </a:lnTo>
                  <a:lnTo>
                    <a:pt x="271089" y="298093"/>
                  </a:lnTo>
                  <a:lnTo>
                    <a:pt x="275196" y="294725"/>
                  </a:lnTo>
                  <a:lnTo>
                    <a:pt x="279193" y="291229"/>
                  </a:lnTo>
                  <a:lnTo>
                    <a:pt x="283078" y="287607"/>
                  </a:lnTo>
                  <a:lnTo>
                    <a:pt x="286845" y="283864"/>
                  </a:lnTo>
                  <a:lnTo>
                    <a:pt x="290492" y="280003"/>
                  </a:lnTo>
                  <a:lnTo>
                    <a:pt x="294014" y="276028"/>
                  </a:lnTo>
                  <a:lnTo>
                    <a:pt x="297408" y="271943"/>
                  </a:lnTo>
                  <a:lnTo>
                    <a:pt x="300671" y="267752"/>
                  </a:lnTo>
                  <a:lnTo>
                    <a:pt x="303798" y="263460"/>
                  </a:lnTo>
                  <a:lnTo>
                    <a:pt x="306788" y="259070"/>
                  </a:lnTo>
                  <a:lnTo>
                    <a:pt x="309637" y="254588"/>
                  </a:lnTo>
                  <a:lnTo>
                    <a:pt x="312342" y="250018"/>
                  </a:lnTo>
                  <a:lnTo>
                    <a:pt x="314901" y="245364"/>
                  </a:lnTo>
                  <a:lnTo>
                    <a:pt x="317310" y="240631"/>
                  </a:lnTo>
                  <a:lnTo>
                    <a:pt x="319568" y="235824"/>
                  </a:lnTo>
                  <a:lnTo>
                    <a:pt x="321672" y="230948"/>
                  </a:lnTo>
                  <a:lnTo>
                    <a:pt x="323620" y="226007"/>
                  </a:lnTo>
                  <a:lnTo>
                    <a:pt x="325411" y="221007"/>
                  </a:lnTo>
                  <a:lnTo>
                    <a:pt x="327041" y="215952"/>
                  </a:lnTo>
                  <a:lnTo>
                    <a:pt x="328510" y="210848"/>
                  </a:lnTo>
                  <a:lnTo>
                    <a:pt x="329816" y="205701"/>
                  </a:lnTo>
                  <a:lnTo>
                    <a:pt x="330958" y="200514"/>
                  </a:lnTo>
                  <a:lnTo>
                    <a:pt x="331935" y="195293"/>
                  </a:lnTo>
                  <a:lnTo>
                    <a:pt x="332745" y="190045"/>
                  </a:lnTo>
                  <a:lnTo>
                    <a:pt x="333388" y="184773"/>
                  </a:lnTo>
                  <a:lnTo>
                    <a:pt x="333864" y="179483"/>
                  </a:lnTo>
                  <a:lnTo>
                    <a:pt x="334171" y="174181"/>
                  </a:lnTo>
                  <a:lnTo>
                    <a:pt x="334309" y="168872"/>
                  </a:lnTo>
                  <a:lnTo>
                    <a:pt x="334279" y="163561"/>
                  </a:lnTo>
                  <a:lnTo>
                    <a:pt x="334080" y="158254"/>
                  </a:lnTo>
                  <a:lnTo>
                    <a:pt x="333713" y="152956"/>
                  </a:lnTo>
                  <a:lnTo>
                    <a:pt x="333177" y="147672"/>
                  </a:lnTo>
                  <a:lnTo>
                    <a:pt x="332474" y="142408"/>
                  </a:lnTo>
                  <a:lnTo>
                    <a:pt x="331604" y="137168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545258" y="1208197"/>
              <a:ext cx="164453" cy="29998"/>
            </a:xfrm>
            <a:custGeom>
              <a:avLst/>
              <a:pathLst>
                <a:path w="164453" h="29998">
                  <a:moveTo>
                    <a:pt x="164453" y="0"/>
                  </a:moveTo>
                  <a:lnTo>
                    <a:pt x="0" y="29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545258" y="1207325"/>
              <a:ext cx="164453" cy="30870"/>
            </a:xfrm>
            <a:custGeom>
              <a:avLst/>
              <a:pathLst>
                <a:path w="164453" h="30870">
                  <a:moveTo>
                    <a:pt x="164453" y="872"/>
                  </a:moveTo>
                  <a:lnTo>
                    <a:pt x="164292" y="0"/>
                  </a:lnTo>
                  <a:lnTo>
                    <a:pt x="0" y="308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545258" y="1071028"/>
              <a:ext cx="164292" cy="167167"/>
            </a:xfrm>
            <a:custGeom>
              <a:avLst/>
              <a:pathLst>
                <a:path w="164292" h="167167">
                  <a:moveTo>
                    <a:pt x="164292" y="136296"/>
                  </a:moveTo>
                  <a:lnTo>
                    <a:pt x="163212" y="131021"/>
                  </a:lnTo>
                  <a:lnTo>
                    <a:pt x="161964" y="125784"/>
                  </a:lnTo>
                  <a:lnTo>
                    <a:pt x="160547" y="120589"/>
                  </a:lnTo>
                  <a:lnTo>
                    <a:pt x="158963" y="115443"/>
                  </a:lnTo>
                  <a:lnTo>
                    <a:pt x="157215" y="110350"/>
                  </a:lnTo>
                  <a:lnTo>
                    <a:pt x="155304" y="105316"/>
                  </a:lnTo>
                  <a:lnTo>
                    <a:pt x="153231" y="100347"/>
                  </a:lnTo>
                  <a:lnTo>
                    <a:pt x="151000" y="95447"/>
                  </a:lnTo>
                  <a:lnTo>
                    <a:pt x="148612" y="90621"/>
                  </a:lnTo>
                  <a:lnTo>
                    <a:pt x="146070" y="85874"/>
                  </a:lnTo>
                  <a:lnTo>
                    <a:pt x="143376" y="81212"/>
                  </a:lnTo>
                  <a:lnTo>
                    <a:pt x="140533" y="76640"/>
                  </a:lnTo>
                  <a:lnTo>
                    <a:pt x="137545" y="72161"/>
                  </a:lnTo>
                  <a:lnTo>
                    <a:pt x="134414" y="67780"/>
                  </a:lnTo>
                  <a:lnTo>
                    <a:pt x="131143" y="63503"/>
                  </a:lnTo>
                  <a:lnTo>
                    <a:pt x="127737" y="59333"/>
                  </a:lnTo>
                  <a:lnTo>
                    <a:pt x="124198" y="55275"/>
                  </a:lnTo>
                  <a:lnTo>
                    <a:pt x="120530" y="51334"/>
                  </a:lnTo>
                  <a:lnTo>
                    <a:pt x="116737" y="47512"/>
                  </a:lnTo>
                  <a:lnTo>
                    <a:pt x="112823" y="43814"/>
                  </a:lnTo>
                  <a:lnTo>
                    <a:pt x="108792" y="40245"/>
                  </a:lnTo>
                  <a:lnTo>
                    <a:pt x="104648" y="36807"/>
                  </a:lnTo>
                  <a:lnTo>
                    <a:pt x="100395" y="33505"/>
                  </a:lnTo>
                  <a:lnTo>
                    <a:pt x="96039" y="30341"/>
                  </a:lnTo>
                  <a:lnTo>
                    <a:pt x="91582" y="27319"/>
                  </a:lnTo>
                  <a:lnTo>
                    <a:pt x="87031" y="24442"/>
                  </a:lnTo>
                  <a:lnTo>
                    <a:pt x="82389" y="21713"/>
                  </a:lnTo>
                  <a:lnTo>
                    <a:pt x="77662" y="19135"/>
                  </a:lnTo>
                  <a:lnTo>
                    <a:pt x="72855" y="16711"/>
                  </a:lnTo>
                  <a:lnTo>
                    <a:pt x="67971" y="14442"/>
                  </a:lnTo>
                  <a:lnTo>
                    <a:pt x="63017" y="12333"/>
                  </a:lnTo>
                  <a:lnTo>
                    <a:pt x="57998" y="10383"/>
                  </a:lnTo>
                  <a:lnTo>
                    <a:pt x="52919" y="8597"/>
                  </a:lnTo>
                  <a:lnTo>
                    <a:pt x="47785" y="6975"/>
                  </a:lnTo>
                  <a:lnTo>
                    <a:pt x="42601" y="5519"/>
                  </a:lnTo>
                  <a:lnTo>
                    <a:pt x="37373" y="4231"/>
                  </a:lnTo>
                  <a:lnTo>
                    <a:pt x="32106" y="3112"/>
                  </a:lnTo>
                  <a:lnTo>
                    <a:pt x="26806" y="2163"/>
                  </a:lnTo>
                  <a:lnTo>
                    <a:pt x="21478" y="1385"/>
                  </a:lnTo>
                  <a:lnTo>
                    <a:pt x="16128" y="779"/>
                  </a:lnTo>
                  <a:lnTo>
                    <a:pt x="10761" y="346"/>
                  </a:lnTo>
                  <a:lnTo>
                    <a:pt x="538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33641" y="941493"/>
              <a:ext cx="89902" cy="167167"/>
            </a:xfrm>
            <a:custGeom>
              <a:avLst/>
              <a:pathLst>
                <a:path w="89902" h="167167">
                  <a:moveTo>
                    <a:pt x="89902" y="0"/>
                  </a:moveTo>
                  <a:lnTo>
                    <a:pt x="84319" y="93"/>
                  </a:lnTo>
                  <a:lnTo>
                    <a:pt x="78743" y="372"/>
                  </a:lnTo>
                  <a:lnTo>
                    <a:pt x="73179" y="838"/>
                  </a:lnTo>
                  <a:lnTo>
                    <a:pt x="67634" y="1489"/>
                  </a:lnTo>
                  <a:lnTo>
                    <a:pt x="62113" y="2325"/>
                  </a:lnTo>
                  <a:lnTo>
                    <a:pt x="56624" y="3345"/>
                  </a:lnTo>
                  <a:lnTo>
                    <a:pt x="51172" y="4548"/>
                  </a:lnTo>
                  <a:lnTo>
                    <a:pt x="45762" y="5932"/>
                  </a:lnTo>
                  <a:lnTo>
                    <a:pt x="40403" y="7496"/>
                  </a:lnTo>
                  <a:lnTo>
                    <a:pt x="35098" y="9238"/>
                  </a:lnTo>
                  <a:lnTo>
                    <a:pt x="29855" y="11156"/>
                  </a:lnTo>
                  <a:lnTo>
                    <a:pt x="24678" y="13249"/>
                  </a:lnTo>
                  <a:lnTo>
                    <a:pt x="19574" y="15513"/>
                  </a:lnTo>
                  <a:lnTo>
                    <a:pt x="14549" y="17946"/>
                  </a:lnTo>
                  <a:lnTo>
                    <a:pt x="9608" y="20545"/>
                  </a:lnTo>
                  <a:lnTo>
                    <a:pt x="4756" y="23309"/>
                  </a:lnTo>
                  <a:lnTo>
                    <a:pt x="0" y="26232"/>
                  </a:lnTo>
                  <a:lnTo>
                    <a:pt x="8990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933641" y="967726"/>
              <a:ext cx="89902" cy="140934"/>
            </a:xfrm>
            <a:custGeom>
              <a:avLst/>
              <a:pathLst>
                <a:path w="89902" h="140934">
                  <a:moveTo>
                    <a:pt x="0" y="0"/>
                  </a:moveTo>
                  <a:lnTo>
                    <a:pt x="89902" y="140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856397" y="967726"/>
              <a:ext cx="334311" cy="308099"/>
            </a:xfrm>
            <a:custGeom>
              <a:avLst/>
              <a:pathLst>
                <a:path w="334311" h="308099">
                  <a:moveTo>
                    <a:pt x="77244" y="0"/>
                  </a:moveTo>
                  <a:lnTo>
                    <a:pt x="72803" y="2933"/>
                  </a:lnTo>
                  <a:lnTo>
                    <a:pt x="68457" y="6006"/>
                  </a:lnTo>
                  <a:lnTo>
                    <a:pt x="64212" y="9217"/>
                  </a:lnTo>
                  <a:lnTo>
                    <a:pt x="60071" y="12560"/>
                  </a:lnTo>
                  <a:lnTo>
                    <a:pt x="56038" y="16034"/>
                  </a:lnTo>
                  <a:lnTo>
                    <a:pt x="52118" y="19634"/>
                  </a:lnTo>
                  <a:lnTo>
                    <a:pt x="48315" y="23358"/>
                  </a:lnTo>
                  <a:lnTo>
                    <a:pt x="44632" y="27200"/>
                  </a:lnTo>
                  <a:lnTo>
                    <a:pt x="41073" y="31158"/>
                  </a:lnTo>
                  <a:lnTo>
                    <a:pt x="37643" y="35227"/>
                  </a:lnTo>
                  <a:lnTo>
                    <a:pt x="34343" y="39404"/>
                  </a:lnTo>
                  <a:lnTo>
                    <a:pt x="31178" y="43683"/>
                  </a:lnTo>
                  <a:lnTo>
                    <a:pt x="28151" y="48061"/>
                  </a:lnTo>
                  <a:lnTo>
                    <a:pt x="25265" y="52533"/>
                  </a:lnTo>
                  <a:lnTo>
                    <a:pt x="22523" y="57094"/>
                  </a:lnTo>
                  <a:lnTo>
                    <a:pt x="19927" y="61741"/>
                  </a:lnTo>
                  <a:lnTo>
                    <a:pt x="17480" y="66468"/>
                  </a:lnTo>
                  <a:lnTo>
                    <a:pt x="15186" y="71270"/>
                  </a:lnTo>
                  <a:lnTo>
                    <a:pt x="13045" y="76143"/>
                  </a:lnTo>
                  <a:lnTo>
                    <a:pt x="11060" y="81082"/>
                  </a:lnTo>
                  <a:lnTo>
                    <a:pt x="9234" y="86081"/>
                  </a:lnTo>
                  <a:lnTo>
                    <a:pt x="7568" y="91136"/>
                  </a:lnTo>
                  <a:lnTo>
                    <a:pt x="6063" y="96242"/>
                  </a:lnTo>
                  <a:lnTo>
                    <a:pt x="4722" y="101392"/>
                  </a:lnTo>
                  <a:lnTo>
                    <a:pt x="3546" y="106583"/>
                  </a:lnTo>
                  <a:lnTo>
                    <a:pt x="2535" y="111809"/>
                  </a:lnTo>
                  <a:lnTo>
                    <a:pt x="1691" y="117064"/>
                  </a:lnTo>
                  <a:lnTo>
                    <a:pt x="1015" y="122343"/>
                  </a:lnTo>
                  <a:lnTo>
                    <a:pt x="508" y="127641"/>
                  </a:lnTo>
                  <a:lnTo>
                    <a:pt x="169" y="132953"/>
                  </a:lnTo>
                  <a:lnTo>
                    <a:pt x="0" y="138273"/>
                  </a:lnTo>
                  <a:lnTo>
                    <a:pt x="0" y="143595"/>
                  </a:lnTo>
                  <a:lnTo>
                    <a:pt x="169" y="148915"/>
                  </a:lnTo>
                  <a:lnTo>
                    <a:pt x="508" y="154227"/>
                  </a:lnTo>
                  <a:lnTo>
                    <a:pt x="1015" y="159525"/>
                  </a:lnTo>
                  <a:lnTo>
                    <a:pt x="1691" y="164804"/>
                  </a:lnTo>
                  <a:lnTo>
                    <a:pt x="2535" y="170059"/>
                  </a:lnTo>
                  <a:lnTo>
                    <a:pt x="3546" y="175285"/>
                  </a:lnTo>
                  <a:lnTo>
                    <a:pt x="4722" y="180476"/>
                  </a:lnTo>
                  <a:lnTo>
                    <a:pt x="6063" y="185627"/>
                  </a:lnTo>
                  <a:lnTo>
                    <a:pt x="7568" y="190732"/>
                  </a:lnTo>
                  <a:lnTo>
                    <a:pt x="9234" y="195787"/>
                  </a:lnTo>
                  <a:lnTo>
                    <a:pt x="11060" y="200786"/>
                  </a:lnTo>
                  <a:lnTo>
                    <a:pt x="13045" y="205725"/>
                  </a:lnTo>
                  <a:lnTo>
                    <a:pt x="15186" y="210598"/>
                  </a:lnTo>
                  <a:lnTo>
                    <a:pt x="17480" y="215400"/>
                  </a:lnTo>
                  <a:lnTo>
                    <a:pt x="19927" y="220127"/>
                  </a:lnTo>
                  <a:lnTo>
                    <a:pt x="22523" y="224774"/>
                  </a:lnTo>
                  <a:lnTo>
                    <a:pt x="25265" y="229335"/>
                  </a:lnTo>
                  <a:lnTo>
                    <a:pt x="28151" y="233807"/>
                  </a:lnTo>
                  <a:lnTo>
                    <a:pt x="31178" y="238185"/>
                  </a:lnTo>
                  <a:lnTo>
                    <a:pt x="34343" y="242464"/>
                  </a:lnTo>
                  <a:lnTo>
                    <a:pt x="37643" y="246641"/>
                  </a:lnTo>
                  <a:lnTo>
                    <a:pt x="41073" y="250710"/>
                  </a:lnTo>
                  <a:lnTo>
                    <a:pt x="44632" y="254668"/>
                  </a:lnTo>
                  <a:lnTo>
                    <a:pt x="48315" y="258510"/>
                  </a:lnTo>
                  <a:lnTo>
                    <a:pt x="52118" y="262234"/>
                  </a:lnTo>
                  <a:lnTo>
                    <a:pt x="56038" y="265834"/>
                  </a:lnTo>
                  <a:lnTo>
                    <a:pt x="60071" y="269308"/>
                  </a:lnTo>
                  <a:lnTo>
                    <a:pt x="64212" y="272652"/>
                  </a:lnTo>
                  <a:lnTo>
                    <a:pt x="68457" y="275862"/>
                  </a:lnTo>
                  <a:lnTo>
                    <a:pt x="72803" y="278935"/>
                  </a:lnTo>
                  <a:lnTo>
                    <a:pt x="77244" y="281869"/>
                  </a:lnTo>
                  <a:lnTo>
                    <a:pt x="81776" y="284659"/>
                  </a:lnTo>
                  <a:lnTo>
                    <a:pt x="86395" y="287304"/>
                  </a:lnTo>
                  <a:lnTo>
                    <a:pt x="91095" y="289801"/>
                  </a:lnTo>
                  <a:lnTo>
                    <a:pt x="95873" y="292146"/>
                  </a:lnTo>
                  <a:lnTo>
                    <a:pt x="100723" y="294339"/>
                  </a:lnTo>
                  <a:lnTo>
                    <a:pt x="105640" y="296376"/>
                  </a:lnTo>
                  <a:lnTo>
                    <a:pt x="110620" y="298255"/>
                  </a:lnTo>
                  <a:lnTo>
                    <a:pt x="115657" y="299975"/>
                  </a:lnTo>
                  <a:lnTo>
                    <a:pt x="120746" y="301533"/>
                  </a:lnTo>
                  <a:lnTo>
                    <a:pt x="125882" y="302929"/>
                  </a:lnTo>
                  <a:lnTo>
                    <a:pt x="131060" y="304160"/>
                  </a:lnTo>
                  <a:lnTo>
                    <a:pt x="136275" y="305226"/>
                  </a:lnTo>
                  <a:lnTo>
                    <a:pt x="141521" y="306126"/>
                  </a:lnTo>
                  <a:lnTo>
                    <a:pt x="146793" y="306858"/>
                  </a:lnTo>
                  <a:lnTo>
                    <a:pt x="152085" y="307422"/>
                  </a:lnTo>
                  <a:lnTo>
                    <a:pt x="157393" y="307817"/>
                  </a:lnTo>
                  <a:lnTo>
                    <a:pt x="162711" y="308043"/>
                  </a:lnTo>
                  <a:lnTo>
                    <a:pt x="168033" y="308099"/>
                  </a:lnTo>
                  <a:lnTo>
                    <a:pt x="173354" y="307986"/>
                  </a:lnTo>
                  <a:lnTo>
                    <a:pt x="178669" y="307704"/>
                  </a:lnTo>
                  <a:lnTo>
                    <a:pt x="183972" y="307253"/>
                  </a:lnTo>
                  <a:lnTo>
                    <a:pt x="189259" y="306633"/>
                  </a:lnTo>
                  <a:lnTo>
                    <a:pt x="194522" y="305845"/>
                  </a:lnTo>
                  <a:lnTo>
                    <a:pt x="199759" y="304889"/>
                  </a:lnTo>
                  <a:lnTo>
                    <a:pt x="204962" y="303768"/>
                  </a:lnTo>
                  <a:lnTo>
                    <a:pt x="210126" y="302482"/>
                  </a:lnTo>
                  <a:lnTo>
                    <a:pt x="215247" y="301032"/>
                  </a:lnTo>
                  <a:lnTo>
                    <a:pt x="220320" y="299419"/>
                  </a:lnTo>
                  <a:lnTo>
                    <a:pt x="225338" y="297646"/>
                  </a:lnTo>
                  <a:lnTo>
                    <a:pt x="230297" y="295714"/>
                  </a:lnTo>
                  <a:lnTo>
                    <a:pt x="235193" y="293625"/>
                  </a:lnTo>
                  <a:lnTo>
                    <a:pt x="240019" y="291381"/>
                  </a:lnTo>
                  <a:lnTo>
                    <a:pt x="244772" y="288985"/>
                  </a:lnTo>
                  <a:lnTo>
                    <a:pt x="249446" y="286439"/>
                  </a:lnTo>
                  <a:lnTo>
                    <a:pt x="254036" y="283745"/>
                  </a:lnTo>
                  <a:lnTo>
                    <a:pt x="258539" y="280907"/>
                  </a:lnTo>
                  <a:lnTo>
                    <a:pt x="262948" y="277926"/>
                  </a:lnTo>
                  <a:lnTo>
                    <a:pt x="267261" y="274807"/>
                  </a:lnTo>
                  <a:lnTo>
                    <a:pt x="271472" y="271552"/>
                  </a:lnTo>
                  <a:lnTo>
                    <a:pt x="275577" y="268164"/>
                  </a:lnTo>
                  <a:lnTo>
                    <a:pt x="279573" y="264648"/>
                  </a:lnTo>
                  <a:lnTo>
                    <a:pt x="283454" y="261006"/>
                  </a:lnTo>
                  <a:lnTo>
                    <a:pt x="287218" y="257243"/>
                  </a:lnTo>
                  <a:lnTo>
                    <a:pt x="290860" y="253361"/>
                  </a:lnTo>
                  <a:lnTo>
                    <a:pt x="294376" y="249366"/>
                  </a:lnTo>
                  <a:lnTo>
                    <a:pt x="297763" y="245260"/>
                  </a:lnTo>
                  <a:lnTo>
                    <a:pt x="301019" y="241049"/>
                  </a:lnTo>
                  <a:lnTo>
                    <a:pt x="304138" y="236737"/>
                  </a:lnTo>
                  <a:lnTo>
                    <a:pt x="307118" y="232327"/>
                  </a:lnTo>
                  <a:lnTo>
                    <a:pt x="309957" y="227825"/>
                  </a:lnTo>
                  <a:lnTo>
                    <a:pt x="312651" y="223234"/>
                  </a:lnTo>
                  <a:lnTo>
                    <a:pt x="315197" y="218560"/>
                  </a:lnTo>
                  <a:lnTo>
                    <a:pt x="317593" y="213808"/>
                  </a:lnTo>
                  <a:lnTo>
                    <a:pt x="319837" y="208981"/>
                  </a:lnTo>
                  <a:lnTo>
                    <a:pt x="321926" y="204086"/>
                  </a:lnTo>
                  <a:lnTo>
                    <a:pt x="323858" y="199126"/>
                  </a:lnTo>
                  <a:lnTo>
                    <a:pt x="325631" y="194108"/>
                  </a:lnTo>
                  <a:lnTo>
                    <a:pt x="327243" y="189036"/>
                  </a:lnTo>
                  <a:lnTo>
                    <a:pt x="328693" y="183915"/>
                  </a:lnTo>
                  <a:lnTo>
                    <a:pt x="329980" y="178750"/>
                  </a:lnTo>
                  <a:lnTo>
                    <a:pt x="331101" y="173547"/>
                  </a:lnTo>
                  <a:lnTo>
                    <a:pt x="332056" y="168311"/>
                  </a:lnTo>
                  <a:lnTo>
                    <a:pt x="332844" y="163047"/>
                  </a:lnTo>
                  <a:lnTo>
                    <a:pt x="333464" y="157761"/>
                  </a:lnTo>
                  <a:lnTo>
                    <a:pt x="333916" y="152457"/>
                  </a:lnTo>
                  <a:lnTo>
                    <a:pt x="334198" y="147142"/>
                  </a:lnTo>
                  <a:lnTo>
                    <a:pt x="334311" y="141821"/>
                  </a:lnTo>
                  <a:lnTo>
                    <a:pt x="334254" y="136499"/>
                  </a:lnTo>
                  <a:lnTo>
                    <a:pt x="334028" y="131181"/>
                  </a:lnTo>
                  <a:lnTo>
                    <a:pt x="333633" y="125874"/>
                  </a:lnTo>
                  <a:lnTo>
                    <a:pt x="333070" y="120581"/>
                  </a:lnTo>
                  <a:lnTo>
                    <a:pt x="332338" y="115309"/>
                  </a:lnTo>
                  <a:lnTo>
                    <a:pt x="331438" y="110063"/>
                  </a:lnTo>
                  <a:lnTo>
                    <a:pt x="330372" y="104849"/>
                  </a:lnTo>
                  <a:lnTo>
                    <a:pt x="329140" y="99671"/>
                  </a:lnTo>
                  <a:lnTo>
                    <a:pt x="327745" y="94534"/>
                  </a:lnTo>
                  <a:lnTo>
                    <a:pt x="326186" y="89445"/>
                  </a:lnTo>
                  <a:lnTo>
                    <a:pt x="324466" y="84408"/>
                  </a:lnTo>
                  <a:lnTo>
                    <a:pt x="322587" y="79429"/>
                  </a:lnTo>
                  <a:lnTo>
                    <a:pt x="320550" y="74511"/>
                  </a:lnTo>
                  <a:lnTo>
                    <a:pt x="318358" y="69661"/>
                  </a:lnTo>
                  <a:lnTo>
                    <a:pt x="316012" y="64884"/>
                  </a:lnTo>
                  <a:lnTo>
                    <a:pt x="313516" y="60183"/>
                  </a:lnTo>
                  <a:lnTo>
                    <a:pt x="167146" y="140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023544" y="941493"/>
              <a:ext cx="146370" cy="167167"/>
            </a:xfrm>
            <a:custGeom>
              <a:avLst/>
              <a:pathLst>
                <a:path w="146370" h="167167">
                  <a:moveTo>
                    <a:pt x="146370" y="86416"/>
                  </a:moveTo>
                  <a:lnTo>
                    <a:pt x="143597" y="81583"/>
                  </a:lnTo>
                  <a:lnTo>
                    <a:pt x="140665" y="76845"/>
                  </a:lnTo>
                  <a:lnTo>
                    <a:pt x="137577" y="72207"/>
                  </a:lnTo>
                  <a:lnTo>
                    <a:pt x="134336" y="67675"/>
                  </a:lnTo>
                  <a:lnTo>
                    <a:pt x="130945" y="63253"/>
                  </a:lnTo>
                  <a:lnTo>
                    <a:pt x="127409" y="58946"/>
                  </a:lnTo>
                  <a:lnTo>
                    <a:pt x="123732" y="54760"/>
                  </a:lnTo>
                  <a:lnTo>
                    <a:pt x="119917" y="50699"/>
                  </a:lnTo>
                  <a:lnTo>
                    <a:pt x="115969" y="46767"/>
                  </a:lnTo>
                  <a:lnTo>
                    <a:pt x="111892" y="42969"/>
                  </a:lnTo>
                  <a:lnTo>
                    <a:pt x="107691" y="39309"/>
                  </a:lnTo>
                  <a:lnTo>
                    <a:pt x="103370" y="35791"/>
                  </a:lnTo>
                  <a:lnTo>
                    <a:pt x="98934" y="32419"/>
                  </a:lnTo>
                  <a:lnTo>
                    <a:pt x="94388" y="29197"/>
                  </a:lnTo>
                  <a:lnTo>
                    <a:pt x="89738" y="26128"/>
                  </a:lnTo>
                  <a:lnTo>
                    <a:pt x="84988" y="23216"/>
                  </a:lnTo>
                  <a:lnTo>
                    <a:pt x="80143" y="20463"/>
                  </a:lnTo>
                  <a:lnTo>
                    <a:pt x="75209" y="17874"/>
                  </a:lnTo>
                  <a:lnTo>
                    <a:pt x="70192" y="15450"/>
                  </a:lnTo>
                  <a:lnTo>
                    <a:pt x="65097" y="13195"/>
                  </a:lnTo>
                  <a:lnTo>
                    <a:pt x="59929" y="11111"/>
                  </a:lnTo>
                  <a:lnTo>
                    <a:pt x="54695" y="9201"/>
                  </a:lnTo>
                  <a:lnTo>
                    <a:pt x="49400" y="7466"/>
                  </a:lnTo>
                  <a:lnTo>
                    <a:pt x="44051" y="5908"/>
                  </a:lnTo>
                  <a:lnTo>
                    <a:pt x="38652" y="4529"/>
                  </a:lnTo>
                  <a:lnTo>
                    <a:pt x="33210" y="3332"/>
                  </a:lnTo>
                  <a:lnTo>
                    <a:pt x="27732" y="2316"/>
                  </a:lnTo>
                  <a:lnTo>
                    <a:pt x="22222" y="1483"/>
                  </a:lnTo>
                  <a:lnTo>
                    <a:pt x="16688" y="835"/>
                  </a:lnTo>
                  <a:lnTo>
                    <a:pt x="11136" y="371"/>
                  </a:lnTo>
                  <a:lnTo>
                    <a:pt x="5571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7814" y="941493"/>
              <a:ext cx="88401" cy="167167"/>
            </a:xfrm>
            <a:custGeom>
              <a:avLst/>
              <a:pathLst>
                <a:path w="88401" h="167167">
                  <a:moveTo>
                    <a:pt x="88401" y="0"/>
                  </a:moveTo>
                  <a:lnTo>
                    <a:pt x="82580" y="101"/>
                  </a:lnTo>
                  <a:lnTo>
                    <a:pt x="76767" y="405"/>
                  </a:lnTo>
                  <a:lnTo>
                    <a:pt x="70967" y="911"/>
                  </a:lnTo>
                  <a:lnTo>
                    <a:pt x="65189" y="1619"/>
                  </a:lnTo>
                  <a:lnTo>
                    <a:pt x="59439" y="2527"/>
                  </a:lnTo>
                  <a:lnTo>
                    <a:pt x="53724" y="3636"/>
                  </a:lnTo>
                  <a:lnTo>
                    <a:pt x="48051" y="4942"/>
                  </a:lnTo>
                  <a:lnTo>
                    <a:pt x="42427" y="6445"/>
                  </a:lnTo>
                  <a:lnTo>
                    <a:pt x="36859" y="8144"/>
                  </a:lnTo>
                  <a:lnTo>
                    <a:pt x="31354" y="10035"/>
                  </a:lnTo>
                  <a:lnTo>
                    <a:pt x="25917" y="12116"/>
                  </a:lnTo>
                  <a:lnTo>
                    <a:pt x="20556" y="14386"/>
                  </a:lnTo>
                  <a:lnTo>
                    <a:pt x="15278" y="16841"/>
                  </a:lnTo>
                  <a:lnTo>
                    <a:pt x="10088" y="19478"/>
                  </a:lnTo>
                  <a:lnTo>
                    <a:pt x="4993" y="22294"/>
                  </a:lnTo>
                  <a:lnTo>
                    <a:pt x="0" y="25286"/>
                  </a:lnTo>
                  <a:lnTo>
                    <a:pt x="8840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4397814" y="966779"/>
              <a:ext cx="88401" cy="141880"/>
            </a:xfrm>
            <a:custGeom>
              <a:avLst/>
              <a:pathLst>
                <a:path w="88401" h="141880">
                  <a:moveTo>
                    <a:pt x="0" y="0"/>
                  </a:moveTo>
                  <a:lnTo>
                    <a:pt x="88401" y="1418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4319066" y="966779"/>
              <a:ext cx="167149" cy="192524"/>
            </a:xfrm>
            <a:custGeom>
              <a:avLst/>
              <a:pathLst>
                <a:path w="167149" h="192524">
                  <a:moveTo>
                    <a:pt x="78748" y="0"/>
                  </a:moveTo>
                  <a:lnTo>
                    <a:pt x="74222" y="2922"/>
                  </a:lnTo>
                  <a:lnTo>
                    <a:pt x="69793" y="5988"/>
                  </a:lnTo>
                  <a:lnTo>
                    <a:pt x="65464" y="9196"/>
                  </a:lnTo>
                  <a:lnTo>
                    <a:pt x="61242" y="12542"/>
                  </a:lnTo>
                  <a:lnTo>
                    <a:pt x="57129" y="16021"/>
                  </a:lnTo>
                  <a:lnTo>
                    <a:pt x="53131" y="19632"/>
                  </a:lnTo>
                  <a:lnTo>
                    <a:pt x="49251" y="23369"/>
                  </a:lnTo>
                  <a:lnTo>
                    <a:pt x="45493" y="27230"/>
                  </a:lnTo>
                  <a:lnTo>
                    <a:pt x="41862" y="31210"/>
                  </a:lnTo>
                  <a:lnTo>
                    <a:pt x="38361" y="35304"/>
                  </a:lnTo>
                  <a:lnTo>
                    <a:pt x="34993" y="39510"/>
                  </a:lnTo>
                  <a:lnTo>
                    <a:pt x="31763" y="43821"/>
                  </a:lnTo>
                  <a:lnTo>
                    <a:pt x="28674" y="48235"/>
                  </a:lnTo>
                  <a:lnTo>
                    <a:pt x="25728" y="52746"/>
                  </a:lnTo>
                  <a:lnTo>
                    <a:pt x="22929" y="57349"/>
                  </a:lnTo>
                  <a:lnTo>
                    <a:pt x="20280" y="62040"/>
                  </a:lnTo>
                  <a:lnTo>
                    <a:pt x="17784" y="66814"/>
                  </a:lnTo>
                  <a:lnTo>
                    <a:pt x="15443" y="71666"/>
                  </a:lnTo>
                  <a:lnTo>
                    <a:pt x="13259" y="76591"/>
                  </a:lnTo>
                  <a:lnTo>
                    <a:pt x="11235" y="81584"/>
                  </a:lnTo>
                  <a:lnTo>
                    <a:pt x="9373" y="86639"/>
                  </a:lnTo>
                  <a:lnTo>
                    <a:pt x="7675" y="91752"/>
                  </a:lnTo>
                  <a:lnTo>
                    <a:pt x="6142" y="96917"/>
                  </a:lnTo>
                  <a:lnTo>
                    <a:pt x="4777" y="102128"/>
                  </a:lnTo>
                  <a:lnTo>
                    <a:pt x="3581" y="107381"/>
                  </a:lnTo>
                  <a:lnTo>
                    <a:pt x="2554" y="112670"/>
                  </a:lnTo>
                  <a:lnTo>
                    <a:pt x="1698" y="117989"/>
                  </a:lnTo>
                  <a:lnTo>
                    <a:pt x="1014" y="123332"/>
                  </a:lnTo>
                  <a:lnTo>
                    <a:pt x="503" y="128695"/>
                  </a:lnTo>
                  <a:lnTo>
                    <a:pt x="164" y="134072"/>
                  </a:lnTo>
                  <a:lnTo>
                    <a:pt x="0" y="139457"/>
                  </a:lnTo>
                  <a:lnTo>
                    <a:pt x="8" y="144844"/>
                  </a:lnTo>
                  <a:lnTo>
                    <a:pt x="191" y="150229"/>
                  </a:lnTo>
                  <a:lnTo>
                    <a:pt x="546" y="155604"/>
                  </a:lnTo>
                  <a:lnTo>
                    <a:pt x="1075" y="160966"/>
                  </a:lnTo>
                  <a:lnTo>
                    <a:pt x="1776" y="166307"/>
                  </a:lnTo>
                  <a:lnTo>
                    <a:pt x="2649" y="171623"/>
                  </a:lnTo>
                  <a:lnTo>
                    <a:pt x="3693" y="176909"/>
                  </a:lnTo>
                  <a:lnTo>
                    <a:pt x="4907" y="182158"/>
                  </a:lnTo>
                  <a:lnTo>
                    <a:pt x="6289" y="187365"/>
                  </a:lnTo>
                  <a:lnTo>
                    <a:pt x="7838" y="192524"/>
                  </a:lnTo>
                  <a:lnTo>
                    <a:pt x="167149" y="141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4326904" y="941493"/>
              <a:ext cx="326463" cy="334333"/>
            </a:xfrm>
            <a:custGeom>
              <a:avLst/>
              <a:pathLst>
                <a:path w="326463" h="334333">
                  <a:moveTo>
                    <a:pt x="0" y="217811"/>
                  </a:moveTo>
                  <a:lnTo>
                    <a:pt x="1684" y="222833"/>
                  </a:lnTo>
                  <a:lnTo>
                    <a:pt x="3527" y="227799"/>
                  </a:lnTo>
                  <a:lnTo>
                    <a:pt x="5526" y="232704"/>
                  </a:lnTo>
                  <a:lnTo>
                    <a:pt x="7680" y="237544"/>
                  </a:lnTo>
                  <a:lnTo>
                    <a:pt x="9985" y="242312"/>
                  </a:lnTo>
                  <a:lnTo>
                    <a:pt x="12441" y="247006"/>
                  </a:lnTo>
                  <a:lnTo>
                    <a:pt x="15044" y="251619"/>
                  </a:lnTo>
                  <a:lnTo>
                    <a:pt x="17792" y="256147"/>
                  </a:lnTo>
                  <a:lnTo>
                    <a:pt x="20683" y="260586"/>
                  </a:lnTo>
                  <a:lnTo>
                    <a:pt x="23712" y="264931"/>
                  </a:lnTo>
                  <a:lnTo>
                    <a:pt x="26877" y="269178"/>
                  </a:lnTo>
                  <a:lnTo>
                    <a:pt x="30176" y="273323"/>
                  </a:lnTo>
                  <a:lnTo>
                    <a:pt x="33604" y="277361"/>
                  </a:lnTo>
                  <a:lnTo>
                    <a:pt x="37158" y="281288"/>
                  </a:lnTo>
                  <a:lnTo>
                    <a:pt x="40835" y="285101"/>
                  </a:lnTo>
                  <a:lnTo>
                    <a:pt x="44631" y="288795"/>
                  </a:lnTo>
                  <a:lnTo>
                    <a:pt x="48542" y="292368"/>
                  </a:lnTo>
                  <a:lnTo>
                    <a:pt x="52564" y="295814"/>
                  </a:lnTo>
                  <a:lnTo>
                    <a:pt x="56694" y="299132"/>
                  </a:lnTo>
                  <a:lnTo>
                    <a:pt x="60926" y="302317"/>
                  </a:lnTo>
                  <a:lnTo>
                    <a:pt x="65258" y="305366"/>
                  </a:lnTo>
                  <a:lnTo>
                    <a:pt x="69683" y="308276"/>
                  </a:lnTo>
                  <a:lnTo>
                    <a:pt x="74199" y="311045"/>
                  </a:lnTo>
                  <a:lnTo>
                    <a:pt x="78800" y="313669"/>
                  </a:lnTo>
                  <a:lnTo>
                    <a:pt x="83482" y="316147"/>
                  </a:lnTo>
                  <a:lnTo>
                    <a:pt x="88240" y="318474"/>
                  </a:lnTo>
                  <a:lnTo>
                    <a:pt x="93070" y="320650"/>
                  </a:lnTo>
                  <a:lnTo>
                    <a:pt x="97966" y="322672"/>
                  </a:lnTo>
                  <a:lnTo>
                    <a:pt x="102923" y="324537"/>
                  </a:lnTo>
                  <a:lnTo>
                    <a:pt x="107937" y="326245"/>
                  </a:lnTo>
                  <a:lnTo>
                    <a:pt x="113003" y="327792"/>
                  </a:lnTo>
                  <a:lnTo>
                    <a:pt x="118116" y="329179"/>
                  </a:lnTo>
                  <a:lnTo>
                    <a:pt x="123269" y="330403"/>
                  </a:lnTo>
                  <a:lnTo>
                    <a:pt x="128459" y="331463"/>
                  </a:lnTo>
                  <a:lnTo>
                    <a:pt x="133680" y="332358"/>
                  </a:lnTo>
                  <a:lnTo>
                    <a:pt x="138926" y="333087"/>
                  </a:lnTo>
                  <a:lnTo>
                    <a:pt x="144193" y="333649"/>
                  </a:lnTo>
                  <a:lnTo>
                    <a:pt x="149475" y="334045"/>
                  </a:lnTo>
                  <a:lnTo>
                    <a:pt x="154767" y="334273"/>
                  </a:lnTo>
                  <a:lnTo>
                    <a:pt x="160064" y="334333"/>
                  </a:lnTo>
                  <a:lnTo>
                    <a:pt x="165360" y="334225"/>
                  </a:lnTo>
                  <a:lnTo>
                    <a:pt x="170650" y="333949"/>
                  </a:lnTo>
                  <a:lnTo>
                    <a:pt x="175928" y="333506"/>
                  </a:lnTo>
                  <a:lnTo>
                    <a:pt x="181190" y="332896"/>
                  </a:lnTo>
                  <a:lnTo>
                    <a:pt x="186429" y="332120"/>
                  </a:lnTo>
                  <a:lnTo>
                    <a:pt x="191642" y="331178"/>
                  </a:lnTo>
                  <a:lnTo>
                    <a:pt x="196822" y="330071"/>
                  </a:lnTo>
                  <a:lnTo>
                    <a:pt x="201964" y="328801"/>
                  </a:lnTo>
                  <a:lnTo>
                    <a:pt x="207064" y="327369"/>
                  </a:lnTo>
                  <a:lnTo>
                    <a:pt x="212116" y="325775"/>
                  </a:lnTo>
                  <a:lnTo>
                    <a:pt x="217114" y="324023"/>
                  </a:lnTo>
                  <a:lnTo>
                    <a:pt x="222055" y="322113"/>
                  </a:lnTo>
                  <a:lnTo>
                    <a:pt x="226932" y="320047"/>
                  </a:lnTo>
                  <a:lnTo>
                    <a:pt x="231742" y="317828"/>
                  </a:lnTo>
                  <a:lnTo>
                    <a:pt x="236479" y="315457"/>
                  </a:lnTo>
                  <a:lnTo>
                    <a:pt x="241138" y="312938"/>
                  </a:lnTo>
                  <a:lnTo>
                    <a:pt x="245716" y="310272"/>
                  </a:lnTo>
                  <a:lnTo>
                    <a:pt x="250206" y="307463"/>
                  </a:lnTo>
                  <a:lnTo>
                    <a:pt x="254605" y="304513"/>
                  </a:lnTo>
                  <a:lnTo>
                    <a:pt x="258909" y="301425"/>
                  </a:lnTo>
                  <a:lnTo>
                    <a:pt x="263113" y="298202"/>
                  </a:lnTo>
                  <a:lnTo>
                    <a:pt x="267212" y="294847"/>
                  </a:lnTo>
                  <a:lnTo>
                    <a:pt x="271203" y="291365"/>
                  </a:lnTo>
                  <a:lnTo>
                    <a:pt x="275082" y="287757"/>
                  </a:lnTo>
                  <a:lnTo>
                    <a:pt x="278844" y="284029"/>
                  </a:lnTo>
                  <a:lnTo>
                    <a:pt x="282487" y="280183"/>
                  </a:lnTo>
                  <a:lnTo>
                    <a:pt x="286006" y="276224"/>
                  </a:lnTo>
                  <a:lnTo>
                    <a:pt x="289397" y="272155"/>
                  </a:lnTo>
                  <a:lnTo>
                    <a:pt x="292658" y="267981"/>
                  </a:lnTo>
                  <a:lnTo>
                    <a:pt x="295785" y="263706"/>
                  </a:lnTo>
                  <a:lnTo>
                    <a:pt x="298775" y="259333"/>
                  </a:lnTo>
                  <a:lnTo>
                    <a:pt x="301625" y="254868"/>
                  </a:lnTo>
                  <a:lnTo>
                    <a:pt x="304333" y="250315"/>
                  </a:lnTo>
                  <a:lnTo>
                    <a:pt x="306894" y="245679"/>
                  </a:lnTo>
                  <a:lnTo>
                    <a:pt x="309307" y="240964"/>
                  </a:lnTo>
                  <a:lnTo>
                    <a:pt x="311570" y="236175"/>
                  </a:lnTo>
                  <a:lnTo>
                    <a:pt x="313680" y="231316"/>
                  </a:lnTo>
                  <a:lnTo>
                    <a:pt x="315635" y="226393"/>
                  </a:lnTo>
                  <a:lnTo>
                    <a:pt x="317433" y="221411"/>
                  </a:lnTo>
                  <a:lnTo>
                    <a:pt x="319072" y="216374"/>
                  </a:lnTo>
                  <a:lnTo>
                    <a:pt x="320551" y="211287"/>
                  </a:lnTo>
                  <a:lnTo>
                    <a:pt x="321868" y="206157"/>
                  </a:lnTo>
                  <a:lnTo>
                    <a:pt x="323022" y="200987"/>
                  </a:lnTo>
                  <a:lnTo>
                    <a:pt x="324011" y="195783"/>
                  </a:lnTo>
                  <a:lnTo>
                    <a:pt x="324835" y="190551"/>
                  </a:lnTo>
                  <a:lnTo>
                    <a:pt x="325493" y="185295"/>
                  </a:lnTo>
                  <a:lnTo>
                    <a:pt x="325983" y="180021"/>
                  </a:lnTo>
                  <a:lnTo>
                    <a:pt x="326307" y="174734"/>
                  </a:lnTo>
                  <a:lnTo>
                    <a:pt x="326463" y="169439"/>
                  </a:lnTo>
                  <a:lnTo>
                    <a:pt x="326451" y="164142"/>
                  </a:lnTo>
                  <a:lnTo>
                    <a:pt x="326271" y="158848"/>
                  </a:lnTo>
                  <a:lnTo>
                    <a:pt x="325924" y="153563"/>
                  </a:lnTo>
                  <a:lnTo>
                    <a:pt x="325409" y="148291"/>
                  </a:lnTo>
                  <a:lnTo>
                    <a:pt x="324728" y="143038"/>
                  </a:lnTo>
                  <a:lnTo>
                    <a:pt x="323880" y="137809"/>
                  </a:lnTo>
                  <a:lnTo>
                    <a:pt x="322868" y="132610"/>
                  </a:lnTo>
                  <a:lnTo>
                    <a:pt x="321691" y="127445"/>
                  </a:lnTo>
                  <a:lnTo>
                    <a:pt x="320351" y="122321"/>
                  </a:lnTo>
                  <a:lnTo>
                    <a:pt x="318849" y="117241"/>
                  </a:lnTo>
                  <a:lnTo>
                    <a:pt x="317187" y="112212"/>
                  </a:lnTo>
                  <a:lnTo>
                    <a:pt x="315367" y="107237"/>
                  </a:lnTo>
                  <a:lnTo>
                    <a:pt x="313390" y="102323"/>
                  </a:lnTo>
                  <a:lnTo>
                    <a:pt x="311258" y="97474"/>
                  </a:lnTo>
                  <a:lnTo>
                    <a:pt x="308973" y="92695"/>
                  </a:lnTo>
                  <a:lnTo>
                    <a:pt x="306539" y="87991"/>
                  </a:lnTo>
                  <a:lnTo>
                    <a:pt x="303956" y="83366"/>
                  </a:lnTo>
                  <a:lnTo>
                    <a:pt x="301229" y="78825"/>
                  </a:lnTo>
                  <a:lnTo>
                    <a:pt x="298359" y="74373"/>
                  </a:lnTo>
                  <a:lnTo>
                    <a:pt x="295349" y="70015"/>
                  </a:lnTo>
                  <a:lnTo>
                    <a:pt x="292203" y="65753"/>
                  </a:lnTo>
                  <a:lnTo>
                    <a:pt x="288923" y="61594"/>
                  </a:lnTo>
                  <a:lnTo>
                    <a:pt x="285513" y="57540"/>
                  </a:lnTo>
                  <a:lnTo>
                    <a:pt x="281976" y="53597"/>
                  </a:lnTo>
                  <a:lnTo>
                    <a:pt x="278317" y="49768"/>
                  </a:lnTo>
                  <a:lnTo>
                    <a:pt x="274537" y="46056"/>
                  </a:lnTo>
                  <a:lnTo>
                    <a:pt x="270643" y="42466"/>
                  </a:lnTo>
                  <a:lnTo>
                    <a:pt x="266636" y="39002"/>
                  </a:lnTo>
                  <a:lnTo>
                    <a:pt x="262521" y="35666"/>
                  </a:lnTo>
                  <a:lnTo>
                    <a:pt x="258303" y="32462"/>
                  </a:lnTo>
                  <a:lnTo>
                    <a:pt x="253986" y="29393"/>
                  </a:lnTo>
                  <a:lnTo>
                    <a:pt x="249573" y="26463"/>
                  </a:lnTo>
                  <a:lnTo>
                    <a:pt x="245070" y="23674"/>
                  </a:lnTo>
                  <a:lnTo>
                    <a:pt x="240481" y="21029"/>
                  </a:lnTo>
                  <a:lnTo>
                    <a:pt x="235810" y="18530"/>
                  </a:lnTo>
                  <a:lnTo>
                    <a:pt x="231062" y="16181"/>
                  </a:lnTo>
                  <a:lnTo>
                    <a:pt x="226243" y="13984"/>
                  </a:lnTo>
                  <a:lnTo>
                    <a:pt x="221356" y="11940"/>
                  </a:lnTo>
                  <a:lnTo>
                    <a:pt x="216407" y="10052"/>
                  </a:lnTo>
                  <a:lnTo>
                    <a:pt x="211400" y="8322"/>
                  </a:lnTo>
                  <a:lnTo>
                    <a:pt x="206342" y="6752"/>
                  </a:lnTo>
                  <a:lnTo>
                    <a:pt x="201236" y="5342"/>
                  </a:lnTo>
                  <a:lnTo>
                    <a:pt x="196088" y="4095"/>
                  </a:lnTo>
                  <a:lnTo>
                    <a:pt x="190903" y="3012"/>
                  </a:lnTo>
                  <a:lnTo>
                    <a:pt x="185686" y="2093"/>
                  </a:lnTo>
                  <a:lnTo>
                    <a:pt x="180443" y="1341"/>
                  </a:lnTo>
                  <a:lnTo>
                    <a:pt x="175178" y="754"/>
                  </a:lnTo>
                  <a:lnTo>
                    <a:pt x="169898" y="335"/>
                  </a:lnTo>
                  <a:lnTo>
                    <a:pt x="164607" y="83"/>
                  </a:lnTo>
                  <a:lnTo>
                    <a:pt x="159311" y="0"/>
                  </a:lnTo>
                  <a:lnTo>
                    <a:pt x="15931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797353" y="1071028"/>
              <a:ext cx="229477" cy="334334"/>
            </a:xfrm>
            <a:custGeom>
              <a:avLst/>
              <a:pathLst>
                <a:path w="229477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1" y="336"/>
                  </a:lnTo>
                  <a:lnTo>
                    <a:pt x="151251" y="757"/>
                  </a:lnTo>
                  <a:lnTo>
                    <a:pt x="145978" y="1345"/>
                  </a:lnTo>
                  <a:lnTo>
                    <a:pt x="140725" y="2101"/>
                  </a:lnTo>
                  <a:lnTo>
                    <a:pt x="135499" y="3023"/>
                  </a:lnTo>
                  <a:lnTo>
                    <a:pt x="130305" y="4110"/>
                  </a:lnTo>
                  <a:lnTo>
                    <a:pt x="125149" y="5361"/>
                  </a:lnTo>
                  <a:lnTo>
                    <a:pt x="120034" y="6776"/>
                  </a:lnTo>
                  <a:lnTo>
                    <a:pt x="114967" y="8352"/>
                  </a:lnTo>
                  <a:lnTo>
                    <a:pt x="109953" y="10088"/>
                  </a:lnTo>
                  <a:lnTo>
                    <a:pt x="104996" y="11983"/>
                  </a:lnTo>
                  <a:lnTo>
                    <a:pt x="100102" y="14034"/>
                  </a:lnTo>
                  <a:lnTo>
                    <a:pt x="95275" y="16239"/>
                  </a:lnTo>
                  <a:lnTo>
                    <a:pt x="90521" y="18596"/>
                  </a:lnTo>
                  <a:lnTo>
                    <a:pt x="85844" y="21103"/>
                  </a:lnTo>
                  <a:lnTo>
                    <a:pt x="81249" y="23757"/>
                  </a:lnTo>
                  <a:lnTo>
                    <a:pt x="76741" y="26556"/>
                  </a:lnTo>
                  <a:lnTo>
                    <a:pt x="72323" y="29496"/>
                  </a:lnTo>
                  <a:lnTo>
                    <a:pt x="68001" y="32575"/>
                  </a:lnTo>
                  <a:lnTo>
                    <a:pt x="63779" y="35790"/>
                  </a:lnTo>
                  <a:lnTo>
                    <a:pt x="59662" y="39137"/>
                  </a:lnTo>
                  <a:lnTo>
                    <a:pt x="55652" y="42613"/>
                  </a:lnTo>
                  <a:lnTo>
                    <a:pt x="51755" y="46214"/>
                  </a:lnTo>
                  <a:lnTo>
                    <a:pt x="47974" y="49938"/>
                  </a:lnTo>
                  <a:lnTo>
                    <a:pt x="44313" y="53779"/>
                  </a:lnTo>
                  <a:lnTo>
                    <a:pt x="40776" y="57735"/>
                  </a:lnTo>
                  <a:lnTo>
                    <a:pt x="37367" y="61801"/>
                  </a:lnTo>
                  <a:lnTo>
                    <a:pt x="34088" y="65973"/>
                  </a:lnTo>
                  <a:lnTo>
                    <a:pt x="30943" y="70248"/>
                  </a:lnTo>
                  <a:lnTo>
                    <a:pt x="27936" y="74620"/>
                  </a:lnTo>
                  <a:lnTo>
                    <a:pt x="25068" y="79085"/>
                  </a:lnTo>
                  <a:lnTo>
                    <a:pt x="22344" y="83639"/>
                  </a:lnTo>
                  <a:lnTo>
                    <a:pt x="19766" y="88277"/>
                  </a:lnTo>
                  <a:lnTo>
                    <a:pt x="17336" y="92994"/>
                  </a:lnTo>
                  <a:lnTo>
                    <a:pt x="15058" y="97787"/>
                  </a:lnTo>
                  <a:lnTo>
                    <a:pt x="12932" y="102649"/>
                  </a:lnTo>
                  <a:lnTo>
                    <a:pt x="10962" y="107576"/>
                  </a:lnTo>
                  <a:lnTo>
                    <a:pt x="9149" y="112563"/>
                  </a:lnTo>
                  <a:lnTo>
                    <a:pt x="7496" y="117606"/>
                  </a:lnTo>
                  <a:lnTo>
                    <a:pt x="6003" y="122698"/>
                  </a:lnTo>
                  <a:lnTo>
                    <a:pt x="4673" y="127835"/>
                  </a:lnTo>
                  <a:lnTo>
                    <a:pt x="3506" y="133011"/>
                  </a:lnTo>
                  <a:lnTo>
                    <a:pt x="2505" y="138223"/>
                  </a:lnTo>
                  <a:lnTo>
                    <a:pt x="1669" y="143463"/>
                  </a:lnTo>
                  <a:lnTo>
                    <a:pt x="1000" y="148727"/>
                  </a:lnTo>
                  <a:lnTo>
                    <a:pt x="499" y="154010"/>
                  </a:lnTo>
                  <a:lnTo>
                    <a:pt x="165" y="159306"/>
                  </a:lnTo>
                  <a:lnTo>
                    <a:pt x="0" y="164610"/>
                  </a:lnTo>
                  <a:lnTo>
                    <a:pt x="3" y="169916"/>
                  </a:lnTo>
                  <a:lnTo>
                    <a:pt x="174" y="175220"/>
                  </a:lnTo>
                  <a:lnTo>
                    <a:pt x="514" y="180515"/>
                  </a:lnTo>
                  <a:lnTo>
                    <a:pt x="1021" y="185798"/>
                  </a:lnTo>
                  <a:lnTo>
                    <a:pt x="1696" y="191061"/>
                  </a:lnTo>
                  <a:lnTo>
                    <a:pt x="2538" y="196300"/>
                  </a:lnTo>
                  <a:lnTo>
                    <a:pt x="3546" y="201510"/>
                  </a:lnTo>
                  <a:lnTo>
                    <a:pt x="4718" y="206685"/>
                  </a:lnTo>
                  <a:lnTo>
                    <a:pt x="6054" y="211821"/>
                  </a:lnTo>
                  <a:lnTo>
                    <a:pt x="7553" y="216912"/>
                  </a:lnTo>
                  <a:lnTo>
                    <a:pt x="9212" y="221952"/>
                  </a:lnTo>
                  <a:lnTo>
                    <a:pt x="11030" y="226937"/>
                  </a:lnTo>
                  <a:lnTo>
                    <a:pt x="13006" y="231862"/>
                  </a:lnTo>
                  <a:lnTo>
                    <a:pt x="15137" y="236722"/>
                  </a:lnTo>
                  <a:lnTo>
                    <a:pt x="17421" y="241512"/>
                  </a:lnTo>
                  <a:lnTo>
                    <a:pt x="19857" y="246226"/>
                  </a:lnTo>
                  <a:lnTo>
                    <a:pt x="22440" y="250861"/>
                  </a:lnTo>
                  <a:lnTo>
                    <a:pt x="25169" y="255412"/>
                  </a:lnTo>
                  <a:lnTo>
                    <a:pt x="28042" y="259874"/>
                  </a:lnTo>
                  <a:lnTo>
                    <a:pt x="31054" y="264242"/>
                  </a:lnTo>
                  <a:lnTo>
                    <a:pt x="34204" y="268513"/>
                  </a:lnTo>
                  <a:lnTo>
                    <a:pt x="37488" y="272682"/>
                  </a:lnTo>
                  <a:lnTo>
                    <a:pt x="40902" y="276744"/>
                  </a:lnTo>
                  <a:lnTo>
                    <a:pt x="44444" y="280695"/>
                  </a:lnTo>
                  <a:lnTo>
                    <a:pt x="48109" y="284533"/>
                  </a:lnTo>
                  <a:lnTo>
                    <a:pt x="51894" y="288252"/>
                  </a:lnTo>
                  <a:lnTo>
                    <a:pt x="55795" y="291849"/>
                  </a:lnTo>
                  <a:lnTo>
                    <a:pt x="59809" y="295320"/>
                  </a:lnTo>
                  <a:lnTo>
                    <a:pt x="63930" y="298663"/>
                  </a:lnTo>
                  <a:lnTo>
                    <a:pt x="68156" y="301873"/>
                  </a:lnTo>
                  <a:lnTo>
                    <a:pt x="72481" y="304947"/>
                  </a:lnTo>
                  <a:lnTo>
                    <a:pt x="76902" y="307882"/>
                  </a:lnTo>
                  <a:lnTo>
                    <a:pt x="81414" y="310675"/>
                  </a:lnTo>
                  <a:lnTo>
                    <a:pt x="86012" y="313324"/>
                  </a:lnTo>
                  <a:lnTo>
                    <a:pt x="90692" y="315826"/>
                  </a:lnTo>
                  <a:lnTo>
                    <a:pt x="95448" y="318178"/>
                  </a:lnTo>
                  <a:lnTo>
                    <a:pt x="100278" y="320377"/>
                  </a:lnTo>
                  <a:lnTo>
                    <a:pt x="105174" y="322422"/>
                  </a:lnTo>
                  <a:lnTo>
                    <a:pt x="110133" y="324311"/>
                  </a:lnTo>
                  <a:lnTo>
                    <a:pt x="115149" y="326042"/>
                  </a:lnTo>
                  <a:lnTo>
                    <a:pt x="120218" y="327612"/>
                  </a:lnTo>
                  <a:lnTo>
                    <a:pt x="125334" y="329021"/>
                  </a:lnTo>
                  <a:lnTo>
                    <a:pt x="130493" y="330266"/>
                  </a:lnTo>
                  <a:lnTo>
                    <a:pt x="135688" y="331347"/>
                  </a:lnTo>
                  <a:lnTo>
                    <a:pt x="140915" y="332263"/>
                  </a:lnTo>
                  <a:lnTo>
                    <a:pt x="146168" y="333013"/>
                  </a:lnTo>
                  <a:lnTo>
                    <a:pt x="151442" y="333595"/>
                  </a:lnTo>
                  <a:lnTo>
                    <a:pt x="156733" y="334010"/>
                  </a:lnTo>
                  <a:lnTo>
                    <a:pt x="162033" y="334256"/>
                  </a:lnTo>
                  <a:lnTo>
                    <a:pt x="167339" y="334334"/>
                  </a:lnTo>
                  <a:lnTo>
                    <a:pt x="172645" y="334244"/>
                  </a:lnTo>
                  <a:lnTo>
                    <a:pt x="177945" y="333985"/>
                  </a:lnTo>
                  <a:lnTo>
                    <a:pt x="183234" y="333559"/>
                  </a:lnTo>
                  <a:lnTo>
                    <a:pt x="188507" y="332964"/>
                  </a:lnTo>
                  <a:lnTo>
                    <a:pt x="193759" y="332203"/>
                  </a:lnTo>
                  <a:lnTo>
                    <a:pt x="198984" y="331275"/>
                  </a:lnTo>
                  <a:lnTo>
                    <a:pt x="204176" y="330182"/>
                  </a:lnTo>
                  <a:lnTo>
                    <a:pt x="209332" y="328924"/>
                  </a:lnTo>
                  <a:lnTo>
                    <a:pt x="214445" y="327504"/>
                  </a:lnTo>
                  <a:lnTo>
                    <a:pt x="219510" y="325922"/>
                  </a:lnTo>
                  <a:lnTo>
                    <a:pt x="224522" y="324180"/>
                  </a:lnTo>
                  <a:lnTo>
                    <a:pt x="229477" y="32228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964501" y="1238196"/>
              <a:ext cx="62329" cy="155112"/>
            </a:xfrm>
            <a:custGeom>
              <a:avLst/>
              <a:pathLst>
                <a:path w="62329" h="155112">
                  <a:moveTo>
                    <a:pt x="62329" y="155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964501" y="1075565"/>
              <a:ext cx="167164" cy="317743"/>
            </a:xfrm>
            <a:custGeom>
              <a:avLst/>
              <a:pathLst>
                <a:path w="167164" h="317743">
                  <a:moveTo>
                    <a:pt x="62329" y="317743"/>
                  </a:moveTo>
                  <a:lnTo>
                    <a:pt x="67256" y="315671"/>
                  </a:lnTo>
                  <a:lnTo>
                    <a:pt x="72114" y="313443"/>
                  </a:lnTo>
                  <a:lnTo>
                    <a:pt x="76899" y="311061"/>
                  </a:lnTo>
                  <a:lnTo>
                    <a:pt x="81605" y="308526"/>
                  </a:lnTo>
                  <a:lnTo>
                    <a:pt x="86227" y="305843"/>
                  </a:lnTo>
                  <a:lnTo>
                    <a:pt x="90761" y="303013"/>
                  </a:lnTo>
                  <a:lnTo>
                    <a:pt x="95203" y="300040"/>
                  </a:lnTo>
                  <a:lnTo>
                    <a:pt x="99547" y="296926"/>
                  </a:lnTo>
                  <a:lnTo>
                    <a:pt x="103790" y="293675"/>
                  </a:lnTo>
                  <a:lnTo>
                    <a:pt x="107926" y="290290"/>
                  </a:lnTo>
                  <a:lnTo>
                    <a:pt x="111952" y="286774"/>
                  </a:lnTo>
                  <a:lnTo>
                    <a:pt x="115864" y="283131"/>
                  </a:lnTo>
                  <a:lnTo>
                    <a:pt x="119657" y="279366"/>
                  </a:lnTo>
                  <a:lnTo>
                    <a:pt x="123327" y="275481"/>
                  </a:lnTo>
                  <a:lnTo>
                    <a:pt x="126872" y="271480"/>
                  </a:lnTo>
                  <a:lnTo>
                    <a:pt x="130287" y="267369"/>
                  </a:lnTo>
                  <a:lnTo>
                    <a:pt x="133569" y="263150"/>
                  </a:lnTo>
                  <a:lnTo>
                    <a:pt x="136714" y="258828"/>
                  </a:lnTo>
                  <a:lnTo>
                    <a:pt x="139720" y="254409"/>
                  </a:lnTo>
                  <a:lnTo>
                    <a:pt x="142582" y="249895"/>
                  </a:lnTo>
                  <a:lnTo>
                    <a:pt x="145299" y="245292"/>
                  </a:lnTo>
                  <a:lnTo>
                    <a:pt x="147868" y="240605"/>
                  </a:lnTo>
                  <a:lnTo>
                    <a:pt x="150285" y="235837"/>
                  </a:lnTo>
                  <a:lnTo>
                    <a:pt x="152548" y="230996"/>
                  </a:lnTo>
                  <a:lnTo>
                    <a:pt x="154656" y="226084"/>
                  </a:lnTo>
                  <a:lnTo>
                    <a:pt x="156606" y="221107"/>
                  </a:lnTo>
                  <a:lnTo>
                    <a:pt x="158395" y="216070"/>
                  </a:lnTo>
                  <a:lnTo>
                    <a:pt x="160022" y="210979"/>
                  </a:lnTo>
                  <a:lnTo>
                    <a:pt x="161486" y="205839"/>
                  </a:lnTo>
                  <a:lnTo>
                    <a:pt x="162785" y="200654"/>
                  </a:lnTo>
                  <a:lnTo>
                    <a:pt x="163918" y="195431"/>
                  </a:lnTo>
                  <a:lnTo>
                    <a:pt x="164882" y="190173"/>
                  </a:lnTo>
                  <a:lnTo>
                    <a:pt x="165679" y="184888"/>
                  </a:lnTo>
                  <a:lnTo>
                    <a:pt x="166305" y="179580"/>
                  </a:lnTo>
                  <a:lnTo>
                    <a:pt x="166762" y="174255"/>
                  </a:lnTo>
                  <a:lnTo>
                    <a:pt x="167049" y="168917"/>
                  </a:lnTo>
                  <a:lnTo>
                    <a:pt x="167164" y="163574"/>
                  </a:lnTo>
                  <a:lnTo>
                    <a:pt x="167109" y="158229"/>
                  </a:lnTo>
                  <a:lnTo>
                    <a:pt x="166883" y="152889"/>
                  </a:lnTo>
                  <a:lnTo>
                    <a:pt x="166486" y="147559"/>
                  </a:lnTo>
                  <a:lnTo>
                    <a:pt x="165919" y="142244"/>
                  </a:lnTo>
                  <a:lnTo>
                    <a:pt x="165183" y="136950"/>
                  </a:lnTo>
                  <a:lnTo>
                    <a:pt x="164277" y="131683"/>
                  </a:lnTo>
                  <a:lnTo>
                    <a:pt x="163204" y="126446"/>
                  </a:lnTo>
                  <a:lnTo>
                    <a:pt x="161964" y="121247"/>
                  </a:lnTo>
                  <a:lnTo>
                    <a:pt x="160558" y="116091"/>
                  </a:lnTo>
                  <a:lnTo>
                    <a:pt x="158988" y="110982"/>
                  </a:lnTo>
                  <a:lnTo>
                    <a:pt x="157256" y="105925"/>
                  </a:lnTo>
                  <a:lnTo>
                    <a:pt x="155362" y="100927"/>
                  </a:lnTo>
                  <a:lnTo>
                    <a:pt x="153310" y="95991"/>
                  </a:lnTo>
                  <a:lnTo>
                    <a:pt x="151101" y="91124"/>
                  </a:lnTo>
                  <a:lnTo>
                    <a:pt x="148738" y="86330"/>
                  </a:lnTo>
                  <a:lnTo>
                    <a:pt x="146223" y="81614"/>
                  </a:lnTo>
                  <a:lnTo>
                    <a:pt x="143558" y="76981"/>
                  </a:lnTo>
                  <a:lnTo>
                    <a:pt x="140747" y="72435"/>
                  </a:lnTo>
                  <a:lnTo>
                    <a:pt x="137791" y="67982"/>
                  </a:lnTo>
                  <a:lnTo>
                    <a:pt x="134695" y="63625"/>
                  </a:lnTo>
                  <a:lnTo>
                    <a:pt x="131461" y="59369"/>
                  </a:lnTo>
                  <a:lnTo>
                    <a:pt x="128092" y="55219"/>
                  </a:lnTo>
                  <a:lnTo>
                    <a:pt x="124593" y="51179"/>
                  </a:lnTo>
                  <a:lnTo>
                    <a:pt x="120966" y="47253"/>
                  </a:lnTo>
                  <a:lnTo>
                    <a:pt x="117216" y="43445"/>
                  </a:lnTo>
                  <a:lnTo>
                    <a:pt x="113346" y="39758"/>
                  </a:lnTo>
                  <a:lnTo>
                    <a:pt x="109360" y="36198"/>
                  </a:lnTo>
                  <a:lnTo>
                    <a:pt x="105262" y="32766"/>
                  </a:lnTo>
                  <a:lnTo>
                    <a:pt x="101056" y="29467"/>
                  </a:lnTo>
                  <a:lnTo>
                    <a:pt x="96748" y="26305"/>
                  </a:lnTo>
                  <a:lnTo>
                    <a:pt x="92340" y="23281"/>
                  </a:lnTo>
                  <a:lnTo>
                    <a:pt x="87838" y="20400"/>
                  </a:lnTo>
                  <a:lnTo>
                    <a:pt x="83246" y="17665"/>
                  </a:lnTo>
                  <a:lnTo>
                    <a:pt x="78569" y="15078"/>
                  </a:lnTo>
                  <a:lnTo>
                    <a:pt x="73812" y="12641"/>
                  </a:lnTo>
                  <a:lnTo>
                    <a:pt x="68979" y="10358"/>
                  </a:lnTo>
                  <a:lnTo>
                    <a:pt x="64075" y="8231"/>
                  </a:lnTo>
                  <a:lnTo>
                    <a:pt x="59107" y="6261"/>
                  </a:lnTo>
                  <a:lnTo>
                    <a:pt x="54077" y="4452"/>
                  </a:lnTo>
                  <a:lnTo>
                    <a:pt x="48993" y="2804"/>
                  </a:lnTo>
                  <a:lnTo>
                    <a:pt x="43858" y="1319"/>
                  </a:lnTo>
                  <a:lnTo>
                    <a:pt x="38679" y="0"/>
                  </a:lnTo>
                  <a:lnTo>
                    <a:pt x="0" y="1626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964501" y="1071028"/>
              <a:ext cx="38679" cy="167167"/>
            </a:xfrm>
            <a:custGeom>
              <a:avLst/>
              <a:pathLst>
                <a:path w="38679" h="167167">
                  <a:moveTo>
                    <a:pt x="38679" y="4536"/>
                  </a:moveTo>
                  <a:lnTo>
                    <a:pt x="32322" y="3154"/>
                  </a:lnTo>
                  <a:lnTo>
                    <a:pt x="25917" y="2021"/>
                  </a:lnTo>
                  <a:lnTo>
                    <a:pt x="19472" y="1137"/>
                  </a:lnTo>
                  <a:lnTo>
                    <a:pt x="12997" y="506"/>
                  </a:lnTo>
                  <a:lnTo>
                    <a:pt x="6503" y="12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1083" y="1322571"/>
              <a:ext cx="147637" cy="167167"/>
            </a:xfrm>
            <a:custGeom>
              <a:avLst/>
              <a:pathLst>
                <a:path w="147637" h="167167">
                  <a:moveTo>
                    <a:pt x="147637" y="0"/>
                  </a:moveTo>
                  <a:lnTo>
                    <a:pt x="142154" y="89"/>
                  </a:lnTo>
                  <a:lnTo>
                    <a:pt x="136676" y="359"/>
                  </a:lnTo>
                  <a:lnTo>
                    <a:pt x="131211" y="808"/>
                  </a:lnTo>
                  <a:lnTo>
                    <a:pt x="125764" y="1437"/>
                  </a:lnTo>
                  <a:lnTo>
                    <a:pt x="120339" y="2243"/>
                  </a:lnTo>
                  <a:lnTo>
                    <a:pt x="114945" y="3227"/>
                  </a:lnTo>
                  <a:lnTo>
                    <a:pt x="109585" y="4388"/>
                  </a:lnTo>
                  <a:lnTo>
                    <a:pt x="104267" y="5723"/>
                  </a:lnTo>
                  <a:lnTo>
                    <a:pt x="98995" y="7233"/>
                  </a:lnTo>
                  <a:lnTo>
                    <a:pt x="93775" y="8914"/>
                  </a:lnTo>
                  <a:lnTo>
                    <a:pt x="88614" y="10766"/>
                  </a:lnTo>
                  <a:lnTo>
                    <a:pt x="83515" y="12786"/>
                  </a:lnTo>
                  <a:lnTo>
                    <a:pt x="78486" y="14972"/>
                  </a:lnTo>
                  <a:lnTo>
                    <a:pt x="73532" y="17322"/>
                  </a:lnTo>
                  <a:lnTo>
                    <a:pt x="68657" y="19834"/>
                  </a:lnTo>
                  <a:lnTo>
                    <a:pt x="63867" y="22503"/>
                  </a:lnTo>
                  <a:lnTo>
                    <a:pt x="59167" y="25329"/>
                  </a:lnTo>
                  <a:lnTo>
                    <a:pt x="54562" y="28307"/>
                  </a:lnTo>
                  <a:lnTo>
                    <a:pt x="50058" y="31434"/>
                  </a:lnTo>
                  <a:lnTo>
                    <a:pt x="45658" y="34708"/>
                  </a:lnTo>
                  <a:lnTo>
                    <a:pt x="41369" y="38124"/>
                  </a:lnTo>
                  <a:lnTo>
                    <a:pt x="37193" y="41679"/>
                  </a:lnTo>
                  <a:lnTo>
                    <a:pt x="33137" y="45369"/>
                  </a:lnTo>
                  <a:lnTo>
                    <a:pt x="29203" y="49190"/>
                  </a:lnTo>
                  <a:lnTo>
                    <a:pt x="25398" y="53138"/>
                  </a:lnTo>
                  <a:lnTo>
                    <a:pt x="21723" y="57209"/>
                  </a:lnTo>
                  <a:lnTo>
                    <a:pt x="18184" y="61398"/>
                  </a:lnTo>
                  <a:lnTo>
                    <a:pt x="14785" y="65701"/>
                  </a:lnTo>
                  <a:lnTo>
                    <a:pt x="11528" y="70113"/>
                  </a:lnTo>
                  <a:lnTo>
                    <a:pt x="8418" y="74629"/>
                  </a:lnTo>
                  <a:lnTo>
                    <a:pt x="5458" y="79245"/>
                  </a:lnTo>
                  <a:lnTo>
                    <a:pt x="2651" y="83956"/>
                  </a:lnTo>
                  <a:lnTo>
                    <a:pt x="0" y="88756"/>
                  </a:lnTo>
                  <a:lnTo>
                    <a:pt x="14763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341083" y="1411328"/>
              <a:ext cx="147637" cy="78410"/>
            </a:xfrm>
            <a:custGeom>
              <a:avLst/>
              <a:pathLst>
                <a:path w="147637" h="78410">
                  <a:moveTo>
                    <a:pt x="0" y="0"/>
                  </a:moveTo>
                  <a:lnTo>
                    <a:pt x="147637" y="78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321563" y="1367225"/>
              <a:ext cx="334322" cy="289675"/>
            </a:xfrm>
            <a:custGeom>
              <a:avLst/>
              <a:pathLst>
                <a:path w="334322" h="289675">
                  <a:moveTo>
                    <a:pt x="19519" y="44102"/>
                  </a:moveTo>
                  <a:lnTo>
                    <a:pt x="17101" y="48837"/>
                  </a:lnTo>
                  <a:lnTo>
                    <a:pt x="14834" y="53645"/>
                  </a:lnTo>
                  <a:lnTo>
                    <a:pt x="12721" y="58523"/>
                  </a:lnTo>
                  <a:lnTo>
                    <a:pt x="10765" y="63466"/>
                  </a:lnTo>
                  <a:lnTo>
                    <a:pt x="8966" y="68469"/>
                  </a:lnTo>
                  <a:lnTo>
                    <a:pt x="7328" y="73526"/>
                  </a:lnTo>
                  <a:lnTo>
                    <a:pt x="5851" y="78633"/>
                  </a:lnTo>
                  <a:lnTo>
                    <a:pt x="4537" y="83785"/>
                  </a:lnTo>
                  <a:lnTo>
                    <a:pt x="3388" y="88975"/>
                  </a:lnTo>
                  <a:lnTo>
                    <a:pt x="2404" y="94199"/>
                  </a:lnTo>
                  <a:lnTo>
                    <a:pt x="1587" y="99452"/>
                  </a:lnTo>
                  <a:lnTo>
                    <a:pt x="938" y="104729"/>
                  </a:lnTo>
                  <a:lnTo>
                    <a:pt x="456" y="110023"/>
                  </a:lnTo>
                  <a:lnTo>
                    <a:pt x="143" y="115330"/>
                  </a:lnTo>
                  <a:lnTo>
                    <a:pt x="0" y="120644"/>
                  </a:lnTo>
                  <a:lnTo>
                    <a:pt x="25" y="125960"/>
                  </a:lnTo>
                  <a:lnTo>
                    <a:pt x="219" y="131273"/>
                  </a:lnTo>
                  <a:lnTo>
                    <a:pt x="582" y="136576"/>
                  </a:lnTo>
                  <a:lnTo>
                    <a:pt x="1113" y="141866"/>
                  </a:lnTo>
                  <a:lnTo>
                    <a:pt x="1812" y="147136"/>
                  </a:lnTo>
                  <a:lnTo>
                    <a:pt x="2679" y="152381"/>
                  </a:lnTo>
                  <a:lnTo>
                    <a:pt x="3712" y="157596"/>
                  </a:lnTo>
                  <a:lnTo>
                    <a:pt x="4910" y="162775"/>
                  </a:lnTo>
                  <a:lnTo>
                    <a:pt x="6272" y="167914"/>
                  </a:lnTo>
                  <a:lnTo>
                    <a:pt x="7797" y="173006"/>
                  </a:lnTo>
                  <a:lnTo>
                    <a:pt x="9483" y="178048"/>
                  </a:lnTo>
                  <a:lnTo>
                    <a:pt x="11329" y="183033"/>
                  </a:lnTo>
                  <a:lnTo>
                    <a:pt x="13332" y="187958"/>
                  </a:lnTo>
                  <a:lnTo>
                    <a:pt x="15491" y="192816"/>
                  </a:lnTo>
                  <a:lnTo>
                    <a:pt x="17803" y="197603"/>
                  </a:lnTo>
                  <a:lnTo>
                    <a:pt x="20266" y="202314"/>
                  </a:lnTo>
                  <a:lnTo>
                    <a:pt x="22878" y="206944"/>
                  </a:lnTo>
                  <a:lnTo>
                    <a:pt x="25635" y="211489"/>
                  </a:lnTo>
                  <a:lnTo>
                    <a:pt x="28536" y="215944"/>
                  </a:lnTo>
                  <a:lnTo>
                    <a:pt x="31577" y="220305"/>
                  </a:lnTo>
                  <a:lnTo>
                    <a:pt x="34755" y="224566"/>
                  </a:lnTo>
                  <a:lnTo>
                    <a:pt x="38067" y="228725"/>
                  </a:lnTo>
                  <a:lnTo>
                    <a:pt x="41510" y="232776"/>
                  </a:lnTo>
                  <a:lnTo>
                    <a:pt x="45079" y="236715"/>
                  </a:lnTo>
                  <a:lnTo>
                    <a:pt x="48772" y="240539"/>
                  </a:lnTo>
                  <a:lnTo>
                    <a:pt x="52585" y="244244"/>
                  </a:lnTo>
                  <a:lnTo>
                    <a:pt x="56514" y="247825"/>
                  </a:lnTo>
                  <a:lnTo>
                    <a:pt x="60554" y="251280"/>
                  </a:lnTo>
                  <a:lnTo>
                    <a:pt x="64702" y="254604"/>
                  </a:lnTo>
                  <a:lnTo>
                    <a:pt x="68954" y="257795"/>
                  </a:lnTo>
                  <a:lnTo>
                    <a:pt x="73306" y="260850"/>
                  </a:lnTo>
                  <a:lnTo>
                    <a:pt x="77752" y="263764"/>
                  </a:lnTo>
                  <a:lnTo>
                    <a:pt x="82288" y="266535"/>
                  </a:lnTo>
                  <a:lnTo>
                    <a:pt x="86911" y="269161"/>
                  </a:lnTo>
                  <a:lnTo>
                    <a:pt x="91614" y="271638"/>
                  </a:lnTo>
                  <a:lnTo>
                    <a:pt x="96394" y="273965"/>
                  </a:lnTo>
                  <a:lnTo>
                    <a:pt x="101246" y="276138"/>
                  </a:lnTo>
                  <a:lnTo>
                    <a:pt x="106164" y="278157"/>
                  </a:lnTo>
                  <a:lnTo>
                    <a:pt x="111144" y="280017"/>
                  </a:lnTo>
                  <a:lnTo>
                    <a:pt x="116180" y="281719"/>
                  </a:lnTo>
                  <a:lnTo>
                    <a:pt x="121268" y="283259"/>
                  </a:lnTo>
                  <a:lnTo>
                    <a:pt x="126403" y="284637"/>
                  </a:lnTo>
                  <a:lnTo>
                    <a:pt x="131579" y="285851"/>
                  </a:lnTo>
                  <a:lnTo>
                    <a:pt x="136790" y="286899"/>
                  </a:lnTo>
                  <a:lnTo>
                    <a:pt x="142033" y="287782"/>
                  </a:lnTo>
                  <a:lnTo>
                    <a:pt x="147300" y="288497"/>
                  </a:lnTo>
                  <a:lnTo>
                    <a:pt x="152588" y="289045"/>
                  </a:lnTo>
                  <a:lnTo>
                    <a:pt x="157891" y="289424"/>
                  </a:lnTo>
                  <a:lnTo>
                    <a:pt x="163203" y="289634"/>
                  </a:lnTo>
                  <a:lnTo>
                    <a:pt x="168519" y="289675"/>
                  </a:lnTo>
                  <a:lnTo>
                    <a:pt x="173833" y="289547"/>
                  </a:lnTo>
                  <a:lnTo>
                    <a:pt x="179141" y="289250"/>
                  </a:lnTo>
                  <a:lnTo>
                    <a:pt x="184437" y="288785"/>
                  </a:lnTo>
                  <a:lnTo>
                    <a:pt x="189715" y="288152"/>
                  </a:lnTo>
                  <a:lnTo>
                    <a:pt x="194971" y="287350"/>
                  </a:lnTo>
                  <a:lnTo>
                    <a:pt x="200198" y="286383"/>
                  </a:lnTo>
                  <a:lnTo>
                    <a:pt x="205392" y="285249"/>
                  </a:lnTo>
                  <a:lnTo>
                    <a:pt x="210547" y="283951"/>
                  </a:lnTo>
                  <a:lnTo>
                    <a:pt x="215658" y="282490"/>
                  </a:lnTo>
                  <a:lnTo>
                    <a:pt x="220721" y="280867"/>
                  </a:lnTo>
                  <a:lnTo>
                    <a:pt x="225729" y="279083"/>
                  </a:lnTo>
                  <a:lnTo>
                    <a:pt x="230678" y="277142"/>
                  </a:lnTo>
                  <a:lnTo>
                    <a:pt x="235562" y="275044"/>
                  </a:lnTo>
                  <a:lnTo>
                    <a:pt x="240378" y="272792"/>
                  </a:lnTo>
                  <a:lnTo>
                    <a:pt x="245119" y="270387"/>
                  </a:lnTo>
                  <a:lnTo>
                    <a:pt x="249782" y="267834"/>
                  </a:lnTo>
                  <a:lnTo>
                    <a:pt x="254361" y="265133"/>
                  </a:lnTo>
                  <a:lnTo>
                    <a:pt x="258852" y="262288"/>
                  </a:lnTo>
                  <a:lnTo>
                    <a:pt x="263250" y="259302"/>
                  </a:lnTo>
                  <a:lnTo>
                    <a:pt x="267551" y="256177"/>
                  </a:lnTo>
                  <a:lnTo>
                    <a:pt x="271750" y="252917"/>
                  </a:lnTo>
                  <a:lnTo>
                    <a:pt x="275843" y="249525"/>
                  </a:lnTo>
                  <a:lnTo>
                    <a:pt x="279827" y="246005"/>
                  </a:lnTo>
                  <a:lnTo>
                    <a:pt x="283697" y="242360"/>
                  </a:lnTo>
                  <a:lnTo>
                    <a:pt x="287449" y="238594"/>
                  </a:lnTo>
                  <a:lnTo>
                    <a:pt x="291079" y="234710"/>
                  </a:lnTo>
                  <a:lnTo>
                    <a:pt x="294584" y="230713"/>
                  </a:lnTo>
                  <a:lnTo>
                    <a:pt x="297960" y="226607"/>
                  </a:lnTo>
                  <a:lnTo>
                    <a:pt x="301204" y="222395"/>
                  </a:lnTo>
                  <a:lnTo>
                    <a:pt x="304312" y="218082"/>
                  </a:lnTo>
                  <a:lnTo>
                    <a:pt x="307281" y="213672"/>
                  </a:lnTo>
                  <a:lnTo>
                    <a:pt x="310109" y="209171"/>
                  </a:lnTo>
                  <a:lnTo>
                    <a:pt x="312792" y="204581"/>
                  </a:lnTo>
                  <a:lnTo>
                    <a:pt x="315328" y="199909"/>
                  </a:lnTo>
                  <a:lnTo>
                    <a:pt x="317714" y="195159"/>
                  </a:lnTo>
                  <a:lnTo>
                    <a:pt x="319948" y="190335"/>
                  </a:lnTo>
                  <a:lnTo>
                    <a:pt x="322027" y="185442"/>
                  </a:lnTo>
                  <a:lnTo>
                    <a:pt x="323950" y="180486"/>
                  </a:lnTo>
                  <a:lnTo>
                    <a:pt x="325714" y="175471"/>
                  </a:lnTo>
                  <a:lnTo>
                    <a:pt x="327318" y="170402"/>
                  </a:lnTo>
                  <a:lnTo>
                    <a:pt x="328759" y="165285"/>
                  </a:lnTo>
                  <a:lnTo>
                    <a:pt x="330038" y="160125"/>
                  </a:lnTo>
                  <a:lnTo>
                    <a:pt x="331151" y="154927"/>
                  </a:lnTo>
                  <a:lnTo>
                    <a:pt x="332099" y="149696"/>
                  </a:lnTo>
                  <a:lnTo>
                    <a:pt x="332880" y="144438"/>
                  </a:lnTo>
                  <a:lnTo>
                    <a:pt x="333493" y="139157"/>
                  </a:lnTo>
                  <a:lnTo>
                    <a:pt x="333938" y="133860"/>
                  </a:lnTo>
                  <a:lnTo>
                    <a:pt x="334215" y="128551"/>
                  </a:lnTo>
                  <a:lnTo>
                    <a:pt x="334322" y="123236"/>
                  </a:lnTo>
                  <a:lnTo>
                    <a:pt x="334261" y="117920"/>
                  </a:lnTo>
                  <a:lnTo>
                    <a:pt x="334030" y="112609"/>
                  </a:lnTo>
                  <a:lnTo>
                    <a:pt x="333631" y="107308"/>
                  </a:lnTo>
                  <a:lnTo>
                    <a:pt x="333063" y="102022"/>
                  </a:lnTo>
                  <a:lnTo>
                    <a:pt x="332328" y="96757"/>
                  </a:lnTo>
                  <a:lnTo>
                    <a:pt x="331425" y="91518"/>
                  </a:lnTo>
                  <a:lnTo>
                    <a:pt x="330357" y="86310"/>
                  </a:lnTo>
                  <a:lnTo>
                    <a:pt x="329123" y="81139"/>
                  </a:lnTo>
                  <a:lnTo>
                    <a:pt x="327726" y="76010"/>
                  </a:lnTo>
                  <a:lnTo>
                    <a:pt x="326166" y="70928"/>
                  </a:lnTo>
                  <a:lnTo>
                    <a:pt x="324445" y="65898"/>
                  </a:lnTo>
                  <a:lnTo>
                    <a:pt x="322565" y="60925"/>
                  </a:lnTo>
                  <a:lnTo>
                    <a:pt x="320528" y="56015"/>
                  </a:lnTo>
                  <a:lnTo>
                    <a:pt x="318336" y="51172"/>
                  </a:lnTo>
                  <a:lnTo>
                    <a:pt x="315991" y="46401"/>
                  </a:lnTo>
                  <a:lnTo>
                    <a:pt x="313496" y="41707"/>
                  </a:lnTo>
                  <a:lnTo>
                    <a:pt x="310853" y="37094"/>
                  </a:lnTo>
                  <a:lnTo>
                    <a:pt x="308064" y="32568"/>
                  </a:lnTo>
                  <a:lnTo>
                    <a:pt x="305133" y="28133"/>
                  </a:lnTo>
                  <a:lnTo>
                    <a:pt x="302062" y="23794"/>
                  </a:lnTo>
                  <a:lnTo>
                    <a:pt x="298855" y="19554"/>
                  </a:lnTo>
                  <a:lnTo>
                    <a:pt x="295514" y="15419"/>
                  </a:lnTo>
                  <a:lnTo>
                    <a:pt x="292044" y="11391"/>
                  </a:lnTo>
                  <a:lnTo>
                    <a:pt x="288447" y="7476"/>
                  </a:lnTo>
                  <a:lnTo>
                    <a:pt x="284728" y="3678"/>
                  </a:lnTo>
                  <a:lnTo>
                    <a:pt x="280890" y="0"/>
                  </a:lnTo>
                  <a:lnTo>
                    <a:pt x="167156" y="1225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488720" y="1322571"/>
              <a:ext cx="113733" cy="167167"/>
            </a:xfrm>
            <a:custGeom>
              <a:avLst/>
              <a:pathLst>
                <a:path w="113733" h="167167">
                  <a:moveTo>
                    <a:pt x="113733" y="44653"/>
                  </a:moveTo>
                  <a:lnTo>
                    <a:pt x="109501" y="40857"/>
                  </a:lnTo>
                  <a:lnTo>
                    <a:pt x="105143" y="37206"/>
                  </a:lnTo>
                  <a:lnTo>
                    <a:pt x="100663" y="33706"/>
                  </a:lnTo>
                  <a:lnTo>
                    <a:pt x="96066" y="30360"/>
                  </a:lnTo>
                  <a:lnTo>
                    <a:pt x="91359" y="27172"/>
                  </a:lnTo>
                  <a:lnTo>
                    <a:pt x="86545" y="24147"/>
                  </a:lnTo>
                  <a:lnTo>
                    <a:pt x="81632" y="21286"/>
                  </a:lnTo>
                  <a:lnTo>
                    <a:pt x="76624" y="18595"/>
                  </a:lnTo>
                  <a:lnTo>
                    <a:pt x="71527" y="16075"/>
                  </a:lnTo>
                  <a:lnTo>
                    <a:pt x="66348" y="13730"/>
                  </a:lnTo>
                  <a:lnTo>
                    <a:pt x="61092" y="11563"/>
                  </a:lnTo>
                  <a:lnTo>
                    <a:pt x="55766" y="9575"/>
                  </a:lnTo>
                  <a:lnTo>
                    <a:pt x="50375" y="7770"/>
                  </a:lnTo>
                  <a:lnTo>
                    <a:pt x="44925" y="6149"/>
                  </a:lnTo>
                  <a:lnTo>
                    <a:pt x="39424" y="4715"/>
                  </a:lnTo>
                  <a:lnTo>
                    <a:pt x="33877" y="3468"/>
                  </a:lnTo>
                  <a:lnTo>
                    <a:pt x="28291" y="2411"/>
                  </a:lnTo>
                  <a:lnTo>
                    <a:pt x="22672" y="1544"/>
                  </a:lnTo>
                  <a:lnTo>
                    <a:pt x="17027" y="869"/>
                  </a:lnTo>
                  <a:lnTo>
                    <a:pt x="11362" y="386"/>
                  </a:lnTo>
                  <a:lnTo>
                    <a:pt x="5684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0722" y="1681503"/>
              <a:ext cx="95802" cy="167167"/>
            </a:xfrm>
            <a:custGeom>
              <a:avLst/>
              <a:pathLst>
                <a:path w="95802" h="167167">
                  <a:moveTo>
                    <a:pt x="95802" y="0"/>
                  </a:moveTo>
                  <a:lnTo>
                    <a:pt x="90135" y="96"/>
                  </a:lnTo>
                  <a:lnTo>
                    <a:pt x="84475" y="384"/>
                  </a:lnTo>
                  <a:lnTo>
                    <a:pt x="78828" y="863"/>
                  </a:lnTo>
                  <a:lnTo>
                    <a:pt x="73201" y="1534"/>
                  </a:lnTo>
                  <a:lnTo>
                    <a:pt x="67599" y="2396"/>
                  </a:lnTo>
                  <a:lnTo>
                    <a:pt x="62030" y="3446"/>
                  </a:lnTo>
                  <a:lnTo>
                    <a:pt x="56500" y="4685"/>
                  </a:lnTo>
                  <a:lnTo>
                    <a:pt x="51015" y="6111"/>
                  </a:lnTo>
                  <a:lnTo>
                    <a:pt x="45581" y="7722"/>
                  </a:lnTo>
                  <a:lnTo>
                    <a:pt x="40205" y="9516"/>
                  </a:lnTo>
                  <a:lnTo>
                    <a:pt x="34893" y="11491"/>
                  </a:lnTo>
                  <a:lnTo>
                    <a:pt x="29651" y="13645"/>
                  </a:lnTo>
                  <a:lnTo>
                    <a:pt x="24485" y="15976"/>
                  </a:lnTo>
                  <a:lnTo>
                    <a:pt x="19401" y="18480"/>
                  </a:lnTo>
                  <a:lnTo>
                    <a:pt x="14404" y="21155"/>
                  </a:lnTo>
                  <a:lnTo>
                    <a:pt x="9502" y="23998"/>
                  </a:lnTo>
                  <a:lnTo>
                    <a:pt x="4698" y="27006"/>
                  </a:lnTo>
                  <a:lnTo>
                    <a:pt x="0" y="30175"/>
                  </a:lnTo>
                  <a:lnTo>
                    <a:pt x="958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990722" y="1711678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919365" y="1681503"/>
              <a:ext cx="334310" cy="334333"/>
            </a:xfrm>
            <a:custGeom>
              <a:avLst/>
              <a:pathLst>
                <a:path w="334310" h="334333">
                  <a:moveTo>
                    <a:pt x="71356" y="30175"/>
                  </a:moveTo>
                  <a:lnTo>
                    <a:pt x="67064" y="33279"/>
                  </a:lnTo>
                  <a:lnTo>
                    <a:pt x="62871" y="36518"/>
                  </a:lnTo>
                  <a:lnTo>
                    <a:pt x="58784" y="39888"/>
                  </a:lnTo>
                  <a:lnTo>
                    <a:pt x="54805" y="43386"/>
                  </a:lnTo>
                  <a:lnTo>
                    <a:pt x="50940" y="47009"/>
                  </a:lnTo>
                  <a:lnTo>
                    <a:pt x="47190" y="50752"/>
                  </a:lnTo>
                  <a:lnTo>
                    <a:pt x="43562" y="54612"/>
                  </a:lnTo>
                  <a:lnTo>
                    <a:pt x="40057" y="58585"/>
                  </a:lnTo>
                  <a:lnTo>
                    <a:pt x="36681" y="62667"/>
                  </a:lnTo>
                  <a:lnTo>
                    <a:pt x="33435" y="66853"/>
                  </a:lnTo>
                  <a:lnTo>
                    <a:pt x="30323" y="71141"/>
                  </a:lnTo>
                  <a:lnTo>
                    <a:pt x="27349" y="75525"/>
                  </a:lnTo>
                  <a:lnTo>
                    <a:pt x="24516" y="80001"/>
                  </a:lnTo>
                  <a:lnTo>
                    <a:pt x="21825" y="84565"/>
                  </a:lnTo>
                  <a:lnTo>
                    <a:pt x="19281" y="89212"/>
                  </a:lnTo>
                  <a:lnTo>
                    <a:pt x="16885" y="93937"/>
                  </a:lnTo>
                  <a:lnTo>
                    <a:pt x="14640" y="98735"/>
                  </a:lnTo>
                  <a:lnTo>
                    <a:pt x="12548" y="103602"/>
                  </a:lnTo>
                  <a:lnTo>
                    <a:pt x="10612" y="108534"/>
                  </a:lnTo>
                  <a:lnTo>
                    <a:pt x="8832" y="113523"/>
                  </a:lnTo>
                  <a:lnTo>
                    <a:pt x="7212" y="118567"/>
                  </a:lnTo>
                  <a:lnTo>
                    <a:pt x="5752" y="123660"/>
                  </a:lnTo>
                  <a:lnTo>
                    <a:pt x="4455" y="128796"/>
                  </a:lnTo>
                  <a:lnTo>
                    <a:pt x="3321" y="133971"/>
                  </a:lnTo>
                  <a:lnTo>
                    <a:pt x="2351" y="139179"/>
                  </a:lnTo>
                  <a:lnTo>
                    <a:pt x="1547" y="144416"/>
                  </a:lnTo>
                  <a:lnTo>
                    <a:pt x="909" y="149675"/>
                  </a:lnTo>
                  <a:lnTo>
                    <a:pt x="438" y="154952"/>
                  </a:lnTo>
                  <a:lnTo>
                    <a:pt x="135" y="160241"/>
                  </a:lnTo>
                  <a:lnTo>
                    <a:pt x="0" y="165536"/>
                  </a:lnTo>
                  <a:lnTo>
                    <a:pt x="32" y="170834"/>
                  </a:lnTo>
                  <a:lnTo>
                    <a:pt x="232" y="176128"/>
                  </a:lnTo>
                  <a:lnTo>
                    <a:pt x="600" y="181413"/>
                  </a:lnTo>
                  <a:lnTo>
                    <a:pt x="1135" y="186683"/>
                  </a:lnTo>
                  <a:lnTo>
                    <a:pt x="1837" y="191934"/>
                  </a:lnTo>
                  <a:lnTo>
                    <a:pt x="2704" y="197161"/>
                  </a:lnTo>
                  <a:lnTo>
                    <a:pt x="3737" y="202357"/>
                  </a:lnTo>
                  <a:lnTo>
                    <a:pt x="4934" y="207517"/>
                  </a:lnTo>
                  <a:lnTo>
                    <a:pt x="6294" y="212637"/>
                  </a:lnTo>
                  <a:lnTo>
                    <a:pt x="7816" y="217712"/>
                  </a:lnTo>
                  <a:lnTo>
                    <a:pt x="9498" y="222736"/>
                  </a:lnTo>
                  <a:lnTo>
                    <a:pt x="11338" y="227703"/>
                  </a:lnTo>
                  <a:lnTo>
                    <a:pt x="13334" y="232611"/>
                  </a:lnTo>
                  <a:lnTo>
                    <a:pt x="15485" y="237452"/>
                  </a:lnTo>
                  <a:lnTo>
                    <a:pt x="17788" y="242223"/>
                  </a:lnTo>
                  <a:lnTo>
                    <a:pt x="20242" y="246918"/>
                  </a:lnTo>
                  <a:lnTo>
                    <a:pt x="22843" y="251533"/>
                  </a:lnTo>
                  <a:lnTo>
                    <a:pt x="25588" y="256064"/>
                  </a:lnTo>
                  <a:lnTo>
                    <a:pt x="28476" y="260505"/>
                  </a:lnTo>
                  <a:lnTo>
                    <a:pt x="31503" y="264853"/>
                  </a:lnTo>
                  <a:lnTo>
                    <a:pt x="34667" y="269102"/>
                  </a:lnTo>
                  <a:lnTo>
                    <a:pt x="37964" y="273249"/>
                  </a:lnTo>
                  <a:lnTo>
                    <a:pt x="41390" y="277290"/>
                  </a:lnTo>
                  <a:lnTo>
                    <a:pt x="44942" y="281220"/>
                  </a:lnTo>
                  <a:lnTo>
                    <a:pt x="48618" y="285035"/>
                  </a:lnTo>
                  <a:lnTo>
                    <a:pt x="52412" y="288732"/>
                  </a:lnTo>
                  <a:lnTo>
                    <a:pt x="56322" y="292307"/>
                  </a:lnTo>
                  <a:lnTo>
                    <a:pt x="60343" y="295756"/>
                  </a:lnTo>
                  <a:lnTo>
                    <a:pt x="64471" y="299077"/>
                  </a:lnTo>
                  <a:lnTo>
                    <a:pt x="68702" y="302264"/>
                  </a:lnTo>
                  <a:lnTo>
                    <a:pt x="73033" y="305316"/>
                  </a:lnTo>
                  <a:lnTo>
                    <a:pt x="77458" y="308229"/>
                  </a:lnTo>
                  <a:lnTo>
                    <a:pt x="81972" y="311001"/>
                  </a:lnTo>
                  <a:lnTo>
                    <a:pt x="86573" y="313628"/>
                  </a:lnTo>
                  <a:lnTo>
                    <a:pt x="91254" y="316108"/>
                  </a:lnTo>
                  <a:lnTo>
                    <a:pt x="96012" y="318438"/>
                  </a:lnTo>
                  <a:lnTo>
                    <a:pt x="100841" y="320617"/>
                  </a:lnTo>
                  <a:lnTo>
                    <a:pt x="105737" y="322641"/>
                  </a:lnTo>
                  <a:lnTo>
                    <a:pt x="110694" y="324509"/>
                  </a:lnTo>
                  <a:lnTo>
                    <a:pt x="115708" y="326220"/>
                  </a:lnTo>
                  <a:lnTo>
                    <a:pt x="120774" y="327770"/>
                  </a:lnTo>
                  <a:lnTo>
                    <a:pt x="125886" y="329159"/>
                  </a:lnTo>
                  <a:lnTo>
                    <a:pt x="131040" y="330386"/>
                  </a:lnTo>
                  <a:lnTo>
                    <a:pt x="136230" y="331448"/>
                  </a:lnTo>
                  <a:lnTo>
                    <a:pt x="141451" y="332346"/>
                  </a:lnTo>
                  <a:lnTo>
                    <a:pt x="146698" y="333077"/>
                  </a:lnTo>
                  <a:lnTo>
                    <a:pt x="151965" y="333642"/>
                  </a:lnTo>
                  <a:lnTo>
                    <a:pt x="157248" y="334040"/>
                  </a:lnTo>
                  <a:lnTo>
                    <a:pt x="162541" y="334271"/>
                  </a:lnTo>
                  <a:lnTo>
                    <a:pt x="167838" y="334333"/>
                  </a:lnTo>
                  <a:lnTo>
                    <a:pt x="173135" y="334228"/>
                  </a:lnTo>
                  <a:lnTo>
                    <a:pt x="178425" y="333954"/>
                  </a:lnTo>
                  <a:lnTo>
                    <a:pt x="183705" y="333514"/>
                  </a:lnTo>
                  <a:lnTo>
                    <a:pt x="188967" y="332906"/>
                  </a:lnTo>
                  <a:lnTo>
                    <a:pt x="194208" y="332131"/>
                  </a:lnTo>
                  <a:lnTo>
                    <a:pt x="199422" y="331192"/>
                  </a:lnTo>
                  <a:lnTo>
                    <a:pt x="204603" y="330087"/>
                  </a:lnTo>
                  <a:lnTo>
                    <a:pt x="209747" y="328819"/>
                  </a:lnTo>
                  <a:lnTo>
                    <a:pt x="214847" y="327388"/>
                  </a:lnTo>
                  <a:lnTo>
                    <a:pt x="219900" y="325796"/>
                  </a:lnTo>
                  <a:lnTo>
                    <a:pt x="224900" y="324046"/>
                  </a:lnTo>
                  <a:lnTo>
                    <a:pt x="229842" y="322137"/>
                  </a:lnTo>
                  <a:lnTo>
                    <a:pt x="234721" y="320073"/>
                  </a:lnTo>
                  <a:lnTo>
                    <a:pt x="239533" y="317855"/>
                  </a:lnTo>
                  <a:lnTo>
                    <a:pt x="244271" y="315486"/>
                  </a:lnTo>
                  <a:lnTo>
                    <a:pt x="248932" y="312969"/>
                  </a:lnTo>
                  <a:lnTo>
                    <a:pt x="253511" y="310304"/>
                  </a:lnTo>
                  <a:lnTo>
                    <a:pt x="258003" y="307496"/>
                  </a:lnTo>
                  <a:lnTo>
                    <a:pt x="262404" y="304547"/>
                  </a:lnTo>
                  <a:lnTo>
                    <a:pt x="266710" y="301460"/>
                  </a:lnTo>
                  <a:lnTo>
                    <a:pt x="270915" y="298238"/>
                  </a:lnTo>
                  <a:lnTo>
                    <a:pt x="275016" y="294885"/>
                  </a:lnTo>
                  <a:lnTo>
                    <a:pt x="279009" y="291403"/>
                  </a:lnTo>
                  <a:lnTo>
                    <a:pt x="282889" y="287796"/>
                  </a:lnTo>
                  <a:lnTo>
                    <a:pt x="286654" y="284068"/>
                  </a:lnTo>
                  <a:lnTo>
                    <a:pt x="290298" y="280223"/>
                  </a:lnTo>
                  <a:lnTo>
                    <a:pt x="293819" y="276265"/>
                  </a:lnTo>
                  <a:lnTo>
                    <a:pt x="297212" y="272196"/>
                  </a:lnTo>
                  <a:lnTo>
                    <a:pt x="300475" y="268023"/>
                  </a:lnTo>
                  <a:lnTo>
                    <a:pt x="303604" y="263748"/>
                  </a:lnTo>
                  <a:lnTo>
                    <a:pt x="306595" y="259376"/>
                  </a:lnTo>
                  <a:lnTo>
                    <a:pt x="309447" y="254911"/>
                  </a:lnTo>
                  <a:lnTo>
                    <a:pt x="312156" y="250358"/>
                  </a:lnTo>
                  <a:lnTo>
                    <a:pt x="314719" y="245722"/>
                  </a:lnTo>
                  <a:lnTo>
                    <a:pt x="317134" y="241007"/>
                  </a:lnTo>
                  <a:lnTo>
                    <a:pt x="319399" y="236218"/>
                  </a:lnTo>
                  <a:lnTo>
                    <a:pt x="321510" y="231359"/>
                  </a:lnTo>
                  <a:lnTo>
                    <a:pt x="323467" y="226436"/>
                  </a:lnTo>
                  <a:lnTo>
                    <a:pt x="325266" y="221453"/>
                  </a:lnTo>
                  <a:lnTo>
                    <a:pt x="326907" y="216416"/>
                  </a:lnTo>
                  <a:lnTo>
                    <a:pt x="328388" y="211329"/>
                  </a:lnTo>
                  <a:lnTo>
                    <a:pt x="329706" y="206198"/>
                  </a:lnTo>
                  <a:lnTo>
                    <a:pt x="330861" y="201028"/>
                  </a:lnTo>
                  <a:lnTo>
                    <a:pt x="331852" y="195824"/>
                  </a:lnTo>
                  <a:lnTo>
                    <a:pt x="332677" y="190591"/>
                  </a:lnTo>
                  <a:lnTo>
                    <a:pt x="333336" y="185334"/>
                  </a:lnTo>
                  <a:lnTo>
                    <a:pt x="333829" y="180059"/>
                  </a:lnTo>
                  <a:lnTo>
                    <a:pt x="334153" y="174772"/>
                  </a:lnTo>
                  <a:lnTo>
                    <a:pt x="334310" y="169476"/>
                  </a:lnTo>
                  <a:lnTo>
                    <a:pt x="334300" y="164179"/>
                  </a:lnTo>
                  <a:lnTo>
                    <a:pt x="334121" y="158884"/>
                  </a:lnTo>
                  <a:lnTo>
                    <a:pt x="333775" y="153598"/>
                  </a:lnTo>
                  <a:lnTo>
                    <a:pt x="333261" y="148325"/>
                  </a:lnTo>
                  <a:lnTo>
                    <a:pt x="332581" y="143071"/>
                  </a:lnTo>
                  <a:lnTo>
                    <a:pt x="331734" y="137841"/>
                  </a:lnTo>
                  <a:lnTo>
                    <a:pt x="330722" y="132641"/>
                  </a:lnTo>
                  <a:lnTo>
                    <a:pt x="329546" y="127476"/>
                  </a:lnTo>
                  <a:lnTo>
                    <a:pt x="328207" y="122350"/>
                  </a:lnTo>
                  <a:lnTo>
                    <a:pt x="326706" y="117270"/>
                  </a:lnTo>
                  <a:lnTo>
                    <a:pt x="325045" y="112239"/>
                  </a:lnTo>
                  <a:lnTo>
                    <a:pt x="323225" y="107264"/>
                  </a:lnTo>
                  <a:lnTo>
                    <a:pt x="321248" y="102349"/>
                  </a:lnTo>
                  <a:lnTo>
                    <a:pt x="319117" y="97499"/>
                  </a:lnTo>
                  <a:lnTo>
                    <a:pt x="316833" y="92718"/>
                  </a:lnTo>
                  <a:lnTo>
                    <a:pt x="314399" y="88013"/>
                  </a:lnTo>
                  <a:lnTo>
                    <a:pt x="311817" y="83387"/>
                  </a:lnTo>
                  <a:lnTo>
                    <a:pt x="309090" y="78846"/>
                  </a:lnTo>
                  <a:lnTo>
                    <a:pt x="306220" y="74393"/>
                  </a:lnTo>
                  <a:lnTo>
                    <a:pt x="303210" y="70033"/>
                  </a:lnTo>
                  <a:lnTo>
                    <a:pt x="300064" y="65771"/>
                  </a:lnTo>
                  <a:lnTo>
                    <a:pt x="296784" y="61610"/>
                  </a:lnTo>
                  <a:lnTo>
                    <a:pt x="293374" y="57556"/>
                  </a:lnTo>
                  <a:lnTo>
                    <a:pt x="289838" y="53611"/>
                  </a:lnTo>
                  <a:lnTo>
                    <a:pt x="286178" y="49781"/>
                  </a:lnTo>
                  <a:lnTo>
                    <a:pt x="282399" y="46069"/>
                  </a:lnTo>
                  <a:lnTo>
                    <a:pt x="278503" y="42478"/>
                  </a:lnTo>
                  <a:lnTo>
                    <a:pt x="274497" y="39012"/>
                  </a:lnTo>
                  <a:lnTo>
                    <a:pt x="270382" y="35675"/>
                  </a:lnTo>
                  <a:lnTo>
                    <a:pt x="266163" y="32471"/>
                  </a:lnTo>
                  <a:lnTo>
                    <a:pt x="261846" y="29401"/>
                  </a:lnTo>
                  <a:lnTo>
                    <a:pt x="257433" y="26470"/>
                  </a:lnTo>
                  <a:lnTo>
                    <a:pt x="252929" y="23680"/>
                  </a:lnTo>
                  <a:lnTo>
                    <a:pt x="248339" y="21034"/>
                  </a:lnTo>
                  <a:lnTo>
                    <a:pt x="243668" y="18535"/>
                  </a:lnTo>
                  <a:lnTo>
                    <a:pt x="238920" y="16186"/>
                  </a:lnTo>
                  <a:lnTo>
                    <a:pt x="234100" y="13988"/>
                  </a:lnTo>
                  <a:lnTo>
                    <a:pt x="229212" y="11943"/>
                  </a:lnTo>
                  <a:lnTo>
                    <a:pt x="224263" y="10055"/>
                  </a:lnTo>
                  <a:lnTo>
                    <a:pt x="219256" y="8325"/>
                  </a:lnTo>
                  <a:lnTo>
                    <a:pt x="214196" y="6754"/>
                  </a:lnTo>
                  <a:lnTo>
                    <a:pt x="209090" y="5344"/>
                  </a:lnTo>
                  <a:lnTo>
                    <a:pt x="203941" y="4096"/>
                  </a:lnTo>
                  <a:lnTo>
                    <a:pt x="198755" y="3013"/>
                  </a:lnTo>
                  <a:lnTo>
                    <a:pt x="193538" y="2094"/>
                  </a:lnTo>
                  <a:lnTo>
                    <a:pt x="188294" y="1341"/>
                  </a:lnTo>
                  <a:lnTo>
                    <a:pt x="183029" y="754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9" y="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63082" y="2126963"/>
              <a:ext cx="118205" cy="167167"/>
            </a:xfrm>
            <a:custGeom>
              <a:avLst/>
              <a:pathLst>
                <a:path w="118205" h="167167">
                  <a:moveTo>
                    <a:pt x="118205" y="0"/>
                  </a:moveTo>
                  <a:lnTo>
                    <a:pt x="112735" y="89"/>
                  </a:lnTo>
                  <a:lnTo>
                    <a:pt x="107271" y="357"/>
                  </a:lnTo>
                  <a:lnTo>
                    <a:pt x="101819" y="804"/>
                  </a:lnTo>
                  <a:lnTo>
                    <a:pt x="96385" y="1430"/>
                  </a:lnTo>
                  <a:lnTo>
                    <a:pt x="90974" y="2232"/>
                  </a:lnTo>
                  <a:lnTo>
                    <a:pt x="85592" y="3212"/>
                  </a:lnTo>
                  <a:lnTo>
                    <a:pt x="80245" y="4366"/>
                  </a:lnTo>
                  <a:lnTo>
                    <a:pt x="74939" y="5696"/>
                  </a:lnTo>
                  <a:lnTo>
                    <a:pt x="69679" y="7198"/>
                  </a:lnTo>
                  <a:lnTo>
                    <a:pt x="64471" y="8871"/>
                  </a:lnTo>
                  <a:lnTo>
                    <a:pt x="59320" y="10714"/>
                  </a:lnTo>
                  <a:lnTo>
                    <a:pt x="54233" y="12724"/>
                  </a:lnTo>
                  <a:lnTo>
                    <a:pt x="49214" y="14900"/>
                  </a:lnTo>
                  <a:lnTo>
                    <a:pt x="44268" y="17239"/>
                  </a:lnTo>
                  <a:lnTo>
                    <a:pt x="39403" y="19738"/>
                  </a:lnTo>
                  <a:lnTo>
                    <a:pt x="34621" y="22396"/>
                  </a:lnTo>
                  <a:lnTo>
                    <a:pt x="29929" y="25208"/>
                  </a:lnTo>
                  <a:lnTo>
                    <a:pt x="25331" y="28172"/>
                  </a:lnTo>
                  <a:lnTo>
                    <a:pt x="20833" y="31285"/>
                  </a:lnTo>
                  <a:lnTo>
                    <a:pt x="16440" y="34544"/>
                  </a:lnTo>
                  <a:lnTo>
                    <a:pt x="12155" y="37945"/>
                  </a:lnTo>
                  <a:lnTo>
                    <a:pt x="7984" y="41484"/>
                  </a:lnTo>
                  <a:lnTo>
                    <a:pt x="3930" y="45157"/>
                  </a:lnTo>
                  <a:lnTo>
                    <a:pt x="0" y="48962"/>
                  </a:lnTo>
                  <a:lnTo>
                    <a:pt x="11820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663082" y="2175925"/>
              <a:ext cx="118205" cy="118205"/>
            </a:xfrm>
            <a:custGeom>
              <a:avLst/>
              <a:pathLst>
                <a:path w="118205" h="118205">
                  <a:moveTo>
                    <a:pt x="0" y="0"/>
                  </a:moveTo>
                  <a:lnTo>
                    <a:pt x="118205" y="1182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614123" y="2130531"/>
              <a:ext cx="334331" cy="330755"/>
            </a:xfrm>
            <a:custGeom>
              <a:avLst/>
              <a:pathLst>
                <a:path w="334331" h="330755">
                  <a:moveTo>
                    <a:pt x="48958" y="45394"/>
                  </a:moveTo>
                  <a:lnTo>
                    <a:pt x="45273" y="49198"/>
                  </a:lnTo>
                  <a:lnTo>
                    <a:pt x="41710" y="53116"/>
                  </a:lnTo>
                  <a:lnTo>
                    <a:pt x="38274" y="57146"/>
                  </a:lnTo>
                  <a:lnTo>
                    <a:pt x="34966" y="61282"/>
                  </a:lnTo>
                  <a:lnTo>
                    <a:pt x="31792" y="65521"/>
                  </a:lnTo>
                  <a:lnTo>
                    <a:pt x="28753" y="69858"/>
                  </a:lnTo>
                  <a:lnTo>
                    <a:pt x="25853" y="74289"/>
                  </a:lnTo>
                  <a:lnTo>
                    <a:pt x="23095" y="78810"/>
                  </a:lnTo>
                  <a:lnTo>
                    <a:pt x="20481" y="83416"/>
                  </a:lnTo>
                  <a:lnTo>
                    <a:pt x="18015" y="88103"/>
                  </a:lnTo>
                  <a:lnTo>
                    <a:pt x="15698" y="92865"/>
                  </a:lnTo>
                  <a:lnTo>
                    <a:pt x="13534" y="97699"/>
                  </a:lnTo>
                  <a:lnTo>
                    <a:pt x="11523" y="102598"/>
                  </a:lnTo>
                  <a:lnTo>
                    <a:pt x="9669" y="107559"/>
                  </a:lnTo>
                  <a:lnTo>
                    <a:pt x="7973" y="112576"/>
                  </a:lnTo>
                  <a:lnTo>
                    <a:pt x="6437" y="117644"/>
                  </a:lnTo>
                  <a:lnTo>
                    <a:pt x="5062" y="122758"/>
                  </a:lnTo>
                  <a:lnTo>
                    <a:pt x="3849" y="127914"/>
                  </a:lnTo>
                  <a:lnTo>
                    <a:pt x="2801" y="133105"/>
                  </a:lnTo>
                  <a:lnTo>
                    <a:pt x="1917" y="138326"/>
                  </a:lnTo>
                  <a:lnTo>
                    <a:pt x="1200" y="143573"/>
                  </a:lnTo>
                  <a:lnTo>
                    <a:pt x="649" y="148841"/>
                  </a:lnTo>
                  <a:lnTo>
                    <a:pt x="265" y="154123"/>
                  </a:lnTo>
                  <a:lnTo>
                    <a:pt x="48" y="159414"/>
                  </a:lnTo>
                  <a:lnTo>
                    <a:pt x="0" y="164710"/>
                  </a:lnTo>
                  <a:lnTo>
                    <a:pt x="119" y="170004"/>
                  </a:lnTo>
                  <a:lnTo>
                    <a:pt x="405" y="175292"/>
                  </a:lnTo>
                  <a:lnTo>
                    <a:pt x="859" y="180569"/>
                  </a:lnTo>
                  <a:lnTo>
                    <a:pt x="1480" y="185828"/>
                  </a:lnTo>
                  <a:lnTo>
                    <a:pt x="2268" y="191065"/>
                  </a:lnTo>
                  <a:lnTo>
                    <a:pt x="3220" y="196275"/>
                  </a:lnTo>
                  <a:lnTo>
                    <a:pt x="4338" y="201451"/>
                  </a:lnTo>
                  <a:lnTo>
                    <a:pt x="5618" y="206590"/>
                  </a:lnTo>
                  <a:lnTo>
                    <a:pt x="7061" y="211686"/>
                  </a:lnTo>
                  <a:lnTo>
                    <a:pt x="8665" y="216733"/>
                  </a:lnTo>
                  <a:lnTo>
                    <a:pt x="10427" y="221727"/>
                  </a:lnTo>
                  <a:lnTo>
                    <a:pt x="12347" y="226663"/>
                  </a:lnTo>
                  <a:lnTo>
                    <a:pt x="14423" y="231535"/>
                  </a:lnTo>
                  <a:lnTo>
                    <a:pt x="16651" y="236339"/>
                  </a:lnTo>
                  <a:lnTo>
                    <a:pt x="19031" y="241070"/>
                  </a:lnTo>
                  <a:lnTo>
                    <a:pt x="21559" y="245724"/>
                  </a:lnTo>
                  <a:lnTo>
                    <a:pt x="24234" y="250295"/>
                  </a:lnTo>
                  <a:lnTo>
                    <a:pt x="27052" y="254779"/>
                  </a:lnTo>
                  <a:lnTo>
                    <a:pt x="30010" y="259171"/>
                  </a:lnTo>
                  <a:lnTo>
                    <a:pt x="33106" y="263468"/>
                  </a:lnTo>
                  <a:lnTo>
                    <a:pt x="36337" y="267664"/>
                  </a:lnTo>
                  <a:lnTo>
                    <a:pt x="39699" y="271756"/>
                  </a:lnTo>
                  <a:lnTo>
                    <a:pt x="43189" y="275739"/>
                  </a:lnTo>
                  <a:lnTo>
                    <a:pt x="46803" y="279610"/>
                  </a:lnTo>
                  <a:lnTo>
                    <a:pt x="50538" y="283364"/>
                  </a:lnTo>
                  <a:lnTo>
                    <a:pt x="54391" y="286998"/>
                  </a:lnTo>
                  <a:lnTo>
                    <a:pt x="58356" y="290509"/>
                  </a:lnTo>
                  <a:lnTo>
                    <a:pt x="62431" y="293892"/>
                  </a:lnTo>
                  <a:lnTo>
                    <a:pt x="66610" y="297144"/>
                  </a:lnTo>
                  <a:lnTo>
                    <a:pt x="70891" y="300262"/>
                  </a:lnTo>
                  <a:lnTo>
                    <a:pt x="75268" y="303243"/>
                  </a:lnTo>
                  <a:lnTo>
                    <a:pt x="79738" y="306084"/>
                  </a:lnTo>
                  <a:lnTo>
                    <a:pt x="84295" y="308782"/>
                  </a:lnTo>
                  <a:lnTo>
                    <a:pt x="88936" y="311334"/>
                  </a:lnTo>
                  <a:lnTo>
                    <a:pt x="93654" y="313737"/>
                  </a:lnTo>
                  <a:lnTo>
                    <a:pt x="98447" y="315991"/>
                  </a:lnTo>
                  <a:lnTo>
                    <a:pt x="103309" y="318091"/>
                  </a:lnTo>
                  <a:lnTo>
                    <a:pt x="108235" y="320036"/>
                  </a:lnTo>
                  <a:lnTo>
                    <a:pt x="113219" y="321824"/>
                  </a:lnTo>
                  <a:lnTo>
                    <a:pt x="118259" y="323453"/>
                  </a:lnTo>
                  <a:lnTo>
                    <a:pt x="123347" y="324922"/>
                  </a:lnTo>
                  <a:lnTo>
                    <a:pt x="128479" y="326229"/>
                  </a:lnTo>
                  <a:lnTo>
                    <a:pt x="133650" y="327373"/>
                  </a:lnTo>
                  <a:lnTo>
                    <a:pt x="138854" y="328353"/>
                  </a:lnTo>
                  <a:lnTo>
                    <a:pt x="144087" y="329167"/>
                  </a:lnTo>
                  <a:lnTo>
                    <a:pt x="149343" y="329814"/>
                  </a:lnTo>
                  <a:lnTo>
                    <a:pt x="154617" y="330295"/>
                  </a:lnTo>
                  <a:lnTo>
                    <a:pt x="159904" y="330609"/>
                  </a:lnTo>
                  <a:lnTo>
                    <a:pt x="165198" y="330755"/>
                  </a:lnTo>
                  <a:lnTo>
                    <a:pt x="170494" y="330734"/>
                  </a:lnTo>
                  <a:lnTo>
                    <a:pt x="175786" y="330544"/>
                  </a:lnTo>
                  <a:lnTo>
                    <a:pt x="181070" y="330187"/>
                  </a:lnTo>
                  <a:lnTo>
                    <a:pt x="186340" y="329663"/>
                  </a:lnTo>
                  <a:lnTo>
                    <a:pt x="191591" y="328973"/>
                  </a:lnTo>
                  <a:lnTo>
                    <a:pt x="196817" y="328116"/>
                  </a:lnTo>
                  <a:lnTo>
                    <a:pt x="202013" y="327094"/>
                  </a:lnTo>
                  <a:lnTo>
                    <a:pt x="207175" y="325908"/>
                  </a:lnTo>
                  <a:lnTo>
                    <a:pt x="212296" y="324559"/>
                  </a:lnTo>
                  <a:lnTo>
                    <a:pt x="217372" y="323049"/>
                  </a:lnTo>
                  <a:lnTo>
                    <a:pt x="222397" y="321378"/>
                  </a:lnTo>
                  <a:lnTo>
                    <a:pt x="227367" y="319550"/>
                  </a:lnTo>
                  <a:lnTo>
                    <a:pt x="232277" y="317564"/>
                  </a:lnTo>
                  <a:lnTo>
                    <a:pt x="237122" y="315424"/>
                  </a:lnTo>
                  <a:lnTo>
                    <a:pt x="241896" y="313132"/>
                  </a:lnTo>
                  <a:lnTo>
                    <a:pt x="246595" y="310690"/>
                  </a:lnTo>
                  <a:lnTo>
                    <a:pt x="251214" y="308100"/>
                  </a:lnTo>
                  <a:lnTo>
                    <a:pt x="255749" y="305365"/>
                  </a:lnTo>
                  <a:lnTo>
                    <a:pt x="260195" y="302488"/>
                  </a:lnTo>
                  <a:lnTo>
                    <a:pt x="264548" y="299471"/>
                  </a:lnTo>
                  <a:lnTo>
                    <a:pt x="268803" y="296318"/>
                  </a:lnTo>
                  <a:lnTo>
                    <a:pt x="272956" y="293032"/>
                  </a:lnTo>
                  <a:lnTo>
                    <a:pt x="277003" y="289616"/>
                  </a:lnTo>
                  <a:lnTo>
                    <a:pt x="280940" y="286073"/>
                  </a:lnTo>
                  <a:lnTo>
                    <a:pt x="284762" y="282408"/>
                  </a:lnTo>
                  <a:lnTo>
                    <a:pt x="288467" y="278623"/>
                  </a:lnTo>
                  <a:lnTo>
                    <a:pt x="292049" y="274723"/>
                  </a:lnTo>
                  <a:lnTo>
                    <a:pt x="295507" y="270711"/>
                  </a:lnTo>
                  <a:lnTo>
                    <a:pt x="298835" y="266592"/>
                  </a:lnTo>
                  <a:lnTo>
                    <a:pt x="302031" y="262370"/>
                  </a:lnTo>
                  <a:lnTo>
                    <a:pt x="305092" y="258048"/>
                  </a:lnTo>
                  <a:lnTo>
                    <a:pt x="308015" y="253631"/>
                  </a:lnTo>
                  <a:lnTo>
                    <a:pt x="310796" y="249125"/>
                  </a:lnTo>
                  <a:lnTo>
                    <a:pt x="313433" y="244532"/>
                  </a:lnTo>
                  <a:lnTo>
                    <a:pt x="315923" y="239858"/>
                  </a:lnTo>
                  <a:lnTo>
                    <a:pt x="318264" y="235108"/>
                  </a:lnTo>
                  <a:lnTo>
                    <a:pt x="320454" y="230285"/>
                  </a:lnTo>
                  <a:lnTo>
                    <a:pt x="322489" y="225396"/>
                  </a:lnTo>
                  <a:lnTo>
                    <a:pt x="324369" y="220445"/>
                  </a:lnTo>
                  <a:lnTo>
                    <a:pt x="326090" y="215437"/>
                  </a:lnTo>
                  <a:lnTo>
                    <a:pt x="327653" y="210377"/>
                  </a:lnTo>
                  <a:lnTo>
                    <a:pt x="329054" y="205269"/>
                  </a:lnTo>
                  <a:lnTo>
                    <a:pt x="330293" y="200120"/>
                  </a:lnTo>
                  <a:lnTo>
                    <a:pt x="331368" y="194935"/>
                  </a:lnTo>
                  <a:lnTo>
                    <a:pt x="332278" y="189718"/>
                  </a:lnTo>
                  <a:lnTo>
                    <a:pt x="333022" y="184474"/>
                  </a:lnTo>
                  <a:lnTo>
                    <a:pt x="333600" y="179210"/>
                  </a:lnTo>
                  <a:lnTo>
                    <a:pt x="334011" y="173930"/>
                  </a:lnTo>
                  <a:lnTo>
                    <a:pt x="334255" y="168640"/>
                  </a:lnTo>
                  <a:lnTo>
                    <a:pt x="334331" y="163345"/>
                  </a:lnTo>
                  <a:lnTo>
                    <a:pt x="334239" y="158049"/>
                  </a:lnTo>
                  <a:lnTo>
                    <a:pt x="333979" y="152760"/>
                  </a:lnTo>
                  <a:lnTo>
                    <a:pt x="333552" y="147481"/>
                  </a:lnTo>
                  <a:lnTo>
                    <a:pt x="332958" y="142219"/>
                  </a:lnTo>
                  <a:lnTo>
                    <a:pt x="332197" y="136978"/>
                  </a:lnTo>
                  <a:lnTo>
                    <a:pt x="331271" y="131763"/>
                  </a:lnTo>
                  <a:lnTo>
                    <a:pt x="330180" y="126581"/>
                  </a:lnTo>
                  <a:lnTo>
                    <a:pt x="328926" y="121436"/>
                  </a:lnTo>
                  <a:lnTo>
                    <a:pt x="327509" y="116333"/>
                  </a:lnTo>
                  <a:lnTo>
                    <a:pt x="325932" y="111278"/>
                  </a:lnTo>
                  <a:lnTo>
                    <a:pt x="324194" y="106275"/>
                  </a:lnTo>
                  <a:lnTo>
                    <a:pt x="322300" y="101329"/>
                  </a:lnTo>
                  <a:lnTo>
                    <a:pt x="320250" y="96446"/>
                  </a:lnTo>
                  <a:lnTo>
                    <a:pt x="318046" y="91631"/>
                  </a:lnTo>
                  <a:lnTo>
                    <a:pt x="315690" y="86888"/>
                  </a:lnTo>
                  <a:lnTo>
                    <a:pt x="313186" y="82221"/>
                  </a:lnTo>
                  <a:lnTo>
                    <a:pt x="310535" y="77637"/>
                  </a:lnTo>
                  <a:lnTo>
                    <a:pt x="307740" y="73138"/>
                  </a:lnTo>
                  <a:lnTo>
                    <a:pt x="304804" y="68731"/>
                  </a:lnTo>
                  <a:lnTo>
                    <a:pt x="301729" y="64418"/>
                  </a:lnTo>
                  <a:lnTo>
                    <a:pt x="298520" y="60206"/>
                  </a:lnTo>
                  <a:lnTo>
                    <a:pt x="295179" y="56097"/>
                  </a:lnTo>
                  <a:lnTo>
                    <a:pt x="291710" y="52095"/>
                  </a:lnTo>
                  <a:lnTo>
                    <a:pt x="288115" y="48206"/>
                  </a:lnTo>
                  <a:lnTo>
                    <a:pt x="284399" y="44433"/>
                  </a:lnTo>
                  <a:lnTo>
                    <a:pt x="280566" y="40779"/>
                  </a:lnTo>
                  <a:lnTo>
                    <a:pt x="276618" y="37249"/>
                  </a:lnTo>
                  <a:lnTo>
                    <a:pt x="272561" y="33845"/>
                  </a:lnTo>
                  <a:lnTo>
                    <a:pt x="268398" y="30571"/>
                  </a:lnTo>
                  <a:lnTo>
                    <a:pt x="264133" y="27431"/>
                  </a:lnTo>
                  <a:lnTo>
                    <a:pt x="259771" y="24428"/>
                  </a:lnTo>
                  <a:lnTo>
                    <a:pt x="255316" y="21564"/>
                  </a:lnTo>
                  <a:lnTo>
                    <a:pt x="250773" y="18843"/>
                  </a:lnTo>
                  <a:lnTo>
                    <a:pt x="246146" y="16267"/>
                  </a:lnTo>
                  <a:lnTo>
                    <a:pt x="241439" y="13840"/>
                  </a:lnTo>
                  <a:lnTo>
                    <a:pt x="236658" y="11562"/>
                  </a:lnTo>
                  <a:lnTo>
                    <a:pt x="231807" y="9437"/>
                  </a:lnTo>
                  <a:lnTo>
                    <a:pt x="226891" y="7467"/>
                  </a:lnTo>
                  <a:lnTo>
                    <a:pt x="221916" y="5653"/>
                  </a:lnTo>
                  <a:lnTo>
                    <a:pt x="216885" y="3998"/>
                  </a:lnTo>
                  <a:lnTo>
                    <a:pt x="211805" y="2503"/>
                  </a:lnTo>
                  <a:lnTo>
                    <a:pt x="206679" y="1170"/>
                  </a:lnTo>
                  <a:lnTo>
                    <a:pt x="201514" y="0"/>
                  </a:lnTo>
                  <a:lnTo>
                    <a:pt x="167163" y="1636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781287" y="2126963"/>
              <a:ext cx="34351" cy="167167"/>
            </a:xfrm>
            <a:custGeom>
              <a:avLst/>
              <a:pathLst>
                <a:path w="34351" h="167167">
                  <a:moveTo>
                    <a:pt x="34351" y="3567"/>
                  </a:moveTo>
                  <a:lnTo>
                    <a:pt x="27551" y="2286"/>
                  </a:lnTo>
                  <a:lnTo>
                    <a:pt x="20705" y="1287"/>
                  </a:lnTo>
                  <a:lnTo>
                    <a:pt x="13823" y="572"/>
                  </a:lnTo>
                  <a:lnTo>
                    <a:pt x="6917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4"/>
                  </a:lnTo>
                  <a:lnTo>
                    <a:pt x="146032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5" y="4091"/>
                  </a:lnTo>
                  <a:lnTo>
                    <a:pt x="125250" y="5337"/>
                  </a:lnTo>
                  <a:lnTo>
                    <a:pt x="120146" y="6745"/>
                  </a:lnTo>
                  <a:lnTo>
                    <a:pt x="115090" y="8314"/>
                  </a:lnTo>
                  <a:lnTo>
                    <a:pt x="110085" y="10042"/>
                  </a:lnTo>
                  <a:lnTo>
                    <a:pt x="105139" y="11928"/>
                  </a:lnTo>
                  <a:lnTo>
                    <a:pt x="100254" y="13970"/>
                  </a:lnTo>
                  <a:lnTo>
                    <a:pt x="95436" y="16165"/>
                  </a:lnTo>
                  <a:lnTo>
                    <a:pt x="90691" y="18512"/>
                  </a:lnTo>
                  <a:lnTo>
                    <a:pt x="86022" y="21007"/>
                  </a:lnTo>
                  <a:lnTo>
                    <a:pt x="81434" y="23650"/>
                  </a:lnTo>
                  <a:lnTo>
                    <a:pt x="76932" y="26436"/>
                  </a:lnTo>
                  <a:lnTo>
                    <a:pt x="72521" y="29364"/>
                  </a:lnTo>
                  <a:lnTo>
                    <a:pt x="68205" y="32430"/>
                  </a:lnTo>
                  <a:lnTo>
                    <a:pt x="63988" y="35630"/>
                  </a:lnTo>
                  <a:lnTo>
                    <a:pt x="59874" y="38963"/>
                  </a:lnTo>
                  <a:lnTo>
                    <a:pt x="55868" y="42425"/>
                  </a:lnTo>
                  <a:lnTo>
                    <a:pt x="51974" y="46011"/>
                  </a:lnTo>
                  <a:lnTo>
                    <a:pt x="48195" y="49719"/>
                  </a:lnTo>
                  <a:lnTo>
                    <a:pt x="44536" y="53545"/>
                  </a:lnTo>
                  <a:lnTo>
                    <a:pt x="40999" y="57485"/>
                  </a:lnTo>
                  <a:lnTo>
                    <a:pt x="37589" y="61535"/>
                  </a:lnTo>
                  <a:lnTo>
                    <a:pt x="34309" y="65690"/>
                  </a:lnTo>
                  <a:lnTo>
                    <a:pt x="31163" y="69948"/>
                  </a:lnTo>
                  <a:lnTo>
                    <a:pt x="28152" y="74303"/>
                  </a:lnTo>
                  <a:lnTo>
                    <a:pt x="25281" y="78751"/>
                  </a:lnTo>
                  <a:lnTo>
                    <a:pt x="22553" y="83288"/>
                  </a:lnTo>
                  <a:lnTo>
                    <a:pt x="19969" y="87909"/>
                  </a:lnTo>
                  <a:lnTo>
                    <a:pt x="17533" y="92610"/>
                  </a:lnTo>
                  <a:lnTo>
                    <a:pt x="15247" y="97385"/>
                  </a:lnTo>
                  <a:lnTo>
                    <a:pt x="13114" y="102230"/>
                  </a:lnTo>
                  <a:lnTo>
                    <a:pt x="11135" y="107141"/>
                  </a:lnTo>
                  <a:lnTo>
                    <a:pt x="9312" y="112111"/>
                  </a:lnTo>
                  <a:lnTo>
                    <a:pt x="7648" y="117137"/>
                  </a:lnTo>
                  <a:lnTo>
                    <a:pt x="6144" y="122213"/>
                  </a:lnTo>
                  <a:lnTo>
                    <a:pt x="4801" y="127334"/>
                  </a:lnTo>
                  <a:lnTo>
                    <a:pt x="3621" y="132495"/>
                  </a:lnTo>
                  <a:lnTo>
                    <a:pt x="2605" y="137691"/>
                  </a:lnTo>
                  <a:lnTo>
                    <a:pt x="1754" y="142916"/>
                  </a:lnTo>
                  <a:lnTo>
                    <a:pt x="1069" y="148166"/>
                  </a:lnTo>
                  <a:lnTo>
                    <a:pt x="551" y="153435"/>
                  </a:lnTo>
                  <a:lnTo>
                    <a:pt x="200" y="158718"/>
                  </a:lnTo>
                  <a:lnTo>
                    <a:pt x="16" y="164009"/>
                  </a:lnTo>
                  <a:lnTo>
                    <a:pt x="0" y="169303"/>
                  </a:lnTo>
                  <a:lnTo>
                    <a:pt x="151" y="174595"/>
                  </a:lnTo>
                  <a:lnTo>
                    <a:pt x="470" y="179879"/>
                  </a:lnTo>
                  <a:lnTo>
                    <a:pt x="956" y="185151"/>
                  </a:lnTo>
                  <a:lnTo>
                    <a:pt x="1609" y="190405"/>
                  </a:lnTo>
                  <a:lnTo>
                    <a:pt x="2428" y="195636"/>
                  </a:lnTo>
                  <a:lnTo>
                    <a:pt x="3412" y="200837"/>
                  </a:lnTo>
                  <a:lnTo>
                    <a:pt x="4560" y="206006"/>
                  </a:lnTo>
                  <a:lnTo>
                    <a:pt x="5872" y="211135"/>
                  </a:lnTo>
                  <a:lnTo>
                    <a:pt x="7345" y="216220"/>
                  </a:lnTo>
                  <a:lnTo>
                    <a:pt x="8978" y="221256"/>
                  </a:lnTo>
                  <a:lnTo>
                    <a:pt x="10770" y="226238"/>
                  </a:lnTo>
                  <a:lnTo>
                    <a:pt x="12719" y="231160"/>
                  </a:lnTo>
                  <a:lnTo>
                    <a:pt x="14823" y="236018"/>
                  </a:lnTo>
                  <a:lnTo>
                    <a:pt x="17080" y="240807"/>
                  </a:lnTo>
                  <a:lnTo>
                    <a:pt x="19487" y="245523"/>
                  </a:lnTo>
                  <a:lnTo>
                    <a:pt x="22042" y="250159"/>
                  </a:lnTo>
                  <a:lnTo>
                    <a:pt x="24743" y="254713"/>
                  </a:lnTo>
                  <a:lnTo>
                    <a:pt x="27587" y="259179"/>
                  </a:lnTo>
                  <a:lnTo>
                    <a:pt x="30570" y="263552"/>
                  </a:lnTo>
                  <a:lnTo>
                    <a:pt x="33691" y="267829"/>
                  </a:lnTo>
                  <a:lnTo>
                    <a:pt x="36946" y="272005"/>
                  </a:lnTo>
                  <a:lnTo>
                    <a:pt x="40331" y="276075"/>
                  </a:lnTo>
                  <a:lnTo>
                    <a:pt x="43843" y="280036"/>
                  </a:lnTo>
                  <a:lnTo>
                    <a:pt x="47479" y="283885"/>
                  </a:lnTo>
                  <a:lnTo>
                    <a:pt x="51235" y="287616"/>
                  </a:lnTo>
                  <a:lnTo>
                    <a:pt x="55107" y="291226"/>
                  </a:lnTo>
                  <a:lnTo>
                    <a:pt x="59092" y="294712"/>
                  </a:lnTo>
                  <a:lnTo>
                    <a:pt x="63185" y="298070"/>
                  </a:lnTo>
                  <a:lnTo>
                    <a:pt x="67382" y="301296"/>
                  </a:lnTo>
                  <a:lnTo>
                    <a:pt x="71680" y="304389"/>
                  </a:lnTo>
                  <a:lnTo>
                    <a:pt x="76073" y="307343"/>
                  </a:lnTo>
                  <a:lnTo>
                    <a:pt x="80557" y="310157"/>
                  </a:lnTo>
                  <a:lnTo>
                    <a:pt x="85129" y="312827"/>
                  </a:lnTo>
                  <a:lnTo>
                    <a:pt x="89782" y="315352"/>
                  </a:lnTo>
                  <a:lnTo>
                    <a:pt x="94514" y="317727"/>
                  </a:lnTo>
                  <a:lnTo>
                    <a:pt x="99318" y="319952"/>
                  </a:lnTo>
                  <a:lnTo>
                    <a:pt x="104190" y="322024"/>
                  </a:lnTo>
                  <a:lnTo>
                    <a:pt x="109125" y="323940"/>
                  </a:lnTo>
                  <a:lnTo>
                    <a:pt x="114119" y="325699"/>
                  </a:lnTo>
                  <a:lnTo>
                    <a:pt x="119165" y="327299"/>
                  </a:lnTo>
                  <a:lnTo>
                    <a:pt x="124260" y="328738"/>
                  </a:lnTo>
                  <a:lnTo>
                    <a:pt x="129398" y="330015"/>
                  </a:lnTo>
                  <a:lnTo>
                    <a:pt x="134574" y="331129"/>
                  </a:lnTo>
                  <a:lnTo>
                    <a:pt x="139782" y="332078"/>
                  </a:lnTo>
                  <a:lnTo>
                    <a:pt x="145018" y="332862"/>
                  </a:lnTo>
                  <a:lnTo>
                    <a:pt x="150276" y="333480"/>
                  </a:lnTo>
                  <a:lnTo>
                    <a:pt x="155551" y="333931"/>
                  </a:lnTo>
                  <a:lnTo>
                    <a:pt x="160838" y="334215"/>
                  </a:lnTo>
                  <a:lnTo>
                    <a:pt x="166131" y="334331"/>
                  </a:lnTo>
                  <a:lnTo>
                    <a:pt x="171425" y="334280"/>
                  </a:lnTo>
                  <a:lnTo>
                    <a:pt x="176714" y="334061"/>
                  </a:lnTo>
                  <a:lnTo>
                    <a:pt x="181994" y="333674"/>
                  </a:lnTo>
                  <a:lnTo>
                    <a:pt x="187260" y="333121"/>
                  </a:lnTo>
                  <a:lnTo>
                    <a:pt x="192505" y="332401"/>
                  </a:lnTo>
                  <a:lnTo>
                    <a:pt x="197724" y="331515"/>
                  </a:lnTo>
                  <a:lnTo>
                    <a:pt x="202913" y="330465"/>
                  </a:lnTo>
                  <a:lnTo>
                    <a:pt x="208066" y="329251"/>
                  </a:lnTo>
                  <a:lnTo>
                    <a:pt x="213178" y="327874"/>
                  </a:lnTo>
                  <a:lnTo>
                    <a:pt x="218244" y="326336"/>
                  </a:lnTo>
                  <a:lnTo>
                    <a:pt x="223259" y="324638"/>
                  </a:lnTo>
                  <a:lnTo>
                    <a:pt x="228217" y="322782"/>
                  </a:lnTo>
                  <a:lnTo>
                    <a:pt x="233114" y="320771"/>
                  </a:lnTo>
                  <a:lnTo>
                    <a:pt x="237945" y="318605"/>
                  </a:lnTo>
                  <a:lnTo>
                    <a:pt x="242705" y="316287"/>
                  </a:lnTo>
                  <a:lnTo>
                    <a:pt x="247389" y="313820"/>
                  </a:lnTo>
                  <a:lnTo>
                    <a:pt x="251993" y="311206"/>
                  </a:lnTo>
                  <a:lnTo>
                    <a:pt x="256512" y="308447"/>
                  </a:lnTo>
                  <a:lnTo>
                    <a:pt x="260941" y="305546"/>
                  </a:lnTo>
                  <a:lnTo>
                    <a:pt x="265276" y="302507"/>
                  </a:lnTo>
                  <a:lnTo>
                    <a:pt x="269512" y="299332"/>
                  </a:lnTo>
                  <a:lnTo>
                    <a:pt x="273646" y="296025"/>
                  </a:lnTo>
                  <a:lnTo>
                    <a:pt x="277673" y="292588"/>
                  </a:lnTo>
                  <a:lnTo>
                    <a:pt x="281589" y="289025"/>
                  </a:lnTo>
                  <a:lnTo>
                    <a:pt x="285390" y="285340"/>
                  </a:lnTo>
                  <a:lnTo>
                    <a:pt x="289073" y="281537"/>
                  </a:lnTo>
                  <a:lnTo>
                    <a:pt x="292634" y="277619"/>
                  </a:lnTo>
                  <a:lnTo>
                    <a:pt x="296068" y="273590"/>
                  </a:lnTo>
                  <a:lnTo>
                    <a:pt x="299374" y="269454"/>
                  </a:lnTo>
                  <a:lnTo>
                    <a:pt x="302547" y="265216"/>
                  </a:lnTo>
                  <a:lnTo>
                    <a:pt x="305583" y="260879"/>
                  </a:lnTo>
                  <a:lnTo>
                    <a:pt x="308482" y="256449"/>
                  </a:lnTo>
                  <a:lnTo>
                    <a:pt x="311238" y="251929"/>
                  </a:lnTo>
                  <a:lnTo>
                    <a:pt x="313850" y="247324"/>
                  </a:lnTo>
                  <a:lnTo>
                    <a:pt x="316314" y="242638"/>
                  </a:lnTo>
                  <a:lnTo>
                    <a:pt x="318630" y="237877"/>
                  </a:lnTo>
                  <a:lnTo>
                    <a:pt x="320793" y="233045"/>
                  </a:lnTo>
                  <a:lnTo>
                    <a:pt x="322802" y="228147"/>
                  </a:lnTo>
                  <a:lnTo>
                    <a:pt x="324655" y="223187"/>
                  </a:lnTo>
                  <a:lnTo>
                    <a:pt x="326350" y="218172"/>
                  </a:lnTo>
                  <a:lnTo>
                    <a:pt x="327885" y="213105"/>
                  </a:lnTo>
                  <a:lnTo>
                    <a:pt x="329259" y="207992"/>
                  </a:lnTo>
                  <a:lnTo>
                    <a:pt x="330470" y="202838"/>
                  </a:lnTo>
                  <a:lnTo>
                    <a:pt x="331518" y="197649"/>
                  </a:lnTo>
                  <a:lnTo>
                    <a:pt x="332401" y="192429"/>
                  </a:lnTo>
                  <a:lnTo>
                    <a:pt x="333118" y="187183"/>
                  </a:lnTo>
                  <a:lnTo>
                    <a:pt x="333669" y="181918"/>
                  </a:lnTo>
                  <a:lnTo>
                    <a:pt x="334052" y="176638"/>
                  </a:lnTo>
                  <a:lnTo>
                    <a:pt x="334268" y="171348"/>
                  </a:lnTo>
                  <a:lnTo>
                    <a:pt x="334317" y="166054"/>
                  </a:lnTo>
                  <a:lnTo>
                    <a:pt x="334198" y="160761"/>
                  </a:lnTo>
                  <a:lnTo>
                    <a:pt x="333911" y="155474"/>
                  </a:lnTo>
                  <a:lnTo>
                    <a:pt x="333457" y="150200"/>
                  </a:lnTo>
                  <a:lnTo>
                    <a:pt x="332837" y="144942"/>
                  </a:lnTo>
                  <a:lnTo>
                    <a:pt x="332050" y="139707"/>
                  </a:lnTo>
                  <a:lnTo>
                    <a:pt x="331098" y="134499"/>
                  </a:lnTo>
                  <a:lnTo>
                    <a:pt x="329981" y="129324"/>
                  </a:lnTo>
                  <a:lnTo>
                    <a:pt x="328701" y="12418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2757251"/>
              <a:ext cx="161547" cy="42980"/>
            </a:xfrm>
            <a:custGeom>
              <a:avLst/>
              <a:pathLst>
                <a:path w="161547" h="42980">
                  <a:moveTo>
                    <a:pt x="161547" y="0"/>
                  </a:moveTo>
                  <a:lnTo>
                    <a:pt x="0" y="42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2645789"/>
              <a:ext cx="161547" cy="154442"/>
            </a:xfrm>
            <a:custGeom>
              <a:avLst/>
              <a:pathLst>
                <a:path w="161547" h="154442">
                  <a:moveTo>
                    <a:pt x="161547" y="111462"/>
                  </a:moveTo>
                  <a:lnTo>
                    <a:pt x="160051" y="106189"/>
                  </a:lnTo>
                  <a:lnTo>
                    <a:pt x="158383" y="100968"/>
                  </a:lnTo>
                  <a:lnTo>
                    <a:pt x="156545" y="95805"/>
                  </a:lnTo>
                  <a:lnTo>
                    <a:pt x="154539" y="90704"/>
                  </a:lnTo>
                  <a:lnTo>
                    <a:pt x="152366" y="85672"/>
                  </a:lnTo>
                  <a:lnTo>
                    <a:pt x="150030" y="80714"/>
                  </a:lnTo>
                  <a:lnTo>
                    <a:pt x="147532" y="75836"/>
                  </a:lnTo>
                  <a:lnTo>
                    <a:pt x="144876" y="71041"/>
                  </a:lnTo>
                  <a:lnTo>
                    <a:pt x="142064" y="66337"/>
                  </a:lnTo>
                  <a:lnTo>
                    <a:pt x="139100" y="61727"/>
                  </a:lnTo>
                  <a:lnTo>
                    <a:pt x="135985" y="57217"/>
                  </a:lnTo>
                  <a:lnTo>
                    <a:pt x="132725" y="52811"/>
                  </a:lnTo>
                  <a:lnTo>
                    <a:pt x="129322" y="48515"/>
                  </a:lnTo>
                  <a:lnTo>
                    <a:pt x="125780" y="44332"/>
                  </a:lnTo>
                  <a:lnTo>
                    <a:pt x="122103" y="40268"/>
                  </a:lnTo>
                  <a:lnTo>
                    <a:pt x="118294" y="36326"/>
                  </a:lnTo>
                  <a:lnTo>
                    <a:pt x="114359" y="32512"/>
                  </a:lnTo>
                  <a:lnTo>
                    <a:pt x="110300" y="28829"/>
                  </a:lnTo>
                  <a:lnTo>
                    <a:pt x="106123" y="25280"/>
                  </a:lnTo>
                  <a:lnTo>
                    <a:pt x="101832" y="21871"/>
                  </a:lnTo>
                  <a:lnTo>
                    <a:pt x="97431" y="18604"/>
                  </a:lnTo>
                  <a:lnTo>
                    <a:pt x="92925" y="15483"/>
                  </a:lnTo>
                  <a:lnTo>
                    <a:pt x="88320" y="12511"/>
                  </a:lnTo>
                  <a:lnTo>
                    <a:pt x="83620" y="9692"/>
                  </a:lnTo>
                  <a:lnTo>
                    <a:pt x="78830" y="7028"/>
                  </a:lnTo>
                  <a:lnTo>
                    <a:pt x="73955" y="4523"/>
                  </a:lnTo>
                  <a:lnTo>
                    <a:pt x="69000" y="2180"/>
                  </a:lnTo>
                  <a:lnTo>
                    <a:pt x="63972" y="0"/>
                  </a:lnTo>
                  <a:lnTo>
                    <a:pt x="0" y="154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2633064"/>
              <a:ext cx="63972" cy="167167"/>
            </a:xfrm>
            <a:custGeom>
              <a:avLst/>
              <a:pathLst>
                <a:path w="63972" h="167167">
                  <a:moveTo>
                    <a:pt x="63972" y="12724"/>
                  </a:moveTo>
                  <a:lnTo>
                    <a:pt x="58419" y="10539"/>
                  </a:lnTo>
                  <a:lnTo>
                    <a:pt x="52791" y="8554"/>
                  </a:lnTo>
                  <a:lnTo>
                    <a:pt x="47096" y="6771"/>
                  </a:lnTo>
                  <a:lnTo>
                    <a:pt x="41341" y="5192"/>
                  </a:lnTo>
                  <a:lnTo>
                    <a:pt x="35533" y="3820"/>
                  </a:lnTo>
                  <a:lnTo>
                    <a:pt x="29681" y="2656"/>
                  </a:lnTo>
                  <a:lnTo>
                    <a:pt x="23790" y="1701"/>
                  </a:lnTo>
                  <a:lnTo>
                    <a:pt x="17869" y="957"/>
                  </a:lnTo>
                  <a:lnTo>
                    <a:pt x="11925" y="425"/>
                  </a:lnTo>
                  <a:lnTo>
                    <a:pt x="5966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358825" y="3170392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63" y="83"/>
                  </a:lnTo>
                  <a:lnTo>
                    <a:pt x="156576" y="335"/>
                  </a:lnTo>
                  <a:lnTo>
                    <a:pt x="151300" y="753"/>
                  </a:lnTo>
                  <a:lnTo>
                    <a:pt x="146041" y="1338"/>
                  </a:lnTo>
                  <a:lnTo>
                    <a:pt x="140802" y="2090"/>
                  </a:lnTo>
                  <a:lnTo>
                    <a:pt x="135589" y="3007"/>
                  </a:lnTo>
                  <a:lnTo>
                    <a:pt x="130409" y="4088"/>
                  </a:lnTo>
                  <a:lnTo>
                    <a:pt x="125265" y="5333"/>
                  </a:lnTo>
                  <a:lnTo>
                    <a:pt x="120163" y="6740"/>
                  </a:lnTo>
                  <a:lnTo>
                    <a:pt x="115108" y="8308"/>
                  </a:lnTo>
                  <a:lnTo>
                    <a:pt x="110105" y="10035"/>
                  </a:lnTo>
                  <a:lnTo>
                    <a:pt x="105160" y="11920"/>
                  </a:lnTo>
                  <a:lnTo>
                    <a:pt x="100277" y="13960"/>
                  </a:lnTo>
                  <a:lnTo>
                    <a:pt x="95460" y="16154"/>
                  </a:lnTo>
                  <a:lnTo>
                    <a:pt x="90716" y="18499"/>
                  </a:lnTo>
                  <a:lnTo>
                    <a:pt x="86048" y="20993"/>
                  </a:lnTo>
                  <a:lnTo>
                    <a:pt x="81462" y="23634"/>
                  </a:lnTo>
                  <a:lnTo>
                    <a:pt x="76961" y="26419"/>
                  </a:lnTo>
                  <a:lnTo>
                    <a:pt x="72551" y="29344"/>
                  </a:lnTo>
                  <a:lnTo>
                    <a:pt x="68235" y="32408"/>
                  </a:lnTo>
                  <a:lnTo>
                    <a:pt x="64019" y="35607"/>
                  </a:lnTo>
                  <a:lnTo>
                    <a:pt x="59906" y="38938"/>
                  </a:lnTo>
                  <a:lnTo>
                    <a:pt x="55901" y="42397"/>
                  </a:lnTo>
                  <a:lnTo>
                    <a:pt x="52007" y="45981"/>
                  </a:lnTo>
                  <a:lnTo>
                    <a:pt x="48228" y="49687"/>
                  </a:lnTo>
                  <a:lnTo>
                    <a:pt x="44569" y="53510"/>
                  </a:lnTo>
                  <a:lnTo>
                    <a:pt x="41033" y="57448"/>
                  </a:lnTo>
                  <a:lnTo>
                    <a:pt x="37623" y="61495"/>
                  </a:lnTo>
                  <a:lnTo>
                    <a:pt x="34343" y="65649"/>
                  </a:lnTo>
                  <a:lnTo>
                    <a:pt x="31196" y="69904"/>
                  </a:lnTo>
                  <a:lnTo>
                    <a:pt x="28185" y="74256"/>
                  </a:lnTo>
                  <a:lnTo>
                    <a:pt x="25313" y="78702"/>
                  </a:lnTo>
                  <a:lnTo>
                    <a:pt x="22584" y="83236"/>
                  </a:lnTo>
                  <a:lnTo>
                    <a:pt x="20000" y="87855"/>
                  </a:lnTo>
                  <a:lnTo>
                    <a:pt x="17563" y="92553"/>
                  </a:lnTo>
                  <a:lnTo>
                    <a:pt x="15276" y="97325"/>
                  </a:lnTo>
                  <a:lnTo>
                    <a:pt x="13141" y="102168"/>
                  </a:lnTo>
                  <a:lnTo>
                    <a:pt x="11161" y="107076"/>
                  </a:lnTo>
                  <a:lnTo>
                    <a:pt x="9337" y="112044"/>
                  </a:lnTo>
                  <a:lnTo>
                    <a:pt x="7671" y="117068"/>
                  </a:lnTo>
                  <a:lnTo>
                    <a:pt x="6165" y="122141"/>
                  </a:lnTo>
                  <a:lnTo>
                    <a:pt x="4820" y="127260"/>
                  </a:lnTo>
                  <a:lnTo>
                    <a:pt x="3638" y="132419"/>
                  </a:lnTo>
                  <a:lnTo>
                    <a:pt x="2620" y="137612"/>
                  </a:lnTo>
                  <a:lnTo>
                    <a:pt x="1767" y="142835"/>
                  </a:lnTo>
                  <a:lnTo>
                    <a:pt x="1080" y="148083"/>
                  </a:lnTo>
                  <a:lnTo>
                    <a:pt x="559" y="153350"/>
                  </a:lnTo>
                  <a:lnTo>
                    <a:pt x="205" y="158630"/>
                  </a:lnTo>
                  <a:lnTo>
                    <a:pt x="19" y="163919"/>
                  </a:lnTo>
                  <a:lnTo>
                    <a:pt x="0" y="169212"/>
                  </a:lnTo>
                  <a:lnTo>
                    <a:pt x="148" y="174502"/>
                  </a:lnTo>
                  <a:lnTo>
                    <a:pt x="464" y="179785"/>
                  </a:lnTo>
                  <a:lnTo>
                    <a:pt x="947" y="185055"/>
                  </a:lnTo>
                  <a:lnTo>
                    <a:pt x="1596" y="190308"/>
                  </a:lnTo>
                  <a:lnTo>
                    <a:pt x="2412" y="195537"/>
                  </a:lnTo>
                  <a:lnTo>
                    <a:pt x="3393" y="200738"/>
                  </a:lnTo>
                  <a:lnTo>
                    <a:pt x="4537" y="205905"/>
                  </a:lnTo>
                  <a:lnTo>
                    <a:pt x="5845" y="211033"/>
                  </a:lnTo>
                  <a:lnTo>
                    <a:pt x="7314" y="216117"/>
                  </a:lnTo>
                  <a:lnTo>
                    <a:pt x="8944" y="221153"/>
                  </a:lnTo>
                  <a:lnTo>
                    <a:pt x="10732" y="226134"/>
                  </a:lnTo>
                  <a:lnTo>
                    <a:pt x="12677" y="231056"/>
                  </a:lnTo>
                  <a:lnTo>
                    <a:pt x="14777" y="235914"/>
                  </a:lnTo>
                  <a:lnTo>
                    <a:pt x="17030" y="240703"/>
                  </a:lnTo>
                  <a:lnTo>
                    <a:pt x="19433" y="245418"/>
                  </a:lnTo>
                  <a:lnTo>
                    <a:pt x="21984" y="250055"/>
                  </a:lnTo>
                  <a:lnTo>
                    <a:pt x="24681" y="254609"/>
                  </a:lnTo>
                  <a:lnTo>
                    <a:pt x="27520" y="259075"/>
                  </a:lnTo>
                  <a:lnTo>
                    <a:pt x="30499" y="263449"/>
                  </a:lnTo>
                  <a:lnTo>
                    <a:pt x="33616" y="267727"/>
                  </a:lnTo>
                  <a:lnTo>
                    <a:pt x="36866" y="271904"/>
                  </a:lnTo>
                  <a:lnTo>
                    <a:pt x="40247" y="275976"/>
                  </a:lnTo>
                  <a:lnTo>
                    <a:pt x="43755" y="279938"/>
                  </a:lnTo>
                  <a:lnTo>
                    <a:pt x="47386" y="283788"/>
                  </a:lnTo>
                  <a:lnTo>
                    <a:pt x="51138" y="287521"/>
                  </a:lnTo>
                  <a:lnTo>
                    <a:pt x="55006" y="291133"/>
                  </a:lnTo>
                  <a:lnTo>
                    <a:pt x="58986" y="294621"/>
                  </a:lnTo>
                  <a:lnTo>
                    <a:pt x="63075" y="297981"/>
                  </a:lnTo>
                  <a:lnTo>
                    <a:pt x="67268" y="301211"/>
                  </a:lnTo>
                  <a:lnTo>
                    <a:pt x="71561" y="304305"/>
                  </a:lnTo>
                  <a:lnTo>
                    <a:pt x="75951" y="307263"/>
                  </a:lnTo>
                  <a:lnTo>
                    <a:pt x="80431" y="310080"/>
                  </a:lnTo>
                  <a:lnTo>
                    <a:pt x="84998" y="312753"/>
                  </a:lnTo>
                  <a:lnTo>
                    <a:pt x="89648" y="315281"/>
                  </a:lnTo>
                  <a:lnTo>
                    <a:pt x="94376" y="317660"/>
                  </a:lnTo>
                  <a:lnTo>
                    <a:pt x="99176" y="319889"/>
                  </a:lnTo>
                  <a:lnTo>
                    <a:pt x="104044" y="321964"/>
                  </a:lnTo>
                  <a:lnTo>
                    <a:pt x="108976" y="323884"/>
                  </a:lnTo>
                  <a:lnTo>
                    <a:pt x="113966" y="325647"/>
                  </a:lnTo>
                  <a:lnTo>
                    <a:pt x="119010" y="327251"/>
                  </a:lnTo>
                  <a:lnTo>
                    <a:pt x="124101" y="328695"/>
                  </a:lnTo>
                  <a:lnTo>
                    <a:pt x="129236" y="329977"/>
                  </a:lnTo>
                  <a:lnTo>
                    <a:pt x="134409" y="331096"/>
                  </a:lnTo>
                  <a:lnTo>
                    <a:pt x="139615" y="332050"/>
                  </a:lnTo>
                  <a:lnTo>
                    <a:pt x="144848" y="332839"/>
                  </a:lnTo>
                  <a:lnTo>
                    <a:pt x="150103" y="333463"/>
                  </a:lnTo>
                  <a:lnTo>
                    <a:pt x="155376" y="333919"/>
                  </a:lnTo>
                  <a:lnTo>
                    <a:pt x="160661" y="334208"/>
                  </a:lnTo>
                  <a:lnTo>
                    <a:pt x="165952" y="334330"/>
                  </a:lnTo>
                  <a:lnTo>
                    <a:pt x="171244" y="334284"/>
                  </a:lnTo>
                  <a:lnTo>
                    <a:pt x="176532" y="334071"/>
                  </a:lnTo>
                  <a:lnTo>
                    <a:pt x="181811" y="333691"/>
                  </a:lnTo>
                  <a:lnTo>
                    <a:pt x="187075" y="333143"/>
                  </a:lnTo>
                  <a:lnTo>
                    <a:pt x="192319" y="332430"/>
                  </a:lnTo>
                  <a:lnTo>
                    <a:pt x="197537" y="331550"/>
                  </a:lnTo>
                  <a:lnTo>
                    <a:pt x="202726" y="330506"/>
                  </a:lnTo>
                  <a:lnTo>
                    <a:pt x="207879" y="329298"/>
                  </a:lnTo>
                  <a:lnTo>
                    <a:pt x="212990" y="327928"/>
                  </a:lnTo>
                  <a:lnTo>
                    <a:pt x="218056" y="326396"/>
                  </a:lnTo>
                  <a:lnTo>
                    <a:pt x="223071" y="324705"/>
                  </a:lnTo>
                  <a:lnTo>
                    <a:pt x="228030" y="322856"/>
                  </a:lnTo>
                  <a:lnTo>
                    <a:pt x="232928" y="320851"/>
                  </a:lnTo>
                  <a:lnTo>
                    <a:pt x="237760" y="318692"/>
                  </a:lnTo>
                  <a:lnTo>
                    <a:pt x="242521" y="316381"/>
                  </a:lnTo>
                  <a:lnTo>
                    <a:pt x="247207" y="313920"/>
                  </a:lnTo>
                  <a:lnTo>
                    <a:pt x="251812" y="311313"/>
                  </a:lnTo>
                  <a:lnTo>
                    <a:pt x="256333" y="308561"/>
                  </a:lnTo>
                  <a:lnTo>
                    <a:pt x="260764" y="305667"/>
                  </a:lnTo>
                  <a:lnTo>
                    <a:pt x="265101" y="302634"/>
                  </a:lnTo>
                  <a:lnTo>
                    <a:pt x="269340" y="299466"/>
                  </a:lnTo>
                  <a:lnTo>
                    <a:pt x="273477" y="296165"/>
                  </a:lnTo>
                  <a:lnTo>
                    <a:pt x="277507" y="292734"/>
                  </a:lnTo>
                  <a:lnTo>
                    <a:pt x="281427" y="289178"/>
                  </a:lnTo>
                  <a:lnTo>
                    <a:pt x="285232" y="285500"/>
                  </a:lnTo>
                  <a:lnTo>
                    <a:pt x="288919" y="281703"/>
                  </a:lnTo>
                  <a:lnTo>
                    <a:pt x="292483" y="277791"/>
                  </a:lnTo>
                  <a:lnTo>
                    <a:pt x="295922" y="273768"/>
                  </a:lnTo>
                  <a:lnTo>
                    <a:pt x="299232" y="269638"/>
                  </a:lnTo>
                  <a:lnTo>
                    <a:pt x="302410" y="265406"/>
                  </a:lnTo>
                  <a:lnTo>
                    <a:pt x="305452" y="261075"/>
                  </a:lnTo>
                  <a:lnTo>
                    <a:pt x="308355" y="256650"/>
                  </a:lnTo>
                  <a:lnTo>
                    <a:pt x="311117" y="252136"/>
                  </a:lnTo>
                  <a:lnTo>
                    <a:pt x="313735" y="247536"/>
                  </a:lnTo>
                  <a:lnTo>
                    <a:pt x="316205" y="242856"/>
                  </a:lnTo>
                  <a:lnTo>
                    <a:pt x="318527" y="238099"/>
                  </a:lnTo>
                  <a:lnTo>
                    <a:pt x="320696" y="233272"/>
                  </a:lnTo>
                  <a:lnTo>
                    <a:pt x="322712" y="228379"/>
                  </a:lnTo>
                  <a:lnTo>
                    <a:pt x="324571" y="223424"/>
                  </a:lnTo>
                  <a:lnTo>
                    <a:pt x="326273" y="218413"/>
                  </a:lnTo>
                  <a:lnTo>
                    <a:pt x="327816" y="213350"/>
                  </a:lnTo>
                  <a:lnTo>
                    <a:pt x="329197" y="208241"/>
                  </a:lnTo>
                  <a:lnTo>
                    <a:pt x="330416" y="203091"/>
                  </a:lnTo>
                  <a:lnTo>
                    <a:pt x="331472" y="197905"/>
                  </a:lnTo>
                  <a:lnTo>
                    <a:pt x="332362" y="192688"/>
                  </a:lnTo>
                  <a:lnTo>
                    <a:pt x="333087" y="187445"/>
                  </a:lnTo>
                  <a:lnTo>
                    <a:pt x="333646" y="182183"/>
                  </a:lnTo>
                  <a:lnTo>
                    <a:pt x="334038" y="176905"/>
                  </a:lnTo>
                  <a:lnTo>
                    <a:pt x="334263" y="171617"/>
                  </a:lnTo>
                  <a:lnTo>
                    <a:pt x="334320" y="166325"/>
                  </a:lnTo>
                  <a:lnTo>
                    <a:pt x="334209" y="161034"/>
                  </a:lnTo>
                  <a:lnTo>
                    <a:pt x="333931" y="155749"/>
                  </a:lnTo>
                  <a:lnTo>
                    <a:pt x="333486" y="150475"/>
                  </a:lnTo>
                  <a:lnTo>
                    <a:pt x="332875" y="145218"/>
                  </a:lnTo>
                  <a:lnTo>
                    <a:pt x="332097" y="139983"/>
                  </a:lnTo>
                  <a:lnTo>
                    <a:pt x="331154" y="134775"/>
                  </a:lnTo>
                  <a:lnTo>
                    <a:pt x="330046" y="129600"/>
                  </a:lnTo>
                  <a:lnTo>
                    <a:pt x="328775" y="124463"/>
                  </a:lnTo>
                  <a:lnTo>
                    <a:pt x="327342" y="119368"/>
                  </a:lnTo>
                  <a:lnTo>
                    <a:pt x="325749" y="114321"/>
                  </a:lnTo>
                  <a:lnTo>
                    <a:pt x="323997" y="109327"/>
                  </a:lnTo>
                  <a:lnTo>
                    <a:pt x="322087" y="104391"/>
                  </a:lnTo>
                  <a:lnTo>
                    <a:pt x="320022" y="99518"/>
                  </a:lnTo>
                  <a:lnTo>
                    <a:pt x="317804" y="94713"/>
                  </a:lnTo>
                  <a:lnTo>
                    <a:pt x="315435" y="89981"/>
                  </a:lnTo>
                  <a:lnTo>
                    <a:pt x="312918" y="85325"/>
                  </a:lnTo>
                  <a:lnTo>
                    <a:pt x="310254" y="80752"/>
                  </a:lnTo>
                  <a:lnTo>
                    <a:pt x="307447" y="76266"/>
                  </a:lnTo>
                  <a:lnTo>
                    <a:pt x="304499" y="71870"/>
                  </a:lnTo>
                  <a:lnTo>
                    <a:pt x="301413" y="67570"/>
                  </a:lnTo>
                  <a:lnTo>
                    <a:pt x="298193" y="63370"/>
                  </a:lnTo>
                  <a:lnTo>
                    <a:pt x="294842" y="59274"/>
                  </a:lnTo>
                  <a:lnTo>
                    <a:pt x="291363" y="55286"/>
                  </a:lnTo>
                  <a:lnTo>
                    <a:pt x="287759" y="51410"/>
                  </a:lnTo>
                  <a:lnTo>
                    <a:pt x="284034" y="47651"/>
                  </a:lnTo>
                  <a:lnTo>
                    <a:pt x="280192" y="44011"/>
                  </a:lnTo>
                  <a:lnTo>
                    <a:pt x="276237" y="40494"/>
                  </a:lnTo>
                  <a:lnTo>
                    <a:pt x="272172" y="37105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25980" y="3207497"/>
              <a:ext cx="105017" cy="130062"/>
            </a:xfrm>
            <a:custGeom>
              <a:avLst/>
              <a:pathLst>
                <a:path w="105017" h="130062">
                  <a:moveTo>
                    <a:pt x="105017" y="0"/>
                  </a:moveTo>
                  <a:lnTo>
                    <a:pt x="0" y="1300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25980" y="3202110"/>
              <a:ext cx="105017" cy="135449"/>
            </a:xfrm>
            <a:custGeom>
              <a:avLst/>
              <a:pathLst>
                <a:path w="105017" h="135449">
                  <a:moveTo>
                    <a:pt x="105017" y="5387"/>
                  </a:moveTo>
                  <a:lnTo>
                    <a:pt x="97971" y="0"/>
                  </a:lnTo>
                  <a:lnTo>
                    <a:pt x="0" y="1354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25980" y="3170392"/>
              <a:ext cx="97971" cy="167167"/>
            </a:xfrm>
            <a:custGeom>
              <a:avLst/>
              <a:pathLst>
                <a:path w="97971" h="167167">
                  <a:moveTo>
                    <a:pt x="97971" y="31717"/>
                  </a:moveTo>
                  <a:lnTo>
                    <a:pt x="93200" y="28392"/>
                  </a:lnTo>
                  <a:lnTo>
                    <a:pt x="88317" y="25234"/>
                  </a:lnTo>
                  <a:lnTo>
                    <a:pt x="83327" y="22248"/>
                  </a:lnTo>
                  <a:lnTo>
                    <a:pt x="78236" y="19437"/>
                  </a:lnTo>
                  <a:lnTo>
                    <a:pt x="73050" y="16806"/>
                  </a:lnTo>
                  <a:lnTo>
                    <a:pt x="67776" y="14356"/>
                  </a:lnTo>
                  <a:lnTo>
                    <a:pt x="62420" y="12091"/>
                  </a:lnTo>
                  <a:lnTo>
                    <a:pt x="56989" y="10014"/>
                  </a:lnTo>
                  <a:lnTo>
                    <a:pt x="51488" y="8127"/>
                  </a:lnTo>
                  <a:lnTo>
                    <a:pt x="45925" y="6432"/>
                  </a:lnTo>
                  <a:lnTo>
                    <a:pt x="40307" y="4932"/>
                  </a:lnTo>
                  <a:lnTo>
                    <a:pt x="34640" y="3628"/>
                  </a:lnTo>
                  <a:lnTo>
                    <a:pt x="28931" y="2522"/>
                  </a:lnTo>
                  <a:lnTo>
                    <a:pt x="23187" y="1615"/>
                  </a:lnTo>
                  <a:lnTo>
                    <a:pt x="17414" y="909"/>
                  </a:lnTo>
                  <a:lnTo>
                    <a:pt x="11621" y="404"/>
                  </a:lnTo>
                  <a:lnTo>
                    <a:pt x="581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423595" y="3707720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2"/>
                  </a:lnTo>
                  <a:lnTo>
                    <a:pt x="135574" y="3009"/>
                  </a:lnTo>
                  <a:lnTo>
                    <a:pt x="130391" y="4092"/>
                  </a:lnTo>
                  <a:lnTo>
                    <a:pt x="125245" y="5338"/>
                  </a:lnTo>
                  <a:lnTo>
                    <a:pt x="120141" y="6746"/>
                  </a:lnTo>
                  <a:lnTo>
                    <a:pt x="115084" y="8315"/>
                  </a:lnTo>
                  <a:lnTo>
                    <a:pt x="110080" y="10044"/>
                  </a:lnTo>
                  <a:lnTo>
                    <a:pt x="105132" y="11930"/>
                  </a:lnTo>
                  <a:lnTo>
                    <a:pt x="100247" y="13972"/>
                  </a:lnTo>
                  <a:lnTo>
                    <a:pt x="95429" y="16168"/>
                  </a:lnTo>
                  <a:lnTo>
                    <a:pt x="90683" y="18515"/>
                  </a:lnTo>
                  <a:lnTo>
                    <a:pt x="86014" y="21012"/>
                  </a:lnTo>
                  <a:lnTo>
                    <a:pt x="81426" y="23655"/>
                  </a:lnTo>
                  <a:lnTo>
                    <a:pt x="76924" y="26441"/>
                  </a:lnTo>
                  <a:lnTo>
                    <a:pt x="72512" y="29370"/>
                  </a:lnTo>
                  <a:lnTo>
                    <a:pt x="68196" y="32436"/>
                  </a:lnTo>
                  <a:lnTo>
                    <a:pt x="63979" y="35637"/>
                  </a:lnTo>
                  <a:lnTo>
                    <a:pt x="59865" y="38971"/>
                  </a:lnTo>
                  <a:lnTo>
                    <a:pt x="55859" y="42433"/>
                  </a:lnTo>
                  <a:lnTo>
                    <a:pt x="51965" y="46020"/>
                  </a:lnTo>
                  <a:lnTo>
                    <a:pt x="48186" y="49729"/>
                  </a:lnTo>
                  <a:lnTo>
                    <a:pt x="44526" y="53555"/>
                  </a:lnTo>
                  <a:lnTo>
                    <a:pt x="40990" y="57496"/>
                  </a:lnTo>
                  <a:lnTo>
                    <a:pt x="37580" y="61546"/>
                  </a:lnTo>
                  <a:lnTo>
                    <a:pt x="34300" y="65703"/>
                  </a:lnTo>
                  <a:lnTo>
                    <a:pt x="31153" y="69961"/>
                  </a:lnTo>
                  <a:lnTo>
                    <a:pt x="28143" y="74317"/>
                  </a:lnTo>
                  <a:lnTo>
                    <a:pt x="25272" y="78766"/>
                  </a:lnTo>
                  <a:lnTo>
                    <a:pt x="22544" y="83303"/>
                  </a:lnTo>
                  <a:lnTo>
                    <a:pt x="19960" y="87925"/>
                  </a:lnTo>
                  <a:lnTo>
                    <a:pt x="17525" y="92626"/>
                  </a:lnTo>
                  <a:lnTo>
                    <a:pt x="15239" y="97402"/>
                  </a:lnTo>
                  <a:lnTo>
                    <a:pt x="13106" y="102248"/>
                  </a:lnTo>
                  <a:lnTo>
                    <a:pt x="11127" y="107159"/>
                  </a:lnTo>
                  <a:lnTo>
                    <a:pt x="9305" y="112131"/>
                  </a:lnTo>
                  <a:lnTo>
                    <a:pt x="7641" y="117157"/>
                  </a:lnTo>
                  <a:lnTo>
                    <a:pt x="6137" y="122234"/>
                  </a:lnTo>
                  <a:lnTo>
                    <a:pt x="4795" y="127356"/>
                  </a:lnTo>
                  <a:lnTo>
                    <a:pt x="3616" y="132518"/>
                  </a:lnTo>
                  <a:lnTo>
                    <a:pt x="2601" y="137714"/>
                  </a:lnTo>
                  <a:lnTo>
                    <a:pt x="1750" y="142940"/>
                  </a:lnTo>
                  <a:lnTo>
                    <a:pt x="1066" y="148190"/>
                  </a:lnTo>
                  <a:lnTo>
                    <a:pt x="548" y="153460"/>
                  </a:lnTo>
                  <a:lnTo>
                    <a:pt x="198" y="158743"/>
                  </a:lnTo>
                  <a:lnTo>
                    <a:pt x="15" y="164035"/>
                  </a:lnTo>
                  <a:lnTo>
                    <a:pt x="0" y="169329"/>
                  </a:lnTo>
                  <a:lnTo>
                    <a:pt x="152" y="174622"/>
                  </a:lnTo>
                  <a:lnTo>
                    <a:pt x="472" y="179907"/>
                  </a:lnTo>
                  <a:lnTo>
                    <a:pt x="959" y="185179"/>
                  </a:lnTo>
                  <a:lnTo>
                    <a:pt x="1613" y="190433"/>
                  </a:lnTo>
                  <a:lnTo>
                    <a:pt x="2432" y="195664"/>
                  </a:lnTo>
                  <a:lnTo>
                    <a:pt x="3418" y="200867"/>
                  </a:lnTo>
                  <a:lnTo>
                    <a:pt x="4567" y="206035"/>
                  </a:lnTo>
                  <a:lnTo>
                    <a:pt x="5879" y="211165"/>
                  </a:lnTo>
                  <a:lnTo>
                    <a:pt x="7354" y="216250"/>
                  </a:lnTo>
                  <a:lnTo>
                    <a:pt x="8988" y="221286"/>
                  </a:lnTo>
                  <a:lnTo>
                    <a:pt x="10781" y="226268"/>
                  </a:lnTo>
                  <a:lnTo>
                    <a:pt x="12732" y="231190"/>
                  </a:lnTo>
                  <a:lnTo>
                    <a:pt x="14837" y="236049"/>
                  </a:lnTo>
                  <a:lnTo>
                    <a:pt x="17094" y="240838"/>
                  </a:lnTo>
                  <a:lnTo>
                    <a:pt x="19503" y="245553"/>
                  </a:lnTo>
                  <a:lnTo>
                    <a:pt x="22059" y="250190"/>
                  </a:lnTo>
                  <a:lnTo>
                    <a:pt x="24761" y="254743"/>
                  </a:lnTo>
                  <a:lnTo>
                    <a:pt x="27606" y="259209"/>
                  </a:lnTo>
                  <a:lnTo>
                    <a:pt x="30591" y="263582"/>
                  </a:lnTo>
                  <a:lnTo>
                    <a:pt x="33713" y="267858"/>
                  </a:lnTo>
                  <a:lnTo>
                    <a:pt x="36969" y="272034"/>
                  </a:lnTo>
                  <a:lnTo>
                    <a:pt x="40355" y="276104"/>
                  </a:lnTo>
                  <a:lnTo>
                    <a:pt x="43869" y="280065"/>
                  </a:lnTo>
                  <a:lnTo>
                    <a:pt x="47506" y="283913"/>
                  </a:lnTo>
                  <a:lnTo>
                    <a:pt x="51263" y="287643"/>
                  </a:lnTo>
                  <a:lnTo>
                    <a:pt x="55137" y="291253"/>
                  </a:lnTo>
                  <a:lnTo>
                    <a:pt x="59123" y="294738"/>
                  </a:lnTo>
                  <a:lnTo>
                    <a:pt x="63217" y="298095"/>
                  </a:lnTo>
                  <a:lnTo>
                    <a:pt x="67416" y="301321"/>
                  </a:lnTo>
                  <a:lnTo>
                    <a:pt x="71714" y="304413"/>
                  </a:lnTo>
                  <a:lnTo>
                    <a:pt x="76109" y="307366"/>
                  </a:lnTo>
                  <a:lnTo>
                    <a:pt x="80594" y="310179"/>
                  </a:lnTo>
                  <a:lnTo>
                    <a:pt x="85167" y="312849"/>
                  </a:lnTo>
                  <a:lnTo>
                    <a:pt x="89822" y="315372"/>
                  </a:lnTo>
                  <a:lnTo>
                    <a:pt x="94554" y="317747"/>
                  </a:lnTo>
                  <a:lnTo>
                    <a:pt x="99359" y="319971"/>
                  </a:lnTo>
                  <a:lnTo>
                    <a:pt x="104232" y="322041"/>
                  </a:lnTo>
                  <a:lnTo>
                    <a:pt x="109169" y="323956"/>
                  </a:lnTo>
                  <a:lnTo>
                    <a:pt x="114163" y="325714"/>
                  </a:lnTo>
                  <a:lnTo>
                    <a:pt x="119211" y="327312"/>
                  </a:lnTo>
                  <a:lnTo>
                    <a:pt x="124307" y="328750"/>
                  </a:lnTo>
                  <a:lnTo>
                    <a:pt x="129445" y="330026"/>
                  </a:lnTo>
                  <a:lnTo>
                    <a:pt x="134622" y="331139"/>
                  </a:lnTo>
                  <a:lnTo>
                    <a:pt x="139831" y="332087"/>
                  </a:lnTo>
                  <a:lnTo>
                    <a:pt x="145068" y="332869"/>
                  </a:lnTo>
                  <a:lnTo>
                    <a:pt x="150326" y="333485"/>
                  </a:lnTo>
                  <a:lnTo>
                    <a:pt x="155602" y="333935"/>
                  </a:lnTo>
                  <a:lnTo>
                    <a:pt x="160889" y="334217"/>
                  </a:lnTo>
                  <a:lnTo>
                    <a:pt x="166183" y="334332"/>
                  </a:lnTo>
                  <a:lnTo>
                    <a:pt x="171477" y="334278"/>
                  </a:lnTo>
                  <a:lnTo>
                    <a:pt x="176767" y="334058"/>
                  </a:lnTo>
                  <a:lnTo>
                    <a:pt x="182048" y="333669"/>
                  </a:lnTo>
                  <a:lnTo>
                    <a:pt x="187313" y="333114"/>
                  </a:lnTo>
                  <a:lnTo>
                    <a:pt x="192559" y="332393"/>
                  </a:lnTo>
                  <a:lnTo>
                    <a:pt x="197779" y="331505"/>
                  </a:lnTo>
                  <a:lnTo>
                    <a:pt x="202968" y="330453"/>
                  </a:lnTo>
                  <a:lnTo>
                    <a:pt x="208121" y="329237"/>
                  </a:lnTo>
                  <a:lnTo>
                    <a:pt x="213233" y="327858"/>
                  </a:lnTo>
                  <a:lnTo>
                    <a:pt x="218299" y="326318"/>
                  </a:lnTo>
                  <a:lnTo>
                    <a:pt x="223313" y="324618"/>
                  </a:lnTo>
                  <a:lnTo>
                    <a:pt x="228272" y="322761"/>
                  </a:lnTo>
                  <a:lnTo>
                    <a:pt x="233168" y="320747"/>
                  </a:lnTo>
                  <a:lnTo>
                    <a:pt x="237999" y="318580"/>
                  </a:lnTo>
                  <a:lnTo>
                    <a:pt x="242759" y="316260"/>
                  </a:lnTo>
                  <a:lnTo>
                    <a:pt x="247442" y="313791"/>
                  </a:lnTo>
                  <a:lnTo>
                    <a:pt x="252046" y="311175"/>
                  </a:lnTo>
                  <a:lnTo>
                    <a:pt x="256564" y="308414"/>
                  </a:lnTo>
                  <a:lnTo>
                    <a:pt x="260992" y="305511"/>
                  </a:lnTo>
                  <a:lnTo>
                    <a:pt x="265326" y="302470"/>
                  </a:lnTo>
                  <a:lnTo>
                    <a:pt x="269562" y="299293"/>
                  </a:lnTo>
                  <a:lnTo>
                    <a:pt x="273695" y="295984"/>
                  </a:lnTo>
                  <a:lnTo>
                    <a:pt x="277721" y="292545"/>
                  </a:lnTo>
                  <a:lnTo>
                    <a:pt x="281636" y="288980"/>
                  </a:lnTo>
                  <a:lnTo>
                    <a:pt x="285437" y="285294"/>
                  </a:lnTo>
                  <a:lnTo>
                    <a:pt x="289118" y="281489"/>
                  </a:lnTo>
                  <a:lnTo>
                    <a:pt x="292678" y="277569"/>
                  </a:lnTo>
                  <a:lnTo>
                    <a:pt x="296111" y="273538"/>
                  </a:lnTo>
                  <a:lnTo>
                    <a:pt x="299415" y="269401"/>
                  </a:lnTo>
                  <a:lnTo>
                    <a:pt x="302586" y="265161"/>
                  </a:lnTo>
                  <a:lnTo>
                    <a:pt x="305622" y="260822"/>
                  </a:lnTo>
                  <a:lnTo>
                    <a:pt x="308518" y="256390"/>
                  </a:lnTo>
                  <a:lnTo>
                    <a:pt x="311273" y="251869"/>
                  </a:lnTo>
                  <a:lnTo>
                    <a:pt x="313883" y="247262"/>
                  </a:lnTo>
                  <a:lnTo>
                    <a:pt x="316346" y="242575"/>
                  </a:lnTo>
                  <a:lnTo>
                    <a:pt x="318659" y="237812"/>
                  </a:lnTo>
                  <a:lnTo>
                    <a:pt x="320821" y="232979"/>
                  </a:lnTo>
                  <a:lnTo>
                    <a:pt x="322828" y="228079"/>
                  </a:lnTo>
                  <a:lnTo>
                    <a:pt x="324679" y="223118"/>
                  </a:lnTo>
                  <a:lnTo>
                    <a:pt x="326372" y="218102"/>
                  </a:lnTo>
                  <a:lnTo>
                    <a:pt x="327905" y="213034"/>
                  </a:lnTo>
                  <a:lnTo>
                    <a:pt x="329277" y="207920"/>
                  </a:lnTo>
                  <a:lnTo>
                    <a:pt x="330486" y="202765"/>
                  </a:lnTo>
                  <a:lnTo>
                    <a:pt x="331532" y="197574"/>
                  </a:lnTo>
                  <a:lnTo>
                    <a:pt x="332412" y="192353"/>
                  </a:lnTo>
                  <a:lnTo>
                    <a:pt x="333127" y="187107"/>
                  </a:lnTo>
                  <a:lnTo>
                    <a:pt x="333675" y="181841"/>
                  </a:lnTo>
                  <a:lnTo>
                    <a:pt x="334056" y="176560"/>
                  </a:lnTo>
                  <a:lnTo>
                    <a:pt x="334270" y="171269"/>
                  </a:lnTo>
                  <a:lnTo>
                    <a:pt x="334316" y="165975"/>
                  </a:lnTo>
                  <a:lnTo>
                    <a:pt x="334195" y="160682"/>
                  </a:lnTo>
                  <a:lnTo>
                    <a:pt x="333905" y="155395"/>
                  </a:lnTo>
                  <a:lnTo>
                    <a:pt x="333449" y="150120"/>
                  </a:lnTo>
                  <a:lnTo>
                    <a:pt x="332826" y="144862"/>
                  </a:lnTo>
                  <a:lnTo>
                    <a:pt x="332036" y="139626"/>
                  </a:lnTo>
                  <a:lnTo>
                    <a:pt x="331081" y="134418"/>
                  </a:lnTo>
                  <a:lnTo>
                    <a:pt x="329962" y="129243"/>
                  </a:lnTo>
                  <a:lnTo>
                    <a:pt x="328679" y="124106"/>
                  </a:lnTo>
                  <a:lnTo>
                    <a:pt x="327234" y="119012"/>
                  </a:lnTo>
                  <a:lnTo>
                    <a:pt x="325629" y="113967"/>
                  </a:lnTo>
                  <a:lnTo>
                    <a:pt x="323865" y="108975"/>
                  </a:lnTo>
                  <a:lnTo>
                    <a:pt x="321943" y="104041"/>
                  </a:lnTo>
                  <a:lnTo>
                    <a:pt x="319867" y="99170"/>
                  </a:lnTo>
                  <a:lnTo>
                    <a:pt x="317637" y="94368"/>
                  </a:lnTo>
                  <a:lnTo>
                    <a:pt x="315256" y="89639"/>
                  </a:lnTo>
                  <a:lnTo>
                    <a:pt x="312726" y="84988"/>
                  </a:lnTo>
                  <a:lnTo>
                    <a:pt x="310050" y="80419"/>
                  </a:lnTo>
                  <a:lnTo>
                    <a:pt x="307231" y="75937"/>
                  </a:lnTo>
                  <a:lnTo>
                    <a:pt x="304272" y="71546"/>
                  </a:lnTo>
                  <a:lnTo>
                    <a:pt x="301175" y="67252"/>
                  </a:lnTo>
                  <a:lnTo>
                    <a:pt x="297944" y="63057"/>
                  </a:lnTo>
                  <a:lnTo>
                    <a:pt x="294581" y="58968"/>
                  </a:lnTo>
                  <a:lnTo>
                    <a:pt x="291090" y="54986"/>
                  </a:lnTo>
                  <a:lnTo>
                    <a:pt x="287475" y="51118"/>
                  </a:lnTo>
                  <a:lnTo>
                    <a:pt x="283740" y="47365"/>
                  </a:lnTo>
                  <a:lnTo>
                    <a:pt x="279887" y="43733"/>
                  </a:lnTo>
                  <a:lnTo>
                    <a:pt x="275922" y="40225"/>
                  </a:lnTo>
                  <a:lnTo>
                    <a:pt x="271847" y="36844"/>
                  </a:lnTo>
                  <a:lnTo>
                    <a:pt x="267667" y="33594"/>
                  </a:lnTo>
                  <a:lnTo>
                    <a:pt x="263387" y="30477"/>
                  </a:lnTo>
                  <a:lnTo>
                    <a:pt x="259010" y="27498"/>
                  </a:lnTo>
                  <a:lnTo>
                    <a:pt x="254540" y="24659"/>
                  </a:lnTo>
                  <a:lnTo>
                    <a:pt x="249983" y="21963"/>
                  </a:lnTo>
                  <a:lnTo>
                    <a:pt x="245343" y="19413"/>
                  </a:lnTo>
                  <a:lnTo>
                    <a:pt x="240625" y="17011"/>
                  </a:lnTo>
                  <a:lnTo>
                    <a:pt x="235833" y="14759"/>
                  </a:lnTo>
                  <a:lnTo>
                    <a:pt x="230971" y="12661"/>
                  </a:lnTo>
                  <a:lnTo>
                    <a:pt x="226046" y="10717"/>
                  </a:lnTo>
                  <a:lnTo>
                    <a:pt x="221062" y="8931"/>
                  </a:lnTo>
                  <a:lnTo>
                    <a:pt x="216024" y="7303"/>
                  </a:lnTo>
                  <a:lnTo>
                    <a:pt x="210937" y="5835"/>
                  </a:lnTo>
                  <a:lnTo>
                    <a:pt x="205805" y="4529"/>
                  </a:lnTo>
                  <a:lnTo>
                    <a:pt x="200635" y="338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3711108"/>
              <a:ext cx="33482" cy="163779"/>
            </a:xfrm>
            <a:custGeom>
              <a:avLst/>
              <a:pathLst>
                <a:path w="33482" h="163779">
                  <a:moveTo>
                    <a:pt x="33482" y="0"/>
                  </a:moveTo>
                  <a:lnTo>
                    <a:pt x="0" y="1637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3710932"/>
              <a:ext cx="33482" cy="163955"/>
            </a:xfrm>
            <a:custGeom>
              <a:avLst/>
              <a:pathLst>
                <a:path w="33482" h="163955">
                  <a:moveTo>
                    <a:pt x="33482" y="175"/>
                  </a:moveTo>
                  <a:lnTo>
                    <a:pt x="32612" y="0"/>
                  </a:lnTo>
                  <a:lnTo>
                    <a:pt x="0" y="163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3707720"/>
              <a:ext cx="32612" cy="167167"/>
            </a:xfrm>
            <a:custGeom>
              <a:avLst/>
              <a:pathLst>
                <a:path w="32612" h="167167">
                  <a:moveTo>
                    <a:pt x="32612" y="3212"/>
                  </a:moveTo>
                  <a:lnTo>
                    <a:pt x="26150" y="2058"/>
                  </a:lnTo>
                  <a:lnTo>
                    <a:pt x="19648" y="1158"/>
                  </a:lnTo>
                  <a:lnTo>
                    <a:pt x="13115" y="515"/>
                  </a:lnTo>
                  <a:lnTo>
                    <a:pt x="6562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14137" y="4213821"/>
              <a:ext cx="334307" cy="334334"/>
            </a:xfrm>
            <a:custGeom>
              <a:avLst/>
              <a:pathLst>
                <a:path w="334307" h="334334">
                  <a:moveTo>
                    <a:pt x="167150" y="0"/>
                  </a:moveTo>
                  <a:lnTo>
                    <a:pt x="161851" y="83"/>
                  </a:lnTo>
                  <a:lnTo>
                    <a:pt x="156558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3" y="2095"/>
                  </a:lnTo>
                  <a:lnTo>
                    <a:pt x="135544" y="3015"/>
                  </a:lnTo>
                  <a:lnTo>
                    <a:pt x="130356" y="4099"/>
                  </a:lnTo>
                  <a:lnTo>
                    <a:pt x="125206" y="5347"/>
                  </a:lnTo>
                  <a:lnTo>
                    <a:pt x="120098" y="6758"/>
                  </a:lnTo>
                  <a:lnTo>
                    <a:pt x="115037" y="8330"/>
                  </a:lnTo>
                  <a:lnTo>
                    <a:pt x="110029" y="10061"/>
                  </a:lnTo>
                  <a:lnTo>
                    <a:pt x="105078" y="11951"/>
                  </a:lnTo>
                  <a:lnTo>
                    <a:pt x="100189" y="13996"/>
                  </a:lnTo>
                  <a:lnTo>
                    <a:pt x="95368" y="16196"/>
                  </a:lnTo>
                  <a:lnTo>
                    <a:pt x="90618" y="18547"/>
                  </a:lnTo>
                  <a:lnTo>
                    <a:pt x="85946" y="21047"/>
                  </a:lnTo>
                  <a:lnTo>
                    <a:pt x="81355" y="23695"/>
                  </a:lnTo>
                  <a:lnTo>
                    <a:pt x="76851" y="26486"/>
                  </a:lnTo>
                  <a:lnTo>
                    <a:pt x="72437" y="29419"/>
                  </a:lnTo>
                  <a:lnTo>
                    <a:pt x="68118" y="32491"/>
                  </a:lnTo>
                  <a:lnTo>
                    <a:pt x="63899" y="35697"/>
                  </a:lnTo>
                  <a:lnTo>
                    <a:pt x="59784" y="39036"/>
                  </a:lnTo>
                  <a:lnTo>
                    <a:pt x="55777" y="42504"/>
                  </a:lnTo>
                  <a:lnTo>
                    <a:pt x="51881" y="46096"/>
                  </a:lnTo>
                  <a:lnTo>
                    <a:pt x="48101" y="49811"/>
                  </a:lnTo>
                  <a:lnTo>
                    <a:pt x="44441" y="53643"/>
                  </a:lnTo>
                  <a:lnTo>
                    <a:pt x="40905" y="57590"/>
                  </a:lnTo>
                  <a:lnTo>
                    <a:pt x="37495" y="61647"/>
                  </a:lnTo>
                  <a:lnTo>
                    <a:pt x="34215" y="65809"/>
                  </a:lnTo>
                  <a:lnTo>
                    <a:pt x="31069" y="70074"/>
                  </a:lnTo>
                  <a:lnTo>
                    <a:pt x="28060" y="74436"/>
                  </a:lnTo>
                  <a:lnTo>
                    <a:pt x="25191" y="78891"/>
                  </a:lnTo>
                  <a:lnTo>
                    <a:pt x="22464" y="83435"/>
                  </a:lnTo>
                  <a:lnTo>
                    <a:pt x="19883" y="88063"/>
                  </a:lnTo>
                  <a:lnTo>
                    <a:pt x="17449" y="92771"/>
                  </a:lnTo>
                  <a:lnTo>
                    <a:pt x="15167" y="97553"/>
                  </a:lnTo>
                  <a:lnTo>
                    <a:pt x="13036" y="102406"/>
                  </a:lnTo>
                  <a:lnTo>
                    <a:pt x="11061" y="107323"/>
                  </a:lnTo>
                  <a:lnTo>
                    <a:pt x="9243" y="112301"/>
                  </a:lnTo>
                  <a:lnTo>
                    <a:pt x="7583" y="117334"/>
                  </a:lnTo>
                  <a:lnTo>
                    <a:pt x="6084" y="122417"/>
                  </a:lnTo>
                  <a:lnTo>
                    <a:pt x="4746" y="127544"/>
                  </a:lnTo>
                  <a:lnTo>
                    <a:pt x="3572" y="132712"/>
                  </a:lnTo>
                  <a:lnTo>
                    <a:pt x="2562" y="137914"/>
                  </a:lnTo>
                  <a:lnTo>
                    <a:pt x="1717" y="143146"/>
                  </a:lnTo>
                  <a:lnTo>
                    <a:pt x="1039" y="148402"/>
                  </a:lnTo>
                  <a:lnTo>
                    <a:pt x="528" y="153676"/>
                  </a:lnTo>
                  <a:lnTo>
                    <a:pt x="184" y="158964"/>
                  </a:lnTo>
                  <a:lnTo>
                    <a:pt x="8" y="164261"/>
                  </a:lnTo>
                  <a:lnTo>
                    <a:pt x="0" y="169560"/>
                  </a:lnTo>
                  <a:lnTo>
                    <a:pt x="159" y="174857"/>
                  </a:lnTo>
                  <a:lnTo>
                    <a:pt x="487" y="180146"/>
                  </a:lnTo>
                  <a:lnTo>
                    <a:pt x="982" y="185423"/>
                  </a:lnTo>
                  <a:lnTo>
                    <a:pt x="1644" y="190680"/>
                  </a:lnTo>
                  <a:lnTo>
                    <a:pt x="2473" y="195915"/>
                  </a:lnTo>
                  <a:lnTo>
                    <a:pt x="3467" y="201120"/>
                  </a:lnTo>
                  <a:lnTo>
                    <a:pt x="4625" y="206291"/>
                  </a:lnTo>
                  <a:lnTo>
                    <a:pt x="5947" y="211423"/>
                  </a:lnTo>
                  <a:lnTo>
                    <a:pt x="7431" y="216510"/>
                  </a:lnTo>
                  <a:lnTo>
                    <a:pt x="9075" y="221548"/>
                  </a:lnTo>
                  <a:lnTo>
                    <a:pt x="10878" y="226531"/>
                  </a:lnTo>
                  <a:lnTo>
                    <a:pt x="12838" y="231455"/>
                  </a:lnTo>
                  <a:lnTo>
                    <a:pt x="14954" y="236314"/>
                  </a:lnTo>
                  <a:lnTo>
                    <a:pt x="17222" y="241103"/>
                  </a:lnTo>
                  <a:lnTo>
                    <a:pt x="19641" y="245818"/>
                  </a:lnTo>
                  <a:lnTo>
                    <a:pt x="22208" y="250454"/>
                  </a:lnTo>
                  <a:lnTo>
                    <a:pt x="24921" y="255007"/>
                  </a:lnTo>
                  <a:lnTo>
                    <a:pt x="27776" y="259471"/>
                  </a:lnTo>
                  <a:lnTo>
                    <a:pt x="30772" y="263842"/>
                  </a:lnTo>
                  <a:lnTo>
                    <a:pt x="33905" y="268116"/>
                  </a:lnTo>
                  <a:lnTo>
                    <a:pt x="37172" y="272289"/>
                  </a:lnTo>
                  <a:lnTo>
                    <a:pt x="40569" y="276356"/>
                  </a:lnTo>
                  <a:lnTo>
                    <a:pt x="44094" y="280314"/>
                  </a:lnTo>
                  <a:lnTo>
                    <a:pt x="47742" y="284157"/>
                  </a:lnTo>
                  <a:lnTo>
                    <a:pt x="51510" y="287883"/>
                  </a:lnTo>
                  <a:lnTo>
                    <a:pt x="55395" y="291488"/>
                  </a:lnTo>
                  <a:lnTo>
                    <a:pt x="59391" y="294968"/>
                  </a:lnTo>
                  <a:lnTo>
                    <a:pt x="63496" y="298319"/>
                  </a:lnTo>
                  <a:lnTo>
                    <a:pt x="67706" y="301539"/>
                  </a:lnTo>
                  <a:lnTo>
                    <a:pt x="72015" y="304623"/>
                  </a:lnTo>
                  <a:lnTo>
                    <a:pt x="76420" y="307570"/>
                  </a:lnTo>
                  <a:lnTo>
                    <a:pt x="80915" y="310375"/>
                  </a:lnTo>
                  <a:lnTo>
                    <a:pt x="85498" y="313037"/>
                  </a:lnTo>
                  <a:lnTo>
                    <a:pt x="90163" y="315551"/>
                  </a:lnTo>
                  <a:lnTo>
                    <a:pt x="94905" y="317917"/>
                  </a:lnTo>
                  <a:lnTo>
                    <a:pt x="99719" y="320131"/>
                  </a:lnTo>
                  <a:lnTo>
                    <a:pt x="104602" y="322192"/>
                  </a:lnTo>
                  <a:lnTo>
                    <a:pt x="109547" y="324096"/>
                  </a:lnTo>
                  <a:lnTo>
                    <a:pt x="114550" y="325843"/>
                  </a:lnTo>
                  <a:lnTo>
                    <a:pt x="119606" y="327431"/>
                  </a:lnTo>
                  <a:lnTo>
                    <a:pt x="124710" y="328857"/>
                  </a:lnTo>
                  <a:lnTo>
                    <a:pt x="129856" y="330121"/>
                  </a:lnTo>
                  <a:lnTo>
                    <a:pt x="135040" y="331222"/>
                  </a:lnTo>
                  <a:lnTo>
                    <a:pt x="140256" y="332157"/>
                  </a:lnTo>
                  <a:lnTo>
                    <a:pt x="145500" y="332926"/>
                  </a:lnTo>
                  <a:lnTo>
                    <a:pt x="150765" y="333529"/>
                  </a:lnTo>
                  <a:lnTo>
                    <a:pt x="156046" y="333965"/>
                  </a:lnTo>
                  <a:lnTo>
                    <a:pt x="161339" y="334233"/>
                  </a:lnTo>
                  <a:lnTo>
                    <a:pt x="166637" y="334334"/>
                  </a:lnTo>
                  <a:lnTo>
                    <a:pt x="171936" y="334266"/>
                  </a:lnTo>
                  <a:lnTo>
                    <a:pt x="177230" y="334030"/>
                  </a:lnTo>
                  <a:lnTo>
                    <a:pt x="182514" y="333627"/>
                  </a:lnTo>
                  <a:lnTo>
                    <a:pt x="187783" y="333056"/>
                  </a:lnTo>
                  <a:lnTo>
                    <a:pt x="193030" y="332319"/>
                  </a:lnTo>
                  <a:lnTo>
                    <a:pt x="198252" y="331416"/>
                  </a:lnTo>
                  <a:lnTo>
                    <a:pt x="203443" y="330347"/>
                  </a:lnTo>
                  <a:lnTo>
                    <a:pt x="208597" y="329115"/>
                  </a:lnTo>
                  <a:lnTo>
                    <a:pt x="213709" y="327720"/>
                  </a:lnTo>
                  <a:lnTo>
                    <a:pt x="218775" y="326163"/>
                  </a:lnTo>
                  <a:lnTo>
                    <a:pt x="223789" y="324447"/>
                  </a:lnTo>
                  <a:lnTo>
                    <a:pt x="228745" y="322573"/>
                  </a:lnTo>
                  <a:lnTo>
                    <a:pt x="233640" y="320542"/>
                  </a:lnTo>
                  <a:lnTo>
                    <a:pt x="238469" y="318358"/>
                  </a:lnTo>
                  <a:lnTo>
                    <a:pt x="243225" y="316021"/>
                  </a:lnTo>
                  <a:lnTo>
                    <a:pt x="247905" y="313535"/>
                  </a:lnTo>
                  <a:lnTo>
                    <a:pt x="252504" y="310902"/>
                  </a:lnTo>
                  <a:lnTo>
                    <a:pt x="257017" y="308124"/>
                  </a:lnTo>
                  <a:lnTo>
                    <a:pt x="261440" y="305205"/>
                  </a:lnTo>
                  <a:lnTo>
                    <a:pt x="265768" y="302147"/>
                  </a:lnTo>
                  <a:lnTo>
                    <a:pt x="269997" y="298953"/>
                  </a:lnTo>
                  <a:lnTo>
                    <a:pt x="274122" y="295627"/>
                  </a:lnTo>
                  <a:lnTo>
                    <a:pt x="278140" y="292171"/>
                  </a:lnTo>
                  <a:lnTo>
                    <a:pt x="282047" y="288591"/>
                  </a:lnTo>
                  <a:lnTo>
                    <a:pt x="285838" y="284888"/>
                  </a:lnTo>
                  <a:lnTo>
                    <a:pt x="289509" y="281066"/>
                  </a:lnTo>
                  <a:lnTo>
                    <a:pt x="293058" y="277131"/>
                  </a:lnTo>
                  <a:lnTo>
                    <a:pt x="296480" y="273085"/>
                  </a:lnTo>
                  <a:lnTo>
                    <a:pt x="299773" y="268932"/>
                  </a:lnTo>
                  <a:lnTo>
                    <a:pt x="302932" y="264677"/>
                  </a:lnTo>
                  <a:lnTo>
                    <a:pt x="305954" y="260324"/>
                  </a:lnTo>
                  <a:lnTo>
                    <a:pt x="308837" y="255878"/>
                  </a:lnTo>
                  <a:lnTo>
                    <a:pt x="311578" y="251342"/>
                  </a:lnTo>
                  <a:lnTo>
                    <a:pt x="314173" y="246722"/>
                  </a:lnTo>
                  <a:lnTo>
                    <a:pt x="316621" y="242022"/>
                  </a:lnTo>
                  <a:lnTo>
                    <a:pt x="318919" y="237246"/>
                  </a:lnTo>
                  <a:lnTo>
                    <a:pt x="321064" y="232401"/>
                  </a:lnTo>
                  <a:lnTo>
                    <a:pt x="323054" y="227489"/>
                  </a:lnTo>
                  <a:lnTo>
                    <a:pt x="324888" y="222517"/>
                  </a:lnTo>
                  <a:lnTo>
                    <a:pt x="326563" y="217490"/>
                  </a:lnTo>
                  <a:lnTo>
                    <a:pt x="328078" y="212411"/>
                  </a:lnTo>
                  <a:lnTo>
                    <a:pt x="329431" y="207288"/>
                  </a:lnTo>
                  <a:lnTo>
                    <a:pt x="330621" y="202124"/>
                  </a:lnTo>
                  <a:lnTo>
                    <a:pt x="331647" y="196925"/>
                  </a:lnTo>
                  <a:lnTo>
                    <a:pt x="332508" y="191695"/>
                  </a:lnTo>
                  <a:lnTo>
                    <a:pt x="333202" y="186442"/>
                  </a:lnTo>
                  <a:lnTo>
                    <a:pt x="333730" y="181169"/>
                  </a:lnTo>
                  <a:lnTo>
                    <a:pt x="334090" y="175882"/>
                  </a:lnTo>
                  <a:lnTo>
                    <a:pt x="334282" y="170586"/>
                  </a:lnTo>
                  <a:lnTo>
                    <a:pt x="334307" y="165286"/>
                  </a:lnTo>
                  <a:lnTo>
                    <a:pt x="334163" y="159989"/>
                  </a:lnTo>
                  <a:lnTo>
                    <a:pt x="333852" y="154699"/>
                  </a:lnTo>
                  <a:lnTo>
                    <a:pt x="333373" y="149421"/>
                  </a:lnTo>
                  <a:lnTo>
                    <a:pt x="332727" y="144161"/>
                  </a:lnTo>
                  <a:lnTo>
                    <a:pt x="331914" y="138925"/>
                  </a:lnTo>
                  <a:lnTo>
                    <a:pt x="330936" y="133716"/>
                  </a:lnTo>
                  <a:lnTo>
                    <a:pt x="329794" y="128542"/>
                  </a:lnTo>
                  <a:lnTo>
                    <a:pt x="328488" y="123406"/>
                  </a:lnTo>
                  <a:lnTo>
                    <a:pt x="327019" y="118314"/>
                  </a:lnTo>
                  <a:lnTo>
                    <a:pt x="325391" y="113271"/>
                  </a:lnTo>
                  <a:lnTo>
                    <a:pt x="323603" y="108282"/>
                  </a:lnTo>
                  <a:lnTo>
                    <a:pt x="321658" y="103353"/>
                  </a:lnTo>
                  <a:lnTo>
                    <a:pt x="319557" y="98487"/>
                  </a:lnTo>
                  <a:lnTo>
                    <a:pt x="317304" y="93691"/>
                  </a:lnTo>
                  <a:lnTo>
                    <a:pt x="314899" y="88968"/>
                  </a:lnTo>
                  <a:lnTo>
                    <a:pt x="312347" y="84325"/>
                  </a:lnTo>
                  <a:lnTo>
                    <a:pt x="309648" y="79764"/>
                  </a:lnTo>
                  <a:lnTo>
                    <a:pt x="306806" y="75291"/>
                  </a:lnTo>
                  <a:lnTo>
                    <a:pt x="303823" y="70911"/>
                  </a:lnTo>
                  <a:lnTo>
                    <a:pt x="300704" y="66627"/>
                  </a:lnTo>
                  <a:lnTo>
                    <a:pt x="297450" y="62444"/>
                  </a:lnTo>
                  <a:lnTo>
                    <a:pt x="294065" y="58367"/>
                  </a:lnTo>
                  <a:lnTo>
                    <a:pt x="290552" y="54398"/>
                  </a:lnTo>
                  <a:lnTo>
                    <a:pt x="286916" y="50544"/>
                  </a:lnTo>
                  <a:lnTo>
                    <a:pt x="283159" y="46806"/>
                  </a:lnTo>
                  <a:lnTo>
                    <a:pt x="279286" y="43189"/>
                  </a:lnTo>
                  <a:lnTo>
                    <a:pt x="275300" y="39697"/>
                  </a:lnTo>
                  <a:lnTo>
                    <a:pt x="271205" y="36333"/>
                  </a:lnTo>
                  <a:lnTo>
                    <a:pt x="267006" y="33101"/>
                  </a:lnTo>
                  <a:lnTo>
                    <a:pt x="262706" y="30003"/>
                  </a:lnTo>
                  <a:lnTo>
                    <a:pt x="258310" y="27043"/>
                  </a:lnTo>
                  <a:lnTo>
                    <a:pt x="253823" y="24224"/>
                  </a:lnTo>
                  <a:lnTo>
                    <a:pt x="249249" y="21549"/>
                  </a:lnTo>
                  <a:lnTo>
                    <a:pt x="244592" y="19019"/>
                  </a:lnTo>
                  <a:lnTo>
                    <a:pt x="239857" y="16639"/>
                  </a:lnTo>
                  <a:lnTo>
                    <a:pt x="235049" y="14410"/>
                  </a:lnTo>
                  <a:lnTo>
                    <a:pt x="230173" y="12335"/>
                  </a:lnTo>
                  <a:lnTo>
                    <a:pt x="225234" y="10415"/>
                  </a:lnTo>
                  <a:lnTo>
                    <a:pt x="220236" y="8653"/>
                  </a:lnTo>
                  <a:lnTo>
                    <a:pt x="215185" y="7050"/>
                  </a:lnTo>
                  <a:lnTo>
                    <a:pt x="210086" y="5607"/>
                  </a:lnTo>
                  <a:lnTo>
                    <a:pt x="204943" y="4328"/>
                  </a:lnTo>
                  <a:lnTo>
                    <a:pt x="199763" y="3212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781287" y="4217033"/>
              <a:ext cx="32612" cy="163955"/>
            </a:xfrm>
            <a:custGeom>
              <a:avLst/>
              <a:pathLst>
                <a:path w="32612" h="163955">
                  <a:moveTo>
                    <a:pt x="32612" y="0"/>
                  </a:moveTo>
                  <a:lnTo>
                    <a:pt x="0" y="1639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781287" y="4216862"/>
              <a:ext cx="32612" cy="164126"/>
            </a:xfrm>
            <a:custGeom>
              <a:avLst/>
              <a:pathLst>
                <a:path w="32612" h="164126">
                  <a:moveTo>
                    <a:pt x="32612" y="170"/>
                  </a:moveTo>
                  <a:lnTo>
                    <a:pt x="31742" y="0"/>
                  </a:lnTo>
                  <a:lnTo>
                    <a:pt x="0" y="164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781287" y="4213821"/>
              <a:ext cx="31742" cy="167167"/>
            </a:xfrm>
            <a:custGeom>
              <a:avLst/>
              <a:pathLst>
                <a:path w="31742" h="167167">
                  <a:moveTo>
                    <a:pt x="31742" y="3041"/>
                  </a:moveTo>
                  <a:lnTo>
                    <a:pt x="25449" y="1948"/>
                  </a:lnTo>
                  <a:lnTo>
                    <a:pt x="19119" y="1097"/>
                  </a:lnTo>
                  <a:lnTo>
                    <a:pt x="12762" y="487"/>
                  </a:lnTo>
                  <a:lnTo>
                    <a:pt x="638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19368" y="4659281"/>
              <a:ext cx="167156" cy="222020"/>
            </a:xfrm>
            <a:custGeom>
              <a:avLst/>
              <a:pathLst>
                <a:path w="167156" h="222020">
                  <a:moveTo>
                    <a:pt x="167156" y="0"/>
                  </a:moveTo>
                  <a:lnTo>
                    <a:pt x="161759" y="87"/>
                  </a:lnTo>
                  <a:lnTo>
                    <a:pt x="156368" y="348"/>
                  </a:lnTo>
                  <a:lnTo>
                    <a:pt x="150988" y="783"/>
                  </a:lnTo>
                  <a:lnTo>
                    <a:pt x="145625" y="1392"/>
                  </a:lnTo>
                  <a:lnTo>
                    <a:pt x="140284" y="2173"/>
                  </a:lnTo>
                  <a:lnTo>
                    <a:pt x="134971" y="3127"/>
                  </a:lnTo>
                  <a:lnTo>
                    <a:pt x="129692" y="4252"/>
                  </a:lnTo>
                  <a:lnTo>
                    <a:pt x="124452" y="5546"/>
                  </a:lnTo>
                  <a:lnTo>
                    <a:pt x="119256" y="7009"/>
                  </a:lnTo>
                  <a:lnTo>
                    <a:pt x="114110" y="8639"/>
                  </a:lnTo>
                  <a:lnTo>
                    <a:pt x="109020" y="10434"/>
                  </a:lnTo>
                  <a:lnTo>
                    <a:pt x="103990" y="12393"/>
                  </a:lnTo>
                  <a:lnTo>
                    <a:pt x="99026" y="14513"/>
                  </a:lnTo>
                  <a:lnTo>
                    <a:pt x="94134" y="16792"/>
                  </a:lnTo>
                  <a:lnTo>
                    <a:pt x="89317" y="19228"/>
                  </a:lnTo>
                  <a:lnTo>
                    <a:pt x="84581" y="21818"/>
                  </a:lnTo>
                  <a:lnTo>
                    <a:pt x="79932" y="24559"/>
                  </a:lnTo>
                  <a:lnTo>
                    <a:pt x="75373" y="27450"/>
                  </a:lnTo>
                  <a:lnTo>
                    <a:pt x="70910" y="30486"/>
                  </a:lnTo>
                  <a:lnTo>
                    <a:pt x="66548" y="33664"/>
                  </a:lnTo>
                  <a:lnTo>
                    <a:pt x="62290" y="36982"/>
                  </a:lnTo>
                  <a:lnTo>
                    <a:pt x="58142" y="40435"/>
                  </a:lnTo>
                  <a:lnTo>
                    <a:pt x="54107" y="44021"/>
                  </a:lnTo>
                  <a:lnTo>
                    <a:pt x="50191" y="47735"/>
                  </a:lnTo>
                  <a:lnTo>
                    <a:pt x="46396" y="51573"/>
                  </a:lnTo>
                  <a:lnTo>
                    <a:pt x="42727" y="55532"/>
                  </a:lnTo>
                  <a:lnTo>
                    <a:pt x="39188" y="59608"/>
                  </a:lnTo>
                  <a:lnTo>
                    <a:pt x="35782" y="63795"/>
                  </a:lnTo>
                  <a:lnTo>
                    <a:pt x="32513" y="68090"/>
                  </a:lnTo>
                  <a:lnTo>
                    <a:pt x="29384" y="72489"/>
                  </a:lnTo>
                  <a:lnTo>
                    <a:pt x="26400" y="76986"/>
                  </a:lnTo>
                  <a:lnTo>
                    <a:pt x="23562" y="81577"/>
                  </a:lnTo>
                  <a:lnTo>
                    <a:pt x="20873" y="86258"/>
                  </a:lnTo>
                  <a:lnTo>
                    <a:pt x="18337" y="91023"/>
                  </a:lnTo>
                  <a:lnTo>
                    <a:pt x="15957" y="95867"/>
                  </a:lnTo>
                  <a:lnTo>
                    <a:pt x="13734" y="100786"/>
                  </a:lnTo>
                  <a:lnTo>
                    <a:pt x="11670" y="105773"/>
                  </a:lnTo>
                  <a:lnTo>
                    <a:pt x="9769" y="110825"/>
                  </a:lnTo>
                  <a:lnTo>
                    <a:pt x="8032" y="115936"/>
                  </a:lnTo>
                  <a:lnTo>
                    <a:pt x="6461" y="121100"/>
                  </a:lnTo>
                  <a:lnTo>
                    <a:pt x="5058" y="126312"/>
                  </a:lnTo>
                  <a:lnTo>
                    <a:pt x="3823" y="131566"/>
                  </a:lnTo>
                  <a:lnTo>
                    <a:pt x="2759" y="136858"/>
                  </a:lnTo>
                  <a:lnTo>
                    <a:pt x="1866" y="142181"/>
                  </a:lnTo>
                  <a:lnTo>
                    <a:pt x="1146" y="147530"/>
                  </a:lnTo>
                  <a:lnTo>
                    <a:pt x="598" y="152900"/>
                  </a:lnTo>
                  <a:lnTo>
                    <a:pt x="225" y="158285"/>
                  </a:lnTo>
                  <a:lnTo>
                    <a:pt x="25" y="163679"/>
                  </a:lnTo>
                  <a:lnTo>
                    <a:pt x="0" y="169076"/>
                  </a:lnTo>
                  <a:lnTo>
                    <a:pt x="148" y="174472"/>
                  </a:lnTo>
                  <a:lnTo>
                    <a:pt x="471" y="179860"/>
                  </a:lnTo>
                  <a:lnTo>
                    <a:pt x="968" y="185235"/>
                  </a:lnTo>
                  <a:lnTo>
                    <a:pt x="1638" y="190591"/>
                  </a:lnTo>
                  <a:lnTo>
                    <a:pt x="2480" y="195922"/>
                  </a:lnTo>
                  <a:lnTo>
                    <a:pt x="3495" y="201224"/>
                  </a:lnTo>
                  <a:lnTo>
                    <a:pt x="4679" y="206490"/>
                  </a:lnTo>
                  <a:lnTo>
                    <a:pt x="6034" y="211715"/>
                  </a:lnTo>
                  <a:lnTo>
                    <a:pt x="7556" y="216893"/>
                  </a:lnTo>
                  <a:lnTo>
                    <a:pt x="9244" y="22202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928613" y="4826449"/>
              <a:ext cx="157911" cy="54852"/>
            </a:xfrm>
            <a:custGeom>
              <a:avLst/>
              <a:pathLst>
                <a:path w="157911" h="54852">
                  <a:moveTo>
                    <a:pt x="0" y="54852"/>
                  </a:moveTo>
                  <a:lnTo>
                    <a:pt x="15791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928613" y="4826449"/>
              <a:ext cx="157911" cy="85369"/>
            </a:xfrm>
            <a:custGeom>
              <a:avLst/>
              <a:pathLst>
                <a:path w="157911" h="85369">
                  <a:moveTo>
                    <a:pt x="0" y="54852"/>
                  </a:moveTo>
                  <a:lnTo>
                    <a:pt x="2340" y="61175"/>
                  </a:lnTo>
                  <a:lnTo>
                    <a:pt x="4933" y="67398"/>
                  </a:lnTo>
                  <a:lnTo>
                    <a:pt x="7775" y="73511"/>
                  </a:lnTo>
                  <a:lnTo>
                    <a:pt x="10861" y="79505"/>
                  </a:lnTo>
                  <a:lnTo>
                    <a:pt x="14186" y="85369"/>
                  </a:lnTo>
                  <a:lnTo>
                    <a:pt x="15791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942799" y="4659281"/>
              <a:ext cx="310886" cy="334317"/>
            </a:xfrm>
            <a:custGeom>
              <a:avLst/>
              <a:pathLst>
                <a:path w="310886" h="334317">
                  <a:moveTo>
                    <a:pt x="0" y="252537"/>
                  </a:moveTo>
                  <a:lnTo>
                    <a:pt x="2794" y="257075"/>
                  </a:lnTo>
                  <a:lnTo>
                    <a:pt x="5731" y="261521"/>
                  </a:lnTo>
                  <a:lnTo>
                    <a:pt x="8809" y="265872"/>
                  </a:lnTo>
                  <a:lnTo>
                    <a:pt x="12024" y="270122"/>
                  </a:lnTo>
                  <a:lnTo>
                    <a:pt x="15372" y="274268"/>
                  </a:lnTo>
                  <a:lnTo>
                    <a:pt x="18852" y="278305"/>
                  </a:lnTo>
                  <a:lnTo>
                    <a:pt x="22458" y="282229"/>
                  </a:lnTo>
                  <a:lnTo>
                    <a:pt x="26187" y="286036"/>
                  </a:lnTo>
                  <a:lnTo>
                    <a:pt x="30036" y="289722"/>
                  </a:lnTo>
                  <a:lnTo>
                    <a:pt x="34000" y="293284"/>
                  </a:lnTo>
                  <a:lnTo>
                    <a:pt x="38076" y="296717"/>
                  </a:lnTo>
                  <a:lnTo>
                    <a:pt x="42259" y="300019"/>
                  </a:lnTo>
                  <a:lnTo>
                    <a:pt x="46545" y="303186"/>
                  </a:lnTo>
                  <a:lnTo>
                    <a:pt x="50930" y="306214"/>
                  </a:lnTo>
                  <a:lnTo>
                    <a:pt x="55410" y="309101"/>
                  </a:lnTo>
                  <a:lnTo>
                    <a:pt x="59979" y="311844"/>
                  </a:lnTo>
                  <a:lnTo>
                    <a:pt x="64633" y="314440"/>
                  </a:lnTo>
                  <a:lnTo>
                    <a:pt x="69368" y="316887"/>
                  </a:lnTo>
                  <a:lnTo>
                    <a:pt x="74178" y="319181"/>
                  </a:lnTo>
                  <a:lnTo>
                    <a:pt x="79059" y="321320"/>
                  </a:lnTo>
                  <a:lnTo>
                    <a:pt x="84005" y="323303"/>
                  </a:lnTo>
                  <a:lnTo>
                    <a:pt x="89013" y="325127"/>
                  </a:lnTo>
                  <a:lnTo>
                    <a:pt x="94075" y="326791"/>
                  </a:lnTo>
                  <a:lnTo>
                    <a:pt x="99189" y="328293"/>
                  </a:lnTo>
                  <a:lnTo>
                    <a:pt x="104347" y="329630"/>
                  </a:lnTo>
                  <a:lnTo>
                    <a:pt x="109546" y="330803"/>
                  </a:lnTo>
                  <a:lnTo>
                    <a:pt x="114779" y="331809"/>
                  </a:lnTo>
                  <a:lnTo>
                    <a:pt x="120042" y="332648"/>
                  </a:lnTo>
                  <a:lnTo>
                    <a:pt x="125329" y="333319"/>
                  </a:lnTo>
                  <a:lnTo>
                    <a:pt x="130635" y="333821"/>
                  </a:lnTo>
                  <a:lnTo>
                    <a:pt x="135953" y="334154"/>
                  </a:lnTo>
                  <a:lnTo>
                    <a:pt x="141280" y="334317"/>
                  </a:lnTo>
                  <a:lnTo>
                    <a:pt x="146609" y="334309"/>
                  </a:lnTo>
                  <a:lnTo>
                    <a:pt x="151936" y="334133"/>
                  </a:lnTo>
                  <a:lnTo>
                    <a:pt x="157254" y="333786"/>
                  </a:lnTo>
                  <a:lnTo>
                    <a:pt x="162558" y="333270"/>
                  </a:lnTo>
                  <a:lnTo>
                    <a:pt x="167843" y="332585"/>
                  </a:lnTo>
                  <a:lnTo>
                    <a:pt x="173103" y="331733"/>
                  </a:lnTo>
                  <a:lnTo>
                    <a:pt x="178334" y="330712"/>
                  </a:lnTo>
                  <a:lnTo>
                    <a:pt x="183530" y="329526"/>
                  </a:lnTo>
                  <a:lnTo>
                    <a:pt x="188685" y="328175"/>
                  </a:lnTo>
                  <a:lnTo>
                    <a:pt x="193794" y="326660"/>
                  </a:lnTo>
                  <a:lnTo>
                    <a:pt x="198853" y="324983"/>
                  </a:lnTo>
                  <a:lnTo>
                    <a:pt x="203855" y="323145"/>
                  </a:lnTo>
                  <a:lnTo>
                    <a:pt x="208796" y="321149"/>
                  </a:lnTo>
                  <a:lnTo>
                    <a:pt x="213672" y="318997"/>
                  </a:lnTo>
                  <a:lnTo>
                    <a:pt x="218476" y="316690"/>
                  </a:lnTo>
                  <a:lnTo>
                    <a:pt x="223204" y="314232"/>
                  </a:lnTo>
                  <a:lnTo>
                    <a:pt x="227851" y="311623"/>
                  </a:lnTo>
                  <a:lnTo>
                    <a:pt x="232413" y="308868"/>
                  </a:lnTo>
                  <a:lnTo>
                    <a:pt x="236885" y="305969"/>
                  </a:lnTo>
                  <a:lnTo>
                    <a:pt x="241262" y="302929"/>
                  </a:lnTo>
                  <a:lnTo>
                    <a:pt x="245540" y="299751"/>
                  </a:lnTo>
                  <a:lnTo>
                    <a:pt x="249714" y="296439"/>
                  </a:lnTo>
                  <a:lnTo>
                    <a:pt x="253781" y="292994"/>
                  </a:lnTo>
                  <a:lnTo>
                    <a:pt x="257736" y="289422"/>
                  </a:lnTo>
                  <a:lnTo>
                    <a:pt x="261575" y="285726"/>
                  </a:lnTo>
                  <a:lnTo>
                    <a:pt x="265294" y="281909"/>
                  </a:lnTo>
                  <a:lnTo>
                    <a:pt x="268890" y="277976"/>
                  </a:lnTo>
                  <a:lnTo>
                    <a:pt x="272359" y="273930"/>
                  </a:lnTo>
                  <a:lnTo>
                    <a:pt x="275696" y="269775"/>
                  </a:lnTo>
                  <a:lnTo>
                    <a:pt x="278900" y="265516"/>
                  </a:lnTo>
                  <a:lnTo>
                    <a:pt x="281966" y="261158"/>
                  </a:lnTo>
                  <a:lnTo>
                    <a:pt x="284892" y="256703"/>
                  </a:lnTo>
                  <a:lnTo>
                    <a:pt x="287674" y="252158"/>
                  </a:lnTo>
                  <a:lnTo>
                    <a:pt x="290310" y="247526"/>
                  </a:lnTo>
                  <a:lnTo>
                    <a:pt x="292797" y="242813"/>
                  </a:lnTo>
                  <a:lnTo>
                    <a:pt x="295133" y="238023"/>
                  </a:lnTo>
                  <a:lnTo>
                    <a:pt x="297314" y="233161"/>
                  </a:lnTo>
                  <a:lnTo>
                    <a:pt x="299340" y="228231"/>
                  </a:lnTo>
                  <a:lnTo>
                    <a:pt x="301207" y="223240"/>
                  </a:lnTo>
                  <a:lnTo>
                    <a:pt x="302915" y="218192"/>
                  </a:lnTo>
                  <a:lnTo>
                    <a:pt x="304460" y="213091"/>
                  </a:lnTo>
                  <a:lnTo>
                    <a:pt x="305842" y="207945"/>
                  </a:lnTo>
                  <a:lnTo>
                    <a:pt x="307060" y="202756"/>
                  </a:lnTo>
                  <a:lnTo>
                    <a:pt x="308111" y="197532"/>
                  </a:lnTo>
                  <a:lnTo>
                    <a:pt x="308996" y="192276"/>
                  </a:lnTo>
                  <a:lnTo>
                    <a:pt x="309712" y="186996"/>
                  </a:lnTo>
                  <a:lnTo>
                    <a:pt x="310260" y="181695"/>
                  </a:lnTo>
                  <a:lnTo>
                    <a:pt x="310638" y="176379"/>
                  </a:lnTo>
                  <a:lnTo>
                    <a:pt x="310847" y="171054"/>
                  </a:lnTo>
                  <a:lnTo>
                    <a:pt x="310886" y="165725"/>
                  </a:lnTo>
                  <a:lnTo>
                    <a:pt x="310755" y="160397"/>
                  </a:lnTo>
                  <a:lnTo>
                    <a:pt x="310454" y="155076"/>
                  </a:lnTo>
                  <a:lnTo>
                    <a:pt x="309984" y="149768"/>
                  </a:lnTo>
                  <a:lnTo>
                    <a:pt x="309345" y="144477"/>
                  </a:lnTo>
                  <a:lnTo>
                    <a:pt x="308538" y="139209"/>
                  </a:lnTo>
                  <a:lnTo>
                    <a:pt x="307563" y="133970"/>
                  </a:lnTo>
                  <a:lnTo>
                    <a:pt x="306421" y="128764"/>
                  </a:lnTo>
                  <a:lnTo>
                    <a:pt x="305115" y="123598"/>
                  </a:lnTo>
                  <a:lnTo>
                    <a:pt x="303644" y="118476"/>
                  </a:lnTo>
                  <a:lnTo>
                    <a:pt x="302010" y="113403"/>
                  </a:lnTo>
                  <a:lnTo>
                    <a:pt x="300216" y="108385"/>
                  </a:lnTo>
                  <a:lnTo>
                    <a:pt x="298263" y="103426"/>
                  </a:lnTo>
                  <a:lnTo>
                    <a:pt x="296153" y="98533"/>
                  </a:lnTo>
                  <a:lnTo>
                    <a:pt x="293887" y="93709"/>
                  </a:lnTo>
                  <a:lnTo>
                    <a:pt x="291470" y="88960"/>
                  </a:lnTo>
                  <a:lnTo>
                    <a:pt x="288902" y="84290"/>
                  </a:lnTo>
                  <a:lnTo>
                    <a:pt x="286186" y="79704"/>
                  </a:lnTo>
                  <a:lnTo>
                    <a:pt x="283326" y="75208"/>
                  </a:lnTo>
                  <a:lnTo>
                    <a:pt x="280324" y="70805"/>
                  </a:lnTo>
                  <a:lnTo>
                    <a:pt x="277183" y="66499"/>
                  </a:lnTo>
                  <a:lnTo>
                    <a:pt x="273906" y="62297"/>
                  </a:lnTo>
                  <a:lnTo>
                    <a:pt x="270497" y="58200"/>
                  </a:lnTo>
                  <a:lnTo>
                    <a:pt x="266959" y="54215"/>
                  </a:lnTo>
                  <a:lnTo>
                    <a:pt x="263296" y="50344"/>
                  </a:lnTo>
                  <a:lnTo>
                    <a:pt x="259512" y="46592"/>
                  </a:lnTo>
                  <a:lnTo>
                    <a:pt x="255609" y="42962"/>
                  </a:lnTo>
                  <a:lnTo>
                    <a:pt x="251593" y="39459"/>
                  </a:lnTo>
                  <a:lnTo>
                    <a:pt x="247468" y="36086"/>
                  </a:lnTo>
                  <a:lnTo>
                    <a:pt x="243237" y="32845"/>
                  </a:lnTo>
                  <a:lnTo>
                    <a:pt x="238905" y="29742"/>
                  </a:lnTo>
                  <a:lnTo>
                    <a:pt x="234476" y="26778"/>
                  </a:lnTo>
                  <a:lnTo>
                    <a:pt x="229955" y="23956"/>
                  </a:lnTo>
                  <a:lnTo>
                    <a:pt x="225346" y="21280"/>
                  </a:lnTo>
                  <a:lnTo>
                    <a:pt x="220654" y="18753"/>
                  </a:lnTo>
                  <a:lnTo>
                    <a:pt x="215884" y="16376"/>
                  </a:lnTo>
                  <a:lnTo>
                    <a:pt x="211041" y="14152"/>
                  </a:lnTo>
                  <a:lnTo>
                    <a:pt x="206130" y="12084"/>
                  </a:lnTo>
                  <a:lnTo>
                    <a:pt x="201155" y="10174"/>
                  </a:lnTo>
                  <a:lnTo>
                    <a:pt x="196121" y="8423"/>
                  </a:lnTo>
                  <a:lnTo>
                    <a:pt x="191034" y="6834"/>
                  </a:lnTo>
                  <a:lnTo>
                    <a:pt x="185900" y="5407"/>
                  </a:lnTo>
                  <a:lnTo>
                    <a:pt x="180722" y="4145"/>
                  </a:lnTo>
                  <a:lnTo>
                    <a:pt x="175507" y="3049"/>
                  </a:lnTo>
                  <a:lnTo>
                    <a:pt x="170259" y="2119"/>
                  </a:lnTo>
                  <a:lnTo>
                    <a:pt x="164985" y="1357"/>
                  </a:lnTo>
                  <a:lnTo>
                    <a:pt x="159689" y="764"/>
                  </a:lnTo>
                  <a:lnTo>
                    <a:pt x="154376" y="339"/>
                  </a:lnTo>
                  <a:lnTo>
                    <a:pt x="149053" y="84"/>
                  </a:lnTo>
                  <a:lnTo>
                    <a:pt x="143725" y="0"/>
                  </a:lnTo>
                  <a:lnTo>
                    <a:pt x="1437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321570" y="5018213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8" y="3014"/>
                  </a:lnTo>
                  <a:lnTo>
                    <a:pt x="130361" y="4098"/>
                  </a:lnTo>
                  <a:lnTo>
                    <a:pt x="125211" y="5346"/>
                  </a:lnTo>
                  <a:lnTo>
                    <a:pt x="120104" y="6756"/>
                  </a:lnTo>
                  <a:lnTo>
                    <a:pt x="115044" y="8328"/>
                  </a:lnTo>
                  <a:lnTo>
                    <a:pt x="110036" y="10059"/>
                  </a:lnTo>
                  <a:lnTo>
                    <a:pt x="105085" y="11948"/>
                  </a:lnTo>
                  <a:lnTo>
                    <a:pt x="100197" y="13993"/>
                  </a:lnTo>
                  <a:lnTo>
                    <a:pt x="95376" y="16192"/>
                  </a:lnTo>
                  <a:lnTo>
                    <a:pt x="90627" y="18543"/>
                  </a:lnTo>
                  <a:lnTo>
                    <a:pt x="85955" y="21043"/>
                  </a:lnTo>
                  <a:lnTo>
                    <a:pt x="81365" y="23689"/>
                  </a:lnTo>
                  <a:lnTo>
                    <a:pt x="76861" y="26480"/>
                  </a:lnTo>
                  <a:lnTo>
                    <a:pt x="72447" y="29413"/>
                  </a:lnTo>
                  <a:lnTo>
                    <a:pt x="68129" y="32483"/>
                  </a:lnTo>
                  <a:lnTo>
                    <a:pt x="63910" y="35689"/>
                  </a:lnTo>
                  <a:lnTo>
                    <a:pt x="59795" y="39027"/>
                  </a:lnTo>
                  <a:lnTo>
                    <a:pt x="55788" y="42494"/>
                  </a:lnTo>
                  <a:lnTo>
                    <a:pt x="51892" y="46086"/>
                  </a:lnTo>
                  <a:lnTo>
                    <a:pt x="48113" y="49800"/>
                  </a:lnTo>
                  <a:lnTo>
                    <a:pt x="44453" y="53632"/>
                  </a:lnTo>
                  <a:lnTo>
                    <a:pt x="40916" y="57577"/>
                  </a:lnTo>
                  <a:lnTo>
                    <a:pt x="37506" y="61633"/>
                  </a:lnTo>
                  <a:lnTo>
                    <a:pt x="34227" y="65795"/>
                  </a:lnTo>
                  <a:lnTo>
                    <a:pt x="31081" y="70059"/>
                  </a:lnTo>
                  <a:lnTo>
                    <a:pt x="28071" y="74420"/>
                  </a:lnTo>
                  <a:lnTo>
                    <a:pt x="25202" y="78874"/>
                  </a:lnTo>
                  <a:lnTo>
                    <a:pt x="22475" y="83418"/>
                  </a:lnTo>
                  <a:lnTo>
                    <a:pt x="19893" y="88045"/>
                  </a:lnTo>
                  <a:lnTo>
                    <a:pt x="17459" y="92752"/>
                  </a:lnTo>
                  <a:lnTo>
                    <a:pt x="15176" y="97533"/>
                  </a:lnTo>
                  <a:lnTo>
                    <a:pt x="13046" y="102385"/>
                  </a:lnTo>
                  <a:lnTo>
                    <a:pt x="11070" y="107301"/>
                  </a:lnTo>
                  <a:lnTo>
                    <a:pt x="9251" y="112278"/>
                  </a:lnTo>
                  <a:lnTo>
                    <a:pt x="7591" y="117310"/>
                  </a:lnTo>
                  <a:lnTo>
                    <a:pt x="6091" y="122392"/>
                  </a:lnTo>
                  <a:lnTo>
                    <a:pt x="4753" y="127519"/>
                  </a:lnTo>
                  <a:lnTo>
                    <a:pt x="3578" y="132686"/>
                  </a:lnTo>
                  <a:lnTo>
                    <a:pt x="2567" y="137887"/>
                  </a:lnTo>
                  <a:lnTo>
                    <a:pt x="1722" y="143118"/>
                  </a:lnTo>
                  <a:lnTo>
                    <a:pt x="1043" y="148373"/>
                  </a:lnTo>
                  <a:lnTo>
                    <a:pt x="530" y="153647"/>
                  </a:lnTo>
                  <a:lnTo>
                    <a:pt x="186" y="158935"/>
                  </a:lnTo>
                  <a:lnTo>
                    <a:pt x="9" y="164231"/>
                  </a:lnTo>
                  <a:lnTo>
                    <a:pt x="0" y="169529"/>
                  </a:lnTo>
                  <a:lnTo>
                    <a:pt x="158" y="174826"/>
                  </a:lnTo>
                  <a:lnTo>
                    <a:pt x="485" y="180114"/>
                  </a:lnTo>
                  <a:lnTo>
                    <a:pt x="979" y="185390"/>
                  </a:lnTo>
                  <a:lnTo>
                    <a:pt x="1640" y="190647"/>
                  </a:lnTo>
                  <a:lnTo>
                    <a:pt x="2467" y="195881"/>
                  </a:lnTo>
                  <a:lnTo>
                    <a:pt x="3460" y="201086"/>
                  </a:lnTo>
                  <a:lnTo>
                    <a:pt x="4617" y="206257"/>
                  </a:lnTo>
                  <a:lnTo>
                    <a:pt x="5938" y="211388"/>
                  </a:lnTo>
                  <a:lnTo>
                    <a:pt x="7420" y="216476"/>
                  </a:lnTo>
                  <a:lnTo>
                    <a:pt x="9063" y="221513"/>
                  </a:lnTo>
                  <a:lnTo>
                    <a:pt x="10865" y="226496"/>
                  </a:lnTo>
                  <a:lnTo>
                    <a:pt x="12824" y="231420"/>
                  </a:lnTo>
                  <a:lnTo>
                    <a:pt x="14938" y="236278"/>
                  </a:lnTo>
                  <a:lnTo>
                    <a:pt x="17205" y="241068"/>
                  </a:lnTo>
                  <a:lnTo>
                    <a:pt x="19622" y="245783"/>
                  </a:lnTo>
                  <a:lnTo>
                    <a:pt x="22188" y="250419"/>
                  </a:lnTo>
                  <a:lnTo>
                    <a:pt x="24899" y="254972"/>
                  </a:lnTo>
                  <a:lnTo>
                    <a:pt x="27754" y="259436"/>
                  </a:lnTo>
                  <a:lnTo>
                    <a:pt x="30748" y="263807"/>
                  </a:lnTo>
                  <a:lnTo>
                    <a:pt x="33879" y="268082"/>
                  </a:lnTo>
                  <a:lnTo>
                    <a:pt x="37145" y="272255"/>
                  </a:lnTo>
                  <a:lnTo>
                    <a:pt x="40541" y="276322"/>
                  </a:lnTo>
                  <a:lnTo>
                    <a:pt x="44064" y="280280"/>
                  </a:lnTo>
                  <a:lnTo>
                    <a:pt x="47710" y="284125"/>
                  </a:lnTo>
                  <a:lnTo>
                    <a:pt x="51477" y="287851"/>
                  </a:lnTo>
                  <a:lnTo>
                    <a:pt x="55360" y="291457"/>
                  </a:lnTo>
                  <a:lnTo>
                    <a:pt x="59355" y="294937"/>
                  </a:lnTo>
                  <a:lnTo>
                    <a:pt x="63459" y="298289"/>
                  </a:lnTo>
                  <a:lnTo>
                    <a:pt x="67667" y="301510"/>
                  </a:lnTo>
                  <a:lnTo>
                    <a:pt x="71975" y="304595"/>
                  </a:lnTo>
                  <a:lnTo>
                    <a:pt x="76378" y="307543"/>
                  </a:lnTo>
                  <a:lnTo>
                    <a:pt x="80873" y="310349"/>
                  </a:lnTo>
                  <a:lnTo>
                    <a:pt x="85454" y="313012"/>
                  </a:lnTo>
                  <a:lnTo>
                    <a:pt x="90117" y="315527"/>
                  </a:lnTo>
                  <a:lnTo>
                    <a:pt x="94858" y="317894"/>
                  </a:lnTo>
                  <a:lnTo>
                    <a:pt x="99671" y="320110"/>
                  </a:lnTo>
                  <a:lnTo>
                    <a:pt x="104552" y="322172"/>
                  </a:lnTo>
                  <a:lnTo>
                    <a:pt x="109496" y="324078"/>
                  </a:lnTo>
                  <a:lnTo>
                    <a:pt x="114498" y="325826"/>
                  </a:lnTo>
                  <a:lnTo>
                    <a:pt x="119553" y="327415"/>
                  </a:lnTo>
                  <a:lnTo>
                    <a:pt x="124656" y="328843"/>
                  </a:lnTo>
                  <a:lnTo>
                    <a:pt x="129801" y="330109"/>
                  </a:lnTo>
                  <a:lnTo>
                    <a:pt x="134984" y="331211"/>
                  </a:lnTo>
                  <a:lnTo>
                    <a:pt x="140200" y="332148"/>
                  </a:lnTo>
                  <a:lnTo>
                    <a:pt x="145442" y="332919"/>
                  </a:lnTo>
                  <a:lnTo>
                    <a:pt x="150706" y="333524"/>
                  </a:lnTo>
                  <a:lnTo>
                    <a:pt x="155987" y="333961"/>
                  </a:lnTo>
                  <a:lnTo>
                    <a:pt x="161278" y="334231"/>
                  </a:lnTo>
                  <a:lnTo>
                    <a:pt x="166576" y="334333"/>
                  </a:lnTo>
                  <a:lnTo>
                    <a:pt x="171875" y="334268"/>
                  </a:lnTo>
                  <a:lnTo>
                    <a:pt x="177168" y="334034"/>
                  </a:lnTo>
                  <a:lnTo>
                    <a:pt x="182452" y="333633"/>
                  </a:lnTo>
                  <a:lnTo>
                    <a:pt x="187720" y="333064"/>
                  </a:lnTo>
                  <a:lnTo>
                    <a:pt x="192967" y="332329"/>
                  </a:lnTo>
                  <a:lnTo>
                    <a:pt x="198189" y="331428"/>
                  </a:lnTo>
                  <a:lnTo>
                    <a:pt x="203379" y="330361"/>
                  </a:lnTo>
                  <a:lnTo>
                    <a:pt x="208533" y="329131"/>
                  </a:lnTo>
                  <a:lnTo>
                    <a:pt x="213646" y="327738"/>
                  </a:lnTo>
                  <a:lnTo>
                    <a:pt x="218711" y="326184"/>
                  </a:lnTo>
                  <a:lnTo>
                    <a:pt x="223725" y="324470"/>
                  </a:lnTo>
                  <a:lnTo>
                    <a:pt x="228682" y="322598"/>
                  </a:lnTo>
                  <a:lnTo>
                    <a:pt x="233577" y="320570"/>
                  </a:lnTo>
                  <a:lnTo>
                    <a:pt x="238406" y="318387"/>
                  </a:lnTo>
                  <a:lnTo>
                    <a:pt x="243163" y="316053"/>
                  </a:lnTo>
                  <a:lnTo>
                    <a:pt x="247843" y="313569"/>
                  </a:lnTo>
                  <a:lnTo>
                    <a:pt x="252443" y="310938"/>
                  </a:lnTo>
                  <a:lnTo>
                    <a:pt x="256956" y="308163"/>
                  </a:lnTo>
                  <a:lnTo>
                    <a:pt x="261380" y="305246"/>
                  </a:lnTo>
                  <a:lnTo>
                    <a:pt x="265709" y="302190"/>
                  </a:lnTo>
                  <a:lnTo>
                    <a:pt x="269938" y="298998"/>
                  </a:lnTo>
                  <a:lnTo>
                    <a:pt x="274065" y="295674"/>
                  </a:lnTo>
                  <a:lnTo>
                    <a:pt x="278084" y="292221"/>
                  </a:lnTo>
                  <a:lnTo>
                    <a:pt x="281992" y="288643"/>
                  </a:lnTo>
                  <a:lnTo>
                    <a:pt x="285784" y="284942"/>
                  </a:lnTo>
                  <a:lnTo>
                    <a:pt x="289457" y="281123"/>
                  </a:lnTo>
                  <a:lnTo>
                    <a:pt x="293007" y="277189"/>
                  </a:lnTo>
                  <a:lnTo>
                    <a:pt x="296431" y="273145"/>
                  </a:lnTo>
                  <a:lnTo>
                    <a:pt x="299725" y="268995"/>
                  </a:lnTo>
                  <a:lnTo>
                    <a:pt x="302886" y="264742"/>
                  </a:lnTo>
                  <a:lnTo>
                    <a:pt x="305910" y="260391"/>
                  </a:lnTo>
                  <a:lnTo>
                    <a:pt x="308795" y="255946"/>
                  </a:lnTo>
                  <a:lnTo>
                    <a:pt x="311537" y="251413"/>
                  </a:lnTo>
                  <a:lnTo>
                    <a:pt x="314135" y="246794"/>
                  </a:lnTo>
                  <a:lnTo>
                    <a:pt x="316585" y="242096"/>
                  </a:lnTo>
                  <a:lnTo>
                    <a:pt x="318884" y="237322"/>
                  </a:lnTo>
                  <a:lnTo>
                    <a:pt x="321031" y="232478"/>
                  </a:lnTo>
                  <a:lnTo>
                    <a:pt x="323024" y="227568"/>
                  </a:lnTo>
                  <a:lnTo>
                    <a:pt x="324860" y="222598"/>
                  </a:lnTo>
                  <a:lnTo>
                    <a:pt x="326538" y="217571"/>
                  </a:lnTo>
                  <a:lnTo>
                    <a:pt x="328055" y="212495"/>
                  </a:lnTo>
                  <a:lnTo>
                    <a:pt x="329411" y="207372"/>
                  </a:lnTo>
                  <a:lnTo>
                    <a:pt x="330604" y="202209"/>
                  </a:lnTo>
                  <a:lnTo>
                    <a:pt x="331632" y="197011"/>
                  </a:lnTo>
                  <a:lnTo>
                    <a:pt x="332495" y="191783"/>
                  </a:lnTo>
                  <a:lnTo>
                    <a:pt x="333192" y="186531"/>
                  </a:lnTo>
                  <a:lnTo>
                    <a:pt x="333723" y="181259"/>
                  </a:lnTo>
                  <a:lnTo>
                    <a:pt x="334086" y="175972"/>
                  </a:lnTo>
                  <a:lnTo>
                    <a:pt x="334281" y="170677"/>
                  </a:lnTo>
                  <a:lnTo>
                    <a:pt x="334308" y="165379"/>
                  </a:lnTo>
                  <a:lnTo>
                    <a:pt x="334167" y="160082"/>
                  </a:lnTo>
                  <a:lnTo>
                    <a:pt x="333859" y="154792"/>
                  </a:lnTo>
                  <a:lnTo>
                    <a:pt x="333383" y="149515"/>
                  </a:lnTo>
                  <a:lnTo>
                    <a:pt x="332740" y="144255"/>
                  </a:lnTo>
                  <a:lnTo>
                    <a:pt x="331931" y="139018"/>
                  </a:lnTo>
                  <a:lnTo>
                    <a:pt x="330956" y="133810"/>
                  </a:lnTo>
                  <a:lnTo>
                    <a:pt x="329816" y="128635"/>
                  </a:lnTo>
                  <a:lnTo>
                    <a:pt x="328513" y="123499"/>
                  </a:lnTo>
                  <a:lnTo>
                    <a:pt x="327048" y="118407"/>
                  </a:lnTo>
                  <a:lnTo>
                    <a:pt x="325423" y="113364"/>
                  </a:lnTo>
                  <a:lnTo>
                    <a:pt x="323638" y="108375"/>
                  </a:lnTo>
                  <a:lnTo>
                    <a:pt x="321696" y="103445"/>
                  </a:lnTo>
                  <a:lnTo>
                    <a:pt x="319599" y="98579"/>
                  </a:lnTo>
                  <a:lnTo>
                    <a:pt x="317349" y="93781"/>
                  </a:lnTo>
                  <a:lnTo>
                    <a:pt x="314947" y="89058"/>
                  </a:lnTo>
                  <a:lnTo>
                    <a:pt x="312397" y="84413"/>
                  </a:lnTo>
                  <a:lnTo>
                    <a:pt x="309702" y="79851"/>
                  </a:lnTo>
                  <a:lnTo>
                    <a:pt x="306863" y="75377"/>
                  </a:lnTo>
                  <a:lnTo>
                    <a:pt x="303884" y="70995"/>
                  </a:lnTo>
                  <a:lnTo>
                    <a:pt x="300767" y="66710"/>
                  </a:lnTo>
                  <a:lnTo>
                    <a:pt x="297516" y="62526"/>
                  </a:lnTo>
                  <a:lnTo>
                    <a:pt x="294134" y="58447"/>
                  </a:lnTo>
                  <a:lnTo>
                    <a:pt x="290625" y="54477"/>
                  </a:lnTo>
                  <a:lnTo>
                    <a:pt x="286991" y="50620"/>
                  </a:lnTo>
                  <a:lnTo>
                    <a:pt x="283237" y="46881"/>
                  </a:lnTo>
                  <a:lnTo>
                    <a:pt x="279366" y="43262"/>
                  </a:lnTo>
                  <a:lnTo>
                    <a:pt x="275383" y="39768"/>
                  </a:lnTo>
                  <a:lnTo>
                    <a:pt x="271291" y="36401"/>
                  </a:lnTo>
                  <a:lnTo>
                    <a:pt x="267094" y="33166"/>
                  </a:lnTo>
                  <a:lnTo>
                    <a:pt x="262797" y="30066"/>
                  </a:lnTo>
                  <a:lnTo>
                    <a:pt x="258404" y="27104"/>
                  </a:lnTo>
                  <a:lnTo>
                    <a:pt x="253919" y="24282"/>
                  </a:lnTo>
                  <a:lnTo>
                    <a:pt x="249347" y="21604"/>
                  </a:lnTo>
                  <a:lnTo>
                    <a:pt x="244692" y="19072"/>
                  </a:lnTo>
                  <a:lnTo>
                    <a:pt x="239960" y="16689"/>
                  </a:lnTo>
                  <a:lnTo>
                    <a:pt x="235154" y="14457"/>
                  </a:lnTo>
                  <a:lnTo>
                    <a:pt x="230280" y="12378"/>
                  </a:lnTo>
                  <a:lnTo>
                    <a:pt x="225343" y="1045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488720" y="5018213"/>
              <a:ext cx="58192" cy="167167"/>
            </a:xfrm>
            <a:custGeom>
              <a:avLst/>
              <a:pathLst>
                <a:path w="58192" h="167167">
                  <a:moveTo>
                    <a:pt x="58192" y="10455"/>
                  </a:moveTo>
                  <a:lnTo>
                    <a:pt x="52584" y="8486"/>
                  </a:lnTo>
                  <a:lnTo>
                    <a:pt x="46910" y="6717"/>
                  </a:lnTo>
                  <a:lnTo>
                    <a:pt x="41177" y="5150"/>
                  </a:lnTo>
                  <a:lnTo>
                    <a:pt x="35392" y="3789"/>
                  </a:lnTo>
                  <a:lnTo>
                    <a:pt x="29562" y="2634"/>
                  </a:lnTo>
                  <a:lnTo>
                    <a:pt x="23694" y="1687"/>
                  </a:lnTo>
                  <a:lnTo>
                    <a:pt x="17797" y="950"/>
                  </a:lnTo>
                  <a:lnTo>
                    <a:pt x="11877" y="422"/>
                  </a:lnTo>
                  <a:lnTo>
                    <a:pt x="5942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797350" y="5269756"/>
              <a:ext cx="167150" cy="242426"/>
            </a:xfrm>
            <a:custGeom>
              <a:avLst/>
              <a:pathLst>
                <a:path w="167150" h="242426">
                  <a:moveTo>
                    <a:pt x="167150" y="0"/>
                  </a:moveTo>
                  <a:lnTo>
                    <a:pt x="161744" y="87"/>
                  </a:lnTo>
                  <a:lnTo>
                    <a:pt x="156343" y="349"/>
                  </a:lnTo>
                  <a:lnTo>
                    <a:pt x="150954" y="786"/>
                  </a:lnTo>
                  <a:lnTo>
                    <a:pt x="145582" y="1397"/>
                  </a:lnTo>
                  <a:lnTo>
                    <a:pt x="140232" y="2181"/>
                  </a:lnTo>
                  <a:lnTo>
                    <a:pt x="134910" y="3138"/>
                  </a:lnTo>
                  <a:lnTo>
                    <a:pt x="129623" y="4266"/>
                  </a:lnTo>
                  <a:lnTo>
                    <a:pt x="124374" y="5565"/>
                  </a:lnTo>
                  <a:lnTo>
                    <a:pt x="119170" y="7033"/>
                  </a:lnTo>
                  <a:lnTo>
                    <a:pt x="114016" y="8669"/>
                  </a:lnTo>
                  <a:lnTo>
                    <a:pt x="108918" y="10470"/>
                  </a:lnTo>
                  <a:lnTo>
                    <a:pt x="103881" y="12435"/>
                  </a:lnTo>
                  <a:lnTo>
                    <a:pt x="98910" y="14562"/>
                  </a:lnTo>
                  <a:lnTo>
                    <a:pt x="94011" y="16849"/>
                  </a:lnTo>
                  <a:lnTo>
                    <a:pt x="89188" y="19293"/>
                  </a:lnTo>
                  <a:lnTo>
                    <a:pt x="84446" y="21891"/>
                  </a:lnTo>
                  <a:lnTo>
                    <a:pt x="79791" y="24642"/>
                  </a:lnTo>
                  <a:lnTo>
                    <a:pt x="75227" y="27542"/>
                  </a:lnTo>
                  <a:lnTo>
                    <a:pt x="70760" y="30588"/>
                  </a:lnTo>
                  <a:lnTo>
                    <a:pt x="66393" y="33776"/>
                  </a:lnTo>
                  <a:lnTo>
                    <a:pt x="62132" y="37105"/>
                  </a:lnTo>
                  <a:lnTo>
                    <a:pt x="57981" y="40569"/>
                  </a:lnTo>
                  <a:lnTo>
                    <a:pt x="53944" y="44166"/>
                  </a:lnTo>
                  <a:lnTo>
                    <a:pt x="50025" y="47891"/>
                  </a:lnTo>
                  <a:lnTo>
                    <a:pt x="46229" y="51742"/>
                  </a:lnTo>
                  <a:lnTo>
                    <a:pt x="42559" y="55713"/>
                  </a:lnTo>
                  <a:lnTo>
                    <a:pt x="39020" y="59800"/>
                  </a:lnTo>
                  <a:lnTo>
                    <a:pt x="35615" y="64000"/>
                  </a:lnTo>
                  <a:lnTo>
                    <a:pt x="32347" y="68308"/>
                  </a:lnTo>
                  <a:lnTo>
                    <a:pt x="29221" y="72719"/>
                  </a:lnTo>
                  <a:lnTo>
                    <a:pt x="26238" y="77229"/>
                  </a:lnTo>
                  <a:lnTo>
                    <a:pt x="23403" y="81833"/>
                  </a:lnTo>
                  <a:lnTo>
                    <a:pt x="20719" y="86527"/>
                  </a:lnTo>
                  <a:lnTo>
                    <a:pt x="18188" y="91305"/>
                  </a:lnTo>
                  <a:lnTo>
                    <a:pt x="15812" y="96162"/>
                  </a:lnTo>
                  <a:lnTo>
                    <a:pt x="13595" y="101093"/>
                  </a:lnTo>
                  <a:lnTo>
                    <a:pt x="11538" y="106094"/>
                  </a:lnTo>
                  <a:lnTo>
                    <a:pt x="9645" y="111158"/>
                  </a:lnTo>
                  <a:lnTo>
                    <a:pt x="7916" y="116281"/>
                  </a:lnTo>
                  <a:lnTo>
                    <a:pt x="6353" y="121458"/>
                  </a:lnTo>
                  <a:lnTo>
                    <a:pt x="4959" y="126682"/>
                  </a:lnTo>
                  <a:lnTo>
                    <a:pt x="3735" y="131948"/>
                  </a:lnTo>
                  <a:lnTo>
                    <a:pt x="2681" y="137252"/>
                  </a:lnTo>
                  <a:lnTo>
                    <a:pt x="1800" y="142586"/>
                  </a:lnTo>
                  <a:lnTo>
                    <a:pt x="1091" y="147946"/>
                  </a:lnTo>
                  <a:lnTo>
                    <a:pt x="557" y="153327"/>
                  </a:lnTo>
                  <a:lnTo>
                    <a:pt x="196" y="158722"/>
                  </a:lnTo>
                  <a:lnTo>
                    <a:pt x="10" y="164126"/>
                  </a:lnTo>
                  <a:lnTo>
                    <a:pt x="0" y="169533"/>
                  </a:lnTo>
                  <a:lnTo>
                    <a:pt x="163" y="174937"/>
                  </a:lnTo>
                  <a:lnTo>
                    <a:pt x="502" y="180333"/>
                  </a:lnTo>
                  <a:lnTo>
                    <a:pt x="1015" y="185716"/>
                  </a:lnTo>
                  <a:lnTo>
                    <a:pt x="1702" y="191079"/>
                  </a:lnTo>
                  <a:lnTo>
                    <a:pt x="2562" y="196417"/>
                  </a:lnTo>
                  <a:lnTo>
                    <a:pt x="3594" y="201725"/>
                  </a:lnTo>
                  <a:lnTo>
                    <a:pt x="4797" y="206996"/>
                  </a:lnTo>
                  <a:lnTo>
                    <a:pt x="6170" y="212226"/>
                  </a:lnTo>
                  <a:lnTo>
                    <a:pt x="7711" y="217408"/>
                  </a:lnTo>
                  <a:lnTo>
                    <a:pt x="9420" y="222538"/>
                  </a:lnTo>
                  <a:lnTo>
                    <a:pt x="11293" y="227610"/>
                  </a:lnTo>
                  <a:lnTo>
                    <a:pt x="13329" y="232619"/>
                  </a:lnTo>
                  <a:lnTo>
                    <a:pt x="15526" y="237560"/>
                  </a:lnTo>
                  <a:lnTo>
                    <a:pt x="17882" y="24242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815233" y="5269756"/>
              <a:ext cx="316420" cy="334332"/>
            </a:xfrm>
            <a:custGeom>
              <a:avLst/>
              <a:pathLst>
                <a:path w="316420" h="334332">
                  <a:moveTo>
                    <a:pt x="0" y="242426"/>
                  </a:moveTo>
                  <a:lnTo>
                    <a:pt x="2458" y="247117"/>
                  </a:lnTo>
                  <a:lnTo>
                    <a:pt x="5065" y="251727"/>
                  </a:lnTo>
                  <a:lnTo>
                    <a:pt x="7816" y="256253"/>
                  </a:lnTo>
                  <a:lnTo>
                    <a:pt x="10709" y="260689"/>
                  </a:lnTo>
                  <a:lnTo>
                    <a:pt x="13741" y="265031"/>
                  </a:lnTo>
                  <a:lnTo>
                    <a:pt x="16909" y="269275"/>
                  </a:lnTo>
                  <a:lnTo>
                    <a:pt x="20209" y="273416"/>
                  </a:lnTo>
                  <a:lnTo>
                    <a:pt x="23640" y="277451"/>
                  </a:lnTo>
                  <a:lnTo>
                    <a:pt x="27196" y="281375"/>
                  </a:lnTo>
                  <a:lnTo>
                    <a:pt x="30875" y="285185"/>
                  </a:lnTo>
                  <a:lnTo>
                    <a:pt x="34673" y="288876"/>
                  </a:lnTo>
                  <a:lnTo>
                    <a:pt x="38586" y="292445"/>
                  </a:lnTo>
                  <a:lnTo>
                    <a:pt x="42610" y="295888"/>
                  </a:lnTo>
                  <a:lnTo>
                    <a:pt x="46741" y="299202"/>
                  </a:lnTo>
                  <a:lnTo>
                    <a:pt x="50975" y="302383"/>
                  </a:lnTo>
                  <a:lnTo>
                    <a:pt x="55307" y="305429"/>
                  </a:lnTo>
                  <a:lnTo>
                    <a:pt x="59734" y="308336"/>
                  </a:lnTo>
                  <a:lnTo>
                    <a:pt x="64251" y="311101"/>
                  </a:lnTo>
                  <a:lnTo>
                    <a:pt x="68853" y="313722"/>
                  </a:lnTo>
                  <a:lnTo>
                    <a:pt x="73536" y="316196"/>
                  </a:lnTo>
                  <a:lnTo>
                    <a:pt x="78294" y="318520"/>
                  </a:lnTo>
                  <a:lnTo>
                    <a:pt x="83124" y="320692"/>
                  </a:lnTo>
                  <a:lnTo>
                    <a:pt x="88021" y="322710"/>
                  </a:lnTo>
                  <a:lnTo>
                    <a:pt x="92979" y="324572"/>
                  </a:lnTo>
                  <a:lnTo>
                    <a:pt x="97993" y="326277"/>
                  </a:lnTo>
                  <a:lnTo>
                    <a:pt x="103059" y="327821"/>
                  </a:lnTo>
                  <a:lnTo>
                    <a:pt x="108171" y="329204"/>
                  </a:lnTo>
                  <a:lnTo>
                    <a:pt x="113324" y="330425"/>
                  </a:lnTo>
                  <a:lnTo>
                    <a:pt x="118514" y="331481"/>
                  </a:lnTo>
                  <a:lnTo>
                    <a:pt x="123734" y="332373"/>
                  </a:lnTo>
                  <a:lnTo>
                    <a:pt x="128980" y="333099"/>
                  </a:lnTo>
                  <a:lnTo>
                    <a:pt x="134247" y="333658"/>
                  </a:lnTo>
                  <a:lnTo>
                    <a:pt x="139528" y="334050"/>
                  </a:lnTo>
                  <a:lnTo>
                    <a:pt x="144819" y="334275"/>
                  </a:lnTo>
                  <a:lnTo>
                    <a:pt x="150115" y="334332"/>
                  </a:lnTo>
                  <a:lnTo>
                    <a:pt x="155410" y="334222"/>
                  </a:lnTo>
                  <a:lnTo>
                    <a:pt x="160699" y="333943"/>
                  </a:lnTo>
                  <a:lnTo>
                    <a:pt x="165976" y="333497"/>
                  </a:lnTo>
                  <a:lnTo>
                    <a:pt x="171236" y="332885"/>
                  </a:lnTo>
                  <a:lnTo>
                    <a:pt x="176475" y="332106"/>
                  </a:lnTo>
                  <a:lnTo>
                    <a:pt x="181686" y="331161"/>
                  </a:lnTo>
                  <a:lnTo>
                    <a:pt x="186864" y="330052"/>
                  </a:lnTo>
                  <a:lnTo>
                    <a:pt x="192005" y="328779"/>
                  </a:lnTo>
                  <a:lnTo>
                    <a:pt x="197103" y="327344"/>
                  </a:lnTo>
                  <a:lnTo>
                    <a:pt x="202153" y="325749"/>
                  </a:lnTo>
                  <a:lnTo>
                    <a:pt x="207149" y="323994"/>
                  </a:lnTo>
                  <a:lnTo>
                    <a:pt x="212088" y="322082"/>
                  </a:lnTo>
                  <a:lnTo>
                    <a:pt x="216964" y="320014"/>
                  </a:lnTo>
                  <a:lnTo>
                    <a:pt x="221772" y="317793"/>
                  </a:lnTo>
                  <a:lnTo>
                    <a:pt x="226507" y="315420"/>
                  </a:lnTo>
                  <a:lnTo>
                    <a:pt x="231164" y="312899"/>
                  </a:lnTo>
                  <a:lnTo>
                    <a:pt x="235739" y="310232"/>
                  </a:lnTo>
                  <a:lnTo>
                    <a:pt x="240228" y="307421"/>
                  </a:lnTo>
                  <a:lnTo>
                    <a:pt x="244625" y="304469"/>
                  </a:lnTo>
                  <a:lnTo>
                    <a:pt x="248926" y="301380"/>
                  </a:lnTo>
                  <a:lnTo>
                    <a:pt x="253128" y="298156"/>
                  </a:lnTo>
                  <a:lnTo>
                    <a:pt x="257225" y="294800"/>
                  </a:lnTo>
                  <a:lnTo>
                    <a:pt x="261214" y="291316"/>
                  </a:lnTo>
                  <a:lnTo>
                    <a:pt x="265090" y="287708"/>
                  </a:lnTo>
                  <a:lnTo>
                    <a:pt x="268850" y="283978"/>
                  </a:lnTo>
                  <a:lnTo>
                    <a:pt x="272491" y="280132"/>
                  </a:lnTo>
                  <a:lnTo>
                    <a:pt x="276007" y="276172"/>
                  </a:lnTo>
                  <a:lnTo>
                    <a:pt x="279396" y="272102"/>
                  </a:lnTo>
                  <a:lnTo>
                    <a:pt x="282655" y="267928"/>
                  </a:lnTo>
                  <a:lnTo>
                    <a:pt x="285780" y="263652"/>
                  </a:lnTo>
                  <a:lnTo>
                    <a:pt x="288768" y="259279"/>
                  </a:lnTo>
                  <a:lnTo>
                    <a:pt x="291616" y="254814"/>
                  </a:lnTo>
                  <a:lnTo>
                    <a:pt x="294321" y="250261"/>
                  </a:lnTo>
                  <a:lnTo>
                    <a:pt x="296880" y="245624"/>
                  </a:lnTo>
                  <a:lnTo>
                    <a:pt x="299291" y="240909"/>
                  </a:lnTo>
                  <a:lnTo>
                    <a:pt x="301552" y="236120"/>
                  </a:lnTo>
                  <a:lnTo>
                    <a:pt x="303659" y="231261"/>
                  </a:lnTo>
                  <a:lnTo>
                    <a:pt x="305612" y="226339"/>
                  </a:lnTo>
                  <a:lnTo>
                    <a:pt x="307408" y="221356"/>
                  </a:lnTo>
                  <a:lnTo>
                    <a:pt x="309045" y="216320"/>
                  </a:lnTo>
                  <a:lnTo>
                    <a:pt x="310522" y="211234"/>
                  </a:lnTo>
                  <a:lnTo>
                    <a:pt x="311837" y="206104"/>
                  </a:lnTo>
                  <a:lnTo>
                    <a:pt x="312989" y="200935"/>
                  </a:lnTo>
                  <a:lnTo>
                    <a:pt x="313977" y="195732"/>
                  </a:lnTo>
                  <a:lnTo>
                    <a:pt x="314799" y="190500"/>
                  </a:lnTo>
                  <a:lnTo>
                    <a:pt x="315455" y="185245"/>
                  </a:lnTo>
                  <a:lnTo>
                    <a:pt x="315944" y="179971"/>
                  </a:lnTo>
                  <a:lnTo>
                    <a:pt x="316266" y="174685"/>
                  </a:lnTo>
                  <a:lnTo>
                    <a:pt x="316420" y="169391"/>
                  </a:lnTo>
                  <a:lnTo>
                    <a:pt x="316407" y="164095"/>
                  </a:lnTo>
                  <a:lnTo>
                    <a:pt x="316226" y="158802"/>
                  </a:lnTo>
                  <a:lnTo>
                    <a:pt x="315877" y="153518"/>
                  </a:lnTo>
                  <a:lnTo>
                    <a:pt x="315361" y="148247"/>
                  </a:lnTo>
                  <a:lnTo>
                    <a:pt x="314678" y="142995"/>
                  </a:lnTo>
                  <a:lnTo>
                    <a:pt x="313830" y="137768"/>
                  </a:lnTo>
                  <a:lnTo>
                    <a:pt x="312816" y="132570"/>
                  </a:lnTo>
                  <a:lnTo>
                    <a:pt x="311638" y="127406"/>
                  </a:lnTo>
                  <a:lnTo>
                    <a:pt x="310297" y="122283"/>
                  </a:lnTo>
                  <a:lnTo>
                    <a:pt x="308794" y="117205"/>
                  </a:lnTo>
                  <a:lnTo>
                    <a:pt x="307132" y="112176"/>
                  </a:lnTo>
                  <a:lnTo>
                    <a:pt x="305310" y="107203"/>
                  </a:lnTo>
                  <a:lnTo>
                    <a:pt x="303333" y="102291"/>
                  </a:lnTo>
                  <a:lnTo>
                    <a:pt x="301200" y="97443"/>
                  </a:lnTo>
                  <a:lnTo>
                    <a:pt x="298915" y="92665"/>
                  </a:lnTo>
                  <a:lnTo>
                    <a:pt x="296480" y="87962"/>
                  </a:lnTo>
                  <a:lnTo>
                    <a:pt x="293897" y="83339"/>
                  </a:lnTo>
                  <a:lnTo>
                    <a:pt x="291169" y="78799"/>
                  </a:lnTo>
                  <a:lnTo>
                    <a:pt x="288299" y="74349"/>
                  </a:lnTo>
                  <a:lnTo>
                    <a:pt x="285289" y="69991"/>
                  </a:lnTo>
                  <a:lnTo>
                    <a:pt x="282143" y="65731"/>
                  </a:lnTo>
                  <a:lnTo>
                    <a:pt x="278863" y="61573"/>
                  </a:lnTo>
                  <a:lnTo>
                    <a:pt x="275453" y="57521"/>
                  </a:lnTo>
                  <a:lnTo>
                    <a:pt x="271916" y="53579"/>
                  </a:lnTo>
                  <a:lnTo>
                    <a:pt x="268257" y="49751"/>
                  </a:lnTo>
                  <a:lnTo>
                    <a:pt x="264478" y="46041"/>
                  </a:lnTo>
                  <a:lnTo>
                    <a:pt x="260583" y="42452"/>
                  </a:lnTo>
                  <a:lnTo>
                    <a:pt x="256576" y="38988"/>
                  </a:lnTo>
                  <a:lnTo>
                    <a:pt x="252462" y="35653"/>
                  </a:lnTo>
                  <a:lnTo>
                    <a:pt x="248245" y="32451"/>
                  </a:lnTo>
                  <a:lnTo>
                    <a:pt x="243928" y="29383"/>
                  </a:lnTo>
                  <a:lnTo>
                    <a:pt x="239516" y="26454"/>
                  </a:lnTo>
                  <a:lnTo>
                    <a:pt x="235013" y="23665"/>
                  </a:lnTo>
                  <a:lnTo>
                    <a:pt x="230424" y="21021"/>
                  </a:lnTo>
                  <a:lnTo>
                    <a:pt x="225754" y="18524"/>
                  </a:lnTo>
                  <a:lnTo>
                    <a:pt x="221007" y="16176"/>
                  </a:lnTo>
                  <a:lnTo>
                    <a:pt x="216188" y="13979"/>
                  </a:lnTo>
                  <a:lnTo>
                    <a:pt x="211302" y="11936"/>
                  </a:lnTo>
                  <a:lnTo>
                    <a:pt x="206354" y="10049"/>
                  </a:lnTo>
                  <a:lnTo>
                    <a:pt x="201348" y="8319"/>
                  </a:lnTo>
                  <a:lnTo>
                    <a:pt x="196290" y="6749"/>
                  </a:lnTo>
                  <a:lnTo>
                    <a:pt x="191185" y="5340"/>
                  </a:lnTo>
                  <a:lnTo>
                    <a:pt x="186038" y="4094"/>
                  </a:lnTo>
                  <a:lnTo>
                    <a:pt x="180854" y="3011"/>
                  </a:lnTo>
                  <a:lnTo>
                    <a:pt x="175638" y="2093"/>
                  </a:lnTo>
                  <a:lnTo>
                    <a:pt x="170396" y="1340"/>
                  </a:lnTo>
                  <a:lnTo>
                    <a:pt x="165132" y="754"/>
                  </a:lnTo>
                  <a:lnTo>
                    <a:pt x="159853" y="335"/>
                  </a:lnTo>
                  <a:lnTo>
                    <a:pt x="154563" y="83"/>
                  </a:lnTo>
                  <a:lnTo>
                    <a:pt x="149268" y="0"/>
                  </a:lnTo>
                  <a:lnTo>
                    <a:pt x="149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38964" y="5399291"/>
              <a:ext cx="47251" cy="167167"/>
            </a:xfrm>
            <a:custGeom>
              <a:avLst/>
              <a:pathLst>
                <a:path w="47251" h="167167">
                  <a:moveTo>
                    <a:pt x="47251" y="0"/>
                  </a:moveTo>
                  <a:lnTo>
                    <a:pt x="41264" y="107"/>
                  </a:lnTo>
                  <a:lnTo>
                    <a:pt x="35285" y="428"/>
                  </a:lnTo>
                  <a:lnTo>
                    <a:pt x="29321" y="964"/>
                  </a:lnTo>
                  <a:lnTo>
                    <a:pt x="23381" y="1713"/>
                  </a:lnTo>
                  <a:lnTo>
                    <a:pt x="17470" y="2674"/>
                  </a:lnTo>
                  <a:lnTo>
                    <a:pt x="11599" y="3846"/>
                  </a:lnTo>
                  <a:lnTo>
                    <a:pt x="5772" y="5227"/>
                  </a:lnTo>
                  <a:lnTo>
                    <a:pt x="0" y="6816"/>
                  </a:lnTo>
                  <a:lnTo>
                    <a:pt x="4725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38964" y="5406108"/>
              <a:ext cx="47251" cy="160350"/>
            </a:xfrm>
            <a:custGeom>
              <a:avLst/>
              <a:pathLst>
                <a:path w="47251" h="160350">
                  <a:moveTo>
                    <a:pt x="0" y="0"/>
                  </a:moveTo>
                  <a:lnTo>
                    <a:pt x="47251" y="160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38964" y="5406108"/>
              <a:ext cx="47251" cy="160350"/>
            </a:xfrm>
            <a:custGeom>
              <a:avLst/>
              <a:pathLst>
                <a:path w="47251" h="160350">
                  <a:moveTo>
                    <a:pt x="0" y="0"/>
                  </a:moveTo>
                  <a:lnTo>
                    <a:pt x="47251" y="160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38964" y="5406108"/>
              <a:ext cx="47251" cy="160350"/>
            </a:xfrm>
            <a:custGeom>
              <a:avLst/>
              <a:pathLst>
                <a:path w="47251" h="160350">
                  <a:moveTo>
                    <a:pt x="0" y="0"/>
                  </a:moveTo>
                  <a:lnTo>
                    <a:pt x="47251" y="160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438964" y="5406108"/>
              <a:ext cx="47251" cy="160350"/>
            </a:xfrm>
            <a:custGeom>
              <a:avLst/>
              <a:pathLst>
                <a:path w="47251" h="160350">
                  <a:moveTo>
                    <a:pt x="0" y="0"/>
                  </a:moveTo>
                  <a:lnTo>
                    <a:pt x="47251" y="160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38964" y="5406108"/>
              <a:ext cx="47251" cy="160350"/>
            </a:xfrm>
            <a:custGeom>
              <a:avLst/>
              <a:pathLst>
                <a:path w="47251" h="160350">
                  <a:moveTo>
                    <a:pt x="0" y="0"/>
                  </a:moveTo>
                  <a:lnTo>
                    <a:pt x="47251" y="1603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438964" y="5406108"/>
              <a:ext cx="47251" cy="160350"/>
            </a:xfrm>
            <a:custGeom>
              <a:avLst/>
              <a:pathLst>
                <a:path w="47251" h="160350">
                  <a:moveTo>
                    <a:pt x="0" y="0"/>
                  </a:moveTo>
                  <a:lnTo>
                    <a:pt x="47251" y="1603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319067" y="5403426"/>
              <a:ext cx="334295" cy="330199"/>
            </a:xfrm>
            <a:custGeom>
              <a:avLst/>
              <a:pathLst>
                <a:path w="334295" h="330199">
                  <a:moveTo>
                    <a:pt x="119896" y="2681"/>
                  </a:moveTo>
                  <a:lnTo>
                    <a:pt x="114834" y="4261"/>
                  </a:lnTo>
                  <a:lnTo>
                    <a:pt x="109824" y="6000"/>
                  </a:lnTo>
                  <a:lnTo>
                    <a:pt x="104872" y="7897"/>
                  </a:lnTo>
                  <a:lnTo>
                    <a:pt x="99983" y="9951"/>
                  </a:lnTo>
                  <a:lnTo>
                    <a:pt x="95161" y="12158"/>
                  </a:lnTo>
                  <a:lnTo>
                    <a:pt x="90412" y="14517"/>
                  </a:lnTo>
                  <a:lnTo>
                    <a:pt x="85740" y="17026"/>
                  </a:lnTo>
                  <a:lnTo>
                    <a:pt x="81150" y="19681"/>
                  </a:lnTo>
                  <a:lnTo>
                    <a:pt x="76646" y="22481"/>
                  </a:lnTo>
                  <a:lnTo>
                    <a:pt x="72234" y="25423"/>
                  </a:lnTo>
                  <a:lnTo>
                    <a:pt x="67917" y="28502"/>
                  </a:lnTo>
                  <a:lnTo>
                    <a:pt x="63699" y="31717"/>
                  </a:lnTo>
                  <a:lnTo>
                    <a:pt x="59586" y="35065"/>
                  </a:lnTo>
                  <a:lnTo>
                    <a:pt x="55582" y="38541"/>
                  </a:lnTo>
                  <a:lnTo>
                    <a:pt x="51689" y="42142"/>
                  </a:lnTo>
                  <a:lnTo>
                    <a:pt x="47913" y="45865"/>
                  </a:lnTo>
                  <a:lnTo>
                    <a:pt x="44256" y="49706"/>
                  </a:lnTo>
                  <a:lnTo>
                    <a:pt x="40724" y="53661"/>
                  </a:lnTo>
                  <a:lnTo>
                    <a:pt x="37318" y="57726"/>
                  </a:lnTo>
                  <a:lnTo>
                    <a:pt x="34043" y="61897"/>
                  </a:lnTo>
                  <a:lnTo>
                    <a:pt x="30903" y="66170"/>
                  </a:lnTo>
                  <a:lnTo>
                    <a:pt x="27899" y="70540"/>
                  </a:lnTo>
                  <a:lnTo>
                    <a:pt x="25035" y="75003"/>
                  </a:lnTo>
                  <a:lnTo>
                    <a:pt x="22314" y="79555"/>
                  </a:lnTo>
                  <a:lnTo>
                    <a:pt x="19740" y="84191"/>
                  </a:lnTo>
                  <a:lnTo>
                    <a:pt x="17313" y="88906"/>
                  </a:lnTo>
                  <a:lnTo>
                    <a:pt x="15037" y="93696"/>
                  </a:lnTo>
                  <a:lnTo>
                    <a:pt x="12915" y="98556"/>
                  </a:lnTo>
                  <a:lnTo>
                    <a:pt x="10947" y="103480"/>
                  </a:lnTo>
                  <a:lnTo>
                    <a:pt x="9137" y="108465"/>
                  </a:lnTo>
                  <a:lnTo>
                    <a:pt x="7486" y="113504"/>
                  </a:lnTo>
                  <a:lnTo>
                    <a:pt x="5995" y="118593"/>
                  </a:lnTo>
                  <a:lnTo>
                    <a:pt x="4666" y="123727"/>
                  </a:lnTo>
                  <a:lnTo>
                    <a:pt x="3502" y="128900"/>
                  </a:lnTo>
                  <a:lnTo>
                    <a:pt x="2501" y="134108"/>
                  </a:lnTo>
                  <a:lnTo>
                    <a:pt x="1667" y="139345"/>
                  </a:lnTo>
                  <a:lnTo>
                    <a:pt x="999" y="144606"/>
                  </a:lnTo>
                  <a:lnTo>
                    <a:pt x="498" y="149885"/>
                  </a:lnTo>
                  <a:lnTo>
                    <a:pt x="165" y="155178"/>
                  </a:lnTo>
                  <a:lnTo>
                    <a:pt x="0" y="160478"/>
                  </a:lnTo>
                  <a:lnTo>
                    <a:pt x="3" y="165781"/>
                  </a:lnTo>
                  <a:lnTo>
                    <a:pt x="174" y="171081"/>
                  </a:lnTo>
                  <a:lnTo>
                    <a:pt x="513" y="176373"/>
                  </a:lnTo>
                  <a:lnTo>
                    <a:pt x="1020" y="181652"/>
                  </a:lnTo>
                  <a:lnTo>
                    <a:pt x="1694" y="186912"/>
                  </a:lnTo>
                  <a:lnTo>
                    <a:pt x="2535" y="192148"/>
                  </a:lnTo>
                  <a:lnTo>
                    <a:pt x="3541" y="197354"/>
                  </a:lnTo>
                  <a:lnTo>
                    <a:pt x="4712" y="202526"/>
                  </a:lnTo>
                  <a:lnTo>
                    <a:pt x="6047" y="207659"/>
                  </a:lnTo>
                  <a:lnTo>
                    <a:pt x="7543" y="212746"/>
                  </a:lnTo>
                  <a:lnTo>
                    <a:pt x="9201" y="217784"/>
                  </a:lnTo>
                  <a:lnTo>
                    <a:pt x="11017" y="222766"/>
                  </a:lnTo>
                  <a:lnTo>
                    <a:pt x="12990" y="227688"/>
                  </a:lnTo>
                  <a:lnTo>
                    <a:pt x="15118" y="232545"/>
                  </a:lnTo>
                  <a:lnTo>
                    <a:pt x="17400" y="237332"/>
                  </a:lnTo>
                  <a:lnTo>
                    <a:pt x="19832" y="242045"/>
                  </a:lnTo>
                  <a:lnTo>
                    <a:pt x="22412" y="246678"/>
                  </a:lnTo>
                  <a:lnTo>
                    <a:pt x="25138" y="251226"/>
                  </a:lnTo>
                  <a:lnTo>
                    <a:pt x="28007" y="255686"/>
                  </a:lnTo>
                  <a:lnTo>
                    <a:pt x="31016" y="260053"/>
                  </a:lnTo>
                  <a:lnTo>
                    <a:pt x="34161" y="264322"/>
                  </a:lnTo>
                  <a:lnTo>
                    <a:pt x="37441" y="268489"/>
                  </a:lnTo>
                  <a:lnTo>
                    <a:pt x="40851" y="272550"/>
                  </a:lnTo>
                  <a:lnTo>
                    <a:pt x="44389" y="276501"/>
                  </a:lnTo>
                  <a:lnTo>
                    <a:pt x="48049" y="280338"/>
                  </a:lnTo>
                  <a:lnTo>
                    <a:pt x="51830" y="284056"/>
                  </a:lnTo>
                  <a:lnTo>
                    <a:pt x="55727" y="287653"/>
                  </a:lnTo>
                  <a:lnTo>
                    <a:pt x="59736" y="291124"/>
                  </a:lnTo>
                  <a:lnTo>
                    <a:pt x="63853" y="294467"/>
                  </a:lnTo>
                  <a:lnTo>
                    <a:pt x="68074" y="297677"/>
                  </a:lnTo>
                  <a:lnTo>
                    <a:pt x="72394" y="300752"/>
                  </a:lnTo>
                  <a:lnTo>
                    <a:pt x="76810" y="303688"/>
                  </a:lnTo>
                  <a:lnTo>
                    <a:pt x="81317" y="306483"/>
                  </a:lnTo>
                  <a:lnTo>
                    <a:pt x="85910" y="309133"/>
                  </a:lnTo>
                  <a:lnTo>
                    <a:pt x="90585" y="311636"/>
                  </a:lnTo>
                  <a:lnTo>
                    <a:pt x="95337" y="313990"/>
                  </a:lnTo>
                  <a:lnTo>
                    <a:pt x="100162" y="316191"/>
                  </a:lnTo>
                  <a:lnTo>
                    <a:pt x="105053" y="318239"/>
                  </a:lnTo>
                  <a:lnTo>
                    <a:pt x="110007" y="320131"/>
                  </a:lnTo>
                  <a:lnTo>
                    <a:pt x="115019" y="321864"/>
                  </a:lnTo>
                  <a:lnTo>
                    <a:pt x="120083" y="323437"/>
                  </a:lnTo>
                  <a:lnTo>
                    <a:pt x="125195" y="324849"/>
                  </a:lnTo>
                  <a:lnTo>
                    <a:pt x="130348" y="326099"/>
                  </a:lnTo>
                  <a:lnTo>
                    <a:pt x="135539" y="327184"/>
                  </a:lnTo>
                  <a:lnTo>
                    <a:pt x="140762" y="328104"/>
                  </a:lnTo>
                  <a:lnTo>
                    <a:pt x="146011" y="328858"/>
                  </a:lnTo>
                  <a:lnTo>
                    <a:pt x="151281" y="329445"/>
                  </a:lnTo>
                  <a:lnTo>
                    <a:pt x="156568" y="329864"/>
                  </a:lnTo>
                  <a:lnTo>
                    <a:pt x="161865" y="330116"/>
                  </a:lnTo>
                  <a:lnTo>
                    <a:pt x="167167" y="330199"/>
                  </a:lnTo>
                  <a:lnTo>
                    <a:pt x="172469" y="330115"/>
                  </a:lnTo>
                  <a:lnTo>
                    <a:pt x="177766" y="329862"/>
                  </a:lnTo>
                  <a:lnTo>
                    <a:pt x="183052" y="329441"/>
                  </a:lnTo>
                  <a:lnTo>
                    <a:pt x="188323" y="328853"/>
                  </a:lnTo>
                  <a:lnTo>
                    <a:pt x="193572" y="328098"/>
                  </a:lnTo>
                  <a:lnTo>
                    <a:pt x="198794" y="327177"/>
                  </a:lnTo>
                  <a:lnTo>
                    <a:pt x="203984" y="326090"/>
                  </a:lnTo>
                  <a:lnTo>
                    <a:pt x="209138" y="324840"/>
                  </a:lnTo>
                  <a:lnTo>
                    <a:pt x="214249" y="323426"/>
                  </a:lnTo>
                  <a:lnTo>
                    <a:pt x="219313" y="321852"/>
                  </a:lnTo>
                  <a:lnTo>
                    <a:pt x="224324" y="320117"/>
                  </a:lnTo>
                  <a:lnTo>
                    <a:pt x="229278" y="318225"/>
                  </a:lnTo>
                  <a:lnTo>
                    <a:pt x="234169" y="316176"/>
                  </a:lnTo>
                  <a:lnTo>
                    <a:pt x="238993" y="313973"/>
                  </a:lnTo>
                  <a:lnTo>
                    <a:pt x="243744" y="311618"/>
                  </a:lnTo>
                  <a:lnTo>
                    <a:pt x="248419" y="309114"/>
                  </a:lnTo>
                  <a:lnTo>
                    <a:pt x="253011" y="306463"/>
                  </a:lnTo>
                  <a:lnTo>
                    <a:pt x="257518" y="303667"/>
                  </a:lnTo>
                  <a:lnTo>
                    <a:pt x="261933" y="300730"/>
                  </a:lnTo>
                  <a:lnTo>
                    <a:pt x="266253" y="297654"/>
                  </a:lnTo>
                  <a:lnTo>
                    <a:pt x="270473" y="294443"/>
                  </a:lnTo>
                  <a:lnTo>
                    <a:pt x="274589" y="291099"/>
                  </a:lnTo>
                  <a:lnTo>
                    <a:pt x="278597" y="287627"/>
                  </a:lnTo>
                  <a:lnTo>
                    <a:pt x="282493" y="284029"/>
                  </a:lnTo>
                  <a:lnTo>
                    <a:pt x="286273" y="280310"/>
                  </a:lnTo>
                  <a:lnTo>
                    <a:pt x="289933" y="276472"/>
                  </a:lnTo>
                  <a:lnTo>
                    <a:pt x="293469" y="272521"/>
                  </a:lnTo>
                  <a:lnTo>
                    <a:pt x="296878" y="268459"/>
                  </a:lnTo>
                  <a:lnTo>
                    <a:pt x="300157" y="264291"/>
                  </a:lnTo>
                  <a:lnTo>
                    <a:pt x="303302" y="260021"/>
                  </a:lnTo>
                  <a:lnTo>
                    <a:pt x="306310" y="255654"/>
                  </a:lnTo>
                  <a:lnTo>
                    <a:pt x="309178" y="251193"/>
                  </a:lnTo>
                  <a:lnTo>
                    <a:pt x="311902" y="246644"/>
                  </a:lnTo>
                  <a:lnTo>
                    <a:pt x="314482" y="242010"/>
                  </a:lnTo>
                  <a:lnTo>
                    <a:pt x="316913" y="237297"/>
                  </a:lnTo>
                  <a:lnTo>
                    <a:pt x="319193" y="232510"/>
                  </a:lnTo>
                  <a:lnTo>
                    <a:pt x="321320" y="227652"/>
                  </a:lnTo>
                  <a:lnTo>
                    <a:pt x="323292" y="222729"/>
                  </a:lnTo>
                  <a:lnTo>
                    <a:pt x="325107" y="217747"/>
                  </a:lnTo>
                  <a:lnTo>
                    <a:pt x="326763" y="212709"/>
                  </a:lnTo>
                  <a:lnTo>
                    <a:pt x="328258" y="207621"/>
                  </a:lnTo>
                  <a:lnTo>
                    <a:pt x="329592" y="202488"/>
                  </a:lnTo>
                  <a:lnTo>
                    <a:pt x="330761" y="197316"/>
                  </a:lnTo>
                  <a:lnTo>
                    <a:pt x="331767" y="192109"/>
                  </a:lnTo>
                  <a:lnTo>
                    <a:pt x="332606" y="186873"/>
                  </a:lnTo>
                  <a:lnTo>
                    <a:pt x="333279" y="181613"/>
                  </a:lnTo>
                  <a:lnTo>
                    <a:pt x="333785" y="176334"/>
                  </a:lnTo>
                  <a:lnTo>
                    <a:pt x="334123" y="171042"/>
                  </a:lnTo>
                  <a:lnTo>
                    <a:pt x="334293" y="165742"/>
                  </a:lnTo>
                  <a:lnTo>
                    <a:pt x="334295" y="160439"/>
                  </a:lnTo>
                  <a:lnTo>
                    <a:pt x="334128" y="155139"/>
                  </a:lnTo>
                  <a:lnTo>
                    <a:pt x="333794" y="149846"/>
                  </a:lnTo>
                  <a:lnTo>
                    <a:pt x="333292" y="144567"/>
                  </a:lnTo>
                  <a:lnTo>
                    <a:pt x="332623" y="139306"/>
                  </a:lnTo>
                  <a:lnTo>
                    <a:pt x="331787" y="134070"/>
                  </a:lnTo>
                  <a:lnTo>
                    <a:pt x="330785" y="128862"/>
                  </a:lnTo>
                  <a:lnTo>
                    <a:pt x="329619" y="123689"/>
                  </a:lnTo>
                  <a:lnTo>
                    <a:pt x="328290" y="118555"/>
                  </a:lnTo>
                  <a:lnTo>
                    <a:pt x="326798" y="113467"/>
                  </a:lnTo>
                  <a:lnTo>
                    <a:pt x="325145" y="108428"/>
                  </a:lnTo>
                  <a:lnTo>
                    <a:pt x="323334" y="103444"/>
                  </a:lnTo>
                  <a:lnTo>
                    <a:pt x="321365" y="98520"/>
                  </a:lnTo>
                  <a:lnTo>
                    <a:pt x="319241" y="93661"/>
                  </a:lnTo>
                  <a:lnTo>
                    <a:pt x="316965" y="88871"/>
                  </a:lnTo>
                  <a:lnTo>
                    <a:pt x="314537" y="84157"/>
                  </a:lnTo>
                  <a:lnTo>
                    <a:pt x="311961" y="79521"/>
                  </a:lnTo>
                  <a:lnTo>
                    <a:pt x="309239" y="74970"/>
                  </a:lnTo>
                  <a:lnTo>
                    <a:pt x="306375" y="70507"/>
                  </a:lnTo>
                  <a:lnTo>
                    <a:pt x="303370" y="66138"/>
                  </a:lnTo>
                  <a:lnTo>
                    <a:pt x="300228" y="61866"/>
                  </a:lnTo>
                  <a:lnTo>
                    <a:pt x="296952" y="57696"/>
                  </a:lnTo>
                  <a:lnTo>
                    <a:pt x="293546" y="53632"/>
                  </a:lnTo>
                  <a:lnTo>
                    <a:pt x="290012" y="49677"/>
                  </a:lnTo>
                  <a:lnTo>
                    <a:pt x="286355" y="45837"/>
                  </a:lnTo>
                  <a:lnTo>
                    <a:pt x="282578" y="42115"/>
                  </a:lnTo>
                  <a:lnTo>
                    <a:pt x="278684" y="38515"/>
                  </a:lnTo>
                  <a:lnTo>
                    <a:pt x="274679" y="35040"/>
                  </a:lnTo>
                  <a:lnTo>
                    <a:pt x="270565" y="31693"/>
                  </a:lnTo>
                  <a:lnTo>
                    <a:pt x="266347" y="28479"/>
                  </a:lnTo>
                  <a:lnTo>
                    <a:pt x="262029" y="25400"/>
                  </a:lnTo>
                  <a:lnTo>
                    <a:pt x="257616" y="22460"/>
                  </a:lnTo>
                  <a:lnTo>
                    <a:pt x="253112" y="19661"/>
                  </a:lnTo>
                  <a:lnTo>
                    <a:pt x="248521" y="17007"/>
                  </a:lnTo>
                  <a:lnTo>
                    <a:pt x="243848" y="14499"/>
                  </a:lnTo>
                  <a:lnTo>
                    <a:pt x="239098" y="12141"/>
                  </a:lnTo>
                  <a:lnTo>
                    <a:pt x="234276" y="9935"/>
                  </a:lnTo>
                  <a:lnTo>
                    <a:pt x="229386" y="7883"/>
                  </a:lnTo>
                  <a:lnTo>
                    <a:pt x="224434" y="5987"/>
                  </a:lnTo>
                  <a:lnTo>
                    <a:pt x="219424" y="4249"/>
                  </a:lnTo>
                  <a:lnTo>
                    <a:pt x="214361" y="2670"/>
                  </a:lnTo>
                  <a:lnTo>
                    <a:pt x="209251" y="1254"/>
                  </a:lnTo>
                  <a:lnTo>
                    <a:pt x="204099" y="0"/>
                  </a:lnTo>
                  <a:lnTo>
                    <a:pt x="167147" y="1630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486215" y="5399291"/>
              <a:ext cx="36951" cy="167167"/>
            </a:xfrm>
            <a:custGeom>
              <a:avLst/>
              <a:pathLst>
                <a:path w="36951" h="167167">
                  <a:moveTo>
                    <a:pt x="36951" y="4135"/>
                  </a:moveTo>
                  <a:lnTo>
                    <a:pt x="30870" y="2875"/>
                  </a:lnTo>
                  <a:lnTo>
                    <a:pt x="24747" y="1842"/>
                  </a:lnTo>
                  <a:lnTo>
                    <a:pt x="18590" y="1036"/>
                  </a:lnTo>
                  <a:lnTo>
                    <a:pt x="12408" y="461"/>
                  </a:lnTo>
                  <a:lnTo>
                    <a:pt x="6208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856397" y="5399291"/>
              <a:ext cx="188380" cy="334334"/>
            </a:xfrm>
            <a:custGeom>
              <a:avLst/>
              <a:pathLst>
                <a:path w="188380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0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7" y="5359"/>
                  </a:lnTo>
                  <a:lnTo>
                    <a:pt x="120044" y="6773"/>
                  </a:lnTo>
                  <a:lnTo>
                    <a:pt x="114978" y="8348"/>
                  </a:lnTo>
                  <a:lnTo>
                    <a:pt x="109965" y="10084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0" y="16231"/>
                  </a:lnTo>
                  <a:lnTo>
                    <a:pt x="90537" y="18587"/>
                  </a:lnTo>
                  <a:lnTo>
                    <a:pt x="85860" y="21093"/>
                  </a:lnTo>
                  <a:lnTo>
                    <a:pt x="81266" y="23746"/>
                  </a:lnTo>
                  <a:lnTo>
                    <a:pt x="76758" y="26544"/>
                  </a:lnTo>
                  <a:lnTo>
                    <a:pt x="72342" y="29483"/>
                  </a:lnTo>
                  <a:lnTo>
                    <a:pt x="68020" y="32560"/>
                  </a:lnTo>
                  <a:lnTo>
                    <a:pt x="63799" y="35773"/>
                  </a:lnTo>
                  <a:lnTo>
                    <a:pt x="59682" y="39119"/>
                  </a:lnTo>
                  <a:lnTo>
                    <a:pt x="55672" y="42594"/>
                  </a:lnTo>
                  <a:lnTo>
                    <a:pt x="51776" y="46194"/>
                  </a:lnTo>
                  <a:lnTo>
                    <a:pt x="47995" y="49916"/>
                  </a:lnTo>
                  <a:lnTo>
                    <a:pt x="44334" y="53756"/>
                  </a:lnTo>
                  <a:lnTo>
                    <a:pt x="40797" y="57710"/>
                  </a:lnTo>
                  <a:lnTo>
                    <a:pt x="37388" y="61774"/>
                  </a:lnTo>
                  <a:lnTo>
                    <a:pt x="34109" y="65945"/>
                  </a:lnTo>
                  <a:lnTo>
                    <a:pt x="30964" y="70217"/>
                  </a:lnTo>
                  <a:lnTo>
                    <a:pt x="27956" y="74588"/>
                  </a:lnTo>
                  <a:lnTo>
                    <a:pt x="25088" y="79051"/>
                  </a:lnTo>
                  <a:lnTo>
                    <a:pt x="22364" y="83603"/>
                  </a:lnTo>
                  <a:lnTo>
                    <a:pt x="19785" y="88239"/>
                  </a:lnTo>
                  <a:lnTo>
                    <a:pt x="17355" y="92955"/>
                  </a:lnTo>
                  <a:lnTo>
                    <a:pt x="15075" y="97746"/>
                  </a:lnTo>
                  <a:lnTo>
                    <a:pt x="12949" y="102606"/>
                  </a:lnTo>
                  <a:lnTo>
                    <a:pt x="10978" y="107532"/>
                  </a:lnTo>
                  <a:lnTo>
                    <a:pt x="9164" y="112517"/>
                  </a:lnTo>
                  <a:lnTo>
                    <a:pt x="7510" y="117558"/>
                  </a:lnTo>
                  <a:lnTo>
                    <a:pt x="6016" y="122649"/>
                  </a:lnTo>
                  <a:lnTo>
                    <a:pt x="4684" y="127784"/>
                  </a:lnTo>
                  <a:lnTo>
                    <a:pt x="3516" y="132959"/>
                  </a:lnTo>
                  <a:lnTo>
                    <a:pt x="2513" y="138169"/>
                  </a:lnTo>
                  <a:lnTo>
                    <a:pt x="1676" y="143408"/>
                  </a:lnTo>
                  <a:lnTo>
                    <a:pt x="1005" y="148670"/>
                  </a:lnTo>
                  <a:lnTo>
                    <a:pt x="502" y="153952"/>
                  </a:lnTo>
                  <a:lnTo>
                    <a:pt x="167" y="159246"/>
                  </a:lnTo>
                  <a:lnTo>
                    <a:pt x="0" y="164549"/>
                  </a:lnTo>
                  <a:lnTo>
                    <a:pt x="1" y="169854"/>
                  </a:lnTo>
                  <a:lnTo>
                    <a:pt x="170" y="175157"/>
                  </a:lnTo>
                  <a:lnTo>
                    <a:pt x="508" y="180451"/>
                  </a:lnTo>
                  <a:lnTo>
                    <a:pt x="1013" y="185732"/>
                  </a:lnTo>
                  <a:lnTo>
                    <a:pt x="1686" y="190995"/>
                  </a:lnTo>
                  <a:lnTo>
                    <a:pt x="2525" y="196233"/>
                  </a:lnTo>
                  <a:lnTo>
                    <a:pt x="3531" y="201442"/>
                  </a:lnTo>
                  <a:lnTo>
                    <a:pt x="4701" y="206617"/>
                  </a:lnTo>
                  <a:lnTo>
                    <a:pt x="6034" y="211752"/>
                  </a:lnTo>
                  <a:lnTo>
                    <a:pt x="7530" y="216842"/>
                  </a:lnTo>
                  <a:lnTo>
                    <a:pt x="9187" y="221882"/>
                  </a:lnTo>
                  <a:lnTo>
                    <a:pt x="11002" y="226866"/>
                  </a:lnTo>
                  <a:lnTo>
                    <a:pt x="12976" y="231791"/>
                  </a:lnTo>
                  <a:lnTo>
                    <a:pt x="15104" y="236651"/>
                  </a:lnTo>
                  <a:lnTo>
                    <a:pt x="17385" y="241440"/>
                  </a:lnTo>
                  <a:lnTo>
                    <a:pt x="19818" y="246155"/>
                  </a:lnTo>
                  <a:lnTo>
                    <a:pt x="22398" y="250790"/>
                  </a:lnTo>
                  <a:lnTo>
                    <a:pt x="25125" y="255341"/>
                  </a:lnTo>
                  <a:lnTo>
                    <a:pt x="27994" y="259804"/>
                  </a:lnTo>
                  <a:lnTo>
                    <a:pt x="31004" y="264173"/>
                  </a:lnTo>
                  <a:lnTo>
                    <a:pt x="34150" y="268444"/>
                  </a:lnTo>
                  <a:lnTo>
                    <a:pt x="37431" y="272613"/>
                  </a:lnTo>
                  <a:lnTo>
                    <a:pt x="40843" y="276676"/>
                  </a:lnTo>
                  <a:lnTo>
                    <a:pt x="44381" y="280629"/>
                  </a:lnTo>
                  <a:lnTo>
                    <a:pt x="48043" y="284467"/>
                  </a:lnTo>
                  <a:lnTo>
                    <a:pt x="51825" y="288188"/>
                  </a:lnTo>
                  <a:lnTo>
                    <a:pt x="55724" y="291786"/>
                  </a:lnTo>
                  <a:lnTo>
                    <a:pt x="59734" y="295259"/>
                  </a:lnTo>
                  <a:lnTo>
                    <a:pt x="63853" y="298603"/>
                  </a:lnTo>
                  <a:lnTo>
                    <a:pt x="68076" y="301815"/>
                  </a:lnTo>
                  <a:lnTo>
                    <a:pt x="72398" y="304890"/>
                  </a:lnTo>
                  <a:lnTo>
                    <a:pt x="76816" y="307828"/>
                  </a:lnTo>
                  <a:lnTo>
                    <a:pt x="81325" y="310623"/>
                  </a:lnTo>
                  <a:lnTo>
                    <a:pt x="85921" y="313274"/>
                  </a:lnTo>
                  <a:lnTo>
                    <a:pt x="90598" y="315778"/>
                  </a:lnTo>
                  <a:lnTo>
                    <a:pt x="95352" y="318132"/>
                  </a:lnTo>
                  <a:lnTo>
                    <a:pt x="100179" y="320334"/>
                  </a:lnTo>
                  <a:lnTo>
                    <a:pt x="105073" y="322382"/>
                  </a:lnTo>
                  <a:lnTo>
                    <a:pt x="110029" y="324274"/>
                  </a:lnTo>
                  <a:lnTo>
                    <a:pt x="115043" y="326007"/>
                  </a:lnTo>
                  <a:lnTo>
                    <a:pt x="120110" y="327581"/>
                  </a:lnTo>
                  <a:lnTo>
                    <a:pt x="125224" y="328992"/>
                  </a:lnTo>
                  <a:lnTo>
                    <a:pt x="130380" y="330241"/>
                  </a:lnTo>
                  <a:lnTo>
                    <a:pt x="135573" y="331326"/>
                  </a:lnTo>
                  <a:lnTo>
                    <a:pt x="140798" y="332245"/>
                  </a:lnTo>
                  <a:lnTo>
                    <a:pt x="146050" y="332998"/>
                  </a:lnTo>
                  <a:lnTo>
                    <a:pt x="151323" y="333584"/>
                  </a:lnTo>
                  <a:lnTo>
                    <a:pt x="156611" y="334002"/>
                  </a:lnTo>
                  <a:lnTo>
                    <a:pt x="161911" y="334252"/>
                  </a:lnTo>
                  <a:lnTo>
                    <a:pt x="167215" y="334334"/>
                  </a:lnTo>
                  <a:lnTo>
                    <a:pt x="172520" y="334248"/>
                  </a:lnTo>
                  <a:lnTo>
                    <a:pt x="177819" y="333993"/>
                  </a:lnTo>
                  <a:lnTo>
                    <a:pt x="183107" y="333571"/>
                  </a:lnTo>
                  <a:lnTo>
                    <a:pt x="188380" y="33298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566459"/>
              <a:ext cx="21233" cy="165813"/>
            </a:xfrm>
            <a:custGeom>
              <a:avLst/>
              <a:pathLst>
                <a:path w="21233" h="165813">
                  <a:moveTo>
                    <a:pt x="21233" y="1658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21233" cy="165813"/>
            </a:xfrm>
            <a:custGeom>
              <a:avLst/>
              <a:pathLst>
                <a:path w="21233" h="165813">
                  <a:moveTo>
                    <a:pt x="21233" y="1658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566459"/>
              <a:ext cx="21233" cy="165813"/>
            </a:xfrm>
            <a:custGeom>
              <a:avLst/>
              <a:pathLst>
                <a:path w="21233" h="165813">
                  <a:moveTo>
                    <a:pt x="21233" y="1658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566459"/>
              <a:ext cx="21233" cy="165813"/>
            </a:xfrm>
            <a:custGeom>
              <a:avLst/>
              <a:pathLst>
                <a:path w="21233" h="165813">
                  <a:moveTo>
                    <a:pt x="21233" y="1658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023544" y="5566459"/>
              <a:ext cx="21233" cy="165813"/>
            </a:xfrm>
            <a:custGeom>
              <a:avLst/>
              <a:pathLst>
                <a:path w="21233" h="165813">
                  <a:moveTo>
                    <a:pt x="21233" y="1658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023544" y="5566459"/>
              <a:ext cx="123713" cy="165813"/>
            </a:xfrm>
            <a:custGeom>
              <a:avLst/>
              <a:pathLst>
                <a:path w="123713" h="165813">
                  <a:moveTo>
                    <a:pt x="21233" y="165813"/>
                  </a:moveTo>
                  <a:lnTo>
                    <a:pt x="26793" y="165006"/>
                  </a:lnTo>
                  <a:lnTo>
                    <a:pt x="32322" y="164012"/>
                  </a:lnTo>
                  <a:lnTo>
                    <a:pt x="37815" y="162834"/>
                  </a:lnTo>
                  <a:lnTo>
                    <a:pt x="43266" y="161471"/>
                  </a:lnTo>
                  <a:lnTo>
                    <a:pt x="48667" y="159926"/>
                  </a:lnTo>
                  <a:lnTo>
                    <a:pt x="54014" y="158200"/>
                  </a:lnTo>
                  <a:lnTo>
                    <a:pt x="59299" y="156296"/>
                  </a:lnTo>
                  <a:lnTo>
                    <a:pt x="64518" y="154215"/>
                  </a:lnTo>
                  <a:lnTo>
                    <a:pt x="69663" y="151960"/>
                  </a:lnTo>
                  <a:lnTo>
                    <a:pt x="74730" y="149533"/>
                  </a:lnTo>
                  <a:lnTo>
                    <a:pt x="79713" y="146937"/>
                  </a:lnTo>
                  <a:lnTo>
                    <a:pt x="84605" y="144176"/>
                  </a:lnTo>
                  <a:lnTo>
                    <a:pt x="89402" y="141251"/>
                  </a:lnTo>
                  <a:lnTo>
                    <a:pt x="94098" y="138167"/>
                  </a:lnTo>
                  <a:lnTo>
                    <a:pt x="98688" y="134927"/>
                  </a:lnTo>
                  <a:lnTo>
                    <a:pt x="103166" y="131535"/>
                  </a:lnTo>
                  <a:lnTo>
                    <a:pt x="107528" y="127994"/>
                  </a:lnTo>
                  <a:lnTo>
                    <a:pt x="111768" y="124308"/>
                  </a:lnTo>
                  <a:lnTo>
                    <a:pt x="115882" y="120482"/>
                  </a:lnTo>
                  <a:lnTo>
                    <a:pt x="119866" y="116520"/>
                  </a:lnTo>
                  <a:lnTo>
                    <a:pt x="123713" y="112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023544" y="5399291"/>
              <a:ext cx="167167" cy="279594"/>
            </a:xfrm>
            <a:custGeom>
              <a:avLst/>
              <a:pathLst>
                <a:path w="167167" h="279594">
                  <a:moveTo>
                    <a:pt x="123713" y="279594"/>
                  </a:moveTo>
                  <a:lnTo>
                    <a:pt x="127254" y="275570"/>
                  </a:lnTo>
                  <a:lnTo>
                    <a:pt x="130663" y="271435"/>
                  </a:lnTo>
                  <a:lnTo>
                    <a:pt x="133939" y="267193"/>
                  </a:lnTo>
                  <a:lnTo>
                    <a:pt x="137076" y="262848"/>
                  </a:lnTo>
                  <a:lnTo>
                    <a:pt x="140073" y="258405"/>
                  </a:lnTo>
                  <a:lnTo>
                    <a:pt x="142926" y="253868"/>
                  </a:lnTo>
                  <a:lnTo>
                    <a:pt x="145632" y="249242"/>
                  </a:lnTo>
                  <a:lnTo>
                    <a:pt x="148188" y="244531"/>
                  </a:lnTo>
                  <a:lnTo>
                    <a:pt x="150592" y="239741"/>
                  </a:lnTo>
                  <a:lnTo>
                    <a:pt x="152841" y="234876"/>
                  </a:lnTo>
                  <a:lnTo>
                    <a:pt x="154933" y="229942"/>
                  </a:lnTo>
                  <a:lnTo>
                    <a:pt x="156865" y="224943"/>
                  </a:lnTo>
                  <a:lnTo>
                    <a:pt x="158637" y="219885"/>
                  </a:lnTo>
                  <a:lnTo>
                    <a:pt x="160245" y="214773"/>
                  </a:lnTo>
                  <a:lnTo>
                    <a:pt x="161689" y="209611"/>
                  </a:lnTo>
                  <a:lnTo>
                    <a:pt x="162966" y="204406"/>
                  </a:lnTo>
                  <a:lnTo>
                    <a:pt x="164076" y="199163"/>
                  </a:lnTo>
                  <a:lnTo>
                    <a:pt x="165018" y="193887"/>
                  </a:lnTo>
                  <a:lnTo>
                    <a:pt x="165789" y="188583"/>
                  </a:lnTo>
                  <a:lnTo>
                    <a:pt x="166391" y="183258"/>
                  </a:lnTo>
                  <a:lnTo>
                    <a:pt x="166821" y="177916"/>
                  </a:lnTo>
                  <a:lnTo>
                    <a:pt x="167080" y="172563"/>
                  </a:lnTo>
                  <a:lnTo>
                    <a:pt x="167167" y="167204"/>
                  </a:lnTo>
                  <a:lnTo>
                    <a:pt x="167082" y="161845"/>
                  </a:lnTo>
                  <a:lnTo>
                    <a:pt x="166826" y="156492"/>
                  </a:lnTo>
                  <a:lnTo>
                    <a:pt x="166398" y="151150"/>
                  </a:lnTo>
                  <a:lnTo>
                    <a:pt x="165799" y="145824"/>
                  </a:lnTo>
                  <a:lnTo>
                    <a:pt x="165029" y="140520"/>
                  </a:lnTo>
                  <a:lnTo>
                    <a:pt x="164090" y="135243"/>
                  </a:lnTo>
                  <a:lnTo>
                    <a:pt x="162983" y="130000"/>
                  </a:lnTo>
                  <a:lnTo>
                    <a:pt x="161708" y="124794"/>
                  </a:lnTo>
                  <a:lnTo>
                    <a:pt x="160266" y="119632"/>
                  </a:lnTo>
                  <a:lnTo>
                    <a:pt x="158660" y="114519"/>
                  </a:lnTo>
                  <a:lnTo>
                    <a:pt x="156891" y="109460"/>
                  </a:lnTo>
                  <a:lnTo>
                    <a:pt x="154960" y="104460"/>
                  </a:lnTo>
                  <a:lnTo>
                    <a:pt x="152871" y="99525"/>
                  </a:lnTo>
                  <a:lnTo>
                    <a:pt x="150624" y="94659"/>
                  </a:lnTo>
                  <a:lnTo>
                    <a:pt x="148222" y="89868"/>
                  </a:lnTo>
                  <a:lnTo>
                    <a:pt x="145668" y="85157"/>
                  </a:lnTo>
                  <a:lnTo>
                    <a:pt x="142964" y="80529"/>
                  </a:lnTo>
                  <a:lnTo>
                    <a:pt x="140113" y="75991"/>
                  </a:lnTo>
                  <a:lnTo>
                    <a:pt x="137119" y="71546"/>
                  </a:lnTo>
                  <a:lnTo>
                    <a:pt x="133983" y="67200"/>
                  </a:lnTo>
                  <a:lnTo>
                    <a:pt x="130709" y="62956"/>
                  </a:lnTo>
                  <a:lnTo>
                    <a:pt x="127302" y="58820"/>
                  </a:lnTo>
                  <a:lnTo>
                    <a:pt x="123763" y="54795"/>
                  </a:lnTo>
                  <a:lnTo>
                    <a:pt x="120097" y="50885"/>
                  </a:lnTo>
                  <a:lnTo>
                    <a:pt x="116308" y="47095"/>
                  </a:lnTo>
                  <a:lnTo>
                    <a:pt x="112399" y="43428"/>
                  </a:lnTo>
                  <a:lnTo>
                    <a:pt x="108375" y="39889"/>
                  </a:lnTo>
                  <a:lnTo>
                    <a:pt x="104239" y="36480"/>
                  </a:lnTo>
                  <a:lnTo>
                    <a:pt x="99996" y="33206"/>
                  </a:lnTo>
                  <a:lnTo>
                    <a:pt x="95651" y="30069"/>
                  </a:lnTo>
                  <a:lnTo>
                    <a:pt x="91207" y="27073"/>
                  </a:lnTo>
                  <a:lnTo>
                    <a:pt x="86669" y="24222"/>
                  </a:lnTo>
                  <a:lnTo>
                    <a:pt x="82042" y="21517"/>
                  </a:lnTo>
                  <a:lnTo>
                    <a:pt x="77331" y="18962"/>
                  </a:lnTo>
                  <a:lnTo>
                    <a:pt x="72540" y="16559"/>
                  </a:lnTo>
                  <a:lnTo>
                    <a:pt x="67675" y="14311"/>
                  </a:lnTo>
                  <a:lnTo>
                    <a:pt x="62740" y="12220"/>
                  </a:lnTo>
                  <a:lnTo>
                    <a:pt x="57741" y="10288"/>
                  </a:lnTo>
                  <a:lnTo>
                    <a:pt x="52682" y="8518"/>
                  </a:lnTo>
                  <a:lnTo>
                    <a:pt x="47570" y="6911"/>
                  </a:lnTo>
                  <a:lnTo>
                    <a:pt x="42408" y="5468"/>
                  </a:lnTo>
                  <a:lnTo>
                    <a:pt x="37203" y="4192"/>
                  </a:lnTo>
                  <a:lnTo>
                    <a:pt x="31959" y="3083"/>
                  </a:lnTo>
                  <a:lnTo>
                    <a:pt x="26683" y="2143"/>
                  </a:lnTo>
                  <a:lnTo>
                    <a:pt x="21379" y="1372"/>
                  </a:lnTo>
                  <a:lnTo>
                    <a:pt x="16054" y="772"/>
                  </a:lnTo>
                  <a:lnTo>
                    <a:pt x="10711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07257" y="5269756"/>
              <a:ext cx="138001" cy="167167"/>
            </a:xfrm>
            <a:custGeom>
              <a:avLst/>
              <a:pathLst>
                <a:path w="138001" h="167167">
                  <a:moveTo>
                    <a:pt x="138001" y="0"/>
                  </a:moveTo>
                  <a:lnTo>
                    <a:pt x="132404" y="93"/>
                  </a:lnTo>
                  <a:lnTo>
                    <a:pt x="126813" y="374"/>
                  </a:lnTo>
                  <a:lnTo>
                    <a:pt x="121235" y="842"/>
                  </a:lnTo>
                  <a:lnTo>
                    <a:pt x="115676" y="1497"/>
                  </a:lnTo>
                  <a:lnTo>
                    <a:pt x="110141" y="2337"/>
                  </a:lnTo>
                  <a:lnTo>
                    <a:pt x="104638" y="3362"/>
                  </a:lnTo>
                  <a:lnTo>
                    <a:pt x="99173" y="4571"/>
                  </a:lnTo>
                  <a:lnTo>
                    <a:pt x="93750" y="5963"/>
                  </a:lnTo>
                  <a:lnTo>
                    <a:pt x="88378" y="7534"/>
                  </a:lnTo>
                  <a:lnTo>
                    <a:pt x="83061" y="9285"/>
                  </a:lnTo>
                  <a:lnTo>
                    <a:pt x="77806" y="11213"/>
                  </a:lnTo>
                  <a:lnTo>
                    <a:pt x="72618" y="13316"/>
                  </a:lnTo>
                  <a:lnTo>
                    <a:pt x="67504" y="15591"/>
                  </a:lnTo>
                  <a:lnTo>
                    <a:pt x="62468" y="18037"/>
                  </a:lnTo>
                  <a:lnTo>
                    <a:pt x="57518" y="20649"/>
                  </a:lnTo>
                  <a:lnTo>
                    <a:pt x="52657" y="23426"/>
                  </a:lnTo>
                  <a:lnTo>
                    <a:pt x="47892" y="26364"/>
                  </a:lnTo>
                  <a:lnTo>
                    <a:pt x="43229" y="29460"/>
                  </a:lnTo>
                  <a:lnTo>
                    <a:pt x="38671" y="32710"/>
                  </a:lnTo>
                  <a:lnTo>
                    <a:pt x="34225" y="36111"/>
                  </a:lnTo>
                  <a:lnTo>
                    <a:pt x="29895" y="39659"/>
                  </a:lnTo>
                  <a:lnTo>
                    <a:pt x="25687" y="43350"/>
                  </a:lnTo>
                  <a:lnTo>
                    <a:pt x="21604" y="47180"/>
                  </a:lnTo>
                  <a:lnTo>
                    <a:pt x="17652" y="51144"/>
                  </a:lnTo>
                  <a:lnTo>
                    <a:pt x="13835" y="55239"/>
                  </a:lnTo>
                  <a:lnTo>
                    <a:pt x="10157" y="59459"/>
                  </a:lnTo>
                  <a:lnTo>
                    <a:pt x="6623" y="63800"/>
                  </a:lnTo>
                  <a:lnTo>
                    <a:pt x="3236" y="68256"/>
                  </a:lnTo>
                  <a:lnTo>
                    <a:pt x="0" y="72824"/>
                  </a:lnTo>
                  <a:lnTo>
                    <a:pt x="13800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07257" y="5342580"/>
              <a:ext cx="138001" cy="94343"/>
            </a:xfrm>
            <a:custGeom>
              <a:avLst/>
              <a:pathLst>
                <a:path w="138001" h="94343">
                  <a:moveTo>
                    <a:pt x="0" y="0"/>
                  </a:moveTo>
                  <a:lnTo>
                    <a:pt x="138001" y="943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407257" y="5342580"/>
              <a:ext cx="138001" cy="94343"/>
            </a:xfrm>
            <a:custGeom>
              <a:avLst/>
              <a:pathLst>
                <a:path w="138001" h="94343">
                  <a:moveTo>
                    <a:pt x="0" y="0"/>
                  </a:moveTo>
                  <a:lnTo>
                    <a:pt x="138001" y="943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407257" y="5342580"/>
              <a:ext cx="138001" cy="94343"/>
            </a:xfrm>
            <a:custGeom>
              <a:avLst/>
              <a:pathLst>
                <a:path w="138001" h="94343">
                  <a:moveTo>
                    <a:pt x="0" y="0"/>
                  </a:moveTo>
                  <a:lnTo>
                    <a:pt x="138001" y="943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407257" y="5342580"/>
              <a:ext cx="138001" cy="94343"/>
            </a:xfrm>
            <a:custGeom>
              <a:avLst/>
              <a:pathLst>
                <a:path w="138001" h="94343">
                  <a:moveTo>
                    <a:pt x="0" y="0"/>
                  </a:moveTo>
                  <a:lnTo>
                    <a:pt x="138001" y="943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389173" y="5342580"/>
              <a:ext cx="156085" cy="94343"/>
            </a:xfrm>
            <a:custGeom>
              <a:avLst/>
              <a:pathLst>
                <a:path w="156085" h="94343">
                  <a:moveTo>
                    <a:pt x="18084" y="0"/>
                  </a:moveTo>
                  <a:lnTo>
                    <a:pt x="14518" y="5440"/>
                  </a:lnTo>
                  <a:lnTo>
                    <a:pt x="11166" y="11015"/>
                  </a:lnTo>
                  <a:lnTo>
                    <a:pt x="8034" y="16717"/>
                  </a:lnTo>
                  <a:lnTo>
                    <a:pt x="5126" y="22535"/>
                  </a:lnTo>
                  <a:lnTo>
                    <a:pt x="2446" y="28463"/>
                  </a:lnTo>
                  <a:lnTo>
                    <a:pt x="0" y="34490"/>
                  </a:lnTo>
                  <a:lnTo>
                    <a:pt x="156085" y="943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378109" y="5269756"/>
              <a:ext cx="334296" cy="334334"/>
            </a:xfrm>
            <a:custGeom>
              <a:avLst/>
              <a:pathLst>
                <a:path w="334296" h="334334">
                  <a:moveTo>
                    <a:pt x="11063" y="107315"/>
                  </a:moveTo>
                  <a:lnTo>
                    <a:pt x="9243" y="112298"/>
                  </a:lnTo>
                  <a:lnTo>
                    <a:pt x="7581" y="117337"/>
                  </a:lnTo>
                  <a:lnTo>
                    <a:pt x="6080" y="122426"/>
                  </a:lnTo>
                  <a:lnTo>
                    <a:pt x="4741" y="127560"/>
                  </a:lnTo>
                  <a:lnTo>
                    <a:pt x="3566" y="132735"/>
                  </a:lnTo>
                  <a:lnTo>
                    <a:pt x="2556" y="137943"/>
                  </a:lnTo>
                  <a:lnTo>
                    <a:pt x="1711" y="143181"/>
                  </a:lnTo>
                  <a:lnTo>
                    <a:pt x="1033" y="148444"/>
                  </a:lnTo>
                  <a:lnTo>
                    <a:pt x="523" y="153725"/>
                  </a:lnTo>
                  <a:lnTo>
                    <a:pt x="180" y="159020"/>
                  </a:lnTo>
                  <a:lnTo>
                    <a:pt x="6" y="164323"/>
                  </a:lnTo>
                  <a:lnTo>
                    <a:pt x="0" y="169629"/>
                  </a:lnTo>
                  <a:lnTo>
                    <a:pt x="162" y="174932"/>
                  </a:lnTo>
                  <a:lnTo>
                    <a:pt x="492" y="180227"/>
                  </a:lnTo>
                  <a:lnTo>
                    <a:pt x="991" y="185510"/>
                  </a:lnTo>
                  <a:lnTo>
                    <a:pt x="1657" y="190774"/>
                  </a:lnTo>
                  <a:lnTo>
                    <a:pt x="2489" y="196014"/>
                  </a:lnTo>
                  <a:lnTo>
                    <a:pt x="3488" y="201225"/>
                  </a:lnTo>
                  <a:lnTo>
                    <a:pt x="4651" y="206402"/>
                  </a:lnTo>
                  <a:lnTo>
                    <a:pt x="5978" y="211539"/>
                  </a:lnTo>
                  <a:lnTo>
                    <a:pt x="7467" y="216631"/>
                  </a:lnTo>
                  <a:lnTo>
                    <a:pt x="9117" y="221674"/>
                  </a:lnTo>
                  <a:lnTo>
                    <a:pt x="10927" y="226662"/>
                  </a:lnTo>
                  <a:lnTo>
                    <a:pt x="12894" y="231590"/>
                  </a:lnTo>
                  <a:lnTo>
                    <a:pt x="15016" y="236453"/>
                  </a:lnTo>
                  <a:lnTo>
                    <a:pt x="17291" y="241246"/>
                  </a:lnTo>
                  <a:lnTo>
                    <a:pt x="19718" y="245964"/>
                  </a:lnTo>
                  <a:lnTo>
                    <a:pt x="22293" y="250603"/>
                  </a:lnTo>
                  <a:lnTo>
                    <a:pt x="25013" y="255158"/>
                  </a:lnTo>
                  <a:lnTo>
                    <a:pt x="27878" y="259625"/>
                  </a:lnTo>
                  <a:lnTo>
                    <a:pt x="30882" y="263998"/>
                  </a:lnTo>
                  <a:lnTo>
                    <a:pt x="34024" y="268274"/>
                  </a:lnTo>
                  <a:lnTo>
                    <a:pt x="37299" y="272448"/>
                  </a:lnTo>
                  <a:lnTo>
                    <a:pt x="40706" y="276516"/>
                  </a:lnTo>
                  <a:lnTo>
                    <a:pt x="44240" y="280473"/>
                  </a:lnTo>
                  <a:lnTo>
                    <a:pt x="47898" y="284317"/>
                  </a:lnTo>
                  <a:lnTo>
                    <a:pt x="51675" y="288042"/>
                  </a:lnTo>
                  <a:lnTo>
                    <a:pt x="55570" y="291646"/>
                  </a:lnTo>
                  <a:lnTo>
                    <a:pt x="59576" y="295124"/>
                  </a:lnTo>
                  <a:lnTo>
                    <a:pt x="63691" y="298474"/>
                  </a:lnTo>
                  <a:lnTo>
                    <a:pt x="67911" y="301691"/>
                  </a:lnTo>
                  <a:lnTo>
                    <a:pt x="72230" y="304773"/>
                  </a:lnTo>
                  <a:lnTo>
                    <a:pt x="76645" y="307716"/>
                  </a:lnTo>
                  <a:lnTo>
                    <a:pt x="81151" y="310517"/>
                  </a:lnTo>
                  <a:lnTo>
                    <a:pt x="85743" y="313174"/>
                  </a:lnTo>
                  <a:lnTo>
                    <a:pt x="90418" y="315684"/>
                  </a:lnTo>
                  <a:lnTo>
                    <a:pt x="95170" y="318044"/>
                  </a:lnTo>
                  <a:lnTo>
                    <a:pt x="99994" y="320253"/>
                  </a:lnTo>
                  <a:lnTo>
                    <a:pt x="104886" y="322307"/>
                  </a:lnTo>
                  <a:lnTo>
                    <a:pt x="109841" y="324204"/>
                  </a:lnTo>
                  <a:lnTo>
                    <a:pt x="114854" y="325944"/>
                  </a:lnTo>
                  <a:lnTo>
                    <a:pt x="119919" y="327524"/>
                  </a:lnTo>
                  <a:lnTo>
                    <a:pt x="125032" y="328942"/>
                  </a:lnTo>
                  <a:lnTo>
                    <a:pt x="130187" y="330197"/>
                  </a:lnTo>
                  <a:lnTo>
                    <a:pt x="135379" y="331288"/>
                  </a:lnTo>
                  <a:lnTo>
                    <a:pt x="140604" y="332213"/>
                  </a:lnTo>
                  <a:lnTo>
                    <a:pt x="145855" y="332973"/>
                  </a:lnTo>
                  <a:lnTo>
                    <a:pt x="151128" y="333565"/>
                  </a:lnTo>
                  <a:lnTo>
                    <a:pt x="156417" y="333990"/>
                  </a:lnTo>
                  <a:lnTo>
                    <a:pt x="161716" y="334246"/>
                  </a:lnTo>
                  <a:lnTo>
                    <a:pt x="167021" y="334334"/>
                  </a:lnTo>
                  <a:lnTo>
                    <a:pt x="172327" y="334254"/>
                  </a:lnTo>
                  <a:lnTo>
                    <a:pt x="177627" y="334006"/>
                  </a:lnTo>
                  <a:lnTo>
                    <a:pt x="182916" y="333589"/>
                  </a:lnTo>
                  <a:lnTo>
                    <a:pt x="188190" y="333005"/>
                  </a:lnTo>
                  <a:lnTo>
                    <a:pt x="193442" y="332254"/>
                  </a:lnTo>
                  <a:lnTo>
                    <a:pt x="198668" y="331336"/>
                  </a:lnTo>
                  <a:lnTo>
                    <a:pt x="203862" y="330253"/>
                  </a:lnTo>
                  <a:lnTo>
                    <a:pt x="209019" y="329006"/>
                  </a:lnTo>
                  <a:lnTo>
                    <a:pt x="214134" y="327596"/>
                  </a:lnTo>
                  <a:lnTo>
                    <a:pt x="219202" y="326024"/>
                  </a:lnTo>
                  <a:lnTo>
                    <a:pt x="224217" y="324292"/>
                  </a:lnTo>
                  <a:lnTo>
                    <a:pt x="229175" y="322401"/>
                  </a:lnTo>
                  <a:lnTo>
                    <a:pt x="234070" y="320355"/>
                  </a:lnTo>
                  <a:lnTo>
                    <a:pt x="238898" y="318154"/>
                  </a:lnTo>
                  <a:lnTo>
                    <a:pt x="243653" y="315801"/>
                  </a:lnTo>
                  <a:lnTo>
                    <a:pt x="248332" y="313298"/>
                  </a:lnTo>
                  <a:lnTo>
                    <a:pt x="252928" y="310648"/>
                  </a:lnTo>
                  <a:lnTo>
                    <a:pt x="257439" y="307854"/>
                  </a:lnTo>
                  <a:lnTo>
                    <a:pt x="261858" y="304917"/>
                  </a:lnTo>
                  <a:lnTo>
                    <a:pt x="266182" y="301842"/>
                  </a:lnTo>
                  <a:lnTo>
                    <a:pt x="270406" y="298632"/>
                  </a:lnTo>
                  <a:lnTo>
                    <a:pt x="274526" y="295288"/>
                  </a:lnTo>
                  <a:lnTo>
                    <a:pt x="278538" y="291816"/>
                  </a:lnTo>
                  <a:lnTo>
                    <a:pt x="282438" y="288218"/>
                  </a:lnTo>
                  <a:lnTo>
                    <a:pt x="286221" y="284499"/>
                  </a:lnTo>
                  <a:lnTo>
                    <a:pt x="289885" y="280661"/>
                  </a:lnTo>
                  <a:lnTo>
                    <a:pt x="293425" y="276708"/>
                  </a:lnTo>
                  <a:lnTo>
                    <a:pt x="296838" y="272646"/>
                  </a:lnTo>
                  <a:lnTo>
                    <a:pt x="300120" y="268477"/>
                  </a:lnTo>
                  <a:lnTo>
                    <a:pt x="303268" y="264206"/>
                  </a:lnTo>
                  <a:lnTo>
                    <a:pt x="306279" y="259837"/>
                  </a:lnTo>
                  <a:lnTo>
                    <a:pt x="309150" y="255375"/>
                  </a:lnTo>
                  <a:lnTo>
                    <a:pt x="311878" y="250824"/>
                  </a:lnTo>
                  <a:lnTo>
                    <a:pt x="314460" y="246189"/>
                  </a:lnTo>
                  <a:lnTo>
                    <a:pt x="316893" y="241474"/>
                  </a:lnTo>
                  <a:lnTo>
                    <a:pt x="319176" y="236685"/>
                  </a:lnTo>
                  <a:lnTo>
                    <a:pt x="321306" y="231825"/>
                  </a:lnTo>
                  <a:lnTo>
                    <a:pt x="323280" y="226900"/>
                  </a:lnTo>
                  <a:lnTo>
                    <a:pt x="325097" y="221915"/>
                  </a:lnTo>
                  <a:lnTo>
                    <a:pt x="326755" y="216875"/>
                  </a:lnTo>
                  <a:lnTo>
                    <a:pt x="328252" y="211785"/>
                  </a:lnTo>
                  <a:lnTo>
                    <a:pt x="329587" y="206650"/>
                  </a:lnTo>
                  <a:lnTo>
                    <a:pt x="330758" y="201475"/>
                  </a:lnTo>
                  <a:lnTo>
                    <a:pt x="331764" y="196265"/>
                  </a:lnTo>
                  <a:lnTo>
                    <a:pt x="332605" y="191026"/>
                  </a:lnTo>
                  <a:lnTo>
                    <a:pt x="333279" y="185763"/>
                  </a:lnTo>
                  <a:lnTo>
                    <a:pt x="333785" y="180482"/>
                  </a:lnTo>
                  <a:lnTo>
                    <a:pt x="334124" y="175187"/>
                  </a:lnTo>
                  <a:lnTo>
                    <a:pt x="334294" y="169884"/>
                  </a:lnTo>
                  <a:lnTo>
                    <a:pt x="334296" y="164578"/>
                  </a:lnTo>
                  <a:lnTo>
                    <a:pt x="334130" y="159275"/>
                  </a:lnTo>
                  <a:lnTo>
                    <a:pt x="333795" y="153979"/>
                  </a:lnTo>
                  <a:lnTo>
                    <a:pt x="333293" y="148697"/>
                  </a:lnTo>
                  <a:lnTo>
                    <a:pt x="332623" y="143434"/>
                  </a:lnTo>
                  <a:lnTo>
                    <a:pt x="331786" y="138194"/>
                  </a:lnTo>
                  <a:lnTo>
                    <a:pt x="330784" y="132984"/>
                  </a:lnTo>
                  <a:lnTo>
                    <a:pt x="329617" y="127808"/>
                  </a:lnTo>
                  <a:lnTo>
                    <a:pt x="328286" y="122672"/>
                  </a:lnTo>
                  <a:lnTo>
                    <a:pt x="326793" y="117581"/>
                  </a:lnTo>
                  <a:lnTo>
                    <a:pt x="325139" y="112539"/>
                  </a:lnTo>
                  <a:lnTo>
                    <a:pt x="323325" y="107553"/>
                  </a:lnTo>
                  <a:lnTo>
                    <a:pt x="321355" y="102627"/>
                  </a:lnTo>
                  <a:lnTo>
                    <a:pt x="319229" y="97765"/>
                  </a:lnTo>
                  <a:lnTo>
                    <a:pt x="316950" y="92974"/>
                  </a:lnTo>
                  <a:lnTo>
                    <a:pt x="314520" y="88257"/>
                  </a:lnTo>
                  <a:lnTo>
                    <a:pt x="311941" y="83620"/>
                  </a:lnTo>
                  <a:lnTo>
                    <a:pt x="309217" y="79067"/>
                  </a:lnTo>
                  <a:lnTo>
                    <a:pt x="306350" y="74603"/>
                  </a:lnTo>
                  <a:lnTo>
                    <a:pt x="303342" y="70232"/>
                  </a:lnTo>
                  <a:lnTo>
                    <a:pt x="300197" y="65958"/>
                  </a:lnTo>
                  <a:lnTo>
                    <a:pt x="296918" y="61787"/>
                  </a:lnTo>
                  <a:lnTo>
                    <a:pt x="293508" y="57722"/>
                  </a:lnTo>
                  <a:lnTo>
                    <a:pt x="289971" y="53767"/>
                  </a:lnTo>
                  <a:lnTo>
                    <a:pt x="286311" y="49926"/>
                  </a:lnTo>
                  <a:lnTo>
                    <a:pt x="282530" y="46204"/>
                  </a:lnTo>
                  <a:lnTo>
                    <a:pt x="278633" y="42603"/>
                  </a:lnTo>
                  <a:lnTo>
                    <a:pt x="274624" y="39127"/>
                  </a:lnTo>
                  <a:lnTo>
                    <a:pt x="270506" y="35781"/>
                  </a:lnTo>
                  <a:lnTo>
                    <a:pt x="266284" y="32567"/>
                  </a:lnTo>
                  <a:lnTo>
                    <a:pt x="261963" y="29489"/>
                  </a:lnTo>
                  <a:lnTo>
                    <a:pt x="257546" y="26549"/>
                  </a:lnTo>
                  <a:lnTo>
                    <a:pt x="253038" y="23751"/>
                  </a:lnTo>
                  <a:lnTo>
                    <a:pt x="248443" y="21098"/>
                  </a:lnTo>
                  <a:lnTo>
                    <a:pt x="243767" y="18591"/>
                  </a:lnTo>
                  <a:lnTo>
                    <a:pt x="239013" y="16235"/>
                  </a:lnTo>
                  <a:lnTo>
                    <a:pt x="234187" y="14030"/>
                  </a:lnTo>
                  <a:lnTo>
                    <a:pt x="229293" y="11980"/>
                  </a:lnTo>
                  <a:lnTo>
                    <a:pt x="224337" y="10086"/>
                  </a:lnTo>
                  <a:lnTo>
                    <a:pt x="219323" y="8350"/>
                  </a:lnTo>
                  <a:lnTo>
                    <a:pt x="214256" y="6774"/>
                  </a:lnTo>
                  <a:lnTo>
                    <a:pt x="209143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8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53887" y="5018213"/>
              <a:ext cx="167151" cy="191915"/>
            </a:xfrm>
            <a:custGeom>
              <a:avLst/>
              <a:pathLst>
                <a:path w="167151" h="191915">
                  <a:moveTo>
                    <a:pt x="167151" y="0"/>
                  </a:moveTo>
                  <a:lnTo>
                    <a:pt x="161729" y="87"/>
                  </a:lnTo>
                  <a:lnTo>
                    <a:pt x="156313" y="351"/>
                  </a:lnTo>
                  <a:lnTo>
                    <a:pt x="150908" y="791"/>
                  </a:lnTo>
                  <a:lnTo>
                    <a:pt x="145520" y="1405"/>
                  </a:lnTo>
                  <a:lnTo>
                    <a:pt x="140155" y="2194"/>
                  </a:lnTo>
                  <a:lnTo>
                    <a:pt x="134818" y="3156"/>
                  </a:lnTo>
                  <a:lnTo>
                    <a:pt x="129515" y="4291"/>
                  </a:lnTo>
                  <a:lnTo>
                    <a:pt x="124252" y="5598"/>
                  </a:lnTo>
                  <a:lnTo>
                    <a:pt x="119034" y="7074"/>
                  </a:lnTo>
                  <a:lnTo>
                    <a:pt x="113867" y="8719"/>
                  </a:lnTo>
                  <a:lnTo>
                    <a:pt x="108755" y="10531"/>
                  </a:lnTo>
                  <a:lnTo>
                    <a:pt x="103705" y="12507"/>
                  </a:lnTo>
                  <a:lnTo>
                    <a:pt x="98722" y="14647"/>
                  </a:lnTo>
                  <a:lnTo>
                    <a:pt x="93811" y="16947"/>
                  </a:lnTo>
                  <a:lnTo>
                    <a:pt x="88977" y="19404"/>
                  </a:lnTo>
                  <a:lnTo>
                    <a:pt x="84226" y="22018"/>
                  </a:lnTo>
                  <a:lnTo>
                    <a:pt x="79561" y="24784"/>
                  </a:lnTo>
                  <a:lnTo>
                    <a:pt x="74989" y="27700"/>
                  </a:lnTo>
                  <a:lnTo>
                    <a:pt x="70514" y="30763"/>
                  </a:lnTo>
                  <a:lnTo>
                    <a:pt x="66140" y="33969"/>
                  </a:lnTo>
                  <a:lnTo>
                    <a:pt x="61873" y="37315"/>
                  </a:lnTo>
                  <a:lnTo>
                    <a:pt x="57717" y="40798"/>
                  </a:lnTo>
                  <a:lnTo>
                    <a:pt x="53676" y="44414"/>
                  </a:lnTo>
                  <a:lnTo>
                    <a:pt x="49754" y="48160"/>
                  </a:lnTo>
                  <a:lnTo>
                    <a:pt x="45955" y="52030"/>
                  </a:lnTo>
                  <a:lnTo>
                    <a:pt x="42285" y="56022"/>
                  </a:lnTo>
                  <a:lnTo>
                    <a:pt x="38745" y="60130"/>
                  </a:lnTo>
                  <a:lnTo>
                    <a:pt x="35341" y="64352"/>
                  </a:lnTo>
                  <a:lnTo>
                    <a:pt x="32076" y="68681"/>
                  </a:lnTo>
                  <a:lnTo>
                    <a:pt x="28952" y="73114"/>
                  </a:lnTo>
                  <a:lnTo>
                    <a:pt x="25974" y="77646"/>
                  </a:lnTo>
                  <a:lnTo>
                    <a:pt x="23145" y="82272"/>
                  </a:lnTo>
                  <a:lnTo>
                    <a:pt x="20467" y="86988"/>
                  </a:lnTo>
                  <a:lnTo>
                    <a:pt x="17944" y="91788"/>
                  </a:lnTo>
                  <a:lnTo>
                    <a:pt x="15577" y="96667"/>
                  </a:lnTo>
                  <a:lnTo>
                    <a:pt x="13370" y="101621"/>
                  </a:lnTo>
                  <a:lnTo>
                    <a:pt x="11325" y="106643"/>
                  </a:lnTo>
                  <a:lnTo>
                    <a:pt x="9444" y="111729"/>
                  </a:lnTo>
                  <a:lnTo>
                    <a:pt x="7729" y="116874"/>
                  </a:lnTo>
                  <a:lnTo>
                    <a:pt x="6181" y="122071"/>
                  </a:lnTo>
                  <a:lnTo>
                    <a:pt x="4803" y="127316"/>
                  </a:lnTo>
                  <a:lnTo>
                    <a:pt x="3596" y="132603"/>
                  </a:lnTo>
                  <a:lnTo>
                    <a:pt x="2561" y="137926"/>
                  </a:lnTo>
                  <a:lnTo>
                    <a:pt x="1699" y="143280"/>
                  </a:lnTo>
                  <a:lnTo>
                    <a:pt x="1012" y="148659"/>
                  </a:lnTo>
                  <a:lnTo>
                    <a:pt x="499" y="154058"/>
                  </a:lnTo>
                  <a:lnTo>
                    <a:pt x="161" y="159470"/>
                  </a:lnTo>
                  <a:lnTo>
                    <a:pt x="0" y="164891"/>
                  </a:lnTo>
                  <a:lnTo>
                    <a:pt x="14" y="170314"/>
                  </a:lnTo>
                  <a:lnTo>
                    <a:pt x="204" y="175733"/>
                  </a:lnTo>
                  <a:lnTo>
                    <a:pt x="569" y="181144"/>
                  </a:lnTo>
                  <a:lnTo>
                    <a:pt x="1110" y="186539"/>
                  </a:lnTo>
                  <a:lnTo>
                    <a:pt x="1826" y="191915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855713" y="5185380"/>
              <a:ext cx="165325" cy="24747"/>
            </a:xfrm>
            <a:custGeom>
              <a:avLst/>
              <a:pathLst>
                <a:path w="165325" h="24747">
                  <a:moveTo>
                    <a:pt x="0" y="24747"/>
                  </a:moveTo>
                  <a:lnTo>
                    <a:pt x="16532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855713" y="5185380"/>
              <a:ext cx="165325" cy="85369"/>
            </a:xfrm>
            <a:custGeom>
              <a:avLst/>
              <a:pathLst>
                <a:path w="165325" h="85369">
                  <a:moveTo>
                    <a:pt x="0" y="24747"/>
                  </a:moveTo>
                  <a:lnTo>
                    <a:pt x="973" y="30553"/>
                  </a:lnTo>
                  <a:lnTo>
                    <a:pt x="2151" y="36321"/>
                  </a:lnTo>
                  <a:lnTo>
                    <a:pt x="3531" y="42044"/>
                  </a:lnTo>
                  <a:lnTo>
                    <a:pt x="5112" y="47715"/>
                  </a:lnTo>
                  <a:lnTo>
                    <a:pt x="6891" y="53326"/>
                  </a:lnTo>
                  <a:lnTo>
                    <a:pt x="8867" y="58872"/>
                  </a:lnTo>
                  <a:lnTo>
                    <a:pt x="11037" y="64344"/>
                  </a:lnTo>
                  <a:lnTo>
                    <a:pt x="13398" y="69737"/>
                  </a:lnTo>
                  <a:lnTo>
                    <a:pt x="15948" y="75043"/>
                  </a:lnTo>
                  <a:lnTo>
                    <a:pt x="18683" y="80256"/>
                  </a:lnTo>
                  <a:lnTo>
                    <a:pt x="21600" y="85369"/>
                  </a:lnTo>
                  <a:lnTo>
                    <a:pt x="16532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877313" y="5018213"/>
              <a:ext cx="310886" cy="334317"/>
            </a:xfrm>
            <a:custGeom>
              <a:avLst/>
              <a:pathLst>
                <a:path w="310886" h="334317">
                  <a:moveTo>
                    <a:pt x="0" y="252537"/>
                  </a:moveTo>
                  <a:lnTo>
                    <a:pt x="2794" y="257075"/>
                  </a:lnTo>
                  <a:lnTo>
                    <a:pt x="5731" y="261521"/>
                  </a:lnTo>
                  <a:lnTo>
                    <a:pt x="8809" y="265872"/>
                  </a:lnTo>
                  <a:lnTo>
                    <a:pt x="12024" y="270122"/>
                  </a:lnTo>
                  <a:lnTo>
                    <a:pt x="15372" y="274268"/>
                  </a:lnTo>
                  <a:lnTo>
                    <a:pt x="18852" y="278305"/>
                  </a:lnTo>
                  <a:lnTo>
                    <a:pt x="22458" y="282229"/>
                  </a:lnTo>
                  <a:lnTo>
                    <a:pt x="26187" y="286036"/>
                  </a:lnTo>
                  <a:lnTo>
                    <a:pt x="30036" y="289722"/>
                  </a:lnTo>
                  <a:lnTo>
                    <a:pt x="34000" y="293284"/>
                  </a:lnTo>
                  <a:lnTo>
                    <a:pt x="38076" y="296717"/>
                  </a:lnTo>
                  <a:lnTo>
                    <a:pt x="42259" y="300019"/>
                  </a:lnTo>
                  <a:lnTo>
                    <a:pt x="46545" y="303186"/>
                  </a:lnTo>
                  <a:lnTo>
                    <a:pt x="50930" y="306214"/>
                  </a:lnTo>
                  <a:lnTo>
                    <a:pt x="55410" y="309101"/>
                  </a:lnTo>
                  <a:lnTo>
                    <a:pt x="59979" y="311844"/>
                  </a:lnTo>
                  <a:lnTo>
                    <a:pt x="64633" y="314440"/>
                  </a:lnTo>
                  <a:lnTo>
                    <a:pt x="69368" y="316887"/>
                  </a:lnTo>
                  <a:lnTo>
                    <a:pt x="74178" y="319181"/>
                  </a:lnTo>
                  <a:lnTo>
                    <a:pt x="79059" y="321320"/>
                  </a:lnTo>
                  <a:lnTo>
                    <a:pt x="84005" y="323303"/>
                  </a:lnTo>
                  <a:lnTo>
                    <a:pt x="89013" y="325127"/>
                  </a:lnTo>
                  <a:lnTo>
                    <a:pt x="94075" y="326791"/>
                  </a:lnTo>
                  <a:lnTo>
                    <a:pt x="99189" y="328293"/>
                  </a:lnTo>
                  <a:lnTo>
                    <a:pt x="104347" y="329630"/>
                  </a:lnTo>
                  <a:lnTo>
                    <a:pt x="109546" y="330803"/>
                  </a:lnTo>
                  <a:lnTo>
                    <a:pt x="114779" y="331809"/>
                  </a:lnTo>
                  <a:lnTo>
                    <a:pt x="120042" y="332648"/>
                  </a:lnTo>
                  <a:lnTo>
                    <a:pt x="125329" y="333319"/>
                  </a:lnTo>
                  <a:lnTo>
                    <a:pt x="130635" y="333821"/>
                  </a:lnTo>
                  <a:lnTo>
                    <a:pt x="135953" y="334154"/>
                  </a:lnTo>
                  <a:lnTo>
                    <a:pt x="141280" y="334317"/>
                  </a:lnTo>
                  <a:lnTo>
                    <a:pt x="146609" y="334309"/>
                  </a:lnTo>
                  <a:lnTo>
                    <a:pt x="151936" y="334133"/>
                  </a:lnTo>
                  <a:lnTo>
                    <a:pt x="157254" y="333786"/>
                  </a:lnTo>
                  <a:lnTo>
                    <a:pt x="162558" y="333270"/>
                  </a:lnTo>
                  <a:lnTo>
                    <a:pt x="167843" y="332585"/>
                  </a:lnTo>
                  <a:lnTo>
                    <a:pt x="173103" y="331733"/>
                  </a:lnTo>
                  <a:lnTo>
                    <a:pt x="178334" y="330712"/>
                  </a:lnTo>
                  <a:lnTo>
                    <a:pt x="183530" y="329526"/>
                  </a:lnTo>
                  <a:lnTo>
                    <a:pt x="188685" y="328175"/>
                  </a:lnTo>
                  <a:lnTo>
                    <a:pt x="193794" y="326660"/>
                  </a:lnTo>
                  <a:lnTo>
                    <a:pt x="198853" y="324983"/>
                  </a:lnTo>
                  <a:lnTo>
                    <a:pt x="203855" y="323145"/>
                  </a:lnTo>
                  <a:lnTo>
                    <a:pt x="208796" y="321149"/>
                  </a:lnTo>
                  <a:lnTo>
                    <a:pt x="213672" y="318997"/>
                  </a:lnTo>
                  <a:lnTo>
                    <a:pt x="218476" y="316690"/>
                  </a:lnTo>
                  <a:lnTo>
                    <a:pt x="223204" y="314232"/>
                  </a:lnTo>
                  <a:lnTo>
                    <a:pt x="227851" y="311623"/>
                  </a:lnTo>
                  <a:lnTo>
                    <a:pt x="232413" y="308868"/>
                  </a:lnTo>
                  <a:lnTo>
                    <a:pt x="236885" y="305969"/>
                  </a:lnTo>
                  <a:lnTo>
                    <a:pt x="241262" y="302929"/>
                  </a:lnTo>
                  <a:lnTo>
                    <a:pt x="245540" y="299751"/>
                  </a:lnTo>
                  <a:lnTo>
                    <a:pt x="249714" y="296439"/>
                  </a:lnTo>
                  <a:lnTo>
                    <a:pt x="253781" y="292994"/>
                  </a:lnTo>
                  <a:lnTo>
                    <a:pt x="257736" y="289422"/>
                  </a:lnTo>
                  <a:lnTo>
                    <a:pt x="261575" y="285726"/>
                  </a:lnTo>
                  <a:lnTo>
                    <a:pt x="265294" y="281909"/>
                  </a:lnTo>
                  <a:lnTo>
                    <a:pt x="268890" y="277976"/>
                  </a:lnTo>
                  <a:lnTo>
                    <a:pt x="272359" y="273930"/>
                  </a:lnTo>
                  <a:lnTo>
                    <a:pt x="275696" y="269775"/>
                  </a:lnTo>
                  <a:lnTo>
                    <a:pt x="278900" y="265516"/>
                  </a:lnTo>
                  <a:lnTo>
                    <a:pt x="281966" y="261158"/>
                  </a:lnTo>
                  <a:lnTo>
                    <a:pt x="284892" y="256703"/>
                  </a:lnTo>
                  <a:lnTo>
                    <a:pt x="287674" y="252158"/>
                  </a:lnTo>
                  <a:lnTo>
                    <a:pt x="290310" y="247526"/>
                  </a:lnTo>
                  <a:lnTo>
                    <a:pt x="292797" y="242813"/>
                  </a:lnTo>
                  <a:lnTo>
                    <a:pt x="295133" y="238023"/>
                  </a:lnTo>
                  <a:lnTo>
                    <a:pt x="297314" y="233161"/>
                  </a:lnTo>
                  <a:lnTo>
                    <a:pt x="299340" y="228231"/>
                  </a:lnTo>
                  <a:lnTo>
                    <a:pt x="301207" y="223240"/>
                  </a:lnTo>
                  <a:lnTo>
                    <a:pt x="302915" y="218192"/>
                  </a:lnTo>
                  <a:lnTo>
                    <a:pt x="304460" y="213091"/>
                  </a:lnTo>
                  <a:lnTo>
                    <a:pt x="305842" y="207945"/>
                  </a:lnTo>
                  <a:lnTo>
                    <a:pt x="307060" y="202756"/>
                  </a:lnTo>
                  <a:lnTo>
                    <a:pt x="308111" y="197532"/>
                  </a:lnTo>
                  <a:lnTo>
                    <a:pt x="308996" y="192276"/>
                  </a:lnTo>
                  <a:lnTo>
                    <a:pt x="309712" y="186996"/>
                  </a:lnTo>
                  <a:lnTo>
                    <a:pt x="310260" y="181695"/>
                  </a:lnTo>
                  <a:lnTo>
                    <a:pt x="310638" y="176379"/>
                  </a:lnTo>
                  <a:lnTo>
                    <a:pt x="310847" y="171054"/>
                  </a:lnTo>
                  <a:lnTo>
                    <a:pt x="310886" y="165725"/>
                  </a:lnTo>
                  <a:lnTo>
                    <a:pt x="310755" y="160397"/>
                  </a:lnTo>
                  <a:lnTo>
                    <a:pt x="310454" y="155076"/>
                  </a:lnTo>
                  <a:lnTo>
                    <a:pt x="309984" y="149768"/>
                  </a:lnTo>
                  <a:lnTo>
                    <a:pt x="309345" y="144477"/>
                  </a:lnTo>
                  <a:lnTo>
                    <a:pt x="308538" y="139209"/>
                  </a:lnTo>
                  <a:lnTo>
                    <a:pt x="307563" y="133970"/>
                  </a:lnTo>
                  <a:lnTo>
                    <a:pt x="306421" y="128764"/>
                  </a:lnTo>
                  <a:lnTo>
                    <a:pt x="305115" y="123598"/>
                  </a:lnTo>
                  <a:lnTo>
                    <a:pt x="303644" y="118476"/>
                  </a:lnTo>
                  <a:lnTo>
                    <a:pt x="302010" y="113403"/>
                  </a:lnTo>
                  <a:lnTo>
                    <a:pt x="300216" y="108385"/>
                  </a:lnTo>
                  <a:lnTo>
                    <a:pt x="298263" y="103426"/>
                  </a:lnTo>
                  <a:lnTo>
                    <a:pt x="296153" y="98533"/>
                  </a:lnTo>
                  <a:lnTo>
                    <a:pt x="293887" y="93709"/>
                  </a:lnTo>
                  <a:lnTo>
                    <a:pt x="291470" y="88960"/>
                  </a:lnTo>
                  <a:lnTo>
                    <a:pt x="288902" y="84290"/>
                  </a:lnTo>
                  <a:lnTo>
                    <a:pt x="286186" y="79704"/>
                  </a:lnTo>
                  <a:lnTo>
                    <a:pt x="283326" y="75208"/>
                  </a:lnTo>
                  <a:lnTo>
                    <a:pt x="280324" y="70805"/>
                  </a:lnTo>
                  <a:lnTo>
                    <a:pt x="277183" y="66499"/>
                  </a:lnTo>
                  <a:lnTo>
                    <a:pt x="273906" y="62297"/>
                  </a:lnTo>
                  <a:lnTo>
                    <a:pt x="270497" y="58200"/>
                  </a:lnTo>
                  <a:lnTo>
                    <a:pt x="266959" y="54215"/>
                  </a:lnTo>
                  <a:lnTo>
                    <a:pt x="263296" y="50344"/>
                  </a:lnTo>
                  <a:lnTo>
                    <a:pt x="259512" y="46592"/>
                  </a:lnTo>
                  <a:lnTo>
                    <a:pt x="255609" y="42962"/>
                  </a:lnTo>
                  <a:lnTo>
                    <a:pt x="251593" y="39459"/>
                  </a:lnTo>
                  <a:lnTo>
                    <a:pt x="247468" y="36086"/>
                  </a:lnTo>
                  <a:lnTo>
                    <a:pt x="243237" y="32845"/>
                  </a:lnTo>
                  <a:lnTo>
                    <a:pt x="238905" y="29742"/>
                  </a:lnTo>
                  <a:lnTo>
                    <a:pt x="234476" y="26778"/>
                  </a:lnTo>
                  <a:lnTo>
                    <a:pt x="229955" y="23956"/>
                  </a:lnTo>
                  <a:lnTo>
                    <a:pt x="225346" y="21280"/>
                  </a:lnTo>
                  <a:lnTo>
                    <a:pt x="220654" y="18753"/>
                  </a:lnTo>
                  <a:lnTo>
                    <a:pt x="215884" y="16376"/>
                  </a:lnTo>
                  <a:lnTo>
                    <a:pt x="211041" y="14152"/>
                  </a:lnTo>
                  <a:lnTo>
                    <a:pt x="206130" y="12084"/>
                  </a:lnTo>
                  <a:lnTo>
                    <a:pt x="201155" y="10174"/>
                  </a:lnTo>
                  <a:lnTo>
                    <a:pt x="196121" y="8423"/>
                  </a:lnTo>
                  <a:lnTo>
                    <a:pt x="191034" y="6834"/>
                  </a:lnTo>
                  <a:lnTo>
                    <a:pt x="185900" y="5407"/>
                  </a:lnTo>
                  <a:lnTo>
                    <a:pt x="180722" y="4145"/>
                  </a:lnTo>
                  <a:lnTo>
                    <a:pt x="175507" y="3049"/>
                  </a:lnTo>
                  <a:lnTo>
                    <a:pt x="170259" y="2119"/>
                  </a:lnTo>
                  <a:lnTo>
                    <a:pt x="164985" y="1357"/>
                  </a:lnTo>
                  <a:lnTo>
                    <a:pt x="159689" y="764"/>
                  </a:lnTo>
                  <a:lnTo>
                    <a:pt x="154376" y="339"/>
                  </a:lnTo>
                  <a:lnTo>
                    <a:pt x="149053" y="84"/>
                  </a:lnTo>
                  <a:lnTo>
                    <a:pt x="143725" y="0"/>
                  </a:lnTo>
                  <a:lnTo>
                    <a:pt x="1437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256067" y="4659281"/>
              <a:ext cx="167167" cy="325932"/>
            </a:xfrm>
            <a:custGeom>
              <a:avLst/>
              <a:pathLst>
                <a:path w="167167" h="325932">
                  <a:moveTo>
                    <a:pt x="167167" y="0"/>
                  </a:moveTo>
                  <a:lnTo>
                    <a:pt x="161805" y="86"/>
                  </a:lnTo>
                  <a:lnTo>
                    <a:pt x="156448" y="343"/>
                  </a:lnTo>
                  <a:lnTo>
                    <a:pt x="151103" y="773"/>
                  </a:lnTo>
                  <a:lnTo>
                    <a:pt x="145774" y="1374"/>
                  </a:lnTo>
                  <a:lnTo>
                    <a:pt x="140467" y="2146"/>
                  </a:lnTo>
                  <a:lnTo>
                    <a:pt x="135187" y="3087"/>
                  </a:lnTo>
                  <a:lnTo>
                    <a:pt x="129940" y="4197"/>
                  </a:lnTo>
                  <a:lnTo>
                    <a:pt x="124732" y="5475"/>
                  </a:lnTo>
                  <a:lnTo>
                    <a:pt x="119568" y="6919"/>
                  </a:lnTo>
                  <a:lnTo>
                    <a:pt x="114452" y="8529"/>
                  </a:lnTo>
                  <a:lnTo>
                    <a:pt x="109391" y="10301"/>
                  </a:lnTo>
                  <a:lnTo>
                    <a:pt x="104389" y="12235"/>
                  </a:lnTo>
                  <a:lnTo>
                    <a:pt x="99451" y="14329"/>
                  </a:lnTo>
                  <a:lnTo>
                    <a:pt x="94584" y="16579"/>
                  </a:lnTo>
                  <a:lnTo>
                    <a:pt x="89791" y="18985"/>
                  </a:lnTo>
                  <a:lnTo>
                    <a:pt x="85077" y="21543"/>
                  </a:lnTo>
                  <a:lnTo>
                    <a:pt x="80449" y="24251"/>
                  </a:lnTo>
                  <a:lnTo>
                    <a:pt x="75909" y="27106"/>
                  </a:lnTo>
                  <a:lnTo>
                    <a:pt x="71463" y="30106"/>
                  </a:lnTo>
                  <a:lnTo>
                    <a:pt x="67116" y="33246"/>
                  </a:lnTo>
                  <a:lnTo>
                    <a:pt x="62872" y="36524"/>
                  </a:lnTo>
                  <a:lnTo>
                    <a:pt x="58735" y="39937"/>
                  </a:lnTo>
                  <a:lnTo>
                    <a:pt x="54710" y="43480"/>
                  </a:lnTo>
                  <a:lnTo>
                    <a:pt x="50800" y="47151"/>
                  </a:lnTo>
                  <a:lnTo>
                    <a:pt x="47011" y="50945"/>
                  </a:lnTo>
                  <a:lnTo>
                    <a:pt x="43345" y="54859"/>
                  </a:lnTo>
                  <a:lnTo>
                    <a:pt x="39806" y="58889"/>
                  </a:lnTo>
                  <a:lnTo>
                    <a:pt x="36398" y="63030"/>
                  </a:lnTo>
                  <a:lnTo>
                    <a:pt x="33125" y="67278"/>
                  </a:lnTo>
                  <a:lnTo>
                    <a:pt x="29990" y="71629"/>
                  </a:lnTo>
                  <a:lnTo>
                    <a:pt x="26996" y="76078"/>
                  </a:lnTo>
                  <a:lnTo>
                    <a:pt x="24147" y="80621"/>
                  </a:lnTo>
                  <a:lnTo>
                    <a:pt x="21444" y="85253"/>
                  </a:lnTo>
                  <a:lnTo>
                    <a:pt x="18892" y="89970"/>
                  </a:lnTo>
                  <a:lnTo>
                    <a:pt x="16492" y="94765"/>
                  </a:lnTo>
                  <a:lnTo>
                    <a:pt x="14247" y="99636"/>
                  </a:lnTo>
                  <a:lnTo>
                    <a:pt x="12159" y="104576"/>
                  </a:lnTo>
                  <a:lnTo>
                    <a:pt x="10232" y="109580"/>
                  </a:lnTo>
                  <a:lnTo>
                    <a:pt x="8465" y="114643"/>
                  </a:lnTo>
                  <a:lnTo>
                    <a:pt x="6862" y="119761"/>
                  </a:lnTo>
                  <a:lnTo>
                    <a:pt x="5424" y="124927"/>
                  </a:lnTo>
                  <a:lnTo>
                    <a:pt x="4152" y="130137"/>
                  </a:lnTo>
                  <a:lnTo>
                    <a:pt x="3048" y="135385"/>
                  </a:lnTo>
                  <a:lnTo>
                    <a:pt x="2113" y="140666"/>
                  </a:lnTo>
                  <a:lnTo>
                    <a:pt x="1348" y="145974"/>
                  </a:lnTo>
                  <a:lnTo>
                    <a:pt x="754" y="151303"/>
                  </a:lnTo>
                  <a:lnTo>
                    <a:pt x="331" y="156649"/>
                  </a:lnTo>
                  <a:lnTo>
                    <a:pt x="79" y="162006"/>
                  </a:lnTo>
                  <a:lnTo>
                    <a:pt x="0" y="167369"/>
                  </a:lnTo>
                  <a:lnTo>
                    <a:pt x="92" y="172731"/>
                  </a:lnTo>
                  <a:lnTo>
                    <a:pt x="356" y="178087"/>
                  </a:lnTo>
                  <a:lnTo>
                    <a:pt x="793" y="183432"/>
                  </a:lnTo>
                  <a:lnTo>
                    <a:pt x="1400" y="188760"/>
                  </a:lnTo>
                  <a:lnTo>
                    <a:pt x="2178" y="194066"/>
                  </a:lnTo>
                  <a:lnTo>
                    <a:pt x="3125" y="199345"/>
                  </a:lnTo>
                  <a:lnTo>
                    <a:pt x="4242" y="204590"/>
                  </a:lnTo>
                  <a:lnTo>
                    <a:pt x="5526" y="209797"/>
                  </a:lnTo>
                  <a:lnTo>
                    <a:pt x="6977" y="214959"/>
                  </a:lnTo>
                  <a:lnTo>
                    <a:pt x="8592" y="220073"/>
                  </a:lnTo>
                  <a:lnTo>
                    <a:pt x="10371" y="225132"/>
                  </a:lnTo>
                  <a:lnTo>
                    <a:pt x="12311" y="230132"/>
                  </a:lnTo>
                  <a:lnTo>
                    <a:pt x="14410" y="235067"/>
                  </a:lnTo>
                  <a:lnTo>
                    <a:pt x="16667" y="239932"/>
                  </a:lnTo>
                  <a:lnTo>
                    <a:pt x="19078" y="244722"/>
                  </a:lnTo>
                  <a:lnTo>
                    <a:pt x="21642" y="249432"/>
                  </a:lnTo>
                  <a:lnTo>
                    <a:pt x="24356" y="254057"/>
                  </a:lnTo>
                  <a:lnTo>
                    <a:pt x="27216" y="258594"/>
                  </a:lnTo>
                  <a:lnTo>
                    <a:pt x="30221" y="263036"/>
                  </a:lnTo>
                  <a:lnTo>
                    <a:pt x="33367" y="267379"/>
                  </a:lnTo>
                  <a:lnTo>
                    <a:pt x="36650" y="271619"/>
                  </a:lnTo>
                  <a:lnTo>
                    <a:pt x="40067" y="275752"/>
                  </a:lnTo>
                  <a:lnTo>
                    <a:pt x="43616" y="279773"/>
                  </a:lnTo>
                  <a:lnTo>
                    <a:pt x="47291" y="283678"/>
                  </a:lnTo>
                  <a:lnTo>
                    <a:pt x="51090" y="287463"/>
                  </a:lnTo>
                  <a:lnTo>
                    <a:pt x="55009" y="291125"/>
                  </a:lnTo>
                  <a:lnTo>
                    <a:pt x="59042" y="294658"/>
                  </a:lnTo>
                  <a:lnTo>
                    <a:pt x="63188" y="298061"/>
                  </a:lnTo>
                  <a:lnTo>
                    <a:pt x="67440" y="301329"/>
                  </a:lnTo>
                  <a:lnTo>
                    <a:pt x="71794" y="304459"/>
                  </a:lnTo>
                  <a:lnTo>
                    <a:pt x="76247" y="307447"/>
                  </a:lnTo>
                  <a:lnTo>
                    <a:pt x="80794" y="310291"/>
                  </a:lnTo>
                  <a:lnTo>
                    <a:pt x="85429" y="312988"/>
                  </a:lnTo>
                  <a:lnTo>
                    <a:pt x="90148" y="315535"/>
                  </a:lnTo>
                  <a:lnTo>
                    <a:pt x="94947" y="317929"/>
                  </a:lnTo>
                  <a:lnTo>
                    <a:pt x="99820" y="320168"/>
                  </a:lnTo>
                  <a:lnTo>
                    <a:pt x="104763" y="322250"/>
                  </a:lnTo>
                  <a:lnTo>
                    <a:pt x="109769" y="324172"/>
                  </a:lnTo>
                  <a:lnTo>
                    <a:pt x="114835" y="32593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370902" y="4826449"/>
              <a:ext cx="52332" cy="158764"/>
            </a:xfrm>
            <a:custGeom>
              <a:avLst/>
              <a:pathLst>
                <a:path w="52332" h="158764">
                  <a:moveTo>
                    <a:pt x="0" y="158764"/>
                  </a:moveTo>
                  <a:lnTo>
                    <a:pt x="523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370902" y="4826449"/>
              <a:ext cx="52332" cy="158764"/>
            </a:xfrm>
            <a:custGeom>
              <a:avLst/>
              <a:pathLst>
                <a:path w="52332" h="158764">
                  <a:moveTo>
                    <a:pt x="0" y="158764"/>
                  </a:moveTo>
                  <a:lnTo>
                    <a:pt x="523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370902" y="4826449"/>
              <a:ext cx="95312" cy="167155"/>
            </a:xfrm>
            <a:custGeom>
              <a:avLst/>
              <a:pathLst>
                <a:path w="95312" h="167155">
                  <a:moveTo>
                    <a:pt x="0" y="158764"/>
                  </a:moveTo>
                  <a:lnTo>
                    <a:pt x="5431" y="160453"/>
                  </a:lnTo>
                  <a:lnTo>
                    <a:pt x="10916" y="161955"/>
                  </a:lnTo>
                  <a:lnTo>
                    <a:pt x="16450" y="163271"/>
                  </a:lnTo>
                  <a:lnTo>
                    <a:pt x="22025" y="164397"/>
                  </a:lnTo>
                  <a:lnTo>
                    <a:pt x="27635" y="165333"/>
                  </a:lnTo>
                  <a:lnTo>
                    <a:pt x="33274" y="166077"/>
                  </a:lnTo>
                  <a:lnTo>
                    <a:pt x="38935" y="166629"/>
                  </a:lnTo>
                  <a:lnTo>
                    <a:pt x="44611" y="166989"/>
                  </a:lnTo>
                  <a:lnTo>
                    <a:pt x="50296" y="167155"/>
                  </a:lnTo>
                  <a:lnTo>
                    <a:pt x="55984" y="167127"/>
                  </a:lnTo>
                  <a:lnTo>
                    <a:pt x="61668" y="166906"/>
                  </a:lnTo>
                  <a:lnTo>
                    <a:pt x="67340" y="166492"/>
                  </a:lnTo>
                  <a:lnTo>
                    <a:pt x="72995" y="165885"/>
                  </a:lnTo>
                  <a:lnTo>
                    <a:pt x="78627" y="165086"/>
                  </a:lnTo>
                  <a:lnTo>
                    <a:pt x="84227" y="164096"/>
                  </a:lnTo>
                  <a:lnTo>
                    <a:pt x="89791" y="162916"/>
                  </a:lnTo>
                  <a:lnTo>
                    <a:pt x="95312" y="161547"/>
                  </a:lnTo>
                  <a:lnTo>
                    <a:pt x="523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423235" y="4659281"/>
              <a:ext cx="167167" cy="328715"/>
            </a:xfrm>
            <a:custGeom>
              <a:avLst/>
              <a:pathLst>
                <a:path w="167167" h="328715">
                  <a:moveTo>
                    <a:pt x="42980" y="328715"/>
                  </a:moveTo>
                  <a:lnTo>
                    <a:pt x="48129" y="327256"/>
                  </a:lnTo>
                  <a:lnTo>
                    <a:pt x="53229" y="325633"/>
                  </a:lnTo>
                  <a:lnTo>
                    <a:pt x="58275" y="323848"/>
                  </a:lnTo>
                  <a:lnTo>
                    <a:pt x="63261" y="321902"/>
                  </a:lnTo>
                  <a:lnTo>
                    <a:pt x="68182" y="319798"/>
                  </a:lnTo>
                  <a:lnTo>
                    <a:pt x="73033" y="317537"/>
                  </a:lnTo>
                  <a:lnTo>
                    <a:pt x="77809" y="315122"/>
                  </a:lnTo>
                  <a:lnTo>
                    <a:pt x="82505" y="312555"/>
                  </a:lnTo>
                  <a:lnTo>
                    <a:pt x="87117" y="309839"/>
                  </a:lnTo>
                  <a:lnTo>
                    <a:pt x="91640" y="306978"/>
                  </a:lnTo>
                  <a:lnTo>
                    <a:pt x="96068" y="303972"/>
                  </a:lnTo>
                  <a:lnTo>
                    <a:pt x="100399" y="300827"/>
                  </a:lnTo>
                  <a:lnTo>
                    <a:pt x="104626" y="297544"/>
                  </a:lnTo>
                  <a:lnTo>
                    <a:pt x="108746" y="294128"/>
                  </a:lnTo>
                  <a:lnTo>
                    <a:pt x="112754" y="290582"/>
                  </a:lnTo>
                  <a:lnTo>
                    <a:pt x="116647" y="286909"/>
                  </a:lnTo>
                  <a:lnTo>
                    <a:pt x="120421" y="283114"/>
                  </a:lnTo>
                  <a:lnTo>
                    <a:pt x="124071" y="279199"/>
                  </a:lnTo>
                  <a:lnTo>
                    <a:pt x="127593" y="275170"/>
                  </a:lnTo>
                  <a:lnTo>
                    <a:pt x="130985" y="271030"/>
                  </a:lnTo>
                  <a:lnTo>
                    <a:pt x="134243" y="266784"/>
                  </a:lnTo>
                  <a:lnTo>
                    <a:pt x="137363" y="262436"/>
                  </a:lnTo>
                  <a:lnTo>
                    <a:pt x="140343" y="257990"/>
                  </a:lnTo>
                  <a:lnTo>
                    <a:pt x="143178" y="253450"/>
                  </a:lnTo>
                  <a:lnTo>
                    <a:pt x="145867" y="248823"/>
                  </a:lnTo>
                  <a:lnTo>
                    <a:pt x="148406" y="244111"/>
                  </a:lnTo>
                  <a:lnTo>
                    <a:pt x="150793" y="239321"/>
                  </a:lnTo>
                  <a:lnTo>
                    <a:pt x="153026" y="234457"/>
                  </a:lnTo>
                  <a:lnTo>
                    <a:pt x="155101" y="229524"/>
                  </a:lnTo>
                  <a:lnTo>
                    <a:pt x="157018" y="224527"/>
                  </a:lnTo>
                  <a:lnTo>
                    <a:pt x="158774" y="219471"/>
                  </a:lnTo>
                  <a:lnTo>
                    <a:pt x="160367" y="214361"/>
                  </a:lnTo>
                  <a:lnTo>
                    <a:pt x="161795" y="209204"/>
                  </a:lnTo>
                  <a:lnTo>
                    <a:pt x="163058" y="204003"/>
                  </a:lnTo>
                  <a:lnTo>
                    <a:pt x="164154" y="198764"/>
                  </a:lnTo>
                  <a:lnTo>
                    <a:pt x="165081" y="193493"/>
                  </a:lnTo>
                  <a:lnTo>
                    <a:pt x="165839" y="188195"/>
                  </a:lnTo>
                  <a:lnTo>
                    <a:pt x="166427" y="182875"/>
                  </a:lnTo>
                  <a:lnTo>
                    <a:pt x="166845" y="177540"/>
                  </a:lnTo>
                  <a:lnTo>
                    <a:pt x="167091" y="172193"/>
                  </a:lnTo>
                  <a:lnTo>
                    <a:pt x="167167" y="166842"/>
                  </a:lnTo>
                  <a:lnTo>
                    <a:pt x="167071" y="161490"/>
                  </a:lnTo>
                  <a:lnTo>
                    <a:pt x="166803" y="156145"/>
                  </a:lnTo>
                  <a:lnTo>
                    <a:pt x="166365" y="150811"/>
                  </a:lnTo>
                  <a:lnTo>
                    <a:pt x="165756" y="145494"/>
                  </a:lnTo>
                  <a:lnTo>
                    <a:pt x="164977" y="140199"/>
                  </a:lnTo>
                  <a:lnTo>
                    <a:pt x="164029" y="134931"/>
                  </a:lnTo>
                  <a:lnTo>
                    <a:pt x="162913" y="129697"/>
                  </a:lnTo>
                  <a:lnTo>
                    <a:pt x="161630" y="124501"/>
                  </a:lnTo>
                  <a:lnTo>
                    <a:pt x="160182" y="119349"/>
                  </a:lnTo>
                  <a:lnTo>
                    <a:pt x="158569" y="114245"/>
                  </a:lnTo>
                  <a:lnTo>
                    <a:pt x="156794" y="109196"/>
                  </a:lnTo>
                  <a:lnTo>
                    <a:pt x="154857" y="104207"/>
                  </a:lnTo>
                  <a:lnTo>
                    <a:pt x="152763" y="99282"/>
                  </a:lnTo>
                  <a:lnTo>
                    <a:pt x="150511" y="94426"/>
                  </a:lnTo>
                  <a:lnTo>
                    <a:pt x="148106" y="89646"/>
                  </a:lnTo>
                  <a:lnTo>
                    <a:pt x="145548" y="84944"/>
                  </a:lnTo>
                  <a:lnTo>
                    <a:pt x="142841" y="80327"/>
                  </a:lnTo>
                  <a:lnTo>
                    <a:pt x="139988" y="75799"/>
                  </a:lnTo>
                  <a:lnTo>
                    <a:pt x="136992" y="71364"/>
                  </a:lnTo>
                  <a:lnTo>
                    <a:pt x="133855" y="67028"/>
                  </a:lnTo>
                  <a:lnTo>
                    <a:pt x="130580" y="62794"/>
                  </a:lnTo>
                  <a:lnTo>
                    <a:pt x="127172" y="58668"/>
                  </a:lnTo>
                  <a:lnTo>
                    <a:pt x="123634" y="54652"/>
                  </a:lnTo>
                  <a:lnTo>
                    <a:pt x="119969" y="50752"/>
                  </a:lnTo>
                  <a:lnTo>
                    <a:pt x="116180" y="46972"/>
                  </a:lnTo>
                  <a:lnTo>
                    <a:pt x="112273" y="43314"/>
                  </a:lnTo>
                  <a:lnTo>
                    <a:pt x="108251" y="39783"/>
                  </a:lnTo>
                  <a:lnTo>
                    <a:pt x="104118" y="36383"/>
                  </a:lnTo>
                  <a:lnTo>
                    <a:pt x="99878" y="33117"/>
                  </a:lnTo>
                  <a:lnTo>
                    <a:pt x="95535" y="29989"/>
                  </a:lnTo>
                  <a:lnTo>
                    <a:pt x="91095" y="27001"/>
                  </a:lnTo>
                  <a:lnTo>
                    <a:pt x="86561" y="24156"/>
                  </a:lnTo>
                  <a:lnTo>
                    <a:pt x="81939" y="21459"/>
                  </a:lnTo>
                  <a:lnTo>
                    <a:pt x="77233" y="18910"/>
                  </a:lnTo>
                  <a:lnTo>
                    <a:pt x="72447" y="16514"/>
                  </a:lnTo>
                  <a:lnTo>
                    <a:pt x="67587" y="14272"/>
                  </a:lnTo>
                  <a:lnTo>
                    <a:pt x="62658" y="12187"/>
                  </a:lnTo>
                  <a:lnTo>
                    <a:pt x="57665" y="10260"/>
                  </a:lnTo>
                  <a:lnTo>
                    <a:pt x="52612" y="8495"/>
                  </a:lnTo>
                  <a:lnTo>
                    <a:pt x="47506" y="6892"/>
                  </a:lnTo>
                  <a:lnTo>
                    <a:pt x="42351" y="5453"/>
                  </a:lnTo>
                  <a:lnTo>
                    <a:pt x="37152" y="4180"/>
                  </a:lnTo>
                  <a:lnTo>
                    <a:pt x="31916" y="3075"/>
                  </a:lnTo>
                  <a:lnTo>
                    <a:pt x="26647" y="2137"/>
                  </a:lnTo>
                  <a:lnTo>
                    <a:pt x="21350" y="1369"/>
                  </a:lnTo>
                  <a:lnTo>
                    <a:pt x="16032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561310" y="4213821"/>
              <a:ext cx="211854" cy="334314"/>
            </a:xfrm>
            <a:custGeom>
              <a:avLst/>
              <a:pathLst>
                <a:path w="211854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4" y="4147"/>
                  </a:lnTo>
                  <a:lnTo>
                    <a:pt x="124975" y="5410"/>
                  </a:lnTo>
                  <a:lnTo>
                    <a:pt x="119839" y="6838"/>
                  </a:lnTo>
                  <a:lnTo>
                    <a:pt x="114751" y="8428"/>
                  </a:lnTo>
                  <a:lnTo>
                    <a:pt x="109716" y="10180"/>
                  </a:lnTo>
                  <a:lnTo>
                    <a:pt x="104740" y="12091"/>
                  </a:lnTo>
                  <a:lnTo>
                    <a:pt x="99827" y="14160"/>
                  </a:lnTo>
                  <a:lnTo>
                    <a:pt x="94982" y="16385"/>
                  </a:lnTo>
                  <a:lnTo>
                    <a:pt x="90212" y="18763"/>
                  </a:lnTo>
                  <a:lnTo>
                    <a:pt x="85519" y="21292"/>
                  </a:lnTo>
                  <a:lnTo>
                    <a:pt x="80909" y="23969"/>
                  </a:lnTo>
                  <a:lnTo>
                    <a:pt x="76387" y="26792"/>
                  </a:lnTo>
                  <a:lnTo>
                    <a:pt x="71958" y="29758"/>
                  </a:lnTo>
                  <a:lnTo>
                    <a:pt x="67625" y="32863"/>
                  </a:lnTo>
                  <a:lnTo>
                    <a:pt x="63393" y="36105"/>
                  </a:lnTo>
                  <a:lnTo>
                    <a:pt x="59267" y="39481"/>
                  </a:lnTo>
                  <a:lnTo>
                    <a:pt x="55251" y="42986"/>
                  </a:lnTo>
                  <a:lnTo>
                    <a:pt x="51348" y="46617"/>
                  </a:lnTo>
                  <a:lnTo>
                    <a:pt x="47563" y="50371"/>
                  </a:lnTo>
                  <a:lnTo>
                    <a:pt x="43900" y="54244"/>
                  </a:lnTo>
                  <a:lnTo>
                    <a:pt x="40362" y="58231"/>
                  </a:lnTo>
                  <a:lnTo>
                    <a:pt x="36953" y="62330"/>
                  </a:lnTo>
                  <a:lnTo>
                    <a:pt x="33677" y="66535"/>
                  </a:lnTo>
                  <a:lnTo>
                    <a:pt x="30536" y="70842"/>
                  </a:lnTo>
                  <a:lnTo>
                    <a:pt x="27534" y="75247"/>
                  </a:lnTo>
                  <a:lnTo>
                    <a:pt x="24674" y="79746"/>
                  </a:lnTo>
                  <a:lnTo>
                    <a:pt x="21960" y="84333"/>
                  </a:lnTo>
                  <a:lnTo>
                    <a:pt x="19392" y="89005"/>
                  </a:lnTo>
                  <a:lnTo>
                    <a:pt x="16975" y="93757"/>
                  </a:lnTo>
                  <a:lnTo>
                    <a:pt x="14711" y="98583"/>
                  </a:lnTo>
                  <a:lnTo>
                    <a:pt x="12602" y="103478"/>
                  </a:lnTo>
                  <a:lnTo>
                    <a:pt x="10650" y="108439"/>
                  </a:lnTo>
                  <a:lnTo>
                    <a:pt x="8857" y="113459"/>
                  </a:lnTo>
                  <a:lnTo>
                    <a:pt x="7225" y="118534"/>
                  </a:lnTo>
                  <a:lnTo>
                    <a:pt x="5755" y="123658"/>
                  </a:lnTo>
                  <a:lnTo>
                    <a:pt x="4450" y="128826"/>
                  </a:lnTo>
                  <a:lnTo>
                    <a:pt x="3310" y="134034"/>
                  </a:lnTo>
                  <a:lnTo>
                    <a:pt x="2337" y="139275"/>
                  </a:lnTo>
                  <a:lnTo>
                    <a:pt x="1532" y="144545"/>
                  </a:lnTo>
                  <a:lnTo>
                    <a:pt x="895" y="149837"/>
                  </a:lnTo>
                  <a:lnTo>
                    <a:pt x="427" y="155147"/>
                  </a:lnTo>
                  <a:lnTo>
                    <a:pt x="128" y="160470"/>
                  </a:lnTo>
                  <a:lnTo>
                    <a:pt x="0" y="165799"/>
                  </a:lnTo>
                  <a:lnTo>
                    <a:pt x="41" y="171130"/>
                  </a:lnTo>
                  <a:lnTo>
                    <a:pt x="252" y="176456"/>
                  </a:lnTo>
                  <a:lnTo>
                    <a:pt x="633" y="181773"/>
                  </a:lnTo>
                  <a:lnTo>
                    <a:pt x="1184" y="187076"/>
                  </a:lnTo>
                  <a:lnTo>
                    <a:pt x="1903" y="192358"/>
                  </a:lnTo>
                  <a:lnTo>
                    <a:pt x="2790" y="197614"/>
                  </a:lnTo>
                  <a:lnTo>
                    <a:pt x="3844" y="202839"/>
                  </a:lnTo>
                  <a:lnTo>
                    <a:pt x="5065" y="208029"/>
                  </a:lnTo>
                  <a:lnTo>
                    <a:pt x="6450" y="213176"/>
                  </a:lnTo>
                  <a:lnTo>
                    <a:pt x="7999" y="218277"/>
                  </a:lnTo>
                  <a:lnTo>
                    <a:pt x="9709" y="223326"/>
                  </a:lnTo>
                  <a:lnTo>
                    <a:pt x="11580" y="228318"/>
                  </a:lnTo>
                  <a:lnTo>
                    <a:pt x="13609" y="233247"/>
                  </a:lnTo>
                  <a:lnTo>
                    <a:pt x="15794" y="238110"/>
                  </a:lnTo>
                  <a:lnTo>
                    <a:pt x="18133" y="242900"/>
                  </a:lnTo>
                  <a:lnTo>
                    <a:pt x="20623" y="247613"/>
                  </a:lnTo>
                  <a:lnTo>
                    <a:pt x="23263" y="252244"/>
                  </a:lnTo>
                  <a:lnTo>
                    <a:pt x="26049" y="256789"/>
                  </a:lnTo>
                  <a:lnTo>
                    <a:pt x="28978" y="261243"/>
                  </a:lnTo>
                  <a:lnTo>
                    <a:pt x="32048" y="265601"/>
                  </a:lnTo>
                  <a:lnTo>
                    <a:pt x="35255" y="269859"/>
                  </a:lnTo>
                  <a:lnTo>
                    <a:pt x="38596" y="274013"/>
                  </a:lnTo>
                  <a:lnTo>
                    <a:pt x="42069" y="278058"/>
                  </a:lnTo>
                  <a:lnTo>
                    <a:pt x="45668" y="281990"/>
                  </a:lnTo>
                  <a:lnTo>
                    <a:pt x="49391" y="285805"/>
                  </a:lnTo>
                  <a:lnTo>
                    <a:pt x="53233" y="289500"/>
                  </a:lnTo>
                  <a:lnTo>
                    <a:pt x="57192" y="293070"/>
                  </a:lnTo>
                  <a:lnTo>
                    <a:pt x="61262" y="296513"/>
                  </a:lnTo>
                  <a:lnTo>
                    <a:pt x="65440" y="299823"/>
                  </a:lnTo>
                  <a:lnTo>
                    <a:pt x="69722" y="302999"/>
                  </a:lnTo>
                  <a:lnTo>
                    <a:pt x="74102" y="306037"/>
                  </a:lnTo>
                  <a:lnTo>
                    <a:pt x="78577" y="308934"/>
                  </a:lnTo>
                  <a:lnTo>
                    <a:pt x="83142" y="311686"/>
                  </a:lnTo>
                  <a:lnTo>
                    <a:pt x="87793" y="314291"/>
                  </a:lnTo>
                  <a:lnTo>
                    <a:pt x="92524" y="316747"/>
                  </a:lnTo>
                  <a:lnTo>
                    <a:pt x="97332" y="319051"/>
                  </a:lnTo>
                  <a:lnTo>
                    <a:pt x="102210" y="321200"/>
                  </a:lnTo>
                  <a:lnTo>
                    <a:pt x="107154" y="323193"/>
                  </a:lnTo>
                  <a:lnTo>
                    <a:pt x="112160" y="325027"/>
                  </a:lnTo>
                  <a:lnTo>
                    <a:pt x="117221" y="326700"/>
                  </a:lnTo>
                  <a:lnTo>
                    <a:pt x="122333" y="328212"/>
                  </a:lnTo>
                  <a:lnTo>
                    <a:pt x="127491" y="329559"/>
                  </a:lnTo>
                  <a:lnTo>
                    <a:pt x="132689" y="330741"/>
                  </a:lnTo>
                  <a:lnTo>
                    <a:pt x="137922" y="331757"/>
                  </a:lnTo>
                  <a:lnTo>
                    <a:pt x="143184" y="332606"/>
                  </a:lnTo>
                  <a:lnTo>
                    <a:pt x="148472" y="333286"/>
                  </a:lnTo>
                  <a:lnTo>
                    <a:pt x="153778" y="333798"/>
                  </a:lnTo>
                  <a:lnTo>
                    <a:pt x="159098" y="334140"/>
                  </a:lnTo>
                  <a:lnTo>
                    <a:pt x="164426" y="334312"/>
                  </a:lnTo>
                  <a:lnTo>
                    <a:pt x="169756" y="334314"/>
                  </a:lnTo>
                  <a:lnTo>
                    <a:pt x="175084" y="334147"/>
                  </a:lnTo>
                  <a:lnTo>
                    <a:pt x="180404" y="333809"/>
                  </a:lnTo>
                  <a:lnTo>
                    <a:pt x="185711" y="333302"/>
                  </a:lnTo>
                  <a:lnTo>
                    <a:pt x="190999" y="332626"/>
                  </a:lnTo>
                  <a:lnTo>
                    <a:pt x="196262" y="331782"/>
                  </a:lnTo>
                  <a:lnTo>
                    <a:pt x="201496" y="330770"/>
                  </a:lnTo>
                  <a:lnTo>
                    <a:pt x="206695" y="329592"/>
                  </a:lnTo>
                  <a:lnTo>
                    <a:pt x="211854" y="328249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28472" y="4380988"/>
              <a:ext cx="44692" cy="161082"/>
            </a:xfrm>
            <a:custGeom>
              <a:avLst/>
              <a:pathLst>
                <a:path w="44692" h="161082">
                  <a:moveTo>
                    <a:pt x="44692" y="16108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728472" y="4380988"/>
              <a:ext cx="136992" cy="161082"/>
            </a:xfrm>
            <a:custGeom>
              <a:avLst/>
              <a:pathLst>
                <a:path w="136992" h="161082">
                  <a:moveTo>
                    <a:pt x="44692" y="161082"/>
                  </a:moveTo>
                  <a:lnTo>
                    <a:pt x="50221" y="159445"/>
                  </a:lnTo>
                  <a:lnTo>
                    <a:pt x="55690" y="157618"/>
                  </a:lnTo>
                  <a:lnTo>
                    <a:pt x="61092" y="155604"/>
                  </a:lnTo>
                  <a:lnTo>
                    <a:pt x="66422" y="153404"/>
                  </a:lnTo>
                  <a:lnTo>
                    <a:pt x="71673" y="151022"/>
                  </a:lnTo>
                  <a:lnTo>
                    <a:pt x="76839" y="148460"/>
                  </a:lnTo>
                  <a:lnTo>
                    <a:pt x="81913" y="145722"/>
                  </a:lnTo>
                  <a:lnTo>
                    <a:pt x="86890" y="142811"/>
                  </a:lnTo>
                  <a:lnTo>
                    <a:pt x="91763" y="139729"/>
                  </a:lnTo>
                  <a:lnTo>
                    <a:pt x="96528" y="136481"/>
                  </a:lnTo>
                  <a:lnTo>
                    <a:pt x="101177" y="133071"/>
                  </a:lnTo>
                  <a:lnTo>
                    <a:pt x="105706" y="129503"/>
                  </a:lnTo>
                  <a:lnTo>
                    <a:pt x="110109" y="125780"/>
                  </a:lnTo>
                  <a:lnTo>
                    <a:pt x="114382" y="121908"/>
                  </a:lnTo>
                  <a:lnTo>
                    <a:pt x="118518" y="117891"/>
                  </a:lnTo>
                  <a:lnTo>
                    <a:pt x="122513" y="113733"/>
                  </a:lnTo>
                  <a:lnTo>
                    <a:pt x="126363" y="109440"/>
                  </a:lnTo>
                  <a:lnTo>
                    <a:pt x="130062" y="105017"/>
                  </a:lnTo>
                  <a:lnTo>
                    <a:pt x="133606" y="100470"/>
                  </a:lnTo>
                  <a:lnTo>
                    <a:pt x="136992" y="958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728472" y="4213821"/>
              <a:ext cx="167167" cy="262969"/>
            </a:xfrm>
            <a:custGeom>
              <a:avLst/>
              <a:pathLst>
                <a:path w="167167" h="262969">
                  <a:moveTo>
                    <a:pt x="136992" y="262969"/>
                  </a:moveTo>
                  <a:lnTo>
                    <a:pt x="139993" y="258527"/>
                  </a:lnTo>
                  <a:lnTo>
                    <a:pt x="142851" y="253991"/>
                  </a:lnTo>
                  <a:lnTo>
                    <a:pt x="145562" y="249365"/>
                  </a:lnTo>
                  <a:lnTo>
                    <a:pt x="148123" y="244654"/>
                  </a:lnTo>
                  <a:lnTo>
                    <a:pt x="150532" y="239864"/>
                  </a:lnTo>
                  <a:lnTo>
                    <a:pt x="152786" y="235000"/>
                  </a:lnTo>
                  <a:lnTo>
                    <a:pt x="154883" y="230065"/>
                  </a:lnTo>
                  <a:lnTo>
                    <a:pt x="156820" y="225066"/>
                  </a:lnTo>
                  <a:lnTo>
                    <a:pt x="158596" y="220007"/>
                  </a:lnTo>
                  <a:lnTo>
                    <a:pt x="160209" y="214894"/>
                  </a:lnTo>
                  <a:lnTo>
                    <a:pt x="161657" y="209731"/>
                  </a:lnTo>
                  <a:lnTo>
                    <a:pt x="162939" y="204525"/>
                  </a:lnTo>
                  <a:lnTo>
                    <a:pt x="164053" y="199281"/>
                  </a:lnTo>
                  <a:lnTo>
                    <a:pt x="164999" y="194003"/>
                  </a:lnTo>
                  <a:lnTo>
                    <a:pt x="165775" y="188698"/>
                  </a:lnTo>
                  <a:lnTo>
                    <a:pt x="166380" y="183370"/>
                  </a:lnTo>
                  <a:lnTo>
                    <a:pt x="166814" y="178026"/>
                  </a:lnTo>
                  <a:lnTo>
                    <a:pt x="167076" y="172671"/>
                  </a:lnTo>
                  <a:lnTo>
                    <a:pt x="167167" y="167310"/>
                  </a:lnTo>
                  <a:lnTo>
                    <a:pt x="167086" y="161949"/>
                  </a:lnTo>
                  <a:lnTo>
                    <a:pt x="166832" y="156594"/>
                  </a:lnTo>
                  <a:lnTo>
                    <a:pt x="166407" y="151249"/>
                  </a:lnTo>
                  <a:lnTo>
                    <a:pt x="165811" y="145921"/>
                  </a:lnTo>
                  <a:lnTo>
                    <a:pt x="165045" y="140614"/>
                  </a:lnTo>
                  <a:lnTo>
                    <a:pt x="164108" y="135335"/>
                  </a:lnTo>
                  <a:lnTo>
                    <a:pt x="163003" y="130089"/>
                  </a:lnTo>
                  <a:lnTo>
                    <a:pt x="161730" y="124880"/>
                  </a:lnTo>
                  <a:lnTo>
                    <a:pt x="160291" y="119716"/>
                  </a:lnTo>
                  <a:lnTo>
                    <a:pt x="158687" y="114600"/>
                  </a:lnTo>
                  <a:lnTo>
                    <a:pt x="156919" y="109538"/>
                  </a:lnTo>
                  <a:lnTo>
                    <a:pt x="154990" y="104535"/>
                  </a:lnTo>
                  <a:lnTo>
                    <a:pt x="152902" y="99597"/>
                  </a:lnTo>
                  <a:lnTo>
                    <a:pt x="150657" y="94728"/>
                  </a:lnTo>
                  <a:lnTo>
                    <a:pt x="148256" y="89934"/>
                  </a:lnTo>
                  <a:lnTo>
                    <a:pt x="145703" y="85219"/>
                  </a:lnTo>
                  <a:lnTo>
                    <a:pt x="143000" y="80589"/>
                  </a:lnTo>
                  <a:lnTo>
                    <a:pt x="140150" y="76047"/>
                  </a:lnTo>
                  <a:lnTo>
                    <a:pt x="137156" y="71600"/>
                  </a:lnTo>
                  <a:lnTo>
                    <a:pt x="134021" y="67250"/>
                  </a:lnTo>
                  <a:lnTo>
                    <a:pt x="130747" y="63004"/>
                  </a:lnTo>
                  <a:lnTo>
                    <a:pt x="127340" y="58864"/>
                  </a:lnTo>
                  <a:lnTo>
                    <a:pt x="123801" y="54837"/>
                  </a:lnTo>
                  <a:lnTo>
                    <a:pt x="120135" y="50924"/>
                  </a:lnTo>
                  <a:lnTo>
                    <a:pt x="116345" y="47131"/>
                  </a:lnTo>
                  <a:lnTo>
                    <a:pt x="112436" y="43462"/>
                  </a:lnTo>
                  <a:lnTo>
                    <a:pt x="108411" y="39920"/>
                  </a:lnTo>
                  <a:lnTo>
                    <a:pt x="104275" y="36509"/>
                  </a:lnTo>
                  <a:lnTo>
                    <a:pt x="100031" y="33232"/>
                  </a:lnTo>
                  <a:lnTo>
                    <a:pt x="95684" y="30093"/>
                  </a:lnTo>
                  <a:lnTo>
                    <a:pt x="91239" y="27095"/>
                  </a:lnTo>
                  <a:lnTo>
                    <a:pt x="86700" y="24241"/>
                  </a:lnTo>
                  <a:lnTo>
                    <a:pt x="82072" y="21534"/>
                  </a:lnTo>
                  <a:lnTo>
                    <a:pt x="77360" y="18977"/>
                  </a:lnTo>
                  <a:lnTo>
                    <a:pt x="72568" y="16572"/>
                  </a:lnTo>
                  <a:lnTo>
                    <a:pt x="67701" y="14322"/>
                  </a:lnTo>
                  <a:lnTo>
                    <a:pt x="62764" y="12230"/>
                  </a:lnTo>
                  <a:lnTo>
                    <a:pt x="57764" y="10297"/>
                  </a:lnTo>
                  <a:lnTo>
                    <a:pt x="52703" y="8525"/>
                  </a:lnTo>
                  <a:lnTo>
                    <a:pt x="47589" y="6916"/>
                  </a:lnTo>
                  <a:lnTo>
                    <a:pt x="42425" y="5473"/>
                  </a:lnTo>
                  <a:lnTo>
                    <a:pt x="37218" y="4195"/>
                  </a:lnTo>
                  <a:lnTo>
                    <a:pt x="31972" y="3086"/>
                  </a:lnTo>
                  <a:lnTo>
                    <a:pt x="26694" y="2145"/>
                  </a:lnTo>
                  <a:lnTo>
                    <a:pt x="21388" y="1373"/>
                  </a:lnTo>
                  <a:lnTo>
                    <a:pt x="16060" y="773"/>
                  </a:lnTo>
                  <a:lnTo>
                    <a:pt x="10716" y="343"/>
                  </a:lnTo>
                  <a:lnTo>
                    <a:pt x="536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751858" y="3707720"/>
              <a:ext cx="220327" cy="334332"/>
            </a:xfrm>
            <a:custGeom>
              <a:avLst/>
              <a:pathLst>
                <a:path w="220327" h="334332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2" y="1349"/>
                  </a:lnTo>
                  <a:lnTo>
                    <a:pt x="140692" y="2107"/>
                  </a:lnTo>
                  <a:lnTo>
                    <a:pt x="135459" y="3032"/>
                  </a:lnTo>
                  <a:lnTo>
                    <a:pt x="130257" y="4122"/>
                  </a:lnTo>
                  <a:lnTo>
                    <a:pt x="125093" y="5377"/>
                  </a:lnTo>
                  <a:lnTo>
                    <a:pt x="119972" y="6796"/>
                  </a:lnTo>
                  <a:lnTo>
                    <a:pt x="114898" y="8377"/>
                  </a:lnTo>
                  <a:lnTo>
                    <a:pt x="109877" y="10118"/>
                  </a:lnTo>
                  <a:lnTo>
                    <a:pt x="104914" y="12018"/>
                  </a:lnTo>
                  <a:lnTo>
                    <a:pt x="100014" y="14074"/>
                  </a:lnTo>
                  <a:lnTo>
                    <a:pt x="95181" y="16286"/>
                  </a:lnTo>
                  <a:lnTo>
                    <a:pt x="90422" y="18650"/>
                  </a:lnTo>
                  <a:lnTo>
                    <a:pt x="85740" y="21164"/>
                  </a:lnTo>
                  <a:lnTo>
                    <a:pt x="81140" y="23826"/>
                  </a:lnTo>
                  <a:lnTo>
                    <a:pt x="76627" y="26632"/>
                  </a:lnTo>
                  <a:lnTo>
                    <a:pt x="72206" y="29581"/>
                  </a:lnTo>
                  <a:lnTo>
                    <a:pt x="67880" y="32668"/>
                  </a:lnTo>
                  <a:lnTo>
                    <a:pt x="63655" y="35892"/>
                  </a:lnTo>
                  <a:lnTo>
                    <a:pt x="59535" y="39248"/>
                  </a:lnTo>
                  <a:lnTo>
                    <a:pt x="55523" y="42733"/>
                  </a:lnTo>
                  <a:lnTo>
                    <a:pt x="51624" y="46344"/>
                  </a:lnTo>
                  <a:lnTo>
                    <a:pt x="47842" y="50078"/>
                  </a:lnTo>
                  <a:lnTo>
                    <a:pt x="44181" y="53929"/>
                  </a:lnTo>
                  <a:lnTo>
                    <a:pt x="40643" y="57895"/>
                  </a:lnTo>
                  <a:lnTo>
                    <a:pt x="37234" y="61972"/>
                  </a:lnTo>
                  <a:lnTo>
                    <a:pt x="33956" y="66155"/>
                  </a:lnTo>
                  <a:lnTo>
                    <a:pt x="30812" y="70440"/>
                  </a:lnTo>
                  <a:lnTo>
                    <a:pt x="27806" y="74822"/>
                  </a:lnTo>
                  <a:lnTo>
                    <a:pt x="24942" y="79298"/>
                  </a:lnTo>
                  <a:lnTo>
                    <a:pt x="22220" y="83863"/>
                  </a:lnTo>
                  <a:lnTo>
                    <a:pt x="19646" y="88512"/>
                  </a:lnTo>
                  <a:lnTo>
                    <a:pt x="17220" y="93240"/>
                  </a:lnTo>
                  <a:lnTo>
                    <a:pt x="14946" y="98044"/>
                  </a:lnTo>
                  <a:lnTo>
                    <a:pt x="12826" y="102917"/>
                  </a:lnTo>
                  <a:lnTo>
                    <a:pt x="10861" y="107855"/>
                  </a:lnTo>
                  <a:lnTo>
                    <a:pt x="9055" y="112853"/>
                  </a:lnTo>
                  <a:lnTo>
                    <a:pt x="7409" y="117905"/>
                  </a:lnTo>
                  <a:lnTo>
                    <a:pt x="5923" y="123008"/>
                  </a:lnTo>
                  <a:lnTo>
                    <a:pt x="4601" y="128155"/>
                  </a:lnTo>
                  <a:lnTo>
                    <a:pt x="3443" y="133342"/>
                  </a:lnTo>
                  <a:lnTo>
                    <a:pt x="2451" y="138563"/>
                  </a:lnTo>
                  <a:lnTo>
                    <a:pt x="1625" y="143812"/>
                  </a:lnTo>
                  <a:lnTo>
                    <a:pt x="966" y="149086"/>
                  </a:lnTo>
                  <a:lnTo>
                    <a:pt x="475" y="154377"/>
                  </a:lnTo>
                  <a:lnTo>
                    <a:pt x="153" y="159682"/>
                  </a:lnTo>
                  <a:lnTo>
                    <a:pt x="0" y="164994"/>
                  </a:lnTo>
                  <a:lnTo>
                    <a:pt x="15" y="170308"/>
                  </a:lnTo>
                  <a:lnTo>
                    <a:pt x="199" y="175619"/>
                  </a:lnTo>
                  <a:lnTo>
                    <a:pt x="552" y="180922"/>
                  </a:lnTo>
                  <a:lnTo>
                    <a:pt x="1074" y="186211"/>
                  </a:lnTo>
                  <a:lnTo>
                    <a:pt x="1763" y="191480"/>
                  </a:lnTo>
                  <a:lnTo>
                    <a:pt x="2619" y="196725"/>
                  </a:lnTo>
                  <a:lnTo>
                    <a:pt x="3642" y="201940"/>
                  </a:lnTo>
                  <a:lnTo>
                    <a:pt x="4830" y="207120"/>
                  </a:lnTo>
                  <a:lnTo>
                    <a:pt x="6182" y="212259"/>
                  </a:lnTo>
                  <a:lnTo>
                    <a:pt x="7697" y="217353"/>
                  </a:lnTo>
                  <a:lnTo>
                    <a:pt x="9372" y="222396"/>
                  </a:lnTo>
                  <a:lnTo>
                    <a:pt x="11208" y="227384"/>
                  </a:lnTo>
                  <a:lnTo>
                    <a:pt x="13201" y="232310"/>
                  </a:lnTo>
                  <a:lnTo>
                    <a:pt x="15349" y="237171"/>
                  </a:lnTo>
                  <a:lnTo>
                    <a:pt x="17651" y="241961"/>
                  </a:lnTo>
                  <a:lnTo>
                    <a:pt x="20104" y="246675"/>
                  </a:lnTo>
                  <a:lnTo>
                    <a:pt x="22705" y="251309"/>
                  </a:lnTo>
                  <a:lnTo>
                    <a:pt x="25453" y="255858"/>
                  </a:lnTo>
                  <a:lnTo>
                    <a:pt x="28344" y="260317"/>
                  </a:lnTo>
                  <a:lnTo>
                    <a:pt x="31375" y="264683"/>
                  </a:lnTo>
                  <a:lnTo>
                    <a:pt x="34543" y="268949"/>
                  </a:lnTo>
                  <a:lnTo>
                    <a:pt x="37845" y="273113"/>
                  </a:lnTo>
                  <a:lnTo>
                    <a:pt x="41278" y="277170"/>
                  </a:lnTo>
                  <a:lnTo>
                    <a:pt x="44839" y="281115"/>
                  </a:lnTo>
                  <a:lnTo>
                    <a:pt x="48522" y="284946"/>
                  </a:lnTo>
                  <a:lnTo>
                    <a:pt x="52326" y="288657"/>
                  </a:lnTo>
                  <a:lnTo>
                    <a:pt x="56246" y="292245"/>
                  </a:lnTo>
                  <a:lnTo>
                    <a:pt x="60278" y="295708"/>
                  </a:lnTo>
                  <a:lnTo>
                    <a:pt x="64418" y="299040"/>
                  </a:lnTo>
                  <a:lnTo>
                    <a:pt x="68661" y="302239"/>
                  </a:lnTo>
                  <a:lnTo>
                    <a:pt x="73005" y="305301"/>
                  </a:lnTo>
                  <a:lnTo>
                    <a:pt x="77443" y="308224"/>
                  </a:lnTo>
                  <a:lnTo>
                    <a:pt x="81972" y="311004"/>
                  </a:lnTo>
                  <a:lnTo>
                    <a:pt x="86587" y="313639"/>
                  </a:lnTo>
                  <a:lnTo>
                    <a:pt x="91284" y="316126"/>
                  </a:lnTo>
                  <a:lnTo>
                    <a:pt x="96057" y="318462"/>
                  </a:lnTo>
                  <a:lnTo>
                    <a:pt x="100902" y="320646"/>
                  </a:lnTo>
                  <a:lnTo>
                    <a:pt x="105814" y="322674"/>
                  </a:lnTo>
                  <a:lnTo>
                    <a:pt x="110788" y="324545"/>
                  </a:lnTo>
                  <a:lnTo>
                    <a:pt x="115819" y="326257"/>
                  </a:lnTo>
                  <a:lnTo>
                    <a:pt x="120902" y="327809"/>
                  </a:lnTo>
                  <a:lnTo>
                    <a:pt x="126031" y="329198"/>
                  </a:lnTo>
                  <a:lnTo>
                    <a:pt x="131203" y="330423"/>
                  </a:lnTo>
                  <a:lnTo>
                    <a:pt x="136410" y="331483"/>
                  </a:lnTo>
                  <a:lnTo>
                    <a:pt x="141649" y="332377"/>
                  </a:lnTo>
                  <a:lnTo>
                    <a:pt x="146913" y="333105"/>
                  </a:lnTo>
                  <a:lnTo>
                    <a:pt x="152198" y="333664"/>
                  </a:lnTo>
                  <a:lnTo>
                    <a:pt x="157498" y="334055"/>
                  </a:lnTo>
                  <a:lnTo>
                    <a:pt x="162807" y="334278"/>
                  </a:lnTo>
                  <a:lnTo>
                    <a:pt x="168121" y="334332"/>
                  </a:lnTo>
                  <a:lnTo>
                    <a:pt x="173434" y="334216"/>
                  </a:lnTo>
                  <a:lnTo>
                    <a:pt x="178741" y="333932"/>
                  </a:lnTo>
                  <a:lnTo>
                    <a:pt x="184036" y="333480"/>
                  </a:lnTo>
                  <a:lnTo>
                    <a:pt x="189314" y="332859"/>
                  </a:lnTo>
                  <a:lnTo>
                    <a:pt x="194570" y="332071"/>
                  </a:lnTo>
                  <a:lnTo>
                    <a:pt x="199797" y="331116"/>
                  </a:lnTo>
                  <a:lnTo>
                    <a:pt x="204992" y="329995"/>
                  </a:lnTo>
                  <a:lnTo>
                    <a:pt x="210149" y="328710"/>
                  </a:lnTo>
                  <a:lnTo>
                    <a:pt x="215262" y="327262"/>
                  </a:lnTo>
                  <a:lnTo>
                    <a:pt x="220327" y="32565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919011" y="3707779"/>
              <a:ext cx="167165" cy="325593"/>
            </a:xfrm>
            <a:custGeom>
              <a:avLst/>
              <a:pathLst>
                <a:path w="167165" h="325593">
                  <a:moveTo>
                    <a:pt x="53173" y="325593"/>
                  </a:moveTo>
                  <a:lnTo>
                    <a:pt x="58230" y="323806"/>
                  </a:lnTo>
                  <a:lnTo>
                    <a:pt x="63227" y="321857"/>
                  </a:lnTo>
                  <a:lnTo>
                    <a:pt x="68158" y="319749"/>
                  </a:lnTo>
                  <a:lnTo>
                    <a:pt x="73020" y="317484"/>
                  </a:lnTo>
                  <a:lnTo>
                    <a:pt x="77806" y="315064"/>
                  </a:lnTo>
                  <a:lnTo>
                    <a:pt x="82512" y="312492"/>
                  </a:lnTo>
                  <a:lnTo>
                    <a:pt x="87134" y="309771"/>
                  </a:lnTo>
                  <a:lnTo>
                    <a:pt x="91665" y="306902"/>
                  </a:lnTo>
                  <a:lnTo>
                    <a:pt x="96103" y="303889"/>
                  </a:lnTo>
                  <a:lnTo>
                    <a:pt x="100441" y="300736"/>
                  </a:lnTo>
                  <a:lnTo>
                    <a:pt x="104676" y="297445"/>
                  </a:lnTo>
                  <a:lnTo>
                    <a:pt x="108803" y="294020"/>
                  </a:lnTo>
                  <a:lnTo>
                    <a:pt x="112818" y="290465"/>
                  </a:lnTo>
                  <a:lnTo>
                    <a:pt x="116717" y="286782"/>
                  </a:lnTo>
                  <a:lnTo>
                    <a:pt x="120496" y="282976"/>
                  </a:lnTo>
                  <a:lnTo>
                    <a:pt x="124151" y="279051"/>
                  </a:lnTo>
                  <a:lnTo>
                    <a:pt x="127678" y="275011"/>
                  </a:lnTo>
                  <a:lnTo>
                    <a:pt x="131074" y="270860"/>
                  </a:lnTo>
                  <a:lnTo>
                    <a:pt x="134335" y="266602"/>
                  </a:lnTo>
                  <a:lnTo>
                    <a:pt x="137457" y="262241"/>
                  </a:lnTo>
                  <a:lnTo>
                    <a:pt x="140438" y="257783"/>
                  </a:lnTo>
                  <a:lnTo>
                    <a:pt x="143275" y="253231"/>
                  </a:lnTo>
                  <a:lnTo>
                    <a:pt x="145964" y="248590"/>
                  </a:lnTo>
                  <a:lnTo>
                    <a:pt x="148503" y="243866"/>
                  </a:lnTo>
                  <a:lnTo>
                    <a:pt x="150889" y="239063"/>
                  </a:lnTo>
                  <a:lnTo>
                    <a:pt x="153119" y="234185"/>
                  </a:lnTo>
                  <a:lnTo>
                    <a:pt x="155192" y="229239"/>
                  </a:lnTo>
                  <a:lnTo>
                    <a:pt x="157105" y="224228"/>
                  </a:lnTo>
                  <a:lnTo>
                    <a:pt x="158857" y="219159"/>
                  </a:lnTo>
                  <a:lnTo>
                    <a:pt x="160445" y="214036"/>
                  </a:lnTo>
                  <a:lnTo>
                    <a:pt x="161868" y="208865"/>
                  </a:lnTo>
                  <a:lnTo>
                    <a:pt x="163124" y="203651"/>
                  </a:lnTo>
                  <a:lnTo>
                    <a:pt x="164212" y="198400"/>
                  </a:lnTo>
                  <a:lnTo>
                    <a:pt x="165131" y="193116"/>
                  </a:lnTo>
                  <a:lnTo>
                    <a:pt x="165881" y="187805"/>
                  </a:lnTo>
                  <a:lnTo>
                    <a:pt x="166459" y="182473"/>
                  </a:lnTo>
                  <a:lnTo>
                    <a:pt x="166867" y="177125"/>
                  </a:lnTo>
                  <a:lnTo>
                    <a:pt x="167102" y="171767"/>
                  </a:lnTo>
                  <a:lnTo>
                    <a:pt x="167165" y="166405"/>
                  </a:lnTo>
                  <a:lnTo>
                    <a:pt x="167057" y="161042"/>
                  </a:lnTo>
                  <a:lnTo>
                    <a:pt x="166776" y="155686"/>
                  </a:lnTo>
                  <a:lnTo>
                    <a:pt x="166324" y="150342"/>
                  </a:lnTo>
                  <a:lnTo>
                    <a:pt x="165701" y="145015"/>
                  </a:lnTo>
                  <a:lnTo>
                    <a:pt x="164907" y="139711"/>
                  </a:lnTo>
                  <a:lnTo>
                    <a:pt x="163943" y="134435"/>
                  </a:lnTo>
                  <a:lnTo>
                    <a:pt x="162810" y="129193"/>
                  </a:lnTo>
                  <a:lnTo>
                    <a:pt x="161510" y="123990"/>
                  </a:lnTo>
                  <a:lnTo>
                    <a:pt x="160044" y="118831"/>
                  </a:lnTo>
                  <a:lnTo>
                    <a:pt x="158413" y="113722"/>
                  </a:lnTo>
                  <a:lnTo>
                    <a:pt x="156619" y="108667"/>
                  </a:lnTo>
                  <a:lnTo>
                    <a:pt x="154664" y="103673"/>
                  </a:lnTo>
                  <a:lnTo>
                    <a:pt x="152549" y="98744"/>
                  </a:lnTo>
                  <a:lnTo>
                    <a:pt x="150277" y="93886"/>
                  </a:lnTo>
                  <a:lnTo>
                    <a:pt x="147851" y="89103"/>
                  </a:lnTo>
                  <a:lnTo>
                    <a:pt x="145273" y="84400"/>
                  </a:lnTo>
                  <a:lnTo>
                    <a:pt x="142545" y="79782"/>
                  </a:lnTo>
                  <a:lnTo>
                    <a:pt x="139670" y="75255"/>
                  </a:lnTo>
                  <a:lnTo>
                    <a:pt x="136652" y="70821"/>
                  </a:lnTo>
                  <a:lnTo>
                    <a:pt x="133493" y="66487"/>
                  </a:lnTo>
                  <a:lnTo>
                    <a:pt x="130196" y="62257"/>
                  </a:lnTo>
                  <a:lnTo>
                    <a:pt x="126766" y="58134"/>
                  </a:lnTo>
                  <a:lnTo>
                    <a:pt x="123205" y="54124"/>
                  </a:lnTo>
                  <a:lnTo>
                    <a:pt x="119517" y="50230"/>
                  </a:lnTo>
                  <a:lnTo>
                    <a:pt x="115706" y="46456"/>
                  </a:lnTo>
                  <a:lnTo>
                    <a:pt x="111776" y="42806"/>
                  </a:lnTo>
                  <a:lnTo>
                    <a:pt x="107731" y="39284"/>
                  </a:lnTo>
                  <a:lnTo>
                    <a:pt x="103575" y="35894"/>
                  </a:lnTo>
                  <a:lnTo>
                    <a:pt x="99313" y="32639"/>
                  </a:lnTo>
                  <a:lnTo>
                    <a:pt x="94948" y="29523"/>
                  </a:lnTo>
                  <a:lnTo>
                    <a:pt x="90485" y="26548"/>
                  </a:lnTo>
                  <a:lnTo>
                    <a:pt x="85930" y="23717"/>
                  </a:lnTo>
                  <a:lnTo>
                    <a:pt x="81286" y="21034"/>
                  </a:lnTo>
                  <a:lnTo>
                    <a:pt x="76558" y="18502"/>
                  </a:lnTo>
                  <a:lnTo>
                    <a:pt x="71752" y="16123"/>
                  </a:lnTo>
                  <a:lnTo>
                    <a:pt x="66871" y="13899"/>
                  </a:lnTo>
                  <a:lnTo>
                    <a:pt x="61922" y="11832"/>
                  </a:lnTo>
                  <a:lnTo>
                    <a:pt x="56909" y="9926"/>
                  </a:lnTo>
                  <a:lnTo>
                    <a:pt x="51837" y="8181"/>
                  </a:lnTo>
                  <a:lnTo>
                    <a:pt x="46713" y="6600"/>
                  </a:lnTo>
                  <a:lnTo>
                    <a:pt x="41540" y="5184"/>
                  </a:lnTo>
                  <a:lnTo>
                    <a:pt x="36324" y="3935"/>
                  </a:lnTo>
                  <a:lnTo>
                    <a:pt x="31071" y="2854"/>
                  </a:lnTo>
                  <a:lnTo>
                    <a:pt x="25786" y="1941"/>
                  </a:lnTo>
                  <a:lnTo>
                    <a:pt x="20474" y="1199"/>
                  </a:lnTo>
                  <a:lnTo>
                    <a:pt x="15141" y="628"/>
                  </a:lnTo>
                  <a:lnTo>
                    <a:pt x="9793" y="228"/>
                  </a:lnTo>
                  <a:lnTo>
                    <a:pt x="4435" y="0"/>
                  </a:lnTo>
                  <a:lnTo>
                    <a:pt x="0" y="1671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919011" y="3707720"/>
              <a:ext cx="4435" cy="167167"/>
            </a:xfrm>
            <a:custGeom>
              <a:avLst/>
              <a:pathLst>
                <a:path w="4435" h="167167">
                  <a:moveTo>
                    <a:pt x="4435" y="5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tx82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2025-06-05T13:00:55Z</dcterms:modified>
  <cp:category/>
</cp:coreProperties>
</file>