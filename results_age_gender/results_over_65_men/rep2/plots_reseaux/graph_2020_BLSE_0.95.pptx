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7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9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58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9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5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58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9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20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7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8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65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20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6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95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69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42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54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1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71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73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65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65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6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8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8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0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20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65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195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3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32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20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0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79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09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27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8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0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58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7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09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5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20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09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61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69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79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098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31651" y="3170392"/>
              <a:ext cx="52127" cy="167167"/>
            </a:xfrm>
            <a:custGeom>
              <a:avLst/>
              <a:pathLst>
                <a:path w="52127" h="167167">
                  <a:moveTo>
                    <a:pt x="52127" y="0"/>
                  </a:moveTo>
                  <a:lnTo>
                    <a:pt x="46238" y="103"/>
                  </a:lnTo>
                  <a:lnTo>
                    <a:pt x="40356" y="414"/>
                  </a:lnTo>
                  <a:lnTo>
                    <a:pt x="34489" y="933"/>
                  </a:lnTo>
                  <a:lnTo>
                    <a:pt x="28644" y="1657"/>
                  </a:lnTo>
                  <a:lnTo>
                    <a:pt x="22828" y="2587"/>
                  </a:lnTo>
                  <a:lnTo>
                    <a:pt x="17049" y="3721"/>
                  </a:lnTo>
                  <a:lnTo>
                    <a:pt x="11313" y="5059"/>
                  </a:lnTo>
                  <a:lnTo>
                    <a:pt x="5627" y="6597"/>
                  </a:lnTo>
                  <a:lnTo>
                    <a:pt x="0" y="8335"/>
                  </a:lnTo>
                  <a:lnTo>
                    <a:pt x="5212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1651" y="3178727"/>
              <a:ext cx="52127" cy="158832"/>
            </a:xfrm>
            <a:custGeom>
              <a:avLst/>
              <a:pathLst>
                <a:path w="52127" h="158832">
                  <a:moveTo>
                    <a:pt x="0" y="0"/>
                  </a:moveTo>
                  <a:lnTo>
                    <a:pt x="52127" y="1588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16624" y="3170414"/>
              <a:ext cx="334321" cy="334308"/>
            </a:xfrm>
            <a:custGeom>
              <a:avLst/>
              <a:pathLst>
                <a:path w="334321" h="334308">
                  <a:moveTo>
                    <a:pt x="115027" y="8313"/>
                  </a:moveTo>
                  <a:lnTo>
                    <a:pt x="110027" y="10042"/>
                  </a:lnTo>
                  <a:lnTo>
                    <a:pt x="105084" y="11928"/>
                  </a:lnTo>
                  <a:lnTo>
                    <a:pt x="100204" y="13970"/>
                  </a:lnTo>
                  <a:lnTo>
                    <a:pt x="95391" y="16165"/>
                  </a:lnTo>
                  <a:lnTo>
                    <a:pt x="90649" y="18512"/>
                  </a:lnTo>
                  <a:lnTo>
                    <a:pt x="85984" y="21007"/>
                  </a:lnTo>
                  <a:lnTo>
                    <a:pt x="81400" y="23649"/>
                  </a:lnTo>
                  <a:lnTo>
                    <a:pt x="76903" y="26434"/>
                  </a:lnTo>
                  <a:lnTo>
                    <a:pt x="72495" y="29361"/>
                  </a:lnTo>
                  <a:lnTo>
                    <a:pt x="68183" y="32425"/>
                  </a:lnTo>
                  <a:lnTo>
                    <a:pt x="63969" y="35624"/>
                  </a:lnTo>
                  <a:lnTo>
                    <a:pt x="59859" y="38955"/>
                  </a:lnTo>
                  <a:lnTo>
                    <a:pt x="55856" y="42415"/>
                  </a:lnTo>
                  <a:lnTo>
                    <a:pt x="51965" y="45999"/>
                  </a:lnTo>
                  <a:lnTo>
                    <a:pt x="48190" y="49704"/>
                  </a:lnTo>
                  <a:lnTo>
                    <a:pt x="44533" y="53528"/>
                  </a:lnTo>
                  <a:lnTo>
                    <a:pt x="40999" y="57465"/>
                  </a:lnTo>
                  <a:lnTo>
                    <a:pt x="37592" y="61512"/>
                  </a:lnTo>
                  <a:lnTo>
                    <a:pt x="34314" y="65664"/>
                  </a:lnTo>
                  <a:lnTo>
                    <a:pt x="31169" y="69919"/>
                  </a:lnTo>
                  <a:lnTo>
                    <a:pt x="28161" y="74270"/>
                  </a:lnTo>
                  <a:lnTo>
                    <a:pt x="25291" y="78715"/>
                  </a:lnTo>
                  <a:lnTo>
                    <a:pt x="22564" y="83249"/>
                  </a:lnTo>
                  <a:lnTo>
                    <a:pt x="19982" y="87866"/>
                  </a:lnTo>
                  <a:lnTo>
                    <a:pt x="17547" y="92563"/>
                  </a:lnTo>
                  <a:lnTo>
                    <a:pt x="15262" y="97334"/>
                  </a:lnTo>
                  <a:lnTo>
                    <a:pt x="13129" y="102175"/>
                  </a:lnTo>
                  <a:lnTo>
                    <a:pt x="11150" y="107082"/>
                  </a:lnTo>
                  <a:lnTo>
                    <a:pt x="9328" y="112048"/>
                  </a:lnTo>
                  <a:lnTo>
                    <a:pt x="7663" y="117070"/>
                  </a:lnTo>
                  <a:lnTo>
                    <a:pt x="6159" y="122142"/>
                  </a:lnTo>
                  <a:lnTo>
                    <a:pt x="4815" y="127259"/>
                  </a:lnTo>
                  <a:lnTo>
                    <a:pt x="3634" y="132416"/>
                  </a:lnTo>
                  <a:lnTo>
                    <a:pt x="2617" y="137608"/>
                  </a:lnTo>
                  <a:lnTo>
                    <a:pt x="1765" y="142829"/>
                  </a:lnTo>
                  <a:lnTo>
                    <a:pt x="1078" y="148075"/>
                  </a:lnTo>
                  <a:lnTo>
                    <a:pt x="558" y="153339"/>
                  </a:lnTo>
                  <a:lnTo>
                    <a:pt x="205" y="158618"/>
                  </a:lnTo>
                  <a:lnTo>
                    <a:pt x="18" y="163905"/>
                  </a:lnTo>
                  <a:lnTo>
                    <a:pt x="0" y="169195"/>
                  </a:lnTo>
                  <a:lnTo>
                    <a:pt x="148" y="174484"/>
                  </a:lnTo>
                  <a:lnTo>
                    <a:pt x="464" y="179765"/>
                  </a:lnTo>
                  <a:lnTo>
                    <a:pt x="947" y="185033"/>
                  </a:lnTo>
                  <a:lnTo>
                    <a:pt x="1596" y="190283"/>
                  </a:lnTo>
                  <a:lnTo>
                    <a:pt x="2411" y="195511"/>
                  </a:lnTo>
                  <a:lnTo>
                    <a:pt x="3391" y="200710"/>
                  </a:lnTo>
                  <a:lnTo>
                    <a:pt x="4535" y="205875"/>
                  </a:lnTo>
                  <a:lnTo>
                    <a:pt x="5842" y="211001"/>
                  </a:lnTo>
                  <a:lnTo>
                    <a:pt x="7311" y="216084"/>
                  </a:lnTo>
                  <a:lnTo>
                    <a:pt x="8939" y="221117"/>
                  </a:lnTo>
                  <a:lnTo>
                    <a:pt x="10726" y="226097"/>
                  </a:lnTo>
                  <a:lnTo>
                    <a:pt x="12670" y="231017"/>
                  </a:lnTo>
                  <a:lnTo>
                    <a:pt x="14769" y="235873"/>
                  </a:lnTo>
                  <a:lnTo>
                    <a:pt x="17020" y="240661"/>
                  </a:lnTo>
                  <a:lnTo>
                    <a:pt x="19421" y="245375"/>
                  </a:lnTo>
                  <a:lnTo>
                    <a:pt x="21971" y="250010"/>
                  </a:lnTo>
                  <a:lnTo>
                    <a:pt x="24666" y="254563"/>
                  </a:lnTo>
                  <a:lnTo>
                    <a:pt x="27503" y="259028"/>
                  </a:lnTo>
                  <a:lnTo>
                    <a:pt x="30481" y="263401"/>
                  </a:lnTo>
                  <a:lnTo>
                    <a:pt x="33595" y="267678"/>
                  </a:lnTo>
                  <a:lnTo>
                    <a:pt x="36843" y="271854"/>
                  </a:lnTo>
                  <a:lnTo>
                    <a:pt x="40221" y="275925"/>
                  </a:lnTo>
                  <a:lnTo>
                    <a:pt x="43727" y="279887"/>
                  </a:lnTo>
                  <a:lnTo>
                    <a:pt x="47357" y="283736"/>
                  </a:lnTo>
                  <a:lnTo>
                    <a:pt x="51106" y="287468"/>
                  </a:lnTo>
                  <a:lnTo>
                    <a:pt x="54971" y="291080"/>
                  </a:lnTo>
                  <a:lnTo>
                    <a:pt x="58949" y="294568"/>
                  </a:lnTo>
                  <a:lnTo>
                    <a:pt x="63036" y="297928"/>
                  </a:lnTo>
                  <a:lnTo>
                    <a:pt x="67226" y="301158"/>
                  </a:lnTo>
                  <a:lnTo>
                    <a:pt x="71517" y="304252"/>
                  </a:lnTo>
                  <a:lnTo>
                    <a:pt x="75903" y="307210"/>
                  </a:lnTo>
                  <a:lnTo>
                    <a:pt x="80381" y="310027"/>
                  </a:lnTo>
                  <a:lnTo>
                    <a:pt x="84946" y="312702"/>
                  </a:lnTo>
                  <a:lnTo>
                    <a:pt x="89593" y="315230"/>
                  </a:lnTo>
                  <a:lnTo>
                    <a:pt x="94318" y="317610"/>
                  </a:lnTo>
                  <a:lnTo>
                    <a:pt x="99115" y="319840"/>
                  </a:lnTo>
                  <a:lnTo>
                    <a:pt x="103981" y="321916"/>
                  </a:lnTo>
                  <a:lnTo>
                    <a:pt x="108910" y="323838"/>
                  </a:lnTo>
                  <a:lnTo>
                    <a:pt x="113898" y="325602"/>
                  </a:lnTo>
                  <a:lnTo>
                    <a:pt x="118938" y="327208"/>
                  </a:lnTo>
                  <a:lnTo>
                    <a:pt x="124028" y="328654"/>
                  </a:lnTo>
                  <a:lnTo>
                    <a:pt x="129160" y="329938"/>
                  </a:lnTo>
                  <a:lnTo>
                    <a:pt x="134330" y="331058"/>
                  </a:lnTo>
                  <a:lnTo>
                    <a:pt x="139533" y="332015"/>
                  </a:lnTo>
                  <a:lnTo>
                    <a:pt x="144764" y="332806"/>
                  </a:lnTo>
                  <a:lnTo>
                    <a:pt x="150017" y="333432"/>
                  </a:lnTo>
                  <a:lnTo>
                    <a:pt x="155288" y="333891"/>
                  </a:lnTo>
                  <a:lnTo>
                    <a:pt x="160570" y="334183"/>
                  </a:lnTo>
                  <a:lnTo>
                    <a:pt x="165859" y="334308"/>
                  </a:lnTo>
                  <a:lnTo>
                    <a:pt x="171149" y="334265"/>
                  </a:lnTo>
                  <a:lnTo>
                    <a:pt x="176436" y="334055"/>
                  </a:lnTo>
                  <a:lnTo>
                    <a:pt x="181713" y="333678"/>
                  </a:lnTo>
                  <a:lnTo>
                    <a:pt x="186975" y="333133"/>
                  </a:lnTo>
                  <a:lnTo>
                    <a:pt x="192217" y="332423"/>
                  </a:lnTo>
                  <a:lnTo>
                    <a:pt x="197435" y="331547"/>
                  </a:lnTo>
                  <a:lnTo>
                    <a:pt x="202622" y="330507"/>
                  </a:lnTo>
                  <a:lnTo>
                    <a:pt x="207773" y="329303"/>
                  </a:lnTo>
                  <a:lnTo>
                    <a:pt x="212884" y="327936"/>
                  </a:lnTo>
                  <a:lnTo>
                    <a:pt x="217949" y="326409"/>
                  </a:lnTo>
                  <a:lnTo>
                    <a:pt x="222964" y="324721"/>
                  </a:lnTo>
                  <a:lnTo>
                    <a:pt x="227922" y="322877"/>
                  </a:lnTo>
                  <a:lnTo>
                    <a:pt x="232819" y="320876"/>
                  </a:lnTo>
                  <a:lnTo>
                    <a:pt x="237651" y="318721"/>
                  </a:lnTo>
                  <a:lnTo>
                    <a:pt x="242412" y="316414"/>
                  </a:lnTo>
                  <a:lnTo>
                    <a:pt x="247098" y="313958"/>
                  </a:lnTo>
                  <a:lnTo>
                    <a:pt x="251703" y="311355"/>
                  </a:lnTo>
                  <a:lnTo>
                    <a:pt x="256224" y="308607"/>
                  </a:lnTo>
                  <a:lnTo>
                    <a:pt x="260656" y="305718"/>
                  </a:lnTo>
                  <a:lnTo>
                    <a:pt x="264994" y="302690"/>
                  </a:lnTo>
                  <a:lnTo>
                    <a:pt x="269234" y="299526"/>
                  </a:lnTo>
                  <a:lnTo>
                    <a:pt x="273372" y="296230"/>
                  </a:lnTo>
                  <a:lnTo>
                    <a:pt x="277404" y="292804"/>
                  </a:lnTo>
                  <a:lnTo>
                    <a:pt x="281325" y="289252"/>
                  </a:lnTo>
                  <a:lnTo>
                    <a:pt x="285131" y="285578"/>
                  </a:lnTo>
                  <a:lnTo>
                    <a:pt x="288820" y="281786"/>
                  </a:lnTo>
                  <a:lnTo>
                    <a:pt x="292386" y="277879"/>
                  </a:lnTo>
                  <a:lnTo>
                    <a:pt x="295828" y="273860"/>
                  </a:lnTo>
                  <a:lnTo>
                    <a:pt x="299140" y="269735"/>
                  </a:lnTo>
                  <a:lnTo>
                    <a:pt x="302320" y="265507"/>
                  </a:lnTo>
                  <a:lnTo>
                    <a:pt x="305365" y="261181"/>
                  </a:lnTo>
                  <a:lnTo>
                    <a:pt x="308272" y="256760"/>
                  </a:lnTo>
                  <a:lnTo>
                    <a:pt x="311037" y="252250"/>
                  </a:lnTo>
                  <a:lnTo>
                    <a:pt x="313658" y="247655"/>
                  </a:lnTo>
                  <a:lnTo>
                    <a:pt x="316132" y="242978"/>
                  </a:lnTo>
                  <a:lnTo>
                    <a:pt x="318457" y="238226"/>
                  </a:lnTo>
                  <a:lnTo>
                    <a:pt x="320630" y="233403"/>
                  </a:lnTo>
                  <a:lnTo>
                    <a:pt x="322650" y="228513"/>
                  </a:lnTo>
                  <a:lnTo>
                    <a:pt x="324514" y="223562"/>
                  </a:lnTo>
                  <a:lnTo>
                    <a:pt x="326220" y="218555"/>
                  </a:lnTo>
                  <a:lnTo>
                    <a:pt x="327768" y="213495"/>
                  </a:lnTo>
                  <a:lnTo>
                    <a:pt x="329154" y="208390"/>
                  </a:lnTo>
                  <a:lnTo>
                    <a:pt x="330378" y="203243"/>
                  </a:lnTo>
                  <a:lnTo>
                    <a:pt x="331438" y="198060"/>
                  </a:lnTo>
                  <a:lnTo>
                    <a:pt x="332334" y="192846"/>
                  </a:lnTo>
                  <a:lnTo>
                    <a:pt x="333065" y="187606"/>
                  </a:lnTo>
                  <a:lnTo>
                    <a:pt x="333629" y="182346"/>
                  </a:lnTo>
                  <a:lnTo>
                    <a:pt x="334027" y="177071"/>
                  </a:lnTo>
                  <a:lnTo>
                    <a:pt x="334257" y="171785"/>
                  </a:lnTo>
                  <a:lnTo>
                    <a:pt x="334321" y="166495"/>
                  </a:lnTo>
                  <a:lnTo>
                    <a:pt x="334216" y="161206"/>
                  </a:lnTo>
                  <a:lnTo>
                    <a:pt x="333945" y="155922"/>
                  </a:lnTo>
                  <a:lnTo>
                    <a:pt x="333506" y="150650"/>
                  </a:lnTo>
                  <a:lnTo>
                    <a:pt x="332901" y="145395"/>
                  </a:lnTo>
                  <a:lnTo>
                    <a:pt x="332129" y="140161"/>
                  </a:lnTo>
                  <a:lnTo>
                    <a:pt x="331193" y="134954"/>
                  </a:lnTo>
                  <a:lnTo>
                    <a:pt x="330092" y="129779"/>
                  </a:lnTo>
                  <a:lnTo>
                    <a:pt x="328828" y="124642"/>
                  </a:lnTo>
                  <a:lnTo>
                    <a:pt x="327402" y="119547"/>
                  </a:lnTo>
                  <a:lnTo>
                    <a:pt x="325816" y="114500"/>
                  </a:lnTo>
                  <a:lnTo>
                    <a:pt x="324071" y="109506"/>
                  </a:lnTo>
                  <a:lnTo>
                    <a:pt x="322168" y="104570"/>
                  </a:lnTo>
                  <a:lnTo>
                    <a:pt x="320110" y="99696"/>
                  </a:lnTo>
                  <a:lnTo>
                    <a:pt x="317899" y="94890"/>
                  </a:lnTo>
                  <a:lnTo>
                    <a:pt x="315538" y="90156"/>
                  </a:lnTo>
                  <a:lnTo>
                    <a:pt x="313027" y="85499"/>
                  </a:lnTo>
                  <a:lnTo>
                    <a:pt x="310370" y="80924"/>
                  </a:lnTo>
                  <a:lnTo>
                    <a:pt x="307570" y="76435"/>
                  </a:lnTo>
                  <a:lnTo>
                    <a:pt x="304630" y="72038"/>
                  </a:lnTo>
                  <a:lnTo>
                    <a:pt x="301551" y="67735"/>
                  </a:lnTo>
                  <a:lnTo>
                    <a:pt x="298338" y="63532"/>
                  </a:lnTo>
                  <a:lnTo>
                    <a:pt x="294994" y="59433"/>
                  </a:lnTo>
                  <a:lnTo>
                    <a:pt x="291522" y="55441"/>
                  </a:lnTo>
                  <a:lnTo>
                    <a:pt x="287925" y="51562"/>
                  </a:lnTo>
                  <a:lnTo>
                    <a:pt x="284207" y="47798"/>
                  </a:lnTo>
                  <a:lnTo>
                    <a:pt x="280372" y="44154"/>
                  </a:lnTo>
                  <a:lnTo>
                    <a:pt x="276423" y="40633"/>
                  </a:lnTo>
                  <a:lnTo>
                    <a:pt x="272365" y="37239"/>
                  </a:lnTo>
                  <a:lnTo>
                    <a:pt x="268202" y="33975"/>
                  </a:lnTo>
                  <a:lnTo>
                    <a:pt x="263937" y="30844"/>
                  </a:lnTo>
                  <a:lnTo>
                    <a:pt x="259576" y="27850"/>
                  </a:lnTo>
                  <a:lnTo>
                    <a:pt x="255122" y="24995"/>
                  </a:lnTo>
                  <a:lnTo>
                    <a:pt x="250579" y="22282"/>
                  </a:lnTo>
                  <a:lnTo>
                    <a:pt x="245954" y="19715"/>
                  </a:lnTo>
                  <a:lnTo>
                    <a:pt x="241249" y="17295"/>
                  </a:lnTo>
                  <a:lnTo>
                    <a:pt x="236470" y="15026"/>
                  </a:lnTo>
                  <a:lnTo>
                    <a:pt x="231622" y="12909"/>
                  </a:lnTo>
                  <a:lnTo>
                    <a:pt x="226709" y="10946"/>
                  </a:lnTo>
                  <a:lnTo>
                    <a:pt x="221737" y="9140"/>
                  </a:lnTo>
                  <a:lnTo>
                    <a:pt x="216709" y="7492"/>
                  </a:lnTo>
                  <a:lnTo>
                    <a:pt x="211633" y="6004"/>
                  </a:lnTo>
                  <a:lnTo>
                    <a:pt x="206511" y="4677"/>
                  </a:lnTo>
                  <a:lnTo>
                    <a:pt x="201351" y="3513"/>
                  </a:lnTo>
                  <a:lnTo>
                    <a:pt x="196155" y="2513"/>
                  </a:lnTo>
                  <a:lnTo>
                    <a:pt x="190931" y="1677"/>
                  </a:lnTo>
                  <a:lnTo>
                    <a:pt x="185684" y="1008"/>
                  </a:lnTo>
                  <a:lnTo>
                    <a:pt x="180417" y="505"/>
                  </a:lnTo>
                  <a:lnTo>
                    <a:pt x="175137" y="168"/>
                  </a:lnTo>
                  <a:lnTo>
                    <a:pt x="169850" y="0"/>
                  </a:lnTo>
                  <a:lnTo>
                    <a:pt x="167154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83779" y="3170392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2562" y="2633064"/>
              <a:ext cx="166449" cy="167167"/>
            </a:xfrm>
            <a:custGeom>
              <a:avLst/>
              <a:pathLst>
                <a:path w="166449" h="167167">
                  <a:moveTo>
                    <a:pt x="166449" y="0"/>
                  </a:moveTo>
                  <a:lnTo>
                    <a:pt x="161078" y="86"/>
                  </a:lnTo>
                  <a:lnTo>
                    <a:pt x="155713" y="345"/>
                  </a:lnTo>
                  <a:lnTo>
                    <a:pt x="150360" y="776"/>
                  </a:lnTo>
                  <a:lnTo>
                    <a:pt x="145022" y="1378"/>
                  </a:lnTo>
                  <a:lnTo>
                    <a:pt x="139707" y="2152"/>
                  </a:lnTo>
                  <a:lnTo>
                    <a:pt x="134420" y="3097"/>
                  </a:lnTo>
                  <a:lnTo>
                    <a:pt x="129165" y="4210"/>
                  </a:lnTo>
                  <a:lnTo>
                    <a:pt x="123949" y="5492"/>
                  </a:lnTo>
                  <a:lnTo>
                    <a:pt x="118777" y="6941"/>
                  </a:lnTo>
                  <a:lnTo>
                    <a:pt x="113654" y="8555"/>
                  </a:lnTo>
                  <a:lnTo>
                    <a:pt x="108586" y="10333"/>
                  </a:lnTo>
                  <a:lnTo>
                    <a:pt x="103577" y="12273"/>
                  </a:lnTo>
                  <a:lnTo>
                    <a:pt x="98633" y="14373"/>
                  </a:lnTo>
                  <a:lnTo>
                    <a:pt x="93759" y="16631"/>
                  </a:lnTo>
                  <a:lnTo>
                    <a:pt x="88961" y="19044"/>
                  </a:lnTo>
                  <a:lnTo>
                    <a:pt x="84242" y="21610"/>
                  </a:lnTo>
                  <a:lnTo>
                    <a:pt x="79608" y="24326"/>
                  </a:lnTo>
                  <a:lnTo>
                    <a:pt x="75064" y="27189"/>
                  </a:lnTo>
                  <a:lnTo>
                    <a:pt x="70614" y="30197"/>
                  </a:lnTo>
                  <a:lnTo>
                    <a:pt x="66263" y="33347"/>
                  </a:lnTo>
                  <a:lnTo>
                    <a:pt x="62016" y="36635"/>
                  </a:lnTo>
                  <a:lnTo>
                    <a:pt x="57876" y="40057"/>
                  </a:lnTo>
                  <a:lnTo>
                    <a:pt x="53849" y="43611"/>
                  </a:lnTo>
                  <a:lnTo>
                    <a:pt x="49937" y="47292"/>
                  </a:lnTo>
                  <a:lnTo>
                    <a:pt x="46146" y="51097"/>
                  </a:lnTo>
                  <a:lnTo>
                    <a:pt x="42479" y="55022"/>
                  </a:lnTo>
                  <a:lnTo>
                    <a:pt x="38940" y="59063"/>
                  </a:lnTo>
                  <a:lnTo>
                    <a:pt x="35533" y="63215"/>
                  </a:lnTo>
                  <a:lnTo>
                    <a:pt x="32261" y="67474"/>
                  </a:lnTo>
                  <a:lnTo>
                    <a:pt x="29128" y="71837"/>
                  </a:lnTo>
                  <a:lnTo>
                    <a:pt x="26136" y="76298"/>
                  </a:lnTo>
                  <a:lnTo>
                    <a:pt x="23289" y="80852"/>
                  </a:lnTo>
                  <a:lnTo>
                    <a:pt x="20590" y="85496"/>
                  </a:lnTo>
                  <a:lnTo>
                    <a:pt x="18041" y="90224"/>
                  </a:lnTo>
                  <a:lnTo>
                    <a:pt x="15646" y="95032"/>
                  </a:lnTo>
                  <a:lnTo>
                    <a:pt x="13407" y="99914"/>
                  </a:lnTo>
                  <a:lnTo>
                    <a:pt x="11325" y="104865"/>
                  </a:lnTo>
                  <a:lnTo>
                    <a:pt x="9403" y="109881"/>
                  </a:lnTo>
                  <a:lnTo>
                    <a:pt x="7644" y="114956"/>
                  </a:lnTo>
                  <a:lnTo>
                    <a:pt x="6049" y="120085"/>
                  </a:lnTo>
                  <a:lnTo>
                    <a:pt x="4619" y="125262"/>
                  </a:lnTo>
                  <a:lnTo>
                    <a:pt x="3356" y="130483"/>
                  </a:lnTo>
                  <a:lnTo>
                    <a:pt x="2262" y="135742"/>
                  </a:lnTo>
                  <a:lnTo>
                    <a:pt x="1337" y="141033"/>
                  </a:lnTo>
                  <a:lnTo>
                    <a:pt x="583" y="146351"/>
                  </a:lnTo>
                  <a:lnTo>
                    <a:pt x="0" y="151690"/>
                  </a:lnTo>
                  <a:lnTo>
                    <a:pt x="1664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562" y="2784754"/>
              <a:ext cx="166449" cy="15476"/>
            </a:xfrm>
            <a:custGeom>
              <a:avLst/>
              <a:pathLst>
                <a:path w="166449" h="15476">
                  <a:moveTo>
                    <a:pt x="0" y="0"/>
                  </a:moveTo>
                  <a:lnTo>
                    <a:pt x="166449" y="154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44" y="2712915"/>
              <a:ext cx="334327" cy="254475"/>
            </a:xfrm>
            <a:custGeom>
              <a:avLst/>
              <a:pathLst>
                <a:path w="334327" h="254475">
                  <a:moveTo>
                    <a:pt x="717" y="71839"/>
                  </a:moveTo>
                  <a:lnTo>
                    <a:pt x="309" y="77138"/>
                  </a:lnTo>
                  <a:lnTo>
                    <a:pt x="70" y="82448"/>
                  </a:lnTo>
                  <a:lnTo>
                    <a:pt x="0" y="87763"/>
                  </a:lnTo>
                  <a:lnTo>
                    <a:pt x="98" y="93077"/>
                  </a:lnTo>
                  <a:lnTo>
                    <a:pt x="366" y="98386"/>
                  </a:lnTo>
                  <a:lnTo>
                    <a:pt x="802" y="103683"/>
                  </a:lnTo>
                  <a:lnTo>
                    <a:pt x="1407" y="108964"/>
                  </a:lnTo>
                  <a:lnTo>
                    <a:pt x="2179" y="114223"/>
                  </a:lnTo>
                  <a:lnTo>
                    <a:pt x="3117" y="119454"/>
                  </a:lnTo>
                  <a:lnTo>
                    <a:pt x="4222" y="124654"/>
                  </a:lnTo>
                  <a:lnTo>
                    <a:pt x="5492" y="129815"/>
                  </a:lnTo>
                  <a:lnTo>
                    <a:pt x="6924" y="134934"/>
                  </a:lnTo>
                  <a:lnTo>
                    <a:pt x="8519" y="140004"/>
                  </a:lnTo>
                  <a:lnTo>
                    <a:pt x="10275" y="145021"/>
                  </a:lnTo>
                  <a:lnTo>
                    <a:pt x="12188" y="149980"/>
                  </a:lnTo>
                  <a:lnTo>
                    <a:pt x="14259" y="154875"/>
                  </a:lnTo>
                  <a:lnTo>
                    <a:pt x="16484" y="159702"/>
                  </a:lnTo>
                  <a:lnTo>
                    <a:pt x="18862" y="164456"/>
                  </a:lnTo>
                  <a:lnTo>
                    <a:pt x="21389" y="169132"/>
                  </a:lnTo>
                  <a:lnTo>
                    <a:pt x="24064" y="173725"/>
                  </a:lnTo>
                  <a:lnTo>
                    <a:pt x="26883" y="178231"/>
                  </a:lnTo>
                  <a:lnTo>
                    <a:pt x="29845" y="182645"/>
                  </a:lnTo>
                  <a:lnTo>
                    <a:pt x="32945" y="186962"/>
                  </a:lnTo>
                  <a:lnTo>
                    <a:pt x="36181" y="191179"/>
                  </a:lnTo>
                  <a:lnTo>
                    <a:pt x="39549" y="195291"/>
                  </a:lnTo>
                  <a:lnTo>
                    <a:pt x="43046" y="199294"/>
                  </a:lnTo>
                  <a:lnTo>
                    <a:pt x="46669" y="203183"/>
                  </a:lnTo>
                  <a:lnTo>
                    <a:pt x="50413" y="206955"/>
                  </a:lnTo>
                  <a:lnTo>
                    <a:pt x="54276" y="210607"/>
                  </a:lnTo>
                  <a:lnTo>
                    <a:pt x="58253" y="214133"/>
                  </a:lnTo>
                  <a:lnTo>
                    <a:pt x="62340" y="217532"/>
                  </a:lnTo>
                  <a:lnTo>
                    <a:pt x="66532" y="220799"/>
                  </a:lnTo>
                  <a:lnTo>
                    <a:pt x="70827" y="223931"/>
                  </a:lnTo>
                  <a:lnTo>
                    <a:pt x="75219" y="226924"/>
                  </a:lnTo>
                  <a:lnTo>
                    <a:pt x="79704" y="229777"/>
                  </a:lnTo>
                  <a:lnTo>
                    <a:pt x="84277" y="232486"/>
                  </a:lnTo>
                  <a:lnTo>
                    <a:pt x="88934" y="235047"/>
                  </a:lnTo>
                  <a:lnTo>
                    <a:pt x="93671" y="237460"/>
                  </a:lnTo>
                  <a:lnTo>
                    <a:pt x="98481" y="239721"/>
                  </a:lnTo>
                  <a:lnTo>
                    <a:pt x="103361" y="241827"/>
                  </a:lnTo>
                  <a:lnTo>
                    <a:pt x="108306" y="243778"/>
                  </a:lnTo>
                  <a:lnTo>
                    <a:pt x="113310" y="245570"/>
                  </a:lnTo>
                  <a:lnTo>
                    <a:pt x="118368" y="247202"/>
                  </a:lnTo>
                  <a:lnTo>
                    <a:pt x="123476" y="248673"/>
                  </a:lnTo>
                  <a:lnTo>
                    <a:pt x="128628" y="249980"/>
                  </a:lnTo>
                  <a:lnTo>
                    <a:pt x="133819" y="251123"/>
                  </a:lnTo>
                  <a:lnTo>
                    <a:pt x="139043" y="252100"/>
                  </a:lnTo>
                  <a:lnTo>
                    <a:pt x="144296" y="252911"/>
                  </a:lnTo>
                  <a:lnTo>
                    <a:pt x="149573" y="253555"/>
                  </a:lnTo>
                  <a:lnTo>
                    <a:pt x="154867" y="254030"/>
                  </a:lnTo>
                  <a:lnTo>
                    <a:pt x="160173" y="254337"/>
                  </a:lnTo>
                  <a:lnTo>
                    <a:pt x="165486" y="254475"/>
                  </a:lnTo>
                  <a:lnTo>
                    <a:pt x="170802" y="254443"/>
                  </a:lnTo>
                  <a:lnTo>
                    <a:pt x="176113" y="254243"/>
                  </a:lnTo>
                  <a:lnTo>
                    <a:pt x="181416" y="253875"/>
                  </a:lnTo>
                  <a:lnTo>
                    <a:pt x="186704" y="253337"/>
                  </a:lnTo>
                  <a:lnTo>
                    <a:pt x="191972" y="252632"/>
                  </a:lnTo>
                  <a:lnTo>
                    <a:pt x="197215" y="251760"/>
                  </a:lnTo>
                  <a:lnTo>
                    <a:pt x="202428" y="250722"/>
                  </a:lnTo>
                  <a:lnTo>
                    <a:pt x="207605" y="249518"/>
                  </a:lnTo>
                  <a:lnTo>
                    <a:pt x="212741" y="248150"/>
                  </a:lnTo>
                  <a:lnTo>
                    <a:pt x="217832" y="246620"/>
                  </a:lnTo>
                  <a:lnTo>
                    <a:pt x="222871" y="244929"/>
                  </a:lnTo>
                  <a:lnTo>
                    <a:pt x="227853" y="243078"/>
                  </a:lnTo>
                  <a:lnTo>
                    <a:pt x="232775" y="241070"/>
                  </a:lnTo>
                  <a:lnTo>
                    <a:pt x="237630" y="238907"/>
                  </a:lnTo>
                  <a:lnTo>
                    <a:pt x="242413" y="236590"/>
                  </a:lnTo>
                  <a:lnTo>
                    <a:pt x="247121" y="234122"/>
                  </a:lnTo>
                  <a:lnTo>
                    <a:pt x="251748" y="231506"/>
                  </a:lnTo>
                  <a:lnTo>
                    <a:pt x="256289" y="228744"/>
                  </a:lnTo>
                  <a:lnTo>
                    <a:pt x="260741" y="225839"/>
                  </a:lnTo>
                  <a:lnTo>
                    <a:pt x="265097" y="222794"/>
                  </a:lnTo>
                  <a:lnTo>
                    <a:pt x="269355" y="219612"/>
                  </a:lnTo>
                  <a:lnTo>
                    <a:pt x="273509" y="216297"/>
                  </a:lnTo>
                  <a:lnTo>
                    <a:pt x="277556" y="212851"/>
                  </a:lnTo>
                  <a:lnTo>
                    <a:pt x="281491" y="209278"/>
                  </a:lnTo>
                  <a:lnTo>
                    <a:pt x="285311" y="205581"/>
                  </a:lnTo>
                  <a:lnTo>
                    <a:pt x="289011" y="201766"/>
                  </a:lnTo>
                  <a:lnTo>
                    <a:pt x="292588" y="197834"/>
                  </a:lnTo>
                  <a:lnTo>
                    <a:pt x="296038" y="193791"/>
                  </a:lnTo>
                  <a:lnTo>
                    <a:pt x="299358" y="189640"/>
                  </a:lnTo>
                  <a:lnTo>
                    <a:pt x="302544" y="185386"/>
                  </a:lnTo>
                  <a:lnTo>
                    <a:pt x="305594" y="181032"/>
                  </a:lnTo>
                  <a:lnTo>
                    <a:pt x="308503" y="176584"/>
                  </a:lnTo>
                  <a:lnTo>
                    <a:pt x="311270" y="172045"/>
                  </a:lnTo>
                  <a:lnTo>
                    <a:pt x="313891" y="167421"/>
                  </a:lnTo>
                  <a:lnTo>
                    <a:pt x="316363" y="162716"/>
                  </a:lnTo>
                  <a:lnTo>
                    <a:pt x="318685" y="157935"/>
                  </a:lnTo>
                  <a:lnTo>
                    <a:pt x="320854" y="153082"/>
                  </a:lnTo>
                  <a:lnTo>
                    <a:pt x="322867" y="148162"/>
                  </a:lnTo>
                  <a:lnTo>
                    <a:pt x="324722" y="143182"/>
                  </a:lnTo>
                  <a:lnTo>
                    <a:pt x="326419" y="138144"/>
                  </a:lnTo>
                  <a:lnTo>
                    <a:pt x="327954" y="133056"/>
                  </a:lnTo>
                  <a:lnTo>
                    <a:pt x="329327" y="127921"/>
                  </a:lnTo>
                  <a:lnTo>
                    <a:pt x="330536" y="122745"/>
                  </a:lnTo>
                  <a:lnTo>
                    <a:pt x="331580" y="117533"/>
                  </a:lnTo>
                  <a:lnTo>
                    <a:pt x="332458" y="112291"/>
                  </a:lnTo>
                  <a:lnTo>
                    <a:pt x="333168" y="107023"/>
                  </a:lnTo>
                  <a:lnTo>
                    <a:pt x="333711" y="101736"/>
                  </a:lnTo>
                  <a:lnTo>
                    <a:pt x="334085" y="96434"/>
                  </a:lnTo>
                  <a:lnTo>
                    <a:pt x="334290" y="91122"/>
                  </a:lnTo>
                  <a:lnTo>
                    <a:pt x="334327" y="85807"/>
                  </a:lnTo>
                  <a:lnTo>
                    <a:pt x="334195" y="80494"/>
                  </a:lnTo>
                  <a:lnTo>
                    <a:pt x="333893" y="75187"/>
                  </a:lnTo>
                  <a:lnTo>
                    <a:pt x="333423" y="69893"/>
                  </a:lnTo>
                  <a:lnTo>
                    <a:pt x="332785" y="64616"/>
                  </a:lnTo>
                  <a:lnTo>
                    <a:pt x="331980" y="59362"/>
                  </a:lnTo>
                  <a:lnTo>
                    <a:pt x="331008" y="54136"/>
                  </a:lnTo>
                  <a:lnTo>
                    <a:pt x="329870" y="48944"/>
                  </a:lnTo>
                  <a:lnTo>
                    <a:pt x="328568" y="43791"/>
                  </a:lnTo>
                  <a:lnTo>
                    <a:pt x="327103" y="38682"/>
                  </a:lnTo>
                  <a:lnTo>
                    <a:pt x="325476" y="33621"/>
                  </a:lnTo>
                  <a:lnTo>
                    <a:pt x="323689" y="28616"/>
                  </a:lnTo>
                  <a:lnTo>
                    <a:pt x="321743" y="23669"/>
                  </a:lnTo>
                  <a:lnTo>
                    <a:pt x="319642" y="18787"/>
                  </a:lnTo>
                  <a:lnTo>
                    <a:pt x="317386" y="13974"/>
                  </a:lnTo>
                  <a:lnTo>
                    <a:pt x="314979" y="9235"/>
                  </a:lnTo>
                  <a:lnTo>
                    <a:pt x="312422" y="4576"/>
                  </a:lnTo>
                  <a:lnTo>
                    <a:pt x="309718" y="0"/>
                  </a:lnTo>
                  <a:lnTo>
                    <a:pt x="167166" y="873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19011" y="2633064"/>
              <a:ext cx="142551" cy="167167"/>
            </a:xfrm>
            <a:custGeom>
              <a:avLst/>
              <a:pathLst>
                <a:path w="142551" h="167167">
                  <a:moveTo>
                    <a:pt x="142551" y="79851"/>
                  </a:moveTo>
                  <a:lnTo>
                    <a:pt x="139598" y="75203"/>
                  </a:lnTo>
                  <a:lnTo>
                    <a:pt x="136493" y="70655"/>
                  </a:lnTo>
                  <a:lnTo>
                    <a:pt x="133240" y="66212"/>
                  </a:lnTo>
                  <a:lnTo>
                    <a:pt x="129843" y="61878"/>
                  </a:lnTo>
                  <a:lnTo>
                    <a:pt x="126304" y="57659"/>
                  </a:lnTo>
                  <a:lnTo>
                    <a:pt x="122629" y="53558"/>
                  </a:lnTo>
                  <a:lnTo>
                    <a:pt x="118821" y="49581"/>
                  </a:lnTo>
                  <a:lnTo>
                    <a:pt x="114883" y="45731"/>
                  </a:lnTo>
                  <a:lnTo>
                    <a:pt x="110821" y="42013"/>
                  </a:lnTo>
                  <a:lnTo>
                    <a:pt x="106639" y="38431"/>
                  </a:lnTo>
                  <a:lnTo>
                    <a:pt x="102341" y="34988"/>
                  </a:lnTo>
                  <a:lnTo>
                    <a:pt x="97932" y="31689"/>
                  </a:lnTo>
                  <a:lnTo>
                    <a:pt x="93417" y="28537"/>
                  </a:lnTo>
                  <a:lnTo>
                    <a:pt x="88800" y="25536"/>
                  </a:lnTo>
                  <a:lnTo>
                    <a:pt x="84087" y="22688"/>
                  </a:lnTo>
                  <a:lnTo>
                    <a:pt x="79283" y="19996"/>
                  </a:lnTo>
                  <a:lnTo>
                    <a:pt x="74392" y="17465"/>
                  </a:lnTo>
                  <a:lnTo>
                    <a:pt x="69421" y="15096"/>
                  </a:lnTo>
                  <a:lnTo>
                    <a:pt x="64375" y="12892"/>
                  </a:lnTo>
                  <a:lnTo>
                    <a:pt x="59259" y="10855"/>
                  </a:lnTo>
                  <a:lnTo>
                    <a:pt x="54078" y="8988"/>
                  </a:lnTo>
                  <a:lnTo>
                    <a:pt x="48839" y="7293"/>
                  </a:lnTo>
                  <a:lnTo>
                    <a:pt x="43547" y="5771"/>
                  </a:lnTo>
                  <a:lnTo>
                    <a:pt x="38207" y="4424"/>
                  </a:lnTo>
                  <a:lnTo>
                    <a:pt x="32826" y="3254"/>
                  </a:lnTo>
                  <a:lnTo>
                    <a:pt x="27410" y="2262"/>
                  </a:lnTo>
                  <a:lnTo>
                    <a:pt x="21963" y="1449"/>
                  </a:lnTo>
                  <a:lnTo>
                    <a:pt x="16493" y="815"/>
                  </a:lnTo>
                  <a:lnTo>
                    <a:pt x="11005" y="362"/>
                  </a:lnTo>
                  <a:lnTo>
                    <a:pt x="550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651521" y="2126963"/>
              <a:ext cx="76951" cy="167167"/>
            </a:xfrm>
            <a:custGeom>
              <a:avLst/>
              <a:pathLst>
                <a:path w="76951" h="167167">
                  <a:moveTo>
                    <a:pt x="76951" y="0"/>
                  </a:moveTo>
                  <a:lnTo>
                    <a:pt x="71240" y="97"/>
                  </a:lnTo>
                  <a:lnTo>
                    <a:pt x="65536" y="390"/>
                  </a:lnTo>
                  <a:lnTo>
                    <a:pt x="59845" y="877"/>
                  </a:lnTo>
                  <a:lnTo>
                    <a:pt x="54174" y="1558"/>
                  </a:lnTo>
                  <a:lnTo>
                    <a:pt x="48530" y="2433"/>
                  </a:lnTo>
                  <a:lnTo>
                    <a:pt x="42919" y="3500"/>
                  </a:lnTo>
                  <a:lnTo>
                    <a:pt x="37348" y="4758"/>
                  </a:lnTo>
                  <a:lnTo>
                    <a:pt x="31823" y="6206"/>
                  </a:lnTo>
                  <a:lnTo>
                    <a:pt x="26350" y="7842"/>
                  </a:lnTo>
                  <a:lnTo>
                    <a:pt x="20937" y="9663"/>
                  </a:lnTo>
                  <a:lnTo>
                    <a:pt x="15589" y="11669"/>
                  </a:lnTo>
                  <a:lnTo>
                    <a:pt x="10313" y="13856"/>
                  </a:lnTo>
                  <a:lnTo>
                    <a:pt x="5114" y="16222"/>
                  </a:lnTo>
                  <a:lnTo>
                    <a:pt x="0" y="18764"/>
                  </a:lnTo>
                  <a:lnTo>
                    <a:pt x="7695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1521" y="2145728"/>
              <a:ext cx="76951" cy="148403"/>
            </a:xfrm>
            <a:custGeom>
              <a:avLst/>
              <a:pathLst>
                <a:path w="76951" h="148403">
                  <a:moveTo>
                    <a:pt x="0" y="0"/>
                  </a:moveTo>
                  <a:lnTo>
                    <a:pt x="76951" y="1484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561306" y="2145728"/>
              <a:ext cx="213713" cy="315567"/>
            </a:xfrm>
            <a:custGeom>
              <a:avLst/>
              <a:pathLst>
                <a:path w="213713" h="315567">
                  <a:moveTo>
                    <a:pt x="90214" y="0"/>
                  </a:moveTo>
                  <a:lnTo>
                    <a:pt x="85503" y="2539"/>
                  </a:lnTo>
                  <a:lnTo>
                    <a:pt x="80876" y="5227"/>
                  </a:lnTo>
                  <a:lnTo>
                    <a:pt x="76337" y="8063"/>
                  </a:lnTo>
                  <a:lnTo>
                    <a:pt x="71892" y="11042"/>
                  </a:lnTo>
                  <a:lnTo>
                    <a:pt x="67544" y="14162"/>
                  </a:lnTo>
                  <a:lnTo>
                    <a:pt x="63298" y="17420"/>
                  </a:lnTo>
                  <a:lnTo>
                    <a:pt x="59158" y="20812"/>
                  </a:lnTo>
                  <a:lnTo>
                    <a:pt x="55129" y="24335"/>
                  </a:lnTo>
                  <a:lnTo>
                    <a:pt x="51215" y="27985"/>
                  </a:lnTo>
                  <a:lnTo>
                    <a:pt x="47420" y="31758"/>
                  </a:lnTo>
                  <a:lnTo>
                    <a:pt x="43748" y="35651"/>
                  </a:lnTo>
                  <a:lnTo>
                    <a:pt x="40202" y="39659"/>
                  </a:lnTo>
                  <a:lnTo>
                    <a:pt x="36786" y="43779"/>
                  </a:lnTo>
                  <a:lnTo>
                    <a:pt x="33504" y="48006"/>
                  </a:lnTo>
                  <a:lnTo>
                    <a:pt x="30359" y="52336"/>
                  </a:lnTo>
                  <a:lnTo>
                    <a:pt x="27354" y="56764"/>
                  </a:lnTo>
                  <a:lnTo>
                    <a:pt x="24492" y="61286"/>
                  </a:lnTo>
                  <a:lnTo>
                    <a:pt x="21777" y="65898"/>
                  </a:lnTo>
                  <a:lnTo>
                    <a:pt x="19210" y="70594"/>
                  </a:lnTo>
                  <a:lnTo>
                    <a:pt x="16795" y="75370"/>
                  </a:lnTo>
                  <a:lnTo>
                    <a:pt x="14535" y="80221"/>
                  </a:lnTo>
                  <a:lnTo>
                    <a:pt x="12430" y="85142"/>
                  </a:lnTo>
                  <a:lnTo>
                    <a:pt x="10485" y="90127"/>
                  </a:lnTo>
                  <a:lnTo>
                    <a:pt x="8700" y="95172"/>
                  </a:lnTo>
                  <a:lnTo>
                    <a:pt x="7077" y="100272"/>
                  </a:lnTo>
                  <a:lnTo>
                    <a:pt x="5618" y="105421"/>
                  </a:lnTo>
                  <a:lnTo>
                    <a:pt x="4325" y="110614"/>
                  </a:lnTo>
                  <a:lnTo>
                    <a:pt x="3199" y="115846"/>
                  </a:lnTo>
                  <a:lnTo>
                    <a:pt x="2241" y="121111"/>
                  </a:lnTo>
                  <a:lnTo>
                    <a:pt x="1452" y="126404"/>
                  </a:lnTo>
                  <a:lnTo>
                    <a:pt x="833" y="131720"/>
                  </a:lnTo>
                  <a:lnTo>
                    <a:pt x="384" y="137053"/>
                  </a:lnTo>
                  <a:lnTo>
                    <a:pt x="106" y="142398"/>
                  </a:lnTo>
                  <a:lnTo>
                    <a:pt x="0" y="147748"/>
                  </a:lnTo>
                  <a:lnTo>
                    <a:pt x="64" y="153099"/>
                  </a:lnTo>
                  <a:lnTo>
                    <a:pt x="300" y="158446"/>
                  </a:lnTo>
                  <a:lnTo>
                    <a:pt x="707" y="163782"/>
                  </a:lnTo>
                  <a:lnTo>
                    <a:pt x="1285" y="169103"/>
                  </a:lnTo>
                  <a:lnTo>
                    <a:pt x="2032" y="174402"/>
                  </a:lnTo>
                  <a:lnTo>
                    <a:pt x="2949" y="179674"/>
                  </a:lnTo>
                  <a:lnTo>
                    <a:pt x="4034" y="184915"/>
                  </a:lnTo>
                  <a:lnTo>
                    <a:pt x="5287" y="190118"/>
                  </a:lnTo>
                  <a:lnTo>
                    <a:pt x="6705" y="195278"/>
                  </a:lnTo>
                  <a:lnTo>
                    <a:pt x="8288" y="200391"/>
                  </a:lnTo>
                  <a:lnTo>
                    <a:pt x="10033" y="205450"/>
                  </a:lnTo>
                  <a:lnTo>
                    <a:pt x="11940" y="210450"/>
                  </a:lnTo>
                  <a:lnTo>
                    <a:pt x="14006" y="215387"/>
                  </a:lnTo>
                  <a:lnTo>
                    <a:pt x="16228" y="220255"/>
                  </a:lnTo>
                  <a:lnTo>
                    <a:pt x="18606" y="225050"/>
                  </a:lnTo>
                  <a:lnTo>
                    <a:pt x="21135" y="229766"/>
                  </a:lnTo>
                  <a:lnTo>
                    <a:pt x="23814" y="234399"/>
                  </a:lnTo>
                  <a:lnTo>
                    <a:pt x="26641" y="238944"/>
                  </a:lnTo>
                  <a:lnTo>
                    <a:pt x="29611" y="243395"/>
                  </a:lnTo>
                  <a:lnTo>
                    <a:pt x="32722" y="247750"/>
                  </a:lnTo>
                  <a:lnTo>
                    <a:pt x="35971" y="252002"/>
                  </a:lnTo>
                  <a:lnTo>
                    <a:pt x="39355" y="256149"/>
                  </a:lnTo>
                  <a:lnTo>
                    <a:pt x="42869" y="260185"/>
                  </a:lnTo>
                  <a:lnTo>
                    <a:pt x="46511" y="264106"/>
                  </a:lnTo>
                  <a:lnTo>
                    <a:pt x="50276" y="267909"/>
                  </a:lnTo>
                  <a:lnTo>
                    <a:pt x="54162" y="271590"/>
                  </a:lnTo>
                  <a:lnTo>
                    <a:pt x="58163" y="275144"/>
                  </a:lnTo>
                  <a:lnTo>
                    <a:pt x="62276" y="278568"/>
                  </a:lnTo>
                  <a:lnTo>
                    <a:pt x="66496" y="281859"/>
                  </a:lnTo>
                  <a:lnTo>
                    <a:pt x="70819" y="285013"/>
                  </a:lnTo>
                  <a:lnTo>
                    <a:pt x="75242" y="288027"/>
                  </a:lnTo>
                  <a:lnTo>
                    <a:pt x="79758" y="290898"/>
                  </a:lnTo>
                  <a:lnTo>
                    <a:pt x="84364" y="293623"/>
                  </a:lnTo>
                  <a:lnTo>
                    <a:pt x="89055" y="296199"/>
                  </a:lnTo>
                  <a:lnTo>
                    <a:pt x="93826" y="298623"/>
                  </a:lnTo>
                  <a:lnTo>
                    <a:pt x="98672" y="300894"/>
                  </a:lnTo>
                  <a:lnTo>
                    <a:pt x="103588" y="303008"/>
                  </a:lnTo>
                  <a:lnTo>
                    <a:pt x="108570" y="304964"/>
                  </a:lnTo>
                  <a:lnTo>
                    <a:pt x="113611" y="306759"/>
                  </a:lnTo>
                  <a:lnTo>
                    <a:pt x="118708" y="308393"/>
                  </a:lnTo>
                  <a:lnTo>
                    <a:pt x="123854" y="309862"/>
                  </a:lnTo>
                  <a:lnTo>
                    <a:pt x="129044" y="311165"/>
                  </a:lnTo>
                  <a:lnTo>
                    <a:pt x="134274" y="312302"/>
                  </a:lnTo>
                  <a:lnTo>
                    <a:pt x="139537" y="313271"/>
                  </a:lnTo>
                  <a:lnTo>
                    <a:pt x="144829" y="314071"/>
                  </a:lnTo>
                  <a:lnTo>
                    <a:pt x="150143" y="314701"/>
                  </a:lnTo>
                  <a:lnTo>
                    <a:pt x="155475" y="315161"/>
                  </a:lnTo>
                  <a:lnTo>
                    <a:pt x="160819" y="315449"/>
                  </a:lnTo>
                  <a:lnTo>
                    <a:pt x="166170" y="315567"/>
                  </a:lnTo>
                  <a:lnTo>
                    <a:pt x="171521" y="315513"/>
                  </a:lnTo>
                  <a:lnTo>
                    <a:pt x="176868" y="315288"/>
                  </a:lnTo>
                  <a:lnTo>
                    <a:pt x="182205" y="314892"/>
                  </a:lnTo>
                  <a:lnTo>
                    <a:pt x="187527" y="314325"/>
                  </a:lnTo>
                  <a:lnTo>
                    <a:pt x="192827" y="313589"/>
                  </a:lnTo>
                  <a:lnTo>
                    <a:pt x="198102" y="312683"/>
                  </a:lnTo>
                  <a:lnTo>
                    <a:pt x="203344" y="311608"/>
                  </a:lnTo>
                  <a:lnTo>
                    <a:pt x="208550" y="310366"/>
                  </a:lnTo>
                  <a:lnTo>
                    <a:pt x="213713" y="308959"/>
                  </a:lnTo>
                  <a:lnTo>
                    <a:pt x="167166" y="148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28472" y="2126963"/>
              <a:ext cx="167151" cy="327723"/>
            </a:xfrm>
            <a:custGeom>
              <a:avLst/>
              <a:pathLst>
                <a:path w="167151" h="327723">
                  <a:moveTo>
                    <a:pt x="46547" y="327723"/>
                  </a:moveTo>
                  <a:lnTo>
                    <a:pt x="51624" y="326163"/>
                  </a:lnTo>
                  <a:lnTo>
                    <a:pt x="56648" y="324443"/>
                  </a:lnTo>
                  <a:lnTo>
                    <a:pt x="61616" y="322564"/>
                  </a:lnTo>
                  <a:lnTo>
                    <a:pt x="66521" y="320529"/>
                  </a:lnTo>
                  <a:lnTo>
                    <a:pt x="71359" y="318338"/>
                  </a:lnTo>
                  <a:lnTo>
                    <a:pt x="76125" y="315995"/>
                  </a:lnTo>
                  <a:lnTo>
                    <a:pt x="80815" y="313502"/>
                  </a:lnTo>
                  <a:lnTo>
                    <a:pt x="85422" y="310861"/>
                  </a:lnTo>
                  <a:lnTo>
                    <a:pt x="89944" y="308075"/>
                  </a:lnTo>
                  <a:lnTo>
                    <a:pt x="94374" y="305146"/>
                  </a:lnTo>
                  <a:lnTo>
                    <a:pt x="98710" y="302079"/>
                  </a:lnTo>
                  <a:lnTo>
                    <a:pt x="102946" y="298875"/>
                  </a:lnTo>
                  <a:lnTo>
                    <a:pt x="107077" y="295539"/>
                  </a:lnTo>
                  <a:lnTo>
                    <a:pt x="111101" y="292072"/>
                  </a:lnTo>
                  <a:lnTo>
                    <a:pt x="115013" y="288480"/>
                  </a:lnTo>
                  <a:lnTo>
                    <a:pt x="118809" y="284765"/>
                  </a:lnTo>
                  <a:lnTo>
                    <a:pt x="122484" y="280932"/>
                  </a:lnTo>
                  <a:lnTo>
                    <a:pt x="126036" y="276984"/>
                  </a:lnTo>
                  <a:lnTo>
                    <a:pt x="129461" y="272925"/>
                  </a:lnTo>
                  <a:lnTo>
                    <a:pt x="132755" y="268759"/>
                  </a:lnTo>
                  <a:lnTo>
                    <a:pt x="135915" y="264490"/>
                  </a:lnTo>
                  <a:lnTo>
                    <a:pt x="138938" y="260124"/>
                  </a:lnTo>
                  <a:lnTo>
                    <a:pt x="141821" y="255663"/>
                  </a:lnTo>
                  <a:lnTo>
                    <a:pt x="144561" y="251114"/>
                  </a:lnTo>
                  <a:lnTo>
                    <a:pt x="147154" y="246479"/>
                  </a:lnTo>
                  <a:lnTo>
                    <a:pt x="149599" y="241765"/>
                  </a:lnTo>
                  <a:lnTo>
                    <a:pt x="151894" y="236975"/>
                  </a:lnTo>
                  <a:lnTo>
                    <a:pt x="154035" y="232114"/>
                  </a:lnTo>
                  <a:lnTo>
                    <a:pt x="156020" y="227189"/>
                  </a:lnTo>
                  <a:lnTo>
                    <a:pt x="157848" y="222202"/>
                  </a:lnTo>
                  <a:lnTo>
                    <a:pt x="159516" y="217160"/>
                  </a:lnTo>
                  <a:lnTo>
                    <a:pt x="161024" y="212068"/>
                  </a:lnTo>
                  <a:lnTo>
                    <a:pt x="162369" y="206930"/>
                  </a:lnTo>
                  <a:lnTo>
                    <a:pt x="163550" y="201752"/>
                  </a:lnTo>
                  <a:lnTo>
                    <a:pt x="164566" y="196539"/>
                  </a:lnTo>
                  <a:lnTo>
                    <a:pt x="165416" y="191297"/>
                  </a:lnTo>
                  <a:lnTo>
                    <a:pt x="166099" y="186030"/>
                  </a:lnTo>
                  <a:lnTo>
                    <a:pt x="166615" y="180744"/>
                  </a:lnTo>
                  <a:lnTo>
                    <a:pt x="166962" y="175445"/>
                  </a:lnTo>
                  <a:lnTo>
                    <a:pt x="167141" y="170137"/>
                  </a:lnTo>
                  <a:lnTo>
                    <a:pt x="167151" y="164826"/>
                  </a:lnTo>
                  <a:lnTo>
                    <a:pt x="166992" y="159517"/>
                  </a:lnTo>
                  <a:lnTo>
                    <a:pt x="166665" y="154217"/>
                  </a:lnTo>
                  <a:lnTo>
                    <a:pt x="166169" y="148929"/>
                  </a:lnTo>
                  <a:lnTo>
                    <a:pt x="165506" y="143660"/>
                  </a:lnTo>
                  <a:lnTo>
                    <a:pt x="164676" y="138414"/>
                  </a:lnTo>
                  <a:lnTo>
                    <a:pt x="163679" y="133197"/>
                  </a:lnTo>
                  <a:lnTo>
                    <a:pt x="162517" y="128015"/>
                  </a:lnTo>
                  <a:lnTo>
                    <a:pt x="161192" y="122872"/>
                  </a:lnTo>
                  <a:lnTo>
                    <a:pt x="159703" y="117774"/>
                  </a:lnTo>
                  <a:lnTo>
                    <a:pt x="158054" y="112726"/>
                  </a:lnTo>
                  <a:lnTo>
                    <a:pt x="156245" y="107733"/>
                  </a:lnTo>
                  <a:lnTo>
                    <a:pt x="154278" y="102799"/>
                  </a:lnTo>
                  <a:lnTo>
                    <a:pt x="152155" y="97931"/>
                  </a:lnTo>
                  <a:lnTo>
                    <a:pt x="149879" y="93133"/>
                  </a:lnTo>
                  <a:lnTo>
                    <a:pt x="147452" y="88409"/>
                  </a:lnTo>
                  <a:lnTo>
                    <a:pt x="144875" y="83765"/>
                  </a:lnTo>
                  <a:lnTo>
                    <a:pt x="142153" y="79205"/>
                  </a:lnTo>
                  <a:lnTo>
                    <a:pt x="139287" y="74734"/>
                  </a:lnTo>
                  <a:lnTo>
                    <a:pt x="136281" y="70356"/>
                  </a:lnTo>
                  <a:lnTo>
                    <a:pt x="133136" y="66075"/>
                  </a:lnTo>
                  <a:lnTo>
                    <a:pt x="129858" y="61897"/>
                  </a:lnTo>
                  <a:lnTo>
                    <a:pt x="126448" y="57825"/>
                  </a:lnTo>
                  <a:lnTo>
                    <a:pt x="122911" y="53864"/>
                  </a:lnTo>
                  <a:lnTo>
                    <a:pt x="119250" y="50016"/>
                  </a:lnTo>
                  <a:lnTo>
                    <a:pt x="115469" y="46287"/>
                  </a:lnTo>
                  <a:lnTo>
                    <a:pt x="111570" y="42680"/>
                  </a:lnTo>
                  <a:lnTo>
                    <a:pt x="107560" y="39199"/>
                  </a:lnTo>
                  <a:lnTo>
                    <a:pt x="103440" y="35847"/>
                  </a:lnTo>
                  <a:lnTo>
                    <a:pt x="99217" y="32627"/>
                  </a:lnTo>
                  <a:lnTo>
                    <a:pt x="94893" y="29544"/>
                  </a:lnTo>
                  <a:lnTo>
                    <a:pt x="90473" y="26599"/>
                  </a:lnTo>
                  <a:lnTo>
                    <a:pt x="85962" y="23796"/>
                  </a:lnTo>
                  <a:lnTo>
                    <a:pt x="81365" y="21137"/>
                  </a:lnTo>
                  <a:lnTo>
                    <a:pt x="76685" y="18626"/>
                  </a:lnTo>
                  <a:lnTo>
                    <a:pt x="71928" y="16265"/>
                  </a:lnTo>
                  <a:lnTo>
                    <a:pt x="67098" y="14057"/>
                  </a:lnTo>
                  <a:lnTo>
                    <a:pt x="62200" y="12002"/>
                  </a:lnTo>
                  <a:lnTo>
                    <a:pt x="57240" y="10105"/>
                  </a:lnTo>
                  <a:lnTo>
                    <a:pt x="52222" y="8366"/>
                  </a:lnTo>
                  <a:lnTo>
                    <a:pt x="47151" y="6787"/>
                  </a:lnTo>
                  <a:lnTo>
                    <a:pt x="42032" y="5370"/>
                  </a:lnTo>
                  <a:lnTo>
                    <a:pt x="36872" y="4117"/>
                  </a:lnTo>
                  <a:lnTo>
                    <a:pt x="31674" y="3028"/>
                  </a:lnTo>
                  <a:lnTo>
                    <a:pt x="26444" y="2104"/>
                  </a:lnTo>
                  <a:lnTo>
                    <a:pt x="21187" y="1348"/>
                  </a:lnTo>
                  <a:lnTo>
                    <a:pt x="15909" y="758"/>
                  </a:lnTo>
                  <a:lnTo>
                    <a:pt x="10615" y="337"/>
                  </a:lnTo>
                  <a:lnTo>
                    <a:pt x="531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368553" y="1681503"/>
              <a:ext cx="54681" cy="167167"/>
            </a:xfrm>
            <a:custGeom>
              <a:avLst/>
              <a:pathLst>
                <a:path w="54681" h="167167">
                  <a:moveTo>
                    <a:pt x="54681" y="0"/>
                  </a:moveTo>
                  <a:lnTo>
                    <a:pt x="48493" y="114"/>
                  </a:lnTo>
                  <a:lnTo>
                    <a:pt x="42313" y="458"/>
                  </a:lnTo>
                  <a:lnTo>
                    <a:pt x="36150" y="1030"/>
                  </a:lnTo>
                  <a:lnTo>
                    <a:pt x="30013" y="1830"/>
                  </a:lnTo>
                  <a:lnTo>
                    <a:pt x="23909" y="2856"/>
                  </a:lnTo>
                  <a:lnTo>
                    <a:pt x="17848" y="4108"/>
                  </a:lnTo>
                  <a:lnTo>
                    <a:pt x="11837" y="5583"/>
                  </a:lnTo>
                  <a:lnTo>
                    <a:pt x="5885" y="7280"/>
                  </a:lnTo>
                  <a:lnTo>
                    <a:pt x="0" y="9196"/>
                  </a:lnTo>
                  <a:lnTo>
                    <a:pt x="5468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68553" y="1690699"/>
              <a:ext cx="54681" cy="157971"/>
            </a:xfrm>
            <a:custGeom>
              <a:avLst/>
              <a:pathLst>
                <a:path w="54681" h="157971">
                  <a:moveTo>
                    <a:pt x="0" y="0"/>
                  </a:moveTo>
                  <a:lnTo>
                    <a:pt x="54681" y="157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256067" y="1690699"/>
              <a:ext cx="334334" cy="325119"/>
            </a:xfrm>
            <a:custGeom>
              <a:avLst/>
              <a:pathLst>
                <a:path w="334334" h="325119">
                  <a:moveTo>
                    <a:pt x="112485" y="0"/>
                  </a:moveTo>
                  <a:lnTo>
                    <a:pt x="107502" y="1813"/>
                  </a:lnTo>
                  <a:lnTo>
                    <a:pt x="102579" y="3784"/>
                  </a:lnTo>
                  <a:lnTo>
                    <a:pt x="97721" y="5911"/>
                  </a:lnTo>
                  <a:lnTo>
                    <a:pt x="92933" y="8190"/>
                  </a:lnTo>
                  <a:lnTo>
                    <a:pt x="88219" y="10620"/>
                  </a:lnTo>
                  <a:lnTo>
                    <a:pt x="83585" y="13198"/>
                  </a:lnTo>
                  <a:lnTo>
                    <a:pt x="79036" y="15922"/>
                  </a:lnTo>
                  <a:lnTo>
                    <a:pt x="74574" y="18789"/>
                  </a:lnTo>
                  <a:lnTo>
                    <a:pt x="70206" y="21796"/>
                  </a:lnTo>
                  <a:lnTo>
                    <a:pt x="65936" y="24940"/>
                  </a:lnTo>
                  <a:lnTo>
                    <a:pt x="61767" y="28218"/>
                  </a:lnTo>
                  <a:lnTo>
                    <a:pt x="57705" y="31626"/>
                  </a:lnTo>
                  <a:lnTo>
                    <a:pt x="53752" y="35162"/>
                  </a:lnTo>
                  <a:lnTo>
                    <a:pt x="49914" y="38821"/>
                  </a:lnTo>
                  <a:lnTo>
                    <a:pt x="46194" y="42600"/>
                  </a:lnTo>
                  <a:lnTo>
                    <a:pt x="42595" y="46495"/>
                  </a:lnTo>
                  <a:lnTo>
                    <a:pt x="39122" y="50502"/>
                  </a:lnTo>
                  <a:lnTo>
                    <a:pt x="35778" y="54618"/>
                  </a:lnTo>
                  <a:lnTo>
                    <a:pt x="32566" y="58837"/>
                  </a:lnTo>
                  <a:lnTo>
                    <a:pt x="29489" y="63157"/>
                  </a:lnTo>
                  <a:lnTo>
                    <a:pt x="26551" y="67571"/>
                  </a:lnTo>
                  <a:lnTo>
                    <a:pt x="23754" y="72077"/>
                  </a:lnTo>
                  <a:lnTo>
                    <a:pt x="21102" y="76669"/>
                  </a:lnTo>
                  <a:lnTo>
                    <a:pt x="18597" y="81343"/>
                  </a:lnTo>
                  <a:lnTo>
                    <a:pt x="16241" y="86094"/>
                  </a:lnTo>
                  <a:lnTo>
                    <a:pt x="14037" y="90917"/>
                  </a:lnTo>
                  <a:lnTo>
                    <a:pt x="11987" y="95808"/>
                  </a:lnTo>
                  <a:lnTo>
                    <a:pt x="10094" y="100761"/>
                  </a:lnTo>
                  <a:lnTo>
                    <a:pt x="8358" y="105772"/>
                  </a:lnTo>
                  <a:lnTo>
                    <a:pt x="6782" y="110836"/>
                  </a:lnTo>
                  <a:lnTo>
                    <a:pt x="5368" y="115947"/>
                  </a:lnTo>
                  <a:lnTo>
                    <a:pt x="4116" y="121100"/>
                  </a:lnTo>
                  <a:lnTo>
                    <a:pt x="3029" y="126290"/>
                  </a:lnTo>
                  <a:lnTo>
                    <a:pt x="2107" y="131512"/>
                  </a:lnTo>
                  <a:lnTo>
                    <a:pt x="1350" y="136761"/>
                  </a:lnTo>
                  <a:lnTo>
                    <a:pt x="761" y="142031"/>
                  </a:lnTo>
                  <a:lnTo>
                    <a:pt x="339" y="147317"/>
                  </a:lnTo>
                  <a:lnTo>
                    <a:pt x="85" y="152614"/>
                  </a:lnTo>
                  <a:lnTo>
                    <a:pt x="0" y="157916"/>
                  </a:lnTo>
                  <a:lnTo>
                    <a:pt x="82" y="163219"/>
                  </a:lnTo>
                  <a:lnTo>
                    <a:pt x="332" y="168516"/>
                  </a:lnTo>
                  <a:lnTo>
                    <a:pt x="751" y="173802"/>
                  </a:lnTo>
                  <a:lnTo>
                    <a:pt x="1337" y="179073"/>
                  </a:lnTo>
                  <a:lnTo>
                    <a:pt x="2090" y="184322"/>
                  </a:lnTo>
                  <a:lnTo>
                    <a:pt x="3008" y="189545"/>
                  </a:lnTo>
                  <a:lnTo>
                    <a:pt x="4092" y="194736"/>
                  </a:lnTo>
                  <a:lnTo>
                    <a:pt x="5341" y="199890"/>
                  </a:lnTo>
                  <a:lnTo>
                    <a:pt x="6752" y="205002"/>
                  </a:lnTo>
                  <a:lnTo>
                    <a:pt x="8324" y="210066"/>
                  </a:lnTo>
                  <a:lnTo>
                    <a:pt x="10057" y="215078"/>
                  </a:lnTo>
                  <a:lnTo>
                    <a:pt x="11947" y="220033"/>
                  </a:lnTo>
                  <a:lnTo>
                    <a:pt x="13994" y="224925"/>
                  </a:lnTo>
                  <a:lnTo>
                    <a:pt x="16194" y="229750"/>
                  </a:lnTo>
                  <a:lnTo>
                    <a:pt x="18547" y="234502"/>
                  </a:lnTo>
                  <a:lnTo>
                    <a:pt x="21049" y="239178"/>
                  </a:lnTo>
                  <a:lnTo>
                    <a:pt x="23699" y="243771"/>
                  </a:lnTo>
                  <a:lnTo>
                    <a:pt x="26492" y="248279"/>
                  </a:lnTo>
                  <a:lnTo>
                    <a:pt x="29427" y="252695"/>
                  </a:lnTo>
                  <a:lnTo>
                    <a:pt x="32501" y="257017"/>
                  </a:lnTo>
                  <a:lnTo>
                    <a:pt x="35711" y="261238"/>
                  </a:lnTo>
                  <a:lnTo>
                    <a:pt x="39052" y="265356"/>
                  </a:lnTo>
                  <a:lnTo>
                    <a:pt x="42523" y="269365"/>
                  </a:lnTo>
                  <a:lnTo>
                    <a:pt x="46119" y="273263"/>
                  </a:lnTo>
                  <a:lnTo>
                    <a:pt x="49837" y="277044"/>
                  </a:lnTo>
                  <a:lnTo>
                    <a:pt x="53673" y="280706"/>
                  </a:lnTo>
                  <a:lnTo>
                    <a:pt x="57623" y="284244"/>
                  </a:lnTo>
                  <a:lnTo>
                    <a:pt x="61683" y="287655"/>
                  </a:lnTo>
                  <a:lnTo>
                    <a:pt x="65849" y="290936"/>
                  </a:lnTo>
                  <a:lnTo>
                    <a:pt x="70118" y="294083"/>
                  </a:lnTo>
                  <a:lnTo>
                    <a:pt x="74484" y="297092"/>
                  </a:lnTo>
                  <a:lnTo>
                    <a:pt x="78943" y="299962"/>
                  </a:lnTo>
                  <a:lnTo>
                    <a:pt x="83492" y="302689"/>
                  </a:lnTo>
                  <a:lnTo>
                    <a:pt x="88124" y="305270"/>
                  </a:lnTo>
                  <a:lnTo>
                    <a:pt x="92836" y="307703"/>
                  </a:lnTo>
                  <a:lnTo>
                    <a:pt x="97623" y="309986"/>
                  </a:lnTo>
                  <a:lnTo>
                    <a:pt x="102479" y="312115"/>
                  </a:lnTo>
                  <a:lnTo>
                    <a:pt x="107401" y="314089"/>
                  </a:lnTo>
                  <a:lnTo>
                    <a:pt x="112383" y="315906"/>
                  </a:lnTo>
                  <a:lnTo>
                    <a:pt x="117420" y="317564"/>
                  </a:lnTo>
                  <a:lnTo>
                    <a:pt x="122507" y="319062"/>
                  </a:lnTo>
                  <a:lnTo>
                    <a:pt x="127639" y="320398"/>
                  </a:lnTo>
                  <a:lnTo>
                    <a:pt x="132811" y="321570"/>
                  </a:lnTo>
                  <a:lnTo>
                    <a:pt x="138017" y="322577"/>
                  </a:lnTo>
                  <a:lnTo>
                    <a:pt x="143253" y="323419"/>
                  </a:lnTo>
                  <a:lnTo>
                    <a:pt x="148513" y="324094"/>
                  </a:lnTo>
                  <a:lnTo>
                    <a:pt x="153792" y="324602"/>
                  </a:lnTo>
                  <a:lnTo>
                    <a:pt x="159084" y="324943"/>
                  </a:lnTo>
                  <a:lnTo>
                    <a:pt x="164384" y="325115"/>
                  </a:lnTo>
                  <a:lnTo>
                    <a:pt x="169687" y="325119"/>
                  </a:lnTo>
                  <a:lnTo>
                    <a:pt x="174987" y="324955"/>
                  </a:lnTo>
                  <a:lnTo>
                    <a:pt x="180280" y="324623"/>
                  </a:lnTo>
                  <a:lnTo>
                    <a:pt x="185559" y="324123"/>
                  </a:lnTo>
                  <a:lnTo>
                    <a:pt x="190820" y="323456"/>
                  </a:lnTo>
                  <a:lnTo>
                    <a:pt x="196057" y="322623"/>
                  </a:lnTo>
                  <a:lnTo>
                    <a:pt x="201265" y="321624"/>
                  </a:lnTo>
                  <a:lnTo>
                    <a:pt x="206439" y="320460"/>
                  </a:lnTo>
                  <a:lnTo>
                    <a:pt x="211573" y="319132"/>
                  </a:lnTo>
                  <a:lnTo>
                    <a:pt x="216662" y="317643"/>
                  </a:lnTo>
                  <a:lnTo>
                    <a:pt x="221702" y="315992"/>
                  </a:lnTo>
                  <a:lnTo>
                    <a:pt x="226687" y="314183"/>
                  </a:lnTo>
                  <a:lnTo>
                    <a:pt x="231612" y="312217"/>
                  </a:lnTo>
                  <a:lnTo>
                    <a:pt x="236472" y="310095"/>
                  </a:lnTo>
                  <a:lnTo>
                    <a:pt x="241262" y="307820"/>
                  </a:lnTo>
                  <a:lnTo>
                    <a:pt x="245978" y="305395"/>
                  </a:lnTo>
                  <a:lnTo>
                    <a:pt x="250614" y="302821"/>
                  </a:lnTo>
                  <a:lnTo>
                    <a:pt x="255167" y="300101"/>
                  </a:lnTo>
                  <a:lnTo>
                    <a:pt x="259631" y="297238"/>
                  </a:lnTo>
                  <a:lnTo>
                    <a:pt x="264001" y="294235"/>
                  </a:lnTo>
                  <a:lnTo>
                    <a:pt x="268275" y="291095"/>
                  </a:lnTo>
                  <a:lnTo>
                    <a:pt x="272446" y="287821"/>
                  </a:lnTo>
                  <a:lnTo>
                    <a:pt x="276512" y="284417"/>
                  </a:lnTo>
                  <a:lnTo>
                    <a:pt x="280468" y="280885"/>
                  </a:lnTo>
                  <a:lnTo>
                    <a:pt x="284309" y="277229"/>
                  </a:lnTo>
                  <a:lnTo>
                    <a:pt x="288033" y="273454"/>
                  </a:lnTo>
                  <a:lnTo>
                    <a:pt x="291635" y="269562"/>
                  </a:lnTo>
                  <a:lnTo>
                    <a:pt x="295112" y="265558"/>
                  </a:lnTo>
                  <a:lnTo>
                    <a:pt x="298460" y="261445"/>
                  </a:lnTo>
                  <a:lnTo>
                    <a:pt x="301676" y="257229"/>
                  </a:lnTo>
                  <a:lnTo>
                    <a:pt x="304757" y="252912"/>
                  </a:lnTo>
                  <a:lnTo>
                    <a:pt x="307699" y="248500"/>
                  </a:lnTo>
                  <a:lnTo>
                    <a:pt x="310500" y="243997"/>
                  </a:lnTo>
                  <a:lnTo>
                    <a:pt x="313157" y="239408"/>
                  </a:lnTo>
                  <a:lnTo>
                    <a:pt x="315666" y="234736"/>
                  </a:lnTo>
                  <a:lnTo>
                    <a:pt x="318026" y="229987"/>
                  </a:lnTo>
                  <a:lnTo>
                    <a:pt x="320235" y="225166"/>
                  </a:lnTo>
                  <a:lnTo>
                    <a:pt x="322289" y="220277"/>
                  </a:lnTo>
                  <a:lnTo>
                    <a:pt x="324187" y="215326"/>
                  </a:lnTo>
                  <a:lnTo>
                    <a:pt x="325927" y="210316"/>
                  </a:lnTo>
                  <a:lnTo>
                    <a:pt x="327508" y="205254"/>
                  </a:lnTo>
                  <a:lnTo>
                    <a:pt x="328927" y="200145"/>
                  </a:lnTo>
                  <a:lnTo>
                    <a:pt x="330183" y="194993"/>
                  </a:lnTo>
                  <a:lnTo>
                    <a:pt x="331276" y="189803"/>
                  </a:lnTo>
                  <a:lnTo>
                    <a:pt x="332203" y="184582"/>
                  </a:lnTo>
                  <a:lnTo>
                    <a:pt x="332964" y="179334"/>
                  </a:lnTo>
                  <a:lnTo>
                    <a:pt x="333558" y="174064"/>
                  </a:lnTo>
                  <a:lnTo>
                    <a:pt x="333985" y="168779"/>
                  </a:lnTo>
                  <a:lnTo>
                    <a:pt x="334243" y="163482"/>
                  </a:lnTo>
                  <a:lnTo>
                    <a:pt x="334334" y="158180"/>
                  </a:lnTo>
                  <a:lnTo>
                    <a:pt x="334257" y="152877"/>
                  </a:lnTo>
                  <a:lnTo>
                    <a:pt x="334011" y="147580"/>
                  </a:lnTo>
                  <a:lnTo>
                    <a:pt x="333598" y="142293"/>
                  </a:lnTo>
                  <a:lnTo>
                    <a:pt x="333017" y="137022"/>
                  </a:lnTo>
                  <a:lnTo>
                    <a:pt x="332269" y="131772"/>
                  </a:lnTo>
                  <a:lnTo>
                    <a:pt x="331355" y="126549"/>
                  </a:lnTo>
                  <a:lnTo>
                    <a:pt x="330275" y="121357"/>
                  </a:lnTo>
                  <a:lnTo>
                    <a:pt x="329032" y="116201"/>
                  </a:lnTo>
                  <a:lnTo>
                    <a:pt x="327626" y="111088"/>
                  </a:lnTo>
                  <a:lnTo>
                    <a:pt x="326058" y="106022"/>
                  </a:lnTo>
                  <a:lnTo>
                    <a:pt x="324330" y="101009"/>
                  </a:lnTo>
                  <a:lnTo>
                    <a:pt x="322444" y="96052"/>
                  </a:lnTo>
                  <a:lnTo>
                    <a:pt x="320402" y="91158"/>
                  </a:lnTo>
                  <a:lnTo>
                    <a:pt x="318206" y="86332"/>
                  </a:lnTo>
                  <a:lnTo>
                    <a:pt x="315858" y="81577"/>
                  </a:lnTo>
                  <a:lnTo>
                    <a:pt x="313360" y="76899"/>
                  </a:lnTo>
                  <a:lnTo>
                    <a:pt x="310715" y="72303"/>
                  </a:lnTo>
                  <a:lnTo>
                    <a:pt x="307925" y="67793"/>
                  </a:lnTo>
                  <a:lnTo>
                    <a:pt x="304994" y="63374"/>
                  </a:lnTo>
                  <a:lnTo>
                    <a:pt x="301924" y="59049"/>
                  </a:lnTo>
                  <a:lnTo>
                    <a:pt x="298719" y="54825"/>
                  </a:lnTo>
                  <a:lnTo>
                    <a:pt x="295381" y="50704"/>
                  </a:lnTo>
                  <a:lnTo>
                    <a:pt x="291914" y="46691"/>
                  </a:lnTo>
                  <a:lnTo>
                    <a:pt x="288322" y="42791"/>
                  </a:lnTo>
                  <a:lnTo>
                    <a:pt x="284607" y="39006"/>
                  </a:lnTo>
                  <a:lnTo>
                    <a:pt x="280775" y="35340"/>
                  </a:lnTo>
                  <a:lnTo>
                    <a:pt x="276828" y="31799"/>
                  </a:lnTo>
                  <a:lnTo>
                    <a:pt x="272771" y="28384"/>
                  </a:lnTo>
                  <a:lnTo>
                    <a:pt x="268608" y="25099"/>
                  </a:lnTo>
                  <a:lnTo>
                    <a:pt x="264342" y="21949"/>
                  </a:lnTo>
                  <a:lnTo>
                    <a:pt x="259979" y="18935"/>
                  </a:lnTo>
                  <a:lnTo>
                    <a:pt x="255522" y="16061"/>
                  </a:lnTo>
                  <a:lnTo>
                    <a:pt x="250976" y="13330"/>
                  </a:lnTo>
                  <a:lnTo>
                    <a:pt x="246346" y="10744"/>
                  </a:lnTo>
                  <a:lnTo>
                    <a:pt x="241637" y="8307"/>
                  </a:lnTo>
                  <a:lnTo>
                    <a:pt x="236852" y="6020"/>
                  </a:lnTo>
                  <a:lnTo>
                    <a:pt x="167167" y="157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423235" y="1681503"/>
              <a:ext cx="69685" cy="167167"/>
            </a:xfrm>
            <a:custGeom>
              <a:avLst/>
              <a:pathLst>
                <a:path w="69685" h="167167">
                  <a:moveTo>
                    <a:pt x="69685" y="15217"/>
                  </a:moveTo>
                  <a:lnTo>
                    <a:pt x="64196" y="12818"/>
                  </a:lnTo>
                  <a:lnTo>
                    <a:pt x="58626" y="10617"/>
                  </a:lnTo>
                  <a:lnTo>
                    <a:pt x="52980" y="8617"/>
                  </a:lnTo>
                  <a:lnTo>
                    <a:pt x="47266" y="6821"/>
                  </a:lnTo>
                  <a:lnTo>
                    <a:pt x="41491" y="5231"/>
                  </a:lnTo>
                  <a:lnTo>
                    <a:pt x="35663" y="3848"/>
                  </a:lnTo>
                  <a:lnTo>
                    <a:pt x="29789" y="2675"/>
                  </a:lnTo>
                  <a:lnTo>
                    <a:pt x="23877" y="1714"/>
                  </a:lnTo>
                  <a:lnTo>
                    <a:pt x="17935" y="964"/>
                  </a:lnTo>
                  <a:lnTo>
                    <a:pt x="11969" y="429"/>
                  </a:lnTo>
                  <a:lnTo>
                    <a:pt x="5988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853886" y="1322571"/>
              <a:ext cx="334315" cy="334332"/>
            </a:xfrm>
            <a:custGeom>
              <a:avLst/>
              <a:pathLst>
                <a:path w="334315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90" y="754"/>
                  </a:lnTo>
                  <a:lnTo>
                    <a:pt x="146027" y="1340"/>
                  </a:lnTo>
                  <a:lnTo>
                    <a:pt x="140785" y="2092"/>
                  </a:lnTo>
                  <a:lnTo>
                    <a:pt x="135570" y="3010"/>
                  </a:lnTo>
                  <a:lnTo>
                    <a:pt x="130386" y="4093"/>
                  </a:lnTo>
                  <a:lnTo>
                    <a:pt x="125240" y="5339"/>
                  </a:lnTo>
                  <a:lnTo>
                    <a:pt x="120135" y="6748"/>
                  </a:lnTo>
                  <a:lnTo>
                    <a:pt x="115078" y="8317"/>
                  </a:lnTo>
                  <a:lnTo>
                    <a:pt x="110073" y="10047"/>
                  </a:lnTo>
                  <a:lnTo>
                    <a:pt x="105125" y="11933"/>
                  </a:lnTo>
                  <a:lnTo>
                    <a:pt x="100239" y="13976"/>
                  </a:lnTo>
                  <a:lnTo>
                    <a:pt x="95421" y="16172"/>
                  </a:lnTo>
                  <a:lnTo>
                    <a:pt x="90674" y="18520"/>
                  </a:lnTo>
                  <a:lnTo>
                    <a:pt x="86004" y="21017"/>
                  </a:lnTo>
                  <a:lnTo>
                    <a:pt x="81416" y="23660"/>
                  </a:lnTo>
                  <a:lnTo>
                    <a:pt x="76914" y="26448"/>
                  </a:lnTo>
                  <a:lnTo>
                    <a:pt x="72502" y="29377"/>
                  </a:lnTo>
                  <a:lnTo>
                    <a:pt x="68185" y="32444"/>
                  </a:lnTo>
                  <a:lnTo>
                    <a:pt x="63968" y="35646"/>
                  </a:lnTo>
                  <a:lnTo>
                    <a:pt x="59854" y="38980"/>
                  </a:lnTo>
                  <a:lnTo>
                    <a:pt x="55847" y="42443"/>
                  </a:lnTo>
                  <a:lnTo>
                    <a:pt x="51953" y="46031"/>
                  </a:lnTo>
                  <a:lnTo>
                    <a:pt x="48174" y="49740"/>
                  </a:lnTo>
                  <a:lnTo>
                    <a:pt x="44514" y="53568"/>
                  </a:lnTo>
                  <a:lnTo>
                    <a:pt x="40978" y="57509"/>
                  </a:lnTo>
                  <a:lnTo>
                    <a:pt x="37568" y="61560"/>
                  </a:lnTo>
                  <a:lnTo>
                    <a:pt x="34288" y="65718"/>
                  </a:lnTo>
                  <a:lnTo>
                    <a:pt x="31141" y="69977"/>
                  </a:lnTo>
                  <a:lnTo>
                    <a:pt x="28131" y="74333"/>
                  </a:lnTo>
                  <a:lnTo>
                    <a:pt x="25261" y="78783"/>
                  </a:lnTo>
                  <a:lnTo>
                    <a:pt x="22533" y="83322"/>
                  </a:lnTo>
                  <a:lnTo>
                    <a:pt x="19949" y="87944"/>
                  </a:lnTo>
                  <a:lnTo>
                    <a:pt x="17514" y="92647"/>
                  </a:lnTo>
                  <a:lnTo>
                    <a:pt x="15229" y="97424"/>
                  </a:lnTo>
                  <a:lnTo>
                    <a:pt x="13096" y="102270"/>
                  </a:lnTo>
                  <a:lnTo>
                    <a:pt x="11118" y="107182"/>
                  </a:lnTo>
                  <a:lnTo>
                    <a:pt x="9296" y="112155"/>
                  </a:lnTo>
                  <a:lnTo>
                    <a:pt x="7633" y="117182"/>
                  </a:lnTo>
                  <a:lnTo>
                    <a:pt x="6130" y="122260"/>
                  </a:lnTo>
                  <a:lnTo>
                    <a:pt x="4788" y="127382"/>
                  </a:lnTo>
                  <a:lnTo>
                    <a:pt x="3610" y="132545"/>
                  </a:lnTo>
                  <a:lnTo>
                    <a:pt x="2595" y="137742"/>
                  </a:lnTo>
                  <a:lnTo>
                    <a:pt x="1746" y="142969"/>
                  </a:lnTo>
                  <a:lnTo>
                    <a:pt x="1062" y="148220"/>
                  </a:lnTo>
                  <a:lnTo>
                    <a:pt x="546" y="153490"/>
                  </a:lnTo>
                  <a:lnTo>
                    <a:pt x="196" y="158774"/>
                  </a:lnTo>
                  <a:lnTo>
                    <a:pt x="14" y="164066"/>
                  </a:lnTo>
                  <a:lnTo>
                    <a:pt x="0" y="169362"/>
                  </a:lnTo>
                  <a:lnTo>
                    <a:pt x="153" y="174655"/>
                  </a:lnTo>
                  <a:lnTo>
                    <a:pt x="474" y="179941"/>
                  </a:lnTo>
                  <a:lnTo>
                    <a:pt x="962" y="185213"/>
                  </a:lnTo>
                  <a:lnTo>
                    <a:pt x="1617" y="190468"/>
                  </a:lnTo>
                  <a:lnTo>
                    <a:pt x="2438" y="195699"/>
                  </a:lnTo>
                  <a:lnTo>
                    <a:pt x="3424" y="200902"/>
                  </a:lnTo>
                  <a:lnTo>
                    <a:pt x="4575" y="206071"/>
                  </a:lnTo>
                  <a:lnTo>
                    <a:pt x="5889" y="211201"/>
                  </a:lnTo>
                  <a:lnTo>
                    <a:pt x="7364" y="216286"/>
                  </a:lnTo>
                  <a:lnTo>
                    <a:pt x="9000" y="221323"/>
                  </a:lnTo>
                  <a:lnTo>
                    <a:pt x="10795" y="226305"/>
                  </a:lnTo>
                  <a:lnTo>
                    <a:pt x="12747" y="231228"/>
                  </a:lnTo>
                  <a:lnTo>
                    <a:pt x="14853" y="236086"/>
                  </a:lnTo>
                  <a:lnTo>
                    <a:pt x="17112" y="240875"/>
                  </a:lnTo>
                  <a:lnTo>
                    <a:pt x="19522" y="245590"/>
                  </a:lnTo>
                  <a:lnTo>
                    <a:pt x="22080" y="250227"/>
                  </a:lnTo>
                  <a:lnTo>
                    <a:pt x="24784" y="254780"/>
                  </a:lnTo>
                  <a:lnTo>
                    <a:pt x="27630" y="259246"/>
                  </a:lnTo>
                  <a:lnTo>
                    <a:pt x="30617" y="263618"/>
                  </a:lnTo>
                  <a:lnTo>
                    <a:pt x="33740" y="267895"/>
                  </a:lnTo>
                  <a:lnTo>
                    <a:pt x="36997" y="272070"/>
                  </a:lnTo>
                  <a:lnTo>
                    <a:pt x="40385" y="276140"/>
                  </a:lnTo>
                  <a:lnTo>
                    <a:pt x="43900" y="280100"/>
                  </a:lnTo>
                  <a:lnTo>
                    <a:pt x="47539" y="283947"/>
                  </a:lnTo>
                  <a:lnTo>
                    <a:pt x="51298" y="287677"/>
                  </a:lnTo>
                  <a:lnTo>
                    <a:pt x="55173" y="291286"/>
                  </a:lnTo>
                  <a:lnTo>
                    <a:pt x="59161" y="294771"/>
                  </a:lnTo>
                  <a:lnTo>
                    <a:pt x="63256" y="298127"/>
                  </a:lnTo>
                  <a:lnTo>
                    <a:pt x="67456" y="301352"/>
                  </a:lnTo>
                  <a:lnTo>
                    <a:pt x="71756" y="304442"/>
                  </a:lnTo>
                  <a:lnTo>
                    <a:pt x="76152" y="307395"/>
                  </a:lnTo>
                  <a:lnTo>
                    <a:pt x="80639" y="310207"/>
                  </a:lnTo>
                  <a:lnTo>
                    <a:pt x="85213" y="312875"/>
                  </a:lnTo>
                  <a:lnTo>
                    <a:pt x="89869" y="315397"/>
                  </a:lnTo>
                  <a:lnTo>
                    <a:pt x="94603" y="317771"/>
                  </a:lnTo>
                  <a:lnTo>
                    <a:pt x="99410" y="319993"/>
                  </a:lnTo>
                  <a:lnTo>
                    <a:pt x="104284" y="322062"/>
                  </a:lnTo>
                  <a:lnTo>
                    <a:pt x="109222" y="323976"/>
                  </a:lnTo>
                  <a:lnTo>
                    <a:pt x="114217" y="325732"/>
                  </a:lnTo>
                  <a:lnTo>
                    <a:pt x="119266" y="327329"/>
                  </a:lnTo>
                  <a:lnTo>
                    <a:pt x="124363" y="328765"/>
                  </a:lnTo>
                  <a:lnTo>
                    <a:pt x="129503" y="330039"/>
                  </a:lnTo>
                  <a:lnTo>
                    <a:pt x="134681" y="331150"/>
                  </a:lnTo>
                  <a:lnTo>
                    <a:pt x="139891" y="332096"/>
                  </a:lnTo>
                  <a:lnTo>
                    <a:pt x="145128" y="332877"/>
                  </a:lnTo>
                  <a:lnTo>
                    <a:pt x="150388" y="333492"/>
                  </a:lnTo>
                  <a:lnTo>
                    <a:pt x="155664" y="333939"/>
                  </a:lnTo>
                  <a:lnTo>
                    <a:pt x="160952" y="334219"/>
                  </a:lnTo>
                  <a:lnTo>
                    <a:pt x="166247" y="334332"/>
                  </a:lnTo>
                  <a:lnTo>
                    <a:pt x="171542" y="334277"/>
                  </a:lnTo>
                  <a:lnTo>
                    <a:pt x="176832" y="334054"/>
                  </a:lnTo>
                  <a:lnTo>
                    <a:pt x="182113" y="333664"/>
                  </a:lnTo>
                  <a:lnTo>
                    <a:pt x="187379" y="333106"/>
                  </a:lnTo>
                  <a:lnTo>
                    <a:pt x="192625" y="332382"/>
                  </a:lnTo>
                  <a:lnTo>
                    <a:pt x="197845" y="331493"/>
                  </a:lnTo>
                  <a:lnTo>
                    <a:pt x="203034" y="330438"/>
                  </a:lnTo>
                  <a:lnTo>
                    <a:pt x="208188" y="329220"/>
                  </a:lnTo>
                  <a:lnTo>
                    <a:pt x="213300" y="327839"/>
                  </a:lnTo>
                  <a:lnTo>
                    <a:pt x="218366" y="326296"/>
                  </a:lnTo>
                  <a:lnTo>
                    <a:pt x="223380" y="324594"/>
                  </a:lnTo>
                  <a:lnTo>
                    <a:pt x="228338" y="322735"/>
                  </a:lnTo>
                  <a:lnTo>
                    <a:pt x="233235" y="320719"/>
                  </a:lnTo>
                  <a:lnTo>
                    <a:pt x="238065" y="318548"/>
                  </a:lnTo>
                  <a:lnTo>
                    <a:pt x="242824" y="316226"/>
                  </a:lnTo>
                  <a:lnTo>
                    <a:pt x="247508" y="313755"/>
                  </a:lnTo>
                  <a:lnTo>
                    <a:pt x="252110" y="311136"/>
                  </a:lnTo>
                  <a:lnTo>
                    <a:pt x="256627" y="308373"/>
                  </a:lnTo>
                  <a:lnTo>
                    <a:pt x="261055" y="305468"/>
                  </a:lnTo>
                  <a:lnTo>
                    <a:pt x="265388" y="302425"/>
                  </a:lnTo>
                  <a:lnTo>
                    <a:pt x="269623" y="299245"/>
                  </a:lnTo>
                  <a:lnTo>
                    <a:pt x="273755" y="295934"/>
                  </a:lnTo>
                  <a:lnTo>
                    <a:pt x="277780" y="292493"/>
                  </a:lnTo>
                  <a:lnTo>
                    <a:pt x="281694" y="288926"/>
                  </a:lnTo>
                  <a:lnTo>
                    <a:pt x="285493" y="285237"/>
                  </a:lnTo>
                  <a:lnTo>
                    <a:pt x="289173" y="281429"/>
                  </a:lnTo>
                  <a:lnTo>
                    <a:pt x="292731" y="277507"/>
                  </a:lnTo>
                  <a:lnTo>
                    <a:pt x="296163" y="273474"/>
                  </a:lnTo>
                  <a:lnTo>
                    <a:pt x="299465" y="269335"/>
                  </a:lnTo>
                  <a:lnTo>
                    <a:pt x="302635" y="265093"/>
                  </a:lnTo>
                  <a:lnTo>
                    <a:pt x="305669" y="260753"/>
                  </a:lnTo>
                  <a:lnTo>
                    <a:pt x="308563" y="256318"/>
                  </a:lnTo>
                  <a:lnTo>
                    <a:pt x="311316" y="251795"/>
                  </a:lnTo>
                  <a:lnTo>
                    <a:pt x="313924" y="247186"/>
                  </a:lnTo>
                  <a:lnTo>
                    <a:pt x="316385" y="242497"/>
                  </a:lnTo>
                  <a:lnTo>
                    <a:pt x="318696" y="237733"/>
                  </a:lnTo>
                  <a:lnTo>
                    <a:pt x="320855" y="232897"/>
                  </a:lnTo>
                  <a:lnTo>
                    <a:pt x="322860" y="227996"/>
                  </a:lnTo>
                  <a:lnTo>
                    <a:pt x="324708" y="223034"/>
                  </a:lnTo>
                  <a:lnTo>
                    <a:pt x="326399" y="218016"/>
                  </a:lnTo>
                  <a:lnTo>
                    <a:pt x="327929" y="212946"/>
                  </a:lnTo>
                  <a:lnTo>
                    <a:pt x="329299" y="207831"/>
                  </a:lnTo>
                  <a:lnTo>
                    <a:pt x="330505" y="202675"/>
                  </a:lnTo>
                  <a:lnTo>
                    <a:pt x="331548" y="197483"/>
                  </a:lnTo>
                  <a:lnTo>
                    <a:pt x="332426" y="192261"/>
                  </a:lnTo>
                  <a:lnTo>
                    <a:pt x="333138" y="187014"/>
                  </a:lnTo>
                  <a:lnTo>
                    <a:pt x="333683" y="181746"/>
                  </a:lnTo>
                  <a:lnTo>
                    <a:pt x="334061" y="176465"/>
                  </a:lnTo>
                  <a:lnTo>
                    <a:pt x="334272" y="171173"/>
                  </a:lnTo>
                  <a:lnTo>
                    <a:pt x="334315" y="165878"/>
                  </a:lnTo>
                  <a:lnTo>
                    <a:pt x="334190" y="160584"/>
                  </a:lnTo>
                  <a:lnTo>
                    <a:pt x="333898" y="155297"/>
                  </a:lnTo>
                  <a:lnTo>
                    <a:pt x="333438" y="150022"/>
                  </a:lnTo>
                  <a:lnTo>
                    <a:pt x="332812" y="144763"/>
                  </a:lnTo>
                  <a:lnTo>
                    <a:pt x="332019" y="139528"/>
                  </a:lnTo>
                  <a:lnTo>
                    <a:pt x="331061" y="134320"/>
                  </a:lnTo>
                  <a:lnTo>
                    <a:pt x="329938" y="129145"/>
                  </a:lnTo>
                  <a:lnTo>
                    <a:pt x="328652" y="124008"/>
                  </a:lnTo>
                  <a:lnTo>
                    <a:pt x="327204" y="118914"/>
                  </a:lnTo>
                  <a:lnTo>
                    <a:pt x="325596" y="113869"/>
                  </a:lnTo>
                  <a:lnTo>
                    <a:pt x="323828" y="108877"/>
                  </a:lnTo>
                  <a:lnTo>
                    <a:pt x="321903" y="103944"/>
                  </a:lnTo>
                  <a:lnTo>
                    <a:pt x="319823" y="99074"/>
                  </a:lnTo>
                  <a:lnTo>
                    <a:pt x="317590" y="94273"/>
                  </a:lnTo>
                  <a:lnTo>
                    <a:pt x="315206" y="89545"/>
                  </a:lnTo>
                  <a:lnTo>
                    <a:pt x="312673" y="84894"/>
                  </a:lnTo>
                  <a:lnTo>
                    <a:pt x="309994" y="80327"/>
                  </a:lnTo>
                  <a:lnTo>
                    <a:pt x="307172" y="75846"/>
                  </a:lnTo>
                  <a:lnTo>
                    <a:pt x="304209" y="71457"/>
                  </a:lnTo>
                  <a:lnTo>
                    <a:pt x="301109" y="67164"/>
                  </a:lnTo>
                  <a:lnTo>
                    <a:pt x="297874" y="62971"/>
                  </a:lnTo>
                  <a:lnTo>
                    <a:pt x="294509" y="58883"/>
                  </a:lnTo>
                  <a:lnTo>
                    <a:pt x="291015" y="54904"/>
                  </a:lnTo>
                  <a:lnTo>
                    <a:pt x="287397" y="51037"/>
                  </a:lnTo>
                  <a:lnTo>
                    <a:pt x="283659" y="47287"/>
                  </a:lnTo>
                  <a:lnTo>
                    <a:pt x="279803" y="43657"/>
                  </a:lnTo>
                  <a:lnTo>
                    <a:pt x="275835" y="40151"/>
                  </a:lnTo>
                  <a:lnTo>
                    <a:pt x="271757" y="36772"/>
                  </a:lnTo>
                  <a:lnTo>
                    <a:pt x="267575" y="33524"/>
                  </a:lnTo>
                  <a:lnTo>
                    <a:pt x="263291" y="3041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52982"/>
              <a:ext cx="96138" cy="136756"/>
            </a:xfrm>
            <a:custGeom>
              <a:avLst/>
              <a:pathLst>
                <a:path w="96138" h="136756">
                  <a:moveTo>
                    <a:pt x="96138" y="0"/>
                  </a:moveTo>
                  <a:lnTo>
                    <a:pt x="0" y="1367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50947"/>
              <a:ext cx="96138" cy="138791"/>
            </a:xfrm>
            <a:custGeom>
              <a:avLst/>
              <a:pathLst>
                <a:path w="96138" h="138791">
                  <a:moveTo>
                    <a:pt x="96138" y="2035"/>
                  </a:moveTo>
                  <a:lnTo>
                    <a:pt x="93176" y="0"/>
                  </a:lnTo>
                  <a:lnTo>
                    <a:pt x="0" y="138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93176" cy="167167"/>
            </a:xfrm>
            <a:custGeom>
              <a:avLst/>
              <a:pathLst>
                <a:path w="93176" h="167167">
                  <a:moveTo>
                    <a:pt x="93176" y="28375"/>
                  </a:moveTo>
                  <a:lnTo>
                    <a:pt x="88294" y="25219"/>
                  </a:lnTo>
                  <a:lnTo>
                    <a:pt x="83305" y="22235"/>
                  </a:lnTo>
                  <a:lnTo>
                    <a:pt x="78215" y="19426"/>
                  </a:lnTo>
                  <a:lnTo>
                    <a:pt x="73030" y="16796"/>
                  </a:lnTo>
                  <a:lnTo>
                    <a:pt x="67758" y="14347"/>
                  </a:lnTo>
                  <a:lnTo>
                    <a:pt x="62403" y="12084"/>
                  </a:lnTo>
                  <a:lnTo>
                    <a:pt x="56973" y="10008"/>
                  </a:lnTo>
                  <a:lnTo>
                    <a:pt x="51474" y="8122"/>
                  </a:lnTo>
                  <a:lnTo>
                    <a:pt x="45912" y="6428"/>
                  </a:lnTo>
                  <a:lnTo>
                    <a:pt x="40295" y="4929"/>
                  </a:lnTo>
                  <a:lnTo>
                    <a:pt x="34630" y="3626"/>
                  </a:lnTo>
                  <a:lnTo>
                    <a:pt x="28922" y="2521"/>
                  </a:lnTo>
                  <a:lnTo>
                    <a:pt x="23180" y="1614"/>
                  </a:lnTo>
                  <a:lnTo>
                    <a:pt x="17409" y="909"/>
                  </a:lnTo>
                  <a:lnTo>
                    <a:pt x="11618" y="404"/>
                  </a:lnTo>
                  <a:lnTo>
                    <a:pt x="5812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378108" y="1071028"/>
              <a:ext cx="334283" cy="334334"/>
            </a:xfrm>
            <a:custGeom>
              <a:avLst/>
              <a:pathLst>
                <a:path w="334283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1" y="2095"/>
                  </a:lnTo>
                  <a:lnTo>
                    <a:pt x="135541" y="3015"/>
                  </a:lnTo>
                  <a:lnTo>
                    <a:pt x="130354" y="4099"/>
                  </a:lnTo>
                  <a:lnTo>
                    <a:pt x="125203" y="5348"/>
                  </a:lnTo>
                  <a:lnTo>
                    <a:pt x="120095" y="6759"/>
                  </a:lnTo>
                  <a:lnTo>
                    <a:pt x="115034" y="8331"/>
                  </a:lnTo>
                  <a:lnTo>
                    <a:pt x="110025" y="10063"/>
                  </a:lnTo>
                  <a:lnTo>
                    <a:pt x="105074" y="11952"/>
                  </a:lnTo>
                  <a:lnTo>
                    <a:pt x="100185" y="13998"/>
                  </a:lnTo>
                  <a:lnTo>
                    <a:pt x="95363" y="16198"/>
                  </a:lnTo>
                  <a:lnTo>
                    <a:pt x="90614" y="18549"/>
                  </a:lnTo>
                  <a:lnTo>
                    <a:pt x="85941" y="21050"/>
                  </a:lnTo>
                  <a:lnTo>
                    <a:pt x="81350" y="23698"/>
                  </a:lnTo>
                  <a:lnTo>
                    <a:pt x="76845" y="26490"/>
                  </a:lnTo>
                  <a:lnTo>
                    <a:pt x="72431" y="29423"/>
                  </a:lnTo>
                  <a:lnTo>
                    <a:pt x="68113" y="32495"/>
                  </a:lnTo>
                  <a:lnTo>
                    <a:pt x="63893" y="35702"/>
                  </a:lnTo>
                  <a:lnTo>
                    <a:pt x="59778" y="39041"/>
                  </a:lnTo>
                  <a:lnTo>
                    <a:pt x="55771" y="42509"/>
                  </a:lnTo>
                  <a:lnTo>
                    <a:pt x="51875" y="46102"/>
                  </a:lnTo>
                  <a:lnTo>
                    <a:pt x="48095" y="49817"/>
                  </a:lnTo>
                  <a:lnTo>
                    <a:pt x="44435" y="53650"/>
                  </a:lnTo>
                  <a:lnTo>
                    <a:pt x="40899" y="57597"/>
                  </a:lnTo>
                  <a:lnTo>
                    <a:pt x="37489" y="61654"/>
                  </a:lnTo>
                  <a:lnTo>
                    <a:pt x="34209" y="65817"/>
                  </a:lnTo>
                  <a:lnTo>
                    <a:pt x="31063" y="70082"/>
                  </a:lnTo>
                  <a:lnTo>
                    <a:pt x="28054" y="74445"/>
                  </a:lnTo>
                  <a:lnTo>
                    <a:pt x="25185" y="78900"/>
                  </a:lnTo>
                  <a:lnTo>
                    <a:pt x="22458" y="83445"/>
                  </a:lnTo>
                  <a:lnTo>
                    <a:pt x="19877" y="88073"/>
                  </a:lnTo>
                  <a:lnTo>
                    <a:pt x="17444" y="92782"/>
                  </a:lnTo>
                  <a:lnTo>
                    <a:pt x="15161" y="97564"/>
                  </a:lnTo>
                  <a:lnTo>
                    <a:pt x="13031" y="102417"/>
                  </a:lnTo>
                  <a:lnTo>
                    <a:pt x="11056" y="107335"/>
                  </a:lnTo>
                  <a:lnTo>
                    <a:pt x="9238" y="112313"/>
                  </a:lnTo>
                  <a:lnTo>
                    <a:pt x="7579" y="117347"/>
                  </a:lnTo>
                  <a:lnTo>
                    <a:pt x="6080" y="122430"/>
                  </a:lnTo>
                  <a:lnTo>
                    <a:pt x="4742" y="127558"/>
                  </a:lnTo>
                  <a:lnTo>
                    <a:pt x="3568" y="132726"/>
                  </a:lnTo>
                  <a:lnTo>
                    <a:pt x="2559" y="137929"/>
                  </a:lnTo>
                  <a:lnTo>
                    <a:pt x="1715" y="143161"/>
                  </a:lnTo>
                  <a:lnTo>
                    <a:pt x="1037" y="148417"/>
                  </a:lnTo>
                  <a:lnTo>
                    <a:pt x="526" y="153692"/>
                  </a:lnTo>
                  <a:lnTo>
                    <a:pt x="183" y="158981"/>
                  </a:lnTo>
                  <a:lnTo>
                    <a:pt x="7" y="164277"/>
                  </a:lnTo>
                  <a:lnTo>
                    <a:pt x="0" y="169577"/>
                  </a:lnTo>
                  <a:lnTo>
                    <a:pt x="160" y="174874"/>
                  </a:lnTo>
                  <a:lnTo>
                    <a:pt x="488" y="180164"/>
                  </a:lnTo>
                  <a:lnTo>
                    <a:pt x="984" y="185440"/>
                  </a:lnTo>
                  <a:lnTo>
                    <a:pt x="1647" y="190698"/>
                  </a:lnTo>
                  <a:lnTo>
                    <a:pt x="2476" y="195933"/>
                  </a:lnTo>
                  <a:lnTo>
                    <a:pt x="3470" y="201138"/>
                  </a:lnTo>
                  <a:lnTo>
                    <a:pt x="4629" y="206310"/>
                  </a:lnTo>
                  <a:lnTo>
                    <a:pt x="5952" y="211442"/>
                  </a:lnTo>
                  <a:lnTo>
                    <a:pt x="7436" y="216529"/>
                  </a:lnTo>
                  <a:lnTo>
                    <a:pt x="9081" y="221567"/>
                  </a:lnTo>
                  <a:lnTo>
                    <a:pt x="10885" y="226551"/>
                  </a:lnTo>
                  <a:lnTo>
                    <a:pt x="12846" y="231474"/>
                  </a:lnTo>
                  <a:lnTo>
                    <a:pt x="14962" y="236333"/>
                  </a:lnTo>
                  <a:lnTo>
                    <a:pt x="17231" y="241122"/>
                  </a:lnTo>
                  <a:lnTo>
                    <a:pt x="19651" y="245838"/>
                  </a:lnTo>
                  <a:lnTo>
                    <a:pt x="22219" y="250474"/>
                  </a:lnTo>
                  <a:lnTo>
                    <a:pt x="24932" y="255026"/>
                  </a:lnTo>
                  <a:lnTo>
                    <a:pt x="27789" y="259490"/>
                  </a:lnTo>
                  <a:lnTo>
                    <a:pt x="30785" y="263861"/>
                  </a:lnTo>
                  <a:lnTo>
                    <a:pt x="33919" y="268135"/>
                  </a:lnTo>
                  <a:lnTo>
                    <a:pt x="37187" y="272308"/>
                  </a:lnTo>
                  <a:lnTo>
                    <a:pt x="40585" y="276374"/>
                  </a:lnTo>
                  <a:lnTo>
                    <a:pt x="44110" y="280332"/>
                  </a:lnTo>
                  <a:lnTo>
                    <a:pt x="47759" y="284175"/>
                  </a:lnTo>
                  <a:lnTo>
                    <a:pt x="51528" y="287901"/>
                  </a:lnTo>
                  <a:lnTo>
                    <a:pt x="55413" y="291505"/>
                  </a:lnTo>
                  <a:lnTo>
                    <a:pt x="59411" y="294985"/>
                  </a:lnTo>
                  <a:lnTo>
                    <a:pt x="63517" y="298336"/>
                  </a:lnTo>
                  <a:lnTo>
                    <a:pt x="67727" y="301555"/>
                  </a:lnTo>
                  <a:lnTo>
                    <a:pt x="72037" y="304639"/>
                  </a:lnTo>
                  <a:lnTo>
                    <a:pt x="76442" y="307585"/>
                  </a:lnTo>
                  <a:lnTo>
                    <a:pt x="80939" y="310389"/>
                  </a:lnTo>
                  <a:lnTo>
                    <a:pt x="85522" y="313050"/>
                  </a:lnTo>
                  <a:lnTo>
                    <a:pt x="90188" y="315564"/>
                  </a:lnTo>
                  <a:lnTo>
                    <a:pt x="94930" y="317929"/>
                  </a:lnTo>
                  <a:lnTo>
                    <a:pt x="99746" y="320143"/>
                  </a:lnTo>
                  <a:lnTo>
                    <a:pt x="104629" y="322203"/>
                  </a:lnTo>
                  <a:lnTo>
                    <a:pt x="109575" y="324107"/>
                  </a:lnTo>
                  <a:lnTo>
                    <a:pt x="114578" y="325853"/>
                  </a:lnTo>
                  <a:lnTo>
                    <a:pt x="119635" y="327440"/>
                  </a:lnTo>
                  <a:lnTo>
                    <a:pt x="124739" y="328865"/>
                  </a:lnTo>
                  <a:lnTo>
                    <a:pt x="129886" y="330128"/>
                  </a:lnTo>
                  <a:lnTo>
                    <a:pt x="135071" y="331228"/>
                  </a:lnTo>
                  <a:lnTo>
                    <a:pt x="140287" y="332162"/>
                  </a:lnTo>
                  <a:lnTo>
                    <a:pt x="145531" y="332931"/>
                  </a:lnTo>
                  <a:lnTo>
                    <a:pt x="150796" y="333533"/>
                  </a:lnTo>
                  <a:lnTo>
                    <a:pt x="156078" y="333967"/>
                  </a:lnTo>
                  <a:lnTo>
                    <a:pt x="161371" y="334234"/>
                  </a:lnTo>
                  <a:lnTo>
                    <a:pt x="166670" y="334334"/>
                  </a:lnTo>
                  <a:lnTo>
                    <a:pt x="171969" y="334265"/>
                  </a:lnTo>
                  <a:lnTo>
                    <a:pt x="177264" y="334028"/>
                  </a:lnTo>
                  <a:lnTo>
                    <a:pt x="182548" y="333624"/>
                  </a:lnTo>
                  <a:lnTo>
                    <a:pt x="187817" y="333052"/>
                  </a:lnTo>
                  <a:lnTo>
                    <a:pt x="193065" y="332313"/>
                  </a:lnTo>
                  <a:lnTo>
                    <a:pt x="198287" y="331409"/>
                  </a:lnTo>
                  <a:lnTo>
                    <a:pt x="203477" y="330339"/>
                  </a:lnTo>
                  <a:lnTo>
                    <a:pt x="208631" y="329106"/>
                  </a:lnTo>
                  <a:lnTo>
                    <a:pt x="213744" y="327710"/>
                  </a:lnTo>
                  <a:lnTo>
                    <a:pt x="218809" y="326152"/>
                  </a:lnTo>
                  <a:lnTo>
                    <a:pt x="223823" y="324434"/>
                  </a:lnTo>
                  <a:lnTo>
                    <a:pt x="228780" y="322559"/>
                  </a:lnTo>
                  <a:lnTo>
                    <a:pt x="233675" y="320527"/>
                  </a:lnTo>
                  <a:lnTo>
                    <a:pt x="238503" y="318341"/>
                  </a:lnTo>
                  <a:lnTo>
                    <a:pt x="243259" y="316004"/>
                  </a:lnTo>
                  <a:lnTo>
                    <a:pt x="247939" y="313516"/>
                  </a:lnTo>
                  <a:lnTo>
                    <a:pt x="252537" y="310882"/>
                  </a:lnTo>
                  <a:lnTo>
                    <a:pt x="257050" y="308103"/>
                  </a:lnTo>
                  <a:lnTo>
                    <a:pt x="261472" y="305182"/>
                  </a:lnTo>
                  <a:lnTo>
                    <a:pt x="265800" y="302123"/>
                  </a:lnTo>
                  <a:lnTo>
                    <a:pt x="270028" y="298928"/>
                  </a:lnTo>
                  <a:lnTo>
                    <a:pt x="274153" y="295601"/>
                  </a:lnTo>
                  <a:lnTo>
                    <a:pt x="278170" y="292144"/>
                  </a:lnTo>
                  <a:lnTo>
                    <a:pt x="282076" y="288562"/>
                  </a:lnTo>
                  <a:lnTo>
                    <a:pt x="285867" y="284858"/>
                  </a:lnTo>
                  <a:lnTo>
                    <a:pt x="289538" y="281036"/>
                  </a:lnTo>
                  <a:lnTo>
                    <a:pt x="293086" y="277099"/>
                  </a:lnTo>
                  <a:lnTo>
                    <a:pt x="296507" y="273052"/>
                  </a:lnTo>
                  <a:lnTo>
                    <a:pt x="299799" y="268898"/>
                  </a:lnTo>
                  <a:lnTo>
                    <a:pt x="302957" y="264642"/>
                  </a:lnTo>
                  <a:lnTo>
                    <a:pt x="305978" y="260288"/>
                  </a:lnTo>
                  <a:lnTo>
                    <a:pt x="308860" y="255840"/>
                  </a:lnTo>
                  <a:lnTo>
                    <a:pt x="311600" y="251304"/>
                  </a:lnTo>
                  <a:lnTo>
                    <a:pt x="314194" y="246683"/>
                  </a:lnTo>
                  <a:lnTo>
                    <a:pt x="316641" y="241982"/>
                  </a:lnTo>
                  <a:lnTo>
                    <a:pt x="318938" y="237205"/>
                  </a:lnTo>
                  <a:lnTo>
                    <a:pt x="321081" y="232358"/>
                  </a:lnTo>
                  <a:lnTo>
                    <a:pt x="323071" y="227446"/>
                  </a:lnTo>
                  <a:lnTo>
                    <a:pt x="324903" y="222473"/>
                  </a:lnTo>
                  <a:lnTo>
                    <a:pt x="326577" y="217445"/>
                  </a:lnTo>
                  <a:lnTo>
                    <a:pt x="328091" y="212366"/>
                  </a:lnTo>
                  <a:lnTo>
                    <a:pt x="329442" y="207242"/>
                  </a:lnTo>
                  <a:lnTo>
                    <a:pt x="330631" y="202077"/>
                  </a:lnTo>
                  <a:lnTo>
                    <a:pt x="331656" y="196877"/>
                  </a:lnTo>
                  <a:lnTo>
                    <a:pt x="332515" y="191648"/>
                  </a:lnTo>
                  <a:lnTo>
                    <a:pt x="333208" y="186393"/>
                  </a:lnTo>
                  <a:lnTo>
                    <a:pt x="333734" y="181120"/>
                  </a:lnTo>
                  <a:lnTo>
                    <a:pt x="334092" y="175832"/>
                  </a:lnTo>
                  <a:lnTo>
                    <a:pt x="334283" y="17053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7133" cy="3369"/>
            </a:xfrm>
            <a:custGeom>
              <a:avLst/>
              <a:pathLst>
                <a:path w="167133" h="3369">
                  <a:moveTo>
                    <a:pt x="167133" y="33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7073"/>
              <a:ext cx="167163" cy="4492"/>
            </a:xfrm>
            <a:custGeom>
              <a:avLst/>
              <a:pathLst>
                <a:path w="167163" h="4492">
                  <a:moveTo>
                    <a:pt x="167133" y="4492"/>
                  </a:moveTo>
                  <a:lnTo>
                    <a:pt x="167163" y="0"/>
                  </a:lnTo>
                  <a:lnTo>
                    <a:pt x="0" y="1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167163" cy="167167"/>
            </a:xfrm>
            <a:custGeom>
              <a:avLst/>
              <a:pathLst>
                <a:path w="167163" h="167167">
                  <a:moveTo>
                    <a:pt x="167163" y="166044"/>
                  </a:moveTo>
                  <a:lnTo>
                    <a:pt x="167038" y="160598"/>
                  </a:lnTo>
                  <a:lnTo>
                    <a:pt x="166735" y="155160"/>
                  </a:lnTo>
                  <a:lnTo>
                    <a:pt x="166255" y="149734"/>
                  </a:lnTo>
                  <a:lnTo>
                    <a:pt x="165599" y="144327"/>
                  </a:lnTo>
                  <a:lnTo>
                    <a:pt x="164767" y="138944"/>
                  </a:lnTo>
                  <a:lnTo>
                    <a:pt x="163760" y="133591"/>
                  </a:lnTo>
                  <a:lnTo>
                    <a:pt x="162580" y="128274"/>
                  </a:lnTo>
                  <a:lnTo>
                    <a:pt x="161226" y="122997"/>
                  </a:lnTo>
                  <a:lnTo>
                    <a:pt x="159701" y="117768"/>
                  </a:lnTo>
                  <a:lnTo>
                    <a:pt x="158007" y="112592"/>
                  </a:lnTo>
                  <a:lnTo>
                    <a:pt x="156145" y="107473"/>
                  </a:lnTo>
                  <a:lnTo>
                    <a:pt x="154118" y="102417"/>
                  </a:lnTo>
                  <a:lnTo>
                    <a:pt x="151926" y="97431"/>
                  </a:lnTo>
                  <a:lnTo>
                    <a:pt x="149574" y="92518"/>
                  </a:lnTo>
                  <a:lnTo>
                    <a:pt x="147062" y="87685"/>
                  </a:lnTo>
                  <a:lnTo>
                    <a:pt x="144395" y="82936"/>
                  </a:lnTo>
                  <a:lnTo>
                    <a:pt x="141574" y="78276"/>
                  </a:lnTo>
                  <a:lnTo>
                    <a:pt x="138603" y="73711"/>
                  </a:lnTo>
                  <a:lnTo>
                    <a:pt x="135485" y="69245"/>
                  </a:lnTo>
                  <a:lnTo>
                    <a:pt x="132222" y="64883"/>
                  </a:lnTo>
                  <a:lnTo>
                    <a:pt x="128820" y="60629"/>
                  </a:lnTo>
                  <a:lnTo>
                    <a:pt x="125281" y="56489"/>
                  </a:lnTo>
                  <a:lnTo>
                    <a:pt x="121608" y="52466"/>
                  </a:lnTo>
                  <a:lnTo>
                    <a:pt x="117807" y="48565"/>
                  </a:lnTo>
                  <a:lnTo>
                    <a:pt x="113880" y="44790"/>
                  </a:lnTo>
                  <a:lnTo>
                    <a:pt x="109833" y="41145"/>
                  </a:lnTo>
                  <a:lnTo>
                    <a:pt x="105669" y="37634"/>
                  </a:lnTo>
                  <a:lnTo>
                    <a:pt x="101393" y="34260"/>
                  </a:lnTo>
                  <a:lnTo>
                    <a:pt x="97009" y="31027"/>
                  </a:lnTo>
                  <a:lnTo>
                    <a:pt x="92522" y="27939"/>
                  </a:lnTo>
                  <a:lnTo>
                    <a:pt x="87937" y="24998"/>
                  </a:lnTo>
                  <a:lnTo>
                    <a:pt x="83259" y="22209"/>
                  </a:lnTo>
                  <a:lnTo>
                    <a:pt x="78492" y="19573"/>
                  </a:lnTo>
                  <a:lnTo>
                    <a:pt x="73642" y="17094"/>
                  </a:lnTo>
                  <a:lnTo>
                    <a:pt x="68713" y="14775"/>
                  </a:lnTo>
                  <a:lnTo>
                    <a:pt x="63712" y="12617"/>
                  </a:lnTo>
                  <a:lnTo>
                    <a:pt x="58643" y="10623"/>
                  </a:lnTo>
                  <a:lnTo>
                    <a:pt x="53512" y="8796"/>
                  </a:lnTo>
                  <a:lnTo>
                    <a:pt x="48324" y="7137"/>
                  </a:lnTo>
                  <a:lnTo>
                    <a:pt x="43085" y="5647"/>
                  </a:lnTo>
                  <a:lnTo>
                    <a:pt x="37800" y="4329"/>
                  </a:lnTo>
                  <a:lnTo>
                    <a:pt x="32475" y="3184"/>
                  </a:lnTo>
                  <a:lnTo>
                    <a:pt x="27115" y="2213"/>
                  </a:lnTo>
                  <a:lnTo>
                    <a:pt x="21726" y="1417"/>
                  </a:lnTo>
                  <a:lnTo>
                    <a:pt x="16315" y="798"/>
                  </a:lnTo>
                  <a:lnTo>
                    <a:pt x="10886" y="354"/>
                  </a:lnTo>
                  <a:lnTo>
                    <a:pt x="544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892289" y="941493"/>
              <a:ext cx="131255" cy="167167"/>
            </a:xfrm>
            <a:custGeom>
              <a:avLst/>
              <a:pathLst>
                <a:path w="131255" h="167167">
                  <a:moveTo>
                    <a:pt x="131255" y="0"/>
                  </a:moveTo>
                  <a:lnTo>
                    <a:pt x="125665" y="93"/>
                  </a:lnTo>
                  <a:lnTo>
                    <a:pt x="120082" y="373"/>
                  </a:lnTo>
                  <a:lnTo>
                    <a:pt x="114511" y="840"/>
                  </a:lnTo>
                  <a:lnTo>
                    <a:pt x="108959" y="1493"/>
                  </a:lnTo>
                  <a:lnTo>
                    <a:pt x="103431" y="2331"/>
                  </a:lnTo>
                  <a:lnTo>
                    <a:pt x="97935" y="3354"/>
                  </a:lnTo>
                  <a:lnTo>
                    <a:pt x="92476" y="4559"/>
                  </a:lnTo>
                  <a:lnTo>
                    <a:pt x="87061" y="5947"/>
                  </a:lnTo>
                  <a:lnTo>
                    <a:pt x="81695" y="7515"/>
                  </a:lnTo>
                  <a:lnTo>
                    <a:pt x="76384" y="9261"/>
                  </a:lnTo>
                  <a:lnTo>
                    <a:pt x="71135" y="11184"/>
                  </a:lnTo>
                  <a:lnTo>
                    <a:pt x="65953" y="13282"/>
                  </a:lnTo>
                  <a:lnTo>
                    <a:pt x="60844" y="15551"/>
                  </a:lnTo>
                  <a:lnTo>
                    <a:pt x="55814" y="17990"/>
                  </a:lnTo>
                  <a:lnTo>
                    <a:pt x="50868" y="20596"/>
                  </a:lnTo>
                  <a:lnTo>
                    <a:pt x="46012" y="23366"/>
                  </a:lnTo>
                  <a:lnTo>
                    <a:pt x="41251" y="26297"/>
                  </a:lnTo>
                  <a:lnTo>
                    <a:pt x="36591" y="29385"/>
                  </a:lnTo>
                  <a:lnTo>
                    <a:pt x="32037" y="32627"/>
                  </a:lnTo>
                  <a:lnTo>
                    <a:pt x="27594" y="36020"/>
                  </a:lnTo>
                  <a:lnTo>
                    <a:pt x="23267" y="39560"/>
                  </a:lnTo>
                  <a:lnTo>
                    <a:pt x="19061" y="43242"/>
                  </a:lnTo>
                  <a:lnTo>
                    <a:pt x="14980" y="47062"/>
                  </a:lnTo>
                  <a:lnTo>
                    <a:pt x="11029" y="51018"/>
                  </a:lnTo>
                  <a:lnTo>
                    <a:pt x="7212" y="55103"/>
                  </a:lnTo>
                  <a:lnTo>
                    <a:pt x="3534" y="59313"/>
                  </a:lnTo>
                  <a:lnTo>
                    <a:pt x="0" y="63644"/>
                  </a:lnTo>
                  <a:lnTo>
                    <a:pt x="1312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892289" y="1005137"/>
              <a:ext cx="131255" cy="103523"/>
            </a:xfrm>
            <a:custGeom>
              <a:avLst/>
              <a:pathLst>
                <a:path w="131255" h="103523">
                  <a:moveTo>
                    <a:pt x="0" y="0"/>
                  </a:moveTo>
                  <a:lnTo>
                    <a:pt x="131255" y="1035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56376" y="968384"/>
              <a:ext cx="334327" cy="307433"/>
            </a:xfrm>
            <a:custGeom>
              <a:avLst/>
              <a:pathLst>
                <a:path w="334327" h="307433">
                  <a:moveTo>
                    <a:pt x="35912" y="36752"/>
                  </a:moveTo>
                  <a:lnTo>
                    <a:pt x="32685" y="40981"/>
                  </a:lnTo>
                  <a:lnTo>
                    <a:pt x="29593" y="45310"/>
                  </a:lnTo>
                  <a:lnTo>
                    <a:pt x="26642" y="49735"/>
                  </a:lnTo>
                  <a:lnTo>
                    <a:pt x="23832" y="54252"/>
                  </a:lnTo>
                  <a:lnTo>
                    <a:pt x="21168" y="58856"/>
                  </a:lnTo>
                  <a:lnTo>
                    <a:pt x="18651" y="63542"/>
                  </a:lnTo>
                  <a:lnTo>
                    <a:pt x="16285" y="68306"/>
                  </a:lnTo>
                  <a:lnTo>
                    <a:pt x="14071" y="73143"/>
                  </a:lnTo>
                  <a:lnTo>
                    <a:pt x="12013" y="78048"/>
                  </a:lnTo>
                  <a:lnTo>
                    <a:pt x="10112" y="83016"/>
                  </a:lnTo>
                  <a:lnTo>
                    <a:pt x="8369" y="88042"/>
                  </a:lnTo>
                  <a:lnTo>
                    <a:pt x="6788" y="93121"/>
                  </a:lnTo>
                  <a:lnTo>
                    <a:pt x="5369" y="98247"/>
                  </a:lnTo>
                  <a:lnTo>
                    <a:pt x="4114" y="103417"/>
                  </a:lnTo>
                  <a:lnTo>
                    <a:pt x="3023" y="108623"/>
                  </a:lnTo>
                  <a:lnTo>
                    <a:pt x="2099" y="113861"/>
                  </a:lnTo>
                  <a:lnTo>
                    <a:pt x="1343" y="119127"/>
                  </a:lnTo>
                  <a:lnTo>
                    <a:pt x="754" y="124413"/>
                  </a:lnTo>
                  <a:lnTo>
                    <a:pt x="333" y="129716"/>
                  </a:lnTo>
                  <a:lnTo>
                    <a:pt x="82" y="135030"/>
                  </a:lnTo>
                  <a:lnTo>
                    <a:pt x="0" y="140348"/>
                  </a:lnTo>
                  <a:lnTo>
                    <a:pt x="86" y="145667"/>
                  </a:lnTo>
                  <a:lnTo>
                    <a:pt x="343" y="150980"/>
                  </a:lnTo>
                  <a:lnTo>
                    <a:pt x="768" y="156282"/>
                  </a:lnTo>
                  <a:lnTo>
                    <a:pt x="1361" y="161569"/>
                  </a:lnTo>
                  <a:lnTo>
                    <a:pt x="2123" y="166833"/>
                  </a:lnTo>
                  <a:lnTo>
                    <a:pt x="3051" y="172071"/>
                  </a:lnTo>
                  <a:lnTo>
                    <a:pt x="4146" y="177276"/>
                  </a:lnTo>
                  <a:lnTo>
                    <a:pt x="5406" y="182444"/>
                  </a:lnTo>
                  <a:lnTo>
                    <a:pt x="6829" y="187570"/>
                  </a:lnTo>
                  <a:lnTo>
                    <a:pt x="8415" y="192647"/>
                  </a:lnTo>
                  <a:lnTo>
                    <a:pt x="10162" y="197672"/>
                  </a:lnTo>
                  <a:lnTo>
                    <a:pt x="12067" y="202638"/>
                  </a:lnTo>
                  <a:lnTo>
                    <a:pt x="14130" y="207541"/>
                  </a:lnTo>
                  <a:lnTo>
                    <a:pt x="16348" y="212376"/>
                  </a:lnTo>
                  <a:lnTo>
                    <a:pt x="18718" y="217138"/>
                  </a:lnTo>
                  <a:lnTo>
                    <a:pt x="21239" y="221822"/>
                  </a:lnTo>
                  <a:lnTo>
                    <a:pt x="23907" y="226424"/>
                  </a:lnTo>
                  <a:lnTo>
                    <a:pt x="26721" y="230938"/>
                  </a:lnTo>
                  <a:lnTo>
                    <a:pt x="29676" y="235361"/>
                  </a:lnTo>
                  <a:lnTo>
                    <a:pt x="32771" y="239687"/>
                  </a:lnTo>
                  <a:lnTo>
                    <a:pt x="36002" y="243913"/>
                  </a:lnTo>
                  <a:lnTo>
                    <a:pt x="39366" y="248034"/>
                  </a:lnTo>
                  <a:lnTo>
                    <a:pt x="42859" y="252045"/>
                  </a:lnTo>
                  <a:lnTo>
                    <a:pt x="46478" y="255944"/>
                  </a:lnTo>
                  <a:lnTo>
                    <a:pt x="50220" y="259725"/>
                  </a:lnTo>
                  <a:lnTo>
                    <a:pt x="54079" y="263386"/>
                  </a:lnTo>
                  <a:lnTo>
                    <a:pt x="58053" y="266921"/>
                  </a:lnTo>
                  <a:lnTo>
                    <a:pt x="62138" y="270329"/>
                  </a:lnTo>
                  <a:lnTo>
                    <a:pt x="66329" y="273605"/>
                  </a:lnTo>
                  <a:lnTo>
                    <a:pt x="70622" y="276745"/>
                  </a:lnTo>
                  <a:lnTo>
                    <a:pt x="75013" y="279748"/>
                  </a:lnTo>
                  <a:lnTo>
                    <a:pt x="79497" y="282609"/>
                  </a:lnTo>
                  <a:lnTo>
                    <a:pt x="84070" y="285327"/>
                  </a:lnTo>
                  <a:lnTo>
                    <a:pt x="88727" y="287897"/>
                  </a:lnTo>
                  <a:lnTo>
                    <a:pt x="93464" y="290318"/>
                  </a:lnTo>
                  <a:lnTo>
                    <a:pt x="98275" y="292587"/>
                  </a:lnTo>
                  <a:lnTo>
                    <a:pt x="103156" y="294702"/>
                  </a:lnTo>
                  <a:lnTo>
                    <a:pt x="108102" y="296660"/>
                  </a:lnTo>
                  <a:lnTo>
                    <a:pt x="113107" y="298460"/>
                  </a:lnTo>
                  <a:lnTo>
                    <a:pt x="118167" y="300100"/>
                  </a:lnTo>
                  <a:lnTo>
                    <a:pt x="123277" y="301578"/>
                  </a:lnTo>
                  <a:lnTo>
                    <a:pt x="128432" y="302893"/>
                  </a:lnTo>
                  <a:lnTo>
                    <a:pt x="133625" y="304043"/>
                  </a:lnTo>
                  <a:lnTo>
                    <a:pt x="138853" y="305027"/>
                  </a:lnTo>
                  <a:lnTo>
                    <a:pt x="144109" y="305845"/>
                  </a:lnTo>
                  <a:lnTo>
                    <a:pt x="149388" y="306495"/>
                  </a:lnTo>
                  <a:lnTo>
                    <a:pt x="154686" y="306976"/>
                  </a:lnTo>
                  <a:lnTo>
                    <a:pt x="159996" y="307289"/>
                  </a:lnTo>
                  <a:lnTo>
                    <a:pt x="165313" y="307433"/>
                  </a:lnTo>
                  <a:lnTo>
                    <a:pt x="170633" y="307407"/>
                  </a:lnTo>
                  <a:lnTo>
                    <a:pt x="175949" y="307212"/>
                  </a:lnTo>
                  <a:lnTo>
                    <a:pt x="181255" y="306848"/>
                  </a:lnTo>
                  <a:lnTo>
                    <a:pt x="186548" y="306315"/>
                  </a:lnTo>
                  <a:lnTo>
                    <a:pt x="191821" y="305615"/>
                  </a:lnTo>
                  <a:lnTo>
                    <a:pt x="197069" y="304747"/>
                  </a:lnTo>
                  <a:lnTo>
                    <a:pt x="202287" y="303712"/>
                  </a:lnTo>
                  <a:lnTo>
                    <a:pt x="207469" y="302512"/>
                  </a:lnTo>
                  <a:lnTo>
                    <a:pt x="212610" y="301147"/>
                  </a:lnTo>
                  <a:lnTo>
                    <a:pt x="217706" y="299620"/>
                  </a:lnTo>
                  <a:lnTo>
                    <a:pt x="222750" y="297932"/>
                  </a:lnTo>
                  <a:lnTo>
                    <a:pt x="227738" y="296083"/>
                  </a:lnTo>
                  <a:lnTo>
                    <a:pt x="232665" y="294077"/>
                  </a:lnTo>
                  <a:lnTo>
                    <a:pt x="237525" y="291915"/>
                  </a:lnTo>
                  <a:lnTo>
                    <a:pt x="242314" y="289600"/>
                  </a:lnTo>
                  <a:lnTo>
                    <a:pt x="247027" y="287134"/>
                  </a:lnTo>
                  <a:lnTo>
                    <a:pt x="251659" y="284518"/>
                  </a:lnTo>
                  <a:lnTo>
                    <a:pt x="256205" y="281757"/>
                  </a:lnTo>
                  <a:lnTo>
                    <a:pt x="260662" y="278853"/>
                  </a:lnTo>
                  <a:lnTo>
                    <a:pt x="265024" y="275808"/>
                  </a:lnTo>
                  <a:lnTo>
                    <a:pt x="269286" y="272626"/>
                  </a:lnTo>
                  <a:lnTo>
                    <a:pt x="273445" y="269310"/>
                  </a:lnTo>
                  <a:lnTo>
                    <a:pt x="277497" y="265863"/>
                  </a:lnTo>
                  <a:lnTo>
                    <a:pt x="281437" y="262289"/>
                  </a:lnTo>
                  <a:lnTo>
                    <a:pt x="285261" y="258591"/>
                  </a:lnTo>
                  <a:lnTo>
                    <a:pt x="288966" y="254774"/>
                  </a:lnTo>
                  <a:lnTo>
                    <a:pt x="292547" y="250841"/>
                  </a:lnTo>
                  <a:lnTo>
                    <a:pt x="296001" y="246796"/>
                  </a:lnTo>
                  <a:lnTo>
                    <a:pt x="299325" y="242643"/>
                  </a:lnTo>
                  <a:lnTo>
                    <a:pt x="302515" y="238386"/>
                  </a:lnTo>
                  <a:lnTo>
                    <a:pt x="305568" y="234030"/>
                  </a:lnTo>
                  <a:lnTo>
                    <a:pt x="308481" y="229579"/>
                  </a:lnTo>
                  <a:lnTo>
                    <a:pt x="311251" y="225038"/>
                  </a:lnTo>
                  <a:lnTo>
                    <a:pt x="313875" y="220411"/>
                  </a:lnTo>
                  <a:lnTo>
                    <a:pt x="316350" y="215703"/>
                  </a:lnTo>
                  <a:lnTo>
                    <a:pt x="318675" y="210918"/>
                  </a:lnTo>
                  <a:lnTo>
                    <a:pt x="320846" y="206062"/>
                  </a:lnTo>
                  <a:lnTo>
                    <a:pt x="322861" y="201139"/>
                  </a:lnTo>
                  <a:lnTo>
                    <a:pt x="324718" y="196154"/>
                  </a:lnTo>
                  <a:lnTo>
                    <a:pt x="326417" y="191113"/>
                  </a:lnTo>
                  <a:lnTo>
                    <a:pt x="327953" y="186021"/>
                  </a:lnTo>
                  <a:lnTo>
                    <a:pt x="329327" y="180882"/>
                  </a:lnTo>
                  <a:lnTo>
                    <a:pt x="330537" y="175702"/>
                  </a:lnTo>
                  <a:lnTo>
                    <a:pt x="331582" y="170486"/>
                  </a:lnTo>
                  <a:lnTo>
                    <a:pt x="332460" y="165240"/>
                  </a:lnTo>
                  <a:lnTo>
                    <a:pt x="333170" y="159968"/>
                  </a:lnTo>
                  <a:lnTo>
                    <a:pt x="333713" y="154677"/>
                  </a:lnTo>
                  <a:lnTo>
                    <a:pt x="334087" y="149370"/>
                  </a:lnTo>
                  <a:lnTo>
                    <a:pt x="334292" y="144055"/>
                  </a:lnTo>
                  <a:lnTo>
                    <a:pt x="334327" y="138736"/>
                  </a:lnTo>
                  <a:lnTo>
                    <a:pt x="334194" y="133418"/>
                  </a:lnTo>
                  <a:lnTo>
                    <a:pt x="333891" y="128107"/>
                  </a:lnTo>
                  <a:lnTo>
                    <a:pt x="333419" y="122809"/>
                  </a:lnTo>
                  <a:lnTo>
                    <a:pt x="332779" y="117528"/>
                  </a:lnTo>
                  <a:lnTo>
                    <a:pt x="331972" y="112270"/>
                  </a:lnTo>
                  <a:lnTo>
                    <a:pt x="330997" y="107041"/>
                  </a:lnTo>
                  <a:lnTo>
                    <a:pt x="329857" y="101845"/>
                  </a:lnTo>
                  <a:lnTo>
                    <a:pt x="328552" y="96689"/>
                  </a:lnTo>
                  <a:lnTo>
                    <a:pt x="327084" y="91576"/>
                  </a:lnTo>
                  <a:lnTo>
                    <a:pt x="325453" y="86513"/>
                  </a:lnTo>
                  <a:lnTo>
                    <a:pt x="323662" y="81504"/>
                  </a:lnTo>
                  <a:lnTo>
                    <a:pt x="321713" y="76554"/>
                  </a:lnTo>
                  <a:lnTo>
                    <a:pt x="319608" y="71670"/>
                  </a:lnTo>
                  <a:lnTo>
                    <a:pt x="317348" y="66854"/>
                  </a:lnTo>
                  <a:lnTo>
                    <a:pt x="314936" y="62113"/>
                  </a:lnTo>
                  <a:lnTo>
                    <a:pt x="312374" y="57451"/>
                  </a:lnTo>
                  <a:lnTo>
                    <a:pt x="309665" y="52873"/>
                  </a:lnTo>
                  <a:lnTo>
                    <a:pt x="306812" y="48384"/>
                  </a:lnTo>
                  <a:lnTo>
                    <a:pt x="303818" y="43987"/>
                  </a:lnTo>
                  <a:lnTo>
                    <a:pt x="300685" y="39688"/>
                  </a:lnTo>
                  <a:lnTo>
                    <a:pt x="297417" y="35491"/>
                  </a:lnTo>
                  <a:lnTo>
                    <a:pt x="294017" y="31400"/>
                  </a:lnTo>
                  <a:lnTo>
                    <a:pt x="290489" y="27419"/>
                  </a:lnTo>
                  <a:lnTo>
                    <a:pt x="286836" y="23552"/>
                  </a:lnTo>
                  <a:lnTo>
                    <a:pt x="283062" y="19804"/>
                  </a:lnTo>
                  <a:lnTo>
                    <a:pt x="279170" y="16178"/>
                  </a:lnTo>
                  <a:lnTo>
                    <a:pt x="275165" y="12677"/>
                  </a:lnTo>
                  <a:lnTo>
                    <a:pt x="271051" y="9305"/>
                  </a:lnTo>
                  <a:lnTo>
                    <a:pt x="266831" y="6067"/>
                  </a:lnTo>
                  <a:lnTo>
                    <a:pt x="262511" y="2963"/>
                  </a:lnTo>
                  <a:lnTo>
                    <a:pt x="258093" y="0"/>
                  </a:lnTo>
                  <a:lnTo>
                    <a:pt x="167167" y="140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90926" cy="167167"/>
            </a:xfrm>
            <a:custGeom>
              <a:avLst/>
              <a:pathLst>
                <a:path w="90926" h="167167">
                  <a:moveTo>
                    <a:pt x="90926" y="26891"/>
                  </a:moveTo>
                  <a:lnTo>
                    <a:pt x="86129" y="23896"/>
                  </a:lnTo>
                  <a:lnTo>
                    <a:pt x="81234" y="21065"/>
                  </a:lnTo>
                  <a:lnTo>
                    <a:pt x="76246" y="18401"/>
                  </a:lnTo>
                  <a:lnTo>
                    <a:pt x="71171" y="15907"/>
                  </a:lnTo>
                  <a:lnTo>
                    <a:pt x="66014" y="13586"/>
                  </a:lnTo>
                  <a:lnTo>
                    <a:pt x="60781" y="11441"/>
                  </a:lnTo>
                  <a:lnTo>
                    <a:pt x="55479" y="9474"/>
                  </a:lnTo>
                  <a:lnTo>
                    <a:pt x="50114" y="7688"/>
                  </a:lnTo>
                  <a:lnTo>
                    <a:pt x="44691" y="6084"/>
                  </a:lnTo>
                  <a:lnTo>
                    <a:pt x="39217" y="4665"/>
                  </a:lnTo>
                  <a:lnTo>
                    <a:pt x="33698" y="3431"/>
                  </a:lnTo>
                  <a:lnTo>
                    <a:pt x="28141" y="2385"/>
                  </a:lnTo>
                  <a:lnTo>
                    <a:pt x="22552" y="1528"/>
                  </a:lnTo>
                  <a:lnTo>
                    <a:pt x="16936" y="860"/>
                  </a:lnTo>
                  <a:lnTo>
                    <a:pt x="11301" y="382"/>
                  </a:lnTo>
                  <a:lnTo>
                    <a:pt x="5654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373947" y="941493"/>
              <a:ext cx="112267" cy="167167"/>
            </a:xfrm>
            <a:custGeom>
              <a:avLst/>
              <a:pathLst>
                <a:path w="112267" h="167167">
                  <a:moveTo>
                    <a:pt x="112267" y="0"/>
                  </a:moveTo>
                  <a:lnTo>
                    <a:pt x="106673" y="93"/>
                  </a:lnTo>
                  <a:lnTo>
                    <a:pt x="101085" y="374"/>
                  </a:lnTo>
                  <a:lnTo>
                    <a:pt x="95510" y="842"/>
                  </a:lnTo>
                  <a:lnTo>
                    <a:pt x="89954" y="1495"/>
                  </a:lnTo>
                  <a:lnTo>
                    <a:pt x="84422" y="2335"/>
                  </a:lnTo>
                  <a:lnTo>
                    <a:pt x="78922" y="3359"/>
                  </a:lnTo>
                  <a:lnTo>
                    <a:pt x="73459" y="4567"/>
                  </a:lnTo>
                  <a:lnTo>
                    <a:pt x="68039" y="5957"/>
                  </a:lnTo>
                  <a:lnTo>
                    <a:pt x="62669" y="7527"/>
                  </a:lnTo>
                  <a:lnTo>
                    <a:pt x="57354" y="9276"/>
                  </a:lnTo>
                  <a:lnTo>
                    <a:pt x="52101" y="11202"/>
                  </a:lnTo>
                  <a:lnTo>
                    <a:pt x="46916" y="13303"/>
                  </a:lnTo>
                  <a:lnTo>
                    <a:pt x="41804" y="15576"/>
                  </a:lnTo>
                  <a:lnTo>
                    <a:pt x="36770" y="18019"/>
                  </a:lnTo>
                  <a:lnTo>
                    <a:pt x="31821" y="20629"/>
                  </a:lnTo>
                  <a:lnTo>
                    <a:pt x="26963" y="23403"/>
                  </a:lnTo>
                  <a:lnTo>
                    <a:pt x="22199" y="26338"/>
                  </a:lnTo>
                  <a:lnTo>
                    <a:pt x="17537" y="29431"/>
                  </a:lnTo>
                  <a:lnTo>
                    <a:pt x="12981" y="32679"/>
                  </a:lnTo>
                  <a:lnTo>
                    <a:pt x="8536" y="36076"/>
                  </a:lnTo>
                  <a:lnTo>
                    <a:pt x="4207" y="39621"/>
                  </a:lnTo>
                  <a:lnTo>
                    <a:pt x="0" y="43309"/>
                  </a:lnTo>
                  <a:lnTo>
                    <a:pt x="1122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3947" y="98480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049" y="984802"/>
              <a:ext cx="167166" cy="266292"/>
            </a:xfrm>
            <a:custGeom>
              <a:avLst/>
              <a:pathLst>
                <a:path w="167166" h="266292">
                  <a:moveTo>
                    <a:pt x="54898" y="0"/>
                  </a:moveTo>
                  <a:lnTo>
                    <a:pt x="50996" y="3652"/>
                  </a:lnTo>
                  <a:lnTo>
                    <a:pt x="47213" y="7426"/>
                  </a:lnTo>
                  <a:lnTo>
                    <a:pt x="43553" y="11320"/>
                  </a:lnTo>
                  <a:lnTo>
                    <a:pt x="40019" y="15329"/>
                  </a:lnTo>
                  <a:lnTo>
                    <a:pt x="36614" y="19449"/>
                  </a:lnTo>
                  <a:lnTo>
                    <a:pt x="33344" y="23675"/>
                  </a:lnTo>
                  <a:lnTo>
                    <a:pt x="30210" y="28004"/>
                  </a:lnTo>
                  <a:lnTo>
                    <a:pt x="27216" y="32431"/>
                  </a:lnTo>
                  <a:lnTo>
                    <a:pt x="24365" y="36952"/>
                  </a:lnTo>
                  <a:lnTo>
                    <a:pt x="21660" y="41561"/>
                  </a:lnTo>
                  <a:lnTo>
                    <a:pt x="19103" y="46254"/>
                  </a:lnTo>
                  <a:lnTo>
                    <a:pt x="16698" y="51027"/>
                  </a:lnTo>
                  <a:lnTo>
                    <a:pt x="14447" y="55874"/>
                  </a:lnTo>
                  <a:lnTo>
                    <a:pt x="12352" y="60790"/>
                  </a:lnTo>
                  <a:lnTo>
                    <a:pt x="10415" y="65771"/>
                  </a:lnTo>
                  <a:lnTo>
                    <a:pt x="8638" y="70811"/>
                  </a:lnTo>
                  <a:lnTo>
                    <a:pt x="7024" y="75906"/>
                  </a:lnTo>
                  <a:lnTo>
                    <a:pt x="5573" y="81049"/>
                  </a:lnTo>
                  <a:lnTo>
                    <a:pt x="4287" y="86237"/>
                  </a:lnTo>
                  <a:lnTo>
                    <a:pt x="3168" y="91462"/>
                  </a:lnTo>
                  <a:lnTo>
                    <a:pt x="2216" y="96721"/>
                  </a:lnTo>
                  <a:lnTo>
                    <a:pt x="1433" y="102008"/>
                  </a:lnTo>
                  <a:lnTo>
                    <a:pt x="819" y="107317"/>
                  </a:lnTo>
                  <a:lnTo>
                    <a:pt x="375" y="112643"/>
                  </a:lnTo>
                  <a:lnTo>
                    <a:pt x="102" y="117980"/>
                  </a:lnTo>
                  <a:lnTo>
                    <a:pt x="0" y="123323"/>
                  </a:lnTo>
                  <a:lnTo>
                    <a:pt x="68" y="128667"/>
                  </a:lnTo>
                  <a:lnTo>
                    <a:pt x="307" y="134006"/>
                  </a:lnTo>
                  <a:lnTo>
                    <a:pt x="717" y="139335"/>
                  </a:lnTo>
                  <a:lnTo>
                    <a:pt x="1296" y="144647"/>
                  </a:lnTo>
                  <a:lnTo>
                    <a:pt x="2046" y="149939"/>
                  </a:lnTo>
                  <a:lnTo>
                    <a:pt x="2964" y="155204"/>
                  </a:lnTo>
                  <a:lnTo>
                    <a:pt x="4050" y="160436"/>
                  </a:lnTo>
                  <a:lnTo>
                    <a:pt x="5302" y="165632"/>
                  </a:lnTo>
                  <a:lnTo>
                    <a:pt x="6720" y="170785"/>
                  </a:lnTo>
                  <a:lnTo>
                    <a:pt x="8302" y="175889"/>
                  </a:lnTo>
                  <a:lnTo>
                    <a:pt x="10047" y="180941"/>
                  </a:lnTo>
                  <a:lnTo>
                    <a:pt x="11952" y="185934"/>
                  </a:lnTo>
                  <a:lnTo>
                    <a:pt x="14015" y="190864"/>
                  </a:lnTo>
                  <a:lnTo>
                    <a:pt x="16236" y="195725"/>
                  </a:lnTo>
                  <a:lnTo>
                    <a:pt x="18610" y="200513"/>
                  </a:lnTo>
                  <a:lnTo>
                    <a:pt x="21136" y="205223"/>
                  </a:lnTo>
                  <a:lnTo>
                    <a:pt x="23812" y="209849"/>
                  </a:lnTo>
                  <a:lnTo>
                    <a:pt x="26634" y="214387"/>
                  </a:lnTo>
                  <a:lnTo>
                    <a:pt x="29599" y="218833"/>
                  </a:lnTo>
                  <a:lnTo>
                    <a:pt x="32706" y="223182"/>
                  </a:lnTo>
                  <a:lnTo>
                    <a:pt x="35949" y="227430"/>
                  </a:lnTo>
                  <a:lnTo>
                    <a:pt x="39327" y="231571"/>
                  </a:lnTo>
                  <a:lnTo>
                    <a:pt x="42836" y="235602"/>
                  </a:lnTo>
                  <a:lnTo>
                    <a:pt x="46471" y="239520"/>
                  </a:lnTo>
                  <a:lnTo>
                    <a:pt x="50230" y="243319"/>
                  </a:lnTo>
                  <a:lnTo>
                    <a:pt x="54108" y="246995"/>
                  </a:lnTo>
                  <a:lnTo>
                    <a:pt x="58102" y="250547"/>
                  </a:lnTo>
                  <a:lnTo>
                    <a:pt x="62208" y="253968"/>
                  </a:lnTo>
                  <a:lnTo>
                    <a:pt x="66420" y="257257"/>
                  </a:lnTo>
                  <a:lnTo>
                    <a:pt x="70736" y="260409"/>
                  </a:lnTo>
                  <a:lnTo>
                    <a:pt x="75150" y="263421"/>
                  </a:lnTo>
                  <a:lnTo>
                    <a:pt x="79659" y="266292"/>
                  </a:lnTo>
                  <a:lnTo>
                    <a:pt x="167166" y="1238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98708" y="941493"/>
              <a:ext cx="254664" cy="334326"/>
            </a:xfrm>
            <a:custGeom>
              <a:avLst/>
              <a:pathLst>
                <a:path w="254664" h="334326">
                  <a:moveTo>
                    <a:pt x="0" y="309601"/>
                  </a:moveTo>
                  <a:lnTo>
                    <a:pt x="4577" y="312314"/>
                  </a:lnTo>
                  <a:lnTo>
                    <a:pt x="9239" y="314880"/>
                  </a:lnTo>
                  <a:lnTo>
                    <a:pt x="13979" y="317296"/>
                  </a:lnTo>
                  <a:lnTo>
                    <a:pt x="18795" y="319560"/>
                  </a:lnTo>
                  <a:lnTo>
                    <a:pt x="23680" y="321669"/>
                  </a:lnTo>
                  <a:lnTo>
                    <a:pt x="28629" y="323623"/>
                  </a:lnTo>
                  <a:lnTo>
                    <a:pt x="33639" y="325417"/>
                  </a:lnTo>
                  <a:lnTo>
                    <a:pt x="38702" y="327052"/>
                  </a:lnTo>
                  <a:lnTo>
                    <a:pt x="43816" y="328524"/>
                  </a:lnTo>
                  <a:lnTo>
                    <a:pt x="48973" y="329833"/>
                  </a:lnTo>
                  <a:lnTo>
                    <a:pt x="54170" y="330977"/>
                  </a:lnTo>
                  <a:lnTo>
                    <a:pt x="59400" y="331955"/>
                  </a:lnTo>
                  <a:lnTo>
                    <a:pt x="64659" y="332766"/>
                  </a:lnTo>
                  <a:lnTo>
                    <a:pt x="69941" y="333409"/>
                  </a:lnTo>
                  <a:lnTo>
                    <a:pt x="75241" y="333884"/>
                  </a:lnTo>
                  <a:lnTo>
                    <a:pt x="80553" y="334190"/>
                  </a:lnTo>
                  <a:lnTo>
                    <a:pt x="85873" y="334326"/>
                  </a:lnTo>
                  <a:lnTo>
                    <a:pt x="91194" y="334294"/>
                  </a:lnTo>
                  <a:lnTo>
                    <a:pt x="96511" y="334092"/>
                  </a:lnTo>
                  <a:lnTo>
                    <a:pt x="101819" y="333721"/>
                  </a:lnTo>
                  <a:lnTo>
                    <a:pt x="107113" y="333181"/>
                  </a:lnTo>
                  <a:lnTo>
                    <a:pt x="112386" y="332473"/>
                  </a:lnTo>
                  <a:lnTo>
                    <a:pt x="117635" y="331597"/>
                  </a:lnTo>
                  <a:lnTo>
                    <a:pt x="122853" y="330555"/>
                  </a:lnTo>
                  <a:lnTo>
                    <a:pt x="128035" y="329347"/>
                  </a:lnTo>
                  <a:lnTo>
                    <a:pt x="133176" y="327975"/>
                  </a:lnTo>
                  <a:lnTo>
                    <a:pt x="138271" y="326440"/>
                  </a:lnTo>
                  <a:lnTo>
                    <a:pt x="143314" y="324744"/>
                  </a:lnTo>
                  <a:lnTo>
                    <a:pt x="148301" y="322888"/>
                  </a:lnTo>
                  <a:lnTo>
                    <a:pt x="153226" y="320874"/>
                  </a:lnTo>
                  <a:lnTo>
                    <a:pt x="158085" y="318705"/>
                  </a:lnTo>
                  <a:lnTo>
                    <a:pt x="162872" y="316382"/>
                  </a:lnTo>
                  <a:lnTo>
                    <a:pt x="167583" y="313907"/>
                  </a:lnTo>
                  <a:lnTo>
                    <a:pt x="172213" y="311284"/>
                  </a:lnTo>
                  <a:lnTo>
                    <a:pt x="176757" y="308516"/>
                  </a:lnTo>
                  <a:lnTo>
                    <a:pt x="181210" y="305603"/>
                  </a:lnTo>
                  <a:lnTo>
                    <a:pt x="185569" y="302551"/>
                  </a:lnTo>
                  <a:lnTo>
                    <a:pt x="189828" y="299361"/>
                  </a:lnTo>
                  <a:lnTo>
                    <a:pt x="193983" y="296038"/>
                  </a:lnTo>
                  <a:lnTo>
                    <a:pt x="198031" y="292584"/>
                  </a:lnTo>
                  <a:lnTo>
                    <a:pt x="201966" y="289003"/>
                  </a:lnTo>
                  <a:lnTo>
                    <a:pt x="205786" y="285298"/>
                  </a:lnTo>
                  <a:lnTo>
                    <a:pt x="209486" y="281474"/>
                  </a:lnTo>
                  <a:lnTo>
                    <a:pt x="213062" y="277534"/>
                  </a:lnTo>
                  <a:lnTo>
                    <a:pt x="216511" y="273482"/>
                  </a:lnTo>
                  <a:lnTo>
                    <a:pt x="219829" y="269322"/>
                  </a:lnTo>
                  <a:lnTo>
                    <a:pt x="223014" y="265059"/>
                  </a:lnTo>
                  <a:lnTo>
                    <a:pt x="226061" y="260697"/>
                  </a:lnTo>
                  <a:lnTo>
                    <a:pt x="228967" y="256240"/>
                  </a:lnTo>
                  <a:lnTo>
                    <a:pt x="231730" y="251692"/>
                  </a:lnTo>
                  <a:lnTo>
                    <a:pt x="234347" y="247059"/>
                  </a:lnTo>
                  <a:lnTo>
                    <a:pt x="236816" y="242346"/>
                  </a:lnTo>
                  <a:lnTo>
                    <a:pt x="239133" y="237556"/>
                  </a:lnTo>
                  <a:lnTo>
                    <a:pt x="241296" y="232694"/>
                  </a:lnTo>
                  <a:lnTo>
                    <a:pt x="243304" y="227766"/>
                  </a:lnTo>
                  <a:lnTo>
                    <a:pt x="245154" y="222777"/>
                  </a:lnTo>
                  <a:lnTo>
                    <a:pt x="246844" y="217732"/>
                  </a:lnTo>
                  <a:lnTo>
                    <a:pt x="248372" y="212635"/>
                  </a:lnTo>
                  <a:lnTo>
                    <a:pt x="249738" y="207492"/>
                  </a:lnTo>
                  <a:lnTo>
                    <a:pt x="250939" y="202308"/>
                  </a:lnTo>
                  <a:lnTo>
                    <a:pt x="251975" y="197089"/>
                  </a:lnTo>
                  <a:lnTo>
                    <a:pt x="252844" y="191839"/>
                  </a:lnTo>
                  <a:lnTo>
                    <a:pt x="253545" y="186565"/>
                  </a:lnTo>
                  <a:lnTo>
                    <a:pt x="254078" y="181271"/>
                  </a:lnTo>
                  <a:lnTo>
                    <a:pt x="254443" y="175962"/>
                  </a:lnTo>
                  <a:lnTo>
                    <a:pt x="254638" y="170644"/>
                  </a:lnTo>
                  <a:lnTo>
                    <a:pt x="254664" y="165324"/>
                  </a:lnTo>
                  <a:lnTo>
                    <a:pt x="254521" y="160004"/>
                  </a:lnTo>
                  <a:lnTo>
                    <a:pt x="254208" y="154693"/>
                  </a:lnTo>
                  <a:lnTo>
                    <a:pt x="253727" y="149393"/>
                  </a:lnTo>
                  <a:lnTo>
                    <a:pt x="253077" y="144112"/>
                  </a:lnTo>
                  <a:lnTo>
                    <a:pt x="252259" y="138854"/>
                  </a:lnTo>
                  <a:lnTo>
                    <a:pt x="251275" y="133625"/>
                  </a:lnTo>
                  <a:lnTo>
                    <a:pt x="250124" y="128430"/>
                  </a:lnTo>
                  <a:lnTo>
                    <a:pt x="248809" y="123274"/>
                  </a:lnTo>
                  <a:lnTo>
                    <a:pt x="247330" y="118162"/>
                  </a:lnTo>
                  <a:lnTo>
                    <a:pt x="245690" y="113101"/>
                  </a:lnTo>
                  <a:lnTo>
                    <a:pt x="243889" y="108094"/>
                  </a:lnTo>
                  <a:lnTo>
                    <a:pt x="241930" y="103146"/>
                  </a:lnTo>
                  <a:lnTo>
                    <a:pt x="239814" y="98264"/>
                  </a:lnTo>
                  <a:lnTo>
                    <a:pt x="237544" y="93452"/>
                  </a:lnTo>
                  <a:lnTo>
                    <a:pt x="235122" y="88714"/>
                  </a:lnTo>
                  <a:lnTo>
                    <a:pt x="232550" y="84055"/>
                  </a:lnTo>
                  <a:lnTo>
                    <a:pt x="229831" y="79481"/>
                  </a:lnTo>
                  <a:lnTo>
                    <a:pt x="226968" y="74996"/>
                  </a:lnTo>
                  <a:lnTo>
                    <a:pt x="223964" y="70604"/>
                  </a:lnTo>
                  <a:lnTo>
                    <a:pt x="220822" y="66310"/>
                  </a:lnTo>
                  <a:lnTo>
                    <a:pt x="217544" y="62118"/>
                  </a:lnTo>
                  <a:lnTo>
                    <a:pt x="214135" y="58033"/>
                  </a:lnTo>
                  <a:lnTo>
                    <a:pt x="210598" y="54058"/>
                  </a:lnTo>
                  <a:lnTo>
                    <a:pt x="206935" y="50198"/>
                  </a:lnTo>
                  <a:lnTo>
                    <a:pt x="203152" y="46456"/>
                  </a:lnTo>
                  <a:lnTo>
                    <a:pt x="199252" y="42836"/>
                  </a:lnTo>
                  <a:lnTo>
                    <a:pt x="195238" y="39343"/>
                  </a:lnTo>
                  <a:lnTo>
                    <a:pt x="191115" y="35979"/>
                  </a:lnTo>
                  <a:lnTo>
                    <a:pt x="186888" y="32748"/>
                  </a:lnTo>
                  <a:lnTo>
                    <a:pt x="182559" y="29653"/>
                  </a:lnTo>
                  <a:lnTo>
                    <a:pt x="178134" y="26698"/>
                  </a:lnTo>
                  <a:lnTo>
                    <a:pt x="173618" y="23884"/>
                  </a:lnTo>
                  <a:lnTo>
                    <a:pt x="169014" y="21216"/>
                  </a:lnTo>
                  <a:lnTo>
                    <a:pt x="164328" y="18696"/>
                  </a:lnTo>
                  <a:lnTo>
                    <a:pt x="159563" y="16326"/>
                  </a:lnTo>
                  <a:lnTo>
                    <a:pt x="154726" y="14110"/>
                  </a:lnTo>
                  <a:lnTo>
                    <a:pt x="149821" y="12048"/>
                  </a:lnTo>
                  <a:lnTo>
                    <a:pt x="144852" y="10143"/>
                  </a:lnTo>
                  <a:lnTo>
                    <a:pt x="139826" y="8398"/>
                  </a:lnTo>
                  <a:lnTo>
                    <a:pt x="134746" y="6813"/>
                  </a:lnTo>
                  <a:lnTo>
                    <a:pt x="129619" y="5391"/>
                  </a:lnTo>
                  <a:lnTo>
                    <a:pt x="124448" y="4132"/>
                  </a:lnTo>
                  <a:lnTo>
                    <a:pt x="119241" y="3039"/>
                  </a:lnTo>
                  <a:lnTo>
                    <a:pt x="114001" y="2112"/>
                  </a:lnTo>
                  <a:lnTo>
                    <a:pt x="108735" y="1353"/>
                  </a:lnTo>
                  <a:lnTo>
                    <a:pt x="103447" y="761"/>
                  </a:lnTo>
                  <a:lnTo>
                    <a:pt x="98142" y="338"/>
                  </a:lnTo>
                  <a:lnTo>
                    <a:pt x="92827" y="84"/>
                  </a:lnTo>
                  <a:lnTo>
                    <a:pt x="87507" y="0"/>
                  </a:lnTo>
                  <a:lnTo>
                    <a:pt x="8750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797340" y="1071028"/>
              <a:ext cx="174795" cy="334318"/>
            </a:xfrm>
            <a:custGeom>
              <a:avLst/>
              <a:pathLst>
                <a:path w="174795" h="33431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2" y="2118"/>
                  </a:lnTo>
                  <a:lnTo>
                    <a:pt x="135386" y="3047"/>
                  </a:lnTo>
                  <a:lnTo>
                    <a:pt x="130172" y="4143"/>
                  </a:lnTo>
                  <a:lnTo>
                    <a:pt x="124996" y="5404"/>
                  </a:lnTo>
                  <a:lnTo>
                    <a:pt x="119862" y="6830"/>
                  </a:lnTo>
                  <a:lnTo>
                    <a:pt x="114777" y="8419"/>
                  </a:lnTo>
                  <a:lnTo>
                    <a:pt x="109744" y="10169"/>
                  </a:lnTo>
                  <a:lnTo>
                    <a:pt x="104771" y="12078"/>
                  </a:lnTo>
                  <a:lnTo>
                    <a:pt x="99860" y="14145"/>
                  </a:lnTo>
                  <a:lnTo>
                    <a:pt x="95018" y="16368"/>
                  </a:lnTo>
                  <a:lnTo>
                    <a:pt x="90249" y="18743"/>
                  </a:lnTo>
                  <a:lnTo>
                    <a:pt x="85558" y="21270"/>
                  </a:lnTo>
                  <a:lnTo>
                    <a:pt x="80950" y="23944"/>
                  </a:lnTo>
                  <a:lnTo>
                    <a:pt x="76430" y="26764"/>
                  </a:lnTo>
                  <a:lnTo>
                    <a:pt x="72001" y="29727"/>
                  </a:lnTo>
                  <a:lnTo>
                    <a:pt x="67670" y="32829"/>
                  </a:lnTo>
                  <a:lnTo>
                    <a:pt x="63439" y="36068"/>
                  </a:lnTo>
                  <a:lnTo>
                    <a:pt x="59314" y="39440"/>
                  </a:lnTo>
                  <a:lnTo>
                    <a:pt x="55299" y="42941"/>
                  </a:lnTo>
                  <a:lnTo>
                    <a:pt x="51397" y="46569"/>
                  </a:lnTo>
                  <a:lnTo>
                    <a:pt x="47613" y="50319"/>
                  </a:lnTo>
                  <a:lnTo>
                    <a:pt x="43950" y="54188"/>
                  </a:lnTo>
                  <a:lnTo>
                    <a:pt x="40412" y="58172"/>
                  </a:lnTo>
                  <a:lnTo>
                    <a:pt x="37003" y="62267"/>
                  </a:lnTo>
                  <a:lnTo>
                    <a:pt x="33726" y="66468"/>
                  </a:lnTo>
                  <a:lnTo>
                    <a:pt x="30585" y="70771"/>
                  </a:lnTo>
                  <a:lnTo>
                    <a:pt x="27582" y="75172"/>
                  </a:lnTo>
                  <a:lnTo>
                    <a:pt x="24722" y="79667"/>
                  </a:lnTo>
                  <a:lnTo>
                    <a:pt x="22006" y="84251"/>
                  </a:lnTo>
                  <a:lnTo>
                    <a:pt x="19437" y="88919"/>
                  </a:lnTo>
                  <a:lnTo>
                    <a:pt x="17018" y="93666"/>
                  </a:lnTo>
                  <a:lnTo>
                    <a:pt x="14752" y="98488"/>
                  </a:lnTo>
                  <a:lnTo>
                    <a:pt x="12641" y="103379"/>
                  </a:lnTo>
                  <a:lnTo>
                    <a:pt x="10687" y="108336"/>
                  </a:lnTo>
                  <a:lnTo>
                    <a:pt x="8892" y="113352"/>
                  </a:lnTo>
                  <a:lnTo>
                    <a:pt x="7257" y="118423"/>
                  </a:lnTo>
                  <a:lnTo>
                    <a:pt x="5785" y="123544"/>
                  </a:lnTo>
                  <a:lnTo>
                    <a:pt x="4477" y="128708"/>
                  </a:lnTo>
                  <a:lnTo>
                    <a:pt x="3334" y="133912"/>
                  </a:lnTo>
                  <a:lnTo>
                    <a:pt x="2357" y="139150"/>
                  </a:lnTo>
                  <a:lnTo>
                    <a:pt x="1548" y="144416"/>
                  </a:lnTo>
                  <a:lnTo>
                    <a:pt x="907" y="149705"/>
                  </a:lnTo>
                  <a:lnTo>
                    <a:pt x="435" y="155012"/>
                  </a:lnTo>
                  <a:lnTo>
                    <a:pt x="133" y="160331"/>
                  </a:lnTo>
                  <a:lnTo>
                    <a:pt x="0" y="165657"/>
                  </a:lnTo>
                  <a:lnTo>
                    <a:pt x="36" y="170985"/>
                  </a:lnTo>
                  <a:lnTo>
                    <a:pt x="243" y="176309"/>
                  </a:lnTo>
                  <a:lnTo>
                    <a:pt x="619" y="181624"/>
                  </a:lnTo>
                  <a:lnTo>
                    <a:pt x="1164" y="186924"/>
                  </a:lnTo>
                  <a:lnTo>
                    <a:pt x="1878" y="192203"/>
                  </a:lnTo>
                  <a:lnTo>
                    <a:pt x="2760" y="197458"/>
                  </a:lnTo>
                  <a:lnTo>
                    <a:pt x="3809" y="202681"/>
                  </a:lnTo>
                  <a:lnTo>
                    <a:pt x="5023" y="207869"/>
                  </a:lnTo>
                  <a:lnTo>
                    <a:pt x="6403" y="213015"/>
                  </a:lnTo>
                  <a:lnTo>
                    <a:pt x="7946" y="218115"/>
                  </a:lnTo>
                  <a:lnTo>
                    <a:pt x="9650" y="223163"/>
                  </a:lnTo>
                  <a:lnTo>
                    <a:pt x="11514" y="228154"/>
                  </a:lnTo>
                  <a:lnTo>
                    <a:pt x="13537" y="233083"/>
                  </a:lnTo>
                  <a:lnTo>
                    <a:pt x="15716" y="237945"/>
                  </a:lnTo>
                  <a:lnTo>
                    <a:pt x="18048" y="242735"/>
                  </a:lnTo>
                  <a:lnTo>
                    <a:pt x="20532" y="247448"/>
                  </a:lnTo>
                  <a:lnTo>
                    <a:pt x="23165" y="252080"/>
                  </a:lnTo>
                  <a:lnTo>
                    <a:pt x="25944" y="256626"/>
                  </a:lnTo>
                  <a:lnTo>
                    <a:pt x="28866" y="261081"/>
                  </a:lnTo>
                  <a:lnTo>
                    <a:pt x="31929" y="265440"/>
                  </a:lnTo>
                  <a:lnTo>
                    <a:pt x="35130" y="269700"/>
                  </a:lnTo>
                  <a:lnTo>
                    <a:pt x="38464" y="273855"/>
                  </a:lnTo>
                  <a:lnTo>
                    <a:pt x="41930" y="277902"/>
                  </a:lnTo>
                  <a:lnTo>
                    <a:pt x="45522" y="281837"/>
                  </a:lnTo>
                  <a:lnTo>
                    <a:pt x="49238" y="285655"/>
                  </a:lnTo>
                  <a:lnTo>
                    <a:pt x="53074" y="289352"/>
                  </a:lnTo>
                  <a:lnTo>
                    <a:pt x="57025" y="292926"/>
                  </a:lnTo>
                  <a:lnTo>
                    <a:pt x="61089" y="296372"/>
                  </a:lnTo>
                  <a:lnTo>
                    <a:pt x="65260" y="299686"/>
                  </a:lnTo>
                  <a:lnTo>
                    <a:pt x="69535" y="302866"/>
                  </a:lnTo>
                  <a:lnTo>
                    <a:pt x="73909" y="305908"/>
                  </a:lnTo>
                  <a:lnTo>
                    <a:pt x="78378" y="308810"/>
                  </a:lnTo>
                  <a:lnTo>
                    <a:pt x="82937" y="311567"/>
                  </a:lnTo>
                  <a:lnTo>
                    <a:pt x="87581" y="314178"/>
                  </a:lnTo>
                  <a:lnTo>
                    <a:pt x="92306" y="316639"/>
                  </a:lnTo>
                  <a:lnTo>
                    <a:pt x="97108" y="318948"/>
                  </a:lnTo>
                  <a:lnTo>
                    <a:pt x="101980" y="321104"/>
                  </a:lnTo>
                  <a:lnTo>
                    <a:pt x="106919" y="323103"/>
                  </a:lnTo>
                  <a:lnTo>
                    <a:pt x="111919" y="324943"/>
                  </a:lnTo>
                  <a:lnTo>
                    <a:pt x="116975" y="326623"/>
                  </a:lnTo>
                  <a:lnTo>
                    <a:pt x="122081" y="328142"/>
                  </a:lnTo>
                  <a:lnTo>
                    <a:pt x="127234" y="329496"/>
                  </a:lnTo>
                  <a:lnTo>
                    <a:pt x="132427" y="330686"/>
                  </a:lnTo>
                  <a:lnTo>
                    <a:pt x="137656" y="331710"/>
                  </a:lnTo>
                  <a:lnTo>
                    <a:pt x="142915" y="332567"/>
                  </a:lnTo>
                  <a:lnTo>
                    <a:pt x="148198" y="333255"/>
                  </a:lnTo>
                  <a:lnTo>
                    <a:pt x="153500" y="333775"/>
                  </a:lnTo>
                  <a:lnTo>
                    <a:pt x="158817" y="334126"/>
                  </a:lnTo>
                  <a:lnTo>
                    <a:pt x="164141" y="334307"/>
                  </a:lnTo>
                  <a:lnTo>
                    <a:pt x="169469" y="334318"/>
                  </a:lnTo>
                  <a:lnTo>
                    <a:pt x="174795" y="33416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7634" cy="166993"/>
            </a:xfrm>
            <a:custGeom>
              <a:avLst/>
              <a:pathLst>
                <a:path w="7634" h="166993">
                  <a:moveTo>
                    <a:pt x="7634" y="166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81751"/>
              <a:ext cx="167167" cy="323437"/>
            </a:xfrm>
            <a:custGeom>
              <a:avLst/>
              <a:pathLst>
                <a:path w="167167" h="323437">
                  <a:moveTo>
                    <a:pt x="7634" y="323437"/>
                  </a:moveTo>
                  <a:lnTo>
                    <a:pt x="12942" y="323110"/>
                  </a:lnTo>
                  <a:lnTo>
                    <a:pt x="18236" y="322614"/>
                  </a:lnTo>
                  <a:lnTo>
                    <a:pt x="23512" y="321950"/>
                  </a:lnTo>
                  <a:lnTo>
                    <a:pt x="28764" y="321118"/>
                  </a:lnTo>
                  <a:lnTo>
                    <a:pt x="33987" y="320120"/>
                  </a:lnTo>
                  <a:lnTo>
                    <a:pt x="39176" y="318956"/>
                  </a:lnTo>
                  <a:lnTo>
                    <a:pt x="44325" y="317628"/>
                  </a:lnTo>
                  <a:lnTo>
                    <a:pt x="49429" y="316137"/>
                  </a:lnTo>
                  <a:lnTo>
                    <a:pt x="54484" y="314484"/>
                  </a:lnTo>
                  <a:lnTo>
                    <a:pt x="59483" y="312671"/>
                  </a:lnTo>
                  <a:lnTo>
                    <a:pt x="64421" y="310700"/>
                  </a:lnTo>
                  <a:lnTo>
                    <a:pt x="69295" y="308573"/>
                  </a:lnTo>
                  <a:lnTo>
                    <a:pt x="74099" y="306292"/>
                  </a:lnTo>
                  <a:lnTo>
                    <a:pt x="78827" y="303859"/>
                  </a:lnTo>
                  <a:lnTo>
                    <a:pt x="83476" y="301277"/>
                  </a:lnTo>
                  <a:lnTo>
                    <a:pt x="88040" y="298549"/>
                  </a:lnTo>
                  <a:lnTo>
                    <a:pt x="92516" y="295677"/>
                  </a:lnTo>
                  <a:lnTo>
                    <a:pt x="96897" y="292664"/>
                  </a:lnTo>
                  <a:lnTo>
                    <a:pt x="101181" y="289513"/>
                  </a:lnTo>
                  <a:lnTo>
                    <a:pt x="105362" y="286227"/>
                  </a:lnTo>
                  <a:lnTo>
                    <a:pt x="109437" y="282811"/>
                  </a:lnTo>
                  <a:lnTo>
                    <a:pt x="113401" y="279266"/>
                  </a:lnTo>
                  <a:lnTo>
                    <a:pt x="117250" y="275597"/>
                  </a:lnTo>
                  <a:lnTo>
                    <a:pt x="120980" y="271807"/>
                  </a:lnTo>
                  <a:lnTo>
                    <a:pt x="124588" y="267901"/>
                  </a:lnTo>
                  <a:lnTo>
                    <a:pt x="128070" y="263882"/>
                  </a:lnTo>
                  <a:lnTo>
                    <a:pt x="131423" y="259754"/>
                  </a:lnTo>
                  <a:lnTo>
                    <a:pt x="134642" y="255522"/>
                  </a:lnTo>
                  <a:lnTo>
                    <a:pt x="137725" y="251189"/>
                  </a:lnTo>
                  <a:lnTo>
                    <a:pt x="140669" y="246761"/>
                  </a:lnTo>
                  <a:lnTo>
                    <a:pt x="143470" y="242241"/>
                  </a:lnTo>
                  <a:lnTo>
                    <a:pt x="146127" y="237634"/>
                  </a:lnTo>
                  <a:lnTo>
                    <a:pt x="148635" y="232945"/>
                  </a:lnTo>
                  <a:lnTo>
                    <a:pt x="150993" y="228179"/>
                  </a:lnTo>
                  <a:lnTo>
                    <a:pt x="153198" y="223340"/>
                  </a:lnTo>
                  <a:lnTo>
                    <a:pt x="155249" y="218434"/>
                  </a:lnTo>
                  <a:lnTo>
                    <a:pt x="157142" y="213465"/>
                  </a:lnTo>
                  <a:lnTo>
                    <a:pt x="158876" y="208438"/>
                  </a:lnTo>
                  <a:lnTo>
                    <a:pt x="160449" y="203358"/>
                  </a:lnTo>
                  <a:lnTo>
                    <a:pt x="161860" y="198231"/>
                  </a:lnTo>
                  <a:lnTo>
                    <a:pt x="163107" y="193062"/>
                  </a:lnTo>
                  <a:lnTo>
                    <a:pt x="164189" y="187855"/>
                  </a:lnTo>
                  <a:lnTo>
                    <a:pt x="165105" y="182617"/>
                  </a:lnTo>
                  <a:lnTo>
                    <a:pt x="165854" y="177353"/>
                  </a:lnTo>
                  <a:lnTo>
                    <a:pt x="166435" y="172067"/>
                  </a:lnTo>
                  <a:lnTo>
                    <a:pt x="166848" y="166765"/>
                  </a:lnTo>
                  <a:lnTo>
                    <a:pt x="167092" y="161453"/>
                  </a:lnTo>
                  <a:lnTo>
                    <a:pt x="167167" y="156136"/>
                  </a:lnTo>
                  <a:lnTo>
                    <a:pt x="167072" y="150819"/>
                  </a:lnTo>
                  <a:lnTo>
                    <a:pt x="166809" y="145508"/>
                  </a:lnTo>
                  <a:lnTo>
                    <a:pt x="166377" y="140208"/>
                  </a:lnTo>
                  <a:lnTo>
                    <a:pt x="165776" y="134925"/>
                  </a:lnTo>
                  <a:lnTo>
                    <a:pt x="165008" y="129663"/>
                  </a:lnTo>
                  <a:lnTo>
                    <a:pt x="164072" y="124428"/>
                  </a:lnTo>
                  <a:lnTo>
                    <a:pt x="162971" y="119226"/>
                  </a:lnTo>
                  <a:lnTo>
                    <a:pt x="161705" y="114061"/>
                  </a:lnTo>
                  <a:lnTo>
                    <a:pt x="160275" y="108939"/>
                  </a:lnTo>
                  <a:lnTo>
                    <a:pt x="158683" y="103865"/>
                  </a:lnTo>
                  <a:lnTo>
                    <a:pt x="156930" y="98845"/>
                  </a:lnTo>
                  <a:lnTo>
                    <a:pt x="155019" y="93883"/>
                  </a:lnTo>
                  <a:lnTo>
                    <a:pt x="152951" y="88984"/>
                  </a:lnTo>
                  <a:lnTo>
                    <a:pt x="150728" y="84153"/>
                  </a:lnTo>
                  <a:lnTo>
                    <a:pt x="148352" y="79396"/>
                  </a:lnTo>
                  <a:lnTo>
                    <a:pt x="145826" y="74716"/>
                  </a:lnTo>
                  <a:lnTo>
                    <a:pt x="143153" y="70119"/>
                  </a:lnTo>
                  <a:lnTo>
                    <a:pt x="140335" y="65610"/>
                  </a:lnTo>
                  <a:lnTo>
                    <a:pt x="137375" y="61192"/>
                  </a:lnTo>
                  <a:lnTo>
                    <a:pt x="134276" y="56871"/>
                  </a:lnTo>
                  <a:lnTo>
                    <a:pt x="131041" y="52651"/>
                  </a:lnTo>
                  <a:lnTo>
                    <a:pt x="127673" y="48535"/>
                  </a:lnTo>
                  <a:lnTo>
                    <a:pt x="124176" y="44529"/>
                  </a:lnTo>
                  <a:lnTo>
                    <a:pt x="120554" y="40636"/>
                  </a:lnTo>
                  <a:lnTo>
                    <a:pt x="116810" y="36860"/>
                  </a:lnTo>
                  <a:lnTo>
                    <a:pt x="112947" y="33205"/>
                  </a:lnTo>
                  <a:lnTo>
                    <a:pt x="108970" y="29675"/>
                  </a:lnTo>
                  <a:lnTo>
                    <a:pt x="104883" y="26274"/>
                  </a:lnTo>
                  <a:lnTo>
                    <a:pt x="100690" y="23003"/>
                  </a:lnTo>
                  <a:lnTo>
                    <a:pt x="96394" y="19868"/>
                  </a:lnTo>
                  <a:lnTo>
                    <a:pt x="92002" y="16872"/>
                  </a:lnTo>
                  <a:lnTo>
                    <a:pt x="87516" y="14016"/>
                  </a:lnTo>
                  <a:lnTo>
                    <a:pt x="82942" y="11304"/>
                  </a:lnTo>
                  <a:lnTo>
                    <a:pt x="78283" y="8740"/>
                  </a:lnTo>
                  <a:lnTo>
                    <a:pt x="73546" y="6325"/>
                  </a:lnTo>
                  <a:lnTo>
                    <a:pt x="68734" y="4061"/>
                  </a:lnTo>
                  <a:lnTo>
                    <a:pt x="63852" y="1952"/>
                  </a:lnTo>
                  <a:lnTo>
                    <a:pt x="58906" y="0"/>
                  </a:lnTo>
                  <a:lnTo>
                    <a:pt x="0" y="156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58906" cy="167167"/>
            </a:xfrm>
            <a:custGeom>
              <a:avLst/>
              <a:pathLst>
                <a:path w="58906" h="167167">
                  <a:moveTo>
                    <a:pt x="58906" y="10722"/>
                  </a:moveTo>
                  <a:lnTo>
                    <a:pt x="53235" y="8703"/>
                  </a:lnTo>
                  <a:lnTo>
                    <a:pt x="47496" y="6889"/>
                  </a:lnTo>
                  <a:lnTo>
                    <a:pt x="41694" y="5283"/>
                  </a:lnTo>
                  <a:lnTo>
                    <a:pt x="35839" y="3886"/>
                  </a:lnTo>
                  <a:lnTo>
                    <a:pt x="29937" y="2702"/>
                  </a:lnTo>
                  <a:lnTo>
                    <a:pt x="23996" y="1731"/>
                  </a:lnTo>
                  <a:lnTo>
                    <a:pt x="18024" y="974"/>
                  </a:lnTo>
                  <a:lnTo>
                    <a:pt x="12029" y="433"/>
                  </a:lnTo>
                  <a:lnTo>
                    <a:pt x="601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339196" y="1322571"/>
              <a:ext cx="149524" cy="167167"/>
            </a:xfrm>
            <a:custGeom>
              <a:avLst/>
              <a:pathLst>
                <a:path w="149524" h="167167">
                  <a:moveTo>
                    <a:pt x="149524" y="0"/>
                  </a:moveTo>
                  <a:lnTo>
                    <a:pt x="144081" y="88"/>
                  </a:lnTo>
                  <a:lnTo>
                    <a:pt x="138644" y="354"/>
                  </a:lnTo>
                  <a:lnTo>
                    <a:pt x="133218" y="797"/>
                  </a:lnTo>
                  <a:lnTo>
                    <a:pt x="127810" y="1416"/>
                  </a:lnTo>
                  <a:lnTo>
                    <a:pt x="122425" y="2211"/>
                  </a:lnTo>
                  <a:lnTo>
                    <a:pt x="117068" y="3180"/>
                  </a:lnTo>
                  <a:lnTo>
                    <a:pt x="111746" y="4324"/>
                  </a:lnTo>
                  <a:lnTo>
                    <a:pt x="106464" y="5640"/>
                  </a:lnTo>
                  <a:lnTo>
                    <a:pt x="101228" y="7128"/>
                  </a:lnTo>
                  <a:lnTo>
                    <a:pt x="96042" y="8785"/>
                  </a:lnTo>
                  <a:lnTo>
                    <a:pt x="90914" y="10611"/>
                  </a:lnTo>
                  <a:lnTo>
                    <a:pt x="85848" y="12602"/>
                  </a:lnTo>
                  <a:lnTo>
                    <a:pt x="80849" y="14757"/>
                  </a:lnTo>
                  <a:lnTo>
                    <a:pt x="75923" y="17074"/>
                  </a:lnTo>
                  <a:lnTo>
                    <a:pt x="71075" y="19550"/>
                  </a:lnTo>
                  <a:lnTo>
                    <a:pt x="66310" y="22183"/>
                  </a:lnTo>
                  <a:lnTo>
                    <a:pt x="61634" y="24969"/>
                  </a:lnTo>
                  <a:lnTo>
                    <a:pt x="57050" y="27906"/>
                  </a:lnTo>
                  <a:lnTo>
                    <a:pt x="52565" y="30991"/>
                  </a:lnTo>
                  <a:lnTo>
                    <a:pt x="48183" y="34220"/>
                  </a:lnTo>
                  <a:lnTo>
                    <a:pt x="43908" y="37590"/>
                  </a:lnTo>
                  <a:lnTo>
                    <a:pt x="39745" y="41097"/>
                  </a:lnTo>
                  <a:lnTo>
                    <a:pt x="35698" y="44738"/>
                  </a:lnTo>
                  <a:lnTo>
                    <a:pt x="31772" y="48509"/>
                  </a:lnTo>
                  <a:lnTo>
                    <a:pt x="27971" y="52406"/>
                  </a:lnTo>
                  <a:lnTo>
                    <a:pt x="24299" y="56425"/>
                  </a:lnTo>
                  <a:lnTo>
                    <a:pt x="20760" y="60561"/>
                  </a:lnTo>
                  <a:lnTo>
                    <a:pt x="17357" y="64810"/>
                  </a:lnTo>
                  <a:lnTo>
                    <a:pt x="14095" y="69167"/>
                  </a:lnTo>
                  <a:lnTo>
                    <a:pt x="10976" y="73629"/>
                  </a:lnTo>
                  <a:lnTo>
                    <a:pt x="8004" y="78189"/>
                  </a:lnTo>
                  <a:lnTo>
                    <a:pt x="5182" y="82844"/>
                  </a:lnTo>
                  <a:lnTo>
                    <a:pt x="2513" y="87589"/>
                  </a:lnTo>
                  <a:lnTo>
                    <a:pt x="0" y="92418"/>
                  </a:lnTo>
                  <a:lnTo>
                    <a:pt x="14952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39196" y="1414989"/>
              <a:ext cx="149524" cy="74749"/>
            </a:xfrm>
            <a:custGeom>
              <a:avLst/>
              <a:pathLst>
                <a:path w="149524" h="74749">
                  <a:moveTo>
                    <a:pt x="0" y="0"/>
                  </a:moveTo>
                  <a:lnTo>
                    <a:pt x="149524" y="747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21569" y="1348015"/>
              <a:ext cx="334314" cy="308890"/>
            </a:xfrm>
            <a:custGeom>
              <a:avLst/>
              <a:pathLst>
                <a:path w="334314" h="308890">
                  <a:moveTo>
                    <a:pt x="17626" y="66974"/>
                  </a:moveTo>
                  <a:lnTo>
                    <a:pt x="15322" y="71772"/>
                  </a:lnTo>
                  <a:lnTo>
                    <a:pt x="13172" y="76641"/>
                  </a:lnTo>
                  <a:lnTo>
                    <a:pt x="11178" y="81576"/>
                  </a:lnTo>
                  <a:lnTo>
                    <a:pt x="9343" y="86572"/>
                  </a:lnTo>
                  <a:lnTo>
                    <a:pt x="7667" y="91624"/>
                  </a:lnTo>
                  <a:lnTo>
                    <a:pt x="6153" y="96727"/>
                  </a:lnTo>
                  <a:lnTo>
                    <a:pt x="4802" y="101875"/>
                  </a:lnTo>
                  <a:lnTo>
                    <a:pt x="3616" y="107064"/>
                  </a:lnTo>
                  <a:lnTo>
                    <a:pt x="2595" y="112287"/>
                  </a:lnTo>
                  <a:lnTo>
                    <a:pt x="1741" y="117541"/>
                  </a:lnTo>
                  <a:lnTo>
                    <a:pt x="1055" y="122819"/>
                  </a:lnTo>
                  <a:lnTo>
                    <a:pt x="538" y="128117"/>
                  </a:lnTo>
                  <a:lnTo>
                    <a:pt x="189" y="133428"/>
                  </a:lnTo>
                  <a:lnTo>
                    <a:pt x="10" y="138747"/>
                  </a:lnTo>
                  <a:lnTo>
                    <a:pt x="0" y="144070"/>
                  </a:lnTo>
                  <a:lnTo>
                    <a:pt x="159" y="149390"/>
                  </a:lnTo>
                  <a:lnTo>
                    <a:pt x="488" y="154703"/>
                  </a:lnTo>
                  <a:lnTo>
                    <a:pt x="985" y="160002"/>
                  </a:lnTo>
                  <a:lnTo>
                    <a:pt x="1652" y="165283"/>
                  </a:lnTo>
                  <a:lnTo>
                    <a:pt x="2485" y="170540"/>
                  </a:lnTo>
                  <a:lnTo>
                    <a:pt x="3486" y="175767"/>
                  </a:lnTo>
                  <a:lnTo>
                    <a:pt x="4653" y="180960"/>
                  </a:lnTo>
                  <a:lnTo>
                    <a:pt x="5985" y="186114"/>
                  </a:lnTo>
                  <a:lnTo>
                    <a:pt x="7480" y="191222"/>
                  </a:lnTo>
                  <a:lnTo>
                    <a:pt x="9136" y="196280"/>
                  </a:lnTo>
                  <a:lnTo>
                    <a:pt x="10953" y="201283"/>
                  </a:lnTo>
                  <a:lnTo>
                    <a:pt x="12929" y="206226"/>
                  </a:lnTo>
                  <a:lnTo>
                    <a:pt x="15060" y="211103"/>
                  </a:lnTo>
                  <a:lnTo>
                    <a:pt x="17346" y="215910"/>
                  </a:lnTo>
                  <a:lnTo>
                    <a:pt x="19784" y="220641"/>
                  </a:lnTo>
                  <a:lnTo>
                    <a:pt x="22371" y="225293"/>
                  </a:lnTo>
                  <a:lnTo>
                    <a:pt x="25105" y="229859"/>
                  </a:lnTo>
                  <a:lnTo>
                    <a:pt x="27983" y="234337"/>
                  </a:lnTo>
                  <a:lnTo>
                    <a:pt x="31002" y="238720"/>
                  </a:lnTo>
                  <a:lnTo>
                    <a:pt x="34159" y="243006"/>
                  </a:lnTo>
                  <a:lnTo>
                    <a:pt x="37451" y="247188"/>
                  </a:lnTo>
                  <a:lnTo>
                    <a:pt x="40874" y="251264"/>
                  </a:lnTo>
                  <a:lnTo>
                    <a:pt x="44425" y="255229"/>
                  </a:lnTo>
                  <a:lnTo>
                    <a:pt x="48101" y="259078"/>
                  </a:lnTo>
                  <a:lnTo>
                    <a:pt x="51897" y="262809"/>
                  </a:lnTo>
                  <a:lnTo>
                    <a:pt x="55811" y="266416"/>
                  </a:lnTo>
                  <a:lnTo>
                    <a:pt x="59837" y="269898"/>
                  </a:lnTo>
                  <a:lnTo>
                    <a:pt x="63972" y="273249"/>
                  </a:lnTo>
                  <a:lnTo>
                    <a:pt x="68211" y="276467"/>
                  </a:lnTo>
                  <a:lnTo>
                    <a:pt x="72551" y="279549"/>
                  </a:lnTo>
                  <a:lnTo>
                    <a:pt x="76987" y="282491"/>
                  </a:lnTo>
                  <a:lnTo>
                    <a:pt x="81514" y="285290"/>
                  </a:lnTo>
                  <a:lnTo>
                    <a:pt x="86128" y="287943"/>
                  </a:lnTo>
                  <a:lnTo>
                    <a:pt x="90824" y="290449"/>
                  </a:lnTo>
                  <a:lnTo>
                    <a:pt x="95598" y="292803"/>
                  </a:lnTo>
                  <a:lnTo>
                    <a:pt x="100444" y="295005"/>
                  </a:lnTo>
                  <a:lnTo>
                    <a:pt x="105357" y="297051"/>
                  </a:lnTo>
                  <a:lnTo>
                    <a:pt x="110334" y="298939"/>
                  </a:lnTo>
                  <a:lnTo>
                    <a:pt x="115368" y="300668"/>
                  </a:lnTo>
                  <a:lnTo>
                    <a:pt x="120454" y="302236"/>
                  </a:lnTo>
                  <a:lnTo>
                    <a:pt x="125588" y="303641"/>
                  </a:lnTo>
                  <a:lnTo>
                    <a:pt x="130764" y="304882"/>
                  </a:lnTo>
                  <a:lnTo>
                    <a:pt x="135976" y="305958"/>
                  </a:lnTo>
                  <a:lnTo>
                    <a:pt x="141221" y="306867"/>
                  </a:lnTo>
                  <a:lnTo>
                    <a:pt x="146491" y="307609"/>
                  </a:lnTo>
                  <a:lnTo>
                    <a:pt x="151783" y="308183"/>
                  </a:lnTo>
                  <a:lnTo>
                    <a:pt x="157090" y="308588"/>
                  </a:lnTo>
                  <a:lnTo>
                    <a:pt x="162408" y="308823"/>
                  </a:lnTo>
                  <a:lnTo>
                    <a:pt x="167730" y="308890"/>
                  </a:lnTo>
                  <a:lnTo>
                    <a:pt x="173051" y="308786"/>
                  </a:lnTo>
                  <a:lnTo>
                    <a:pt x="178367" y="308514"/>
                  </a:lnTo>
                  <a:lnTo>
                    <a:pt x="183671" y="308072"/>
                  </a:lnTo>
                  <a:lnTo>
                    <a:pt x="188959" y="307462"/>
                  </a:lnTo>
                  <a:lnTo>
                    <a:pt x="194224" y="306684"/>
                  </a:lnTo>
                  <a:lnTo>
                    <a:pt x="199462" y="305738"/>
                  </a:lnTo>
                  <a:lnTo>
                    <a:pt x="204667" y="304626"/>
                  </a:lnTo>
                  <a:lnTo>
                    <a:pt x="209834" y="303349"/>
                  </a:lnTo>
                  <a:lnTo>
                    <a:pt x="214958" y="301909"/>
                  </a:lnTo>
                  <a:lnTo>
                    <a:pt x="220034" y="300305"/>
                  </a:lnTo>
                  <a:lnTo>
                    <a:pt x="225056" y="298541"/>
                  </a:lnTo>
                  <a:lnTo>
                    <a:pt x="230019" y="296618"/>
                  </a:lnTo>
                  <a:lnTo>
                    <a:pt x="234918" y="294538"/>
                  </a:lnTo>
                  <a:lnTo>
                    <a:pt x="239749" y="292304"/>
                  </a:lnTo>
                  <a:lnTo>
                    <a:pt x="244506" y="289916"/>
                  </a:lnTo>
                  <a:lnTo>
                    <a:pt x="249184" y="287378"/>
                  </a:lnTo>
                  <a:lnTo>
                    <a:pt x="253780" y="284693"/>
                  </a:lnTo>
                  <a:lnTo>
                    <a:pt x="258288" y="281862"/>
                  </a:lnTo>
                  <a:lnTo>
                    <a:pt x="262703" y="278890"/>
                  </a:lnTo>
                  <a:lnTo>
                    <a:pt x="267021" y="275778"/>
                  </a:lnTo>
                  <a:lnTo>
                    <a:pt x="271238" y="272531"/>
                  </a:lnTo>
                  <a:lnTo>
                    <a:pt x="275350" y="269151"/>
                  </a:lnTo>
                  <a:lnTo>
                    <a:pt x="279352" y="265642"/>
                  </a:lnTo>
                  <a:lnTo>
                    <a:pt x="283240" y="262007"/>
                  </a:lnTo>
                  <a:lnTo>
                    <a:pt x="287011" y="258250"/>
                  </a:lnTo>
                  <a:lnTo>
                    <a:pt x="290660" y="254375"/>
                  </a:lnTo>
                  <a:lnTo>
                    <a:pt x="294183" y="250386"/>
                  </a:lnTo>
                  <a:lnTo>
                    <a:pt x="297578" y="246287"/>
                  </a:lnTo>
                  <a:lnTo>
                    <a:pt x="300841" y="242081"/>
                  </a:lnTo>
                  <a:lnTo>
                    <a:pt x="303968" y="237774"/>
                  </a:lnTo>
                  <a:lnTo>
                    <a:pt x="306957" y="233370"/>
                  </a:lnTo>
                  <a:lnTo>
                    <a:pt x="309804" y="228873"/>
                  </a:lnTo>
                  <a:lnTo>
                    <a:pt x="312506" y="224287"/>
                  </a:lnTo>
                  <a:lnTo>
                    <a:pt x="315061" y="219618"/>
                  </a:lnTo>
                  <a:lnTo>
                    <a:pt x="317465" y="214869"/>
                  </a:lnTo>
                  <a:lnTo>
                    <a:pt x="319718" y="210047"/>
                  </a:lnTo>
                  <a:lnTo>
                    <a:pt x="321816" y="205155"/>
                  </a:lnTo>
                  <a:lnTo>
                    <a:pt x="323757" y="200199"/>
                  </a:lnTo>
                  <a:lnTo>
                    <a:pt x="325539" y="195184"/>
                  </a:lnTo>
                  <a:lnTo>
                    <a:pt x="327161" y="190114"/>
                  </a:lnTo>
                  <a:lnTo>
                    <a:pt x="328620" y="184996"/>
                  </a:lnTo>
                  <a:lnTo>
                    <a:pt x="329916" y="179833"/>
                  </a:lnTo>
                  <a:lnTo>
                    <a:pt x="331047" y="174632"/>
                  </a:lnTo>
                  <a:lnTo>
                    <a:pt x="332011" y="169398"/>
                  </a:lnTo>
                  <a:lnTo>
                    <a:pt x="332809" y="164135"/>
                  </a:lnTo>
                  <a:lnTo>
                    <a:pt x="333438" y="158850"/>
                  </a:lnTo>
                  <a:lnTo>
                    <a:pt x="333899" y="153547"/>
                  </a:lnTo>
                  <a:lnTo>
                    <a:pt x="334191" y="148233"/>
                  </a:lnTo>
                  <a:lnTo>
                    <a:pt x="334314" y="142911"/>
                  </a:lnTo>
                  <a:lnTo>
                    <a:pt x="334267" y="137589"/>
                  </a:lnTo>
                  <a:lnTo>
                    <a:pt x="334050" y="132271"/>
                  </a:lnTo>
                  <a:lnTo>
                    <a:pt x="333665" y="126962"/>
                  </a:lnTo>
                  <a:lnTo>
                    <a:pt x="333111" y="121668"/>
                  </a:lnTo>
                  <a:lnTo>
                    <a:pt x="332388" y="116395"/>
                  </a:lnTo>
                  <a:lnTo>
                    <a:pt x="331498" y="111148"/>
                  </a:lnTo>
                  <a:lnTo>
                    <a:pt x="330441" y="105931"/>
                  </a:lnTo>
                  <a:lnTo>
                    <a:pt x="329219" y="100751"/>
                  </a:lnTo>
                  <a:lnTo>
                    <a:pt x="327832" y="95612"/>
                  </a:lnTo>
                  <a:lnTo>
                    <a:pt x="326283" y="90520"/>
                  </a:lnTo>
                  <a:lnTo>
                    <a:pt x="324572" y="85479"/>
                  </a:lnTo>
                  <a:lnTo>
                    <a:pt x="322702" y="80496"/>
                  </a:lnTo>
                  <a:lnTo>
                    <a:pt x="320674" y="75575"/>
                  </a:lnTo>
                  <a:lnTo>
                    <a:pt x="318490" y="70721"/>
                  </a:lnTo>
                  <a:lnTo>
                    <a:pt x="316153" y="65939"/>
                  </a:lnTo>
                  <a:lnTo>
                    <a:pt x="313665" y="61234"/>
                  </a:lnTo>
                  <a:lnTo>
                    <a:pt x="311028" y="56610"/>
                  </a:lnTo>
                  <a:lnTo>
                    <a:pt x="308245" y="52073"/>
                  </a:lnTo>
                  <a:lnTo>
                    <a:pt x="305320" y="47627"/>
                  </a:lnTo>
                  <a:lnTo>
                    <a:pt x="302254" y="43275"/>
                  </a:lnTo>
                  <a:lnTo>
                    <a:pt x="299051" y="39024"/>
                  </a:lnTo>
                  <a:lnTo>
                    <a:pt x="295715" y="34877"/>
                  </a:lnTo>
                  <a:lnTo>
                    <a:pt x="292248" y="30838"/>
                  </a:lnTo>
                  <a:lnTo>
                    <a:pt x="288655" y="26912"/>
                  </a:lnTo>
                  <a:lnTo>
                    <a:pt x="284938" y="23102"/>
                  </a:lnTo>
                  <a:lnTo>
                    <a:pt x="281102" y="19412"/>
                  </a:lnTo>
                  <a:lnTo>
                    <a:pt x="277150" y="15846"/>
                  </a:lnTo>
                  <a:lnTo>
                    <a:pt x="273087" y="12408"/>
                  </a:lnTo>
                  <a:lnTo>
                    <a:pt x="268917" y="9101"/>
                  </a:lnTo>
                  <a:lnTo>
                    <a:pt x="264643" y="5929"/>
                  </a:lnTo>
                  <a:lnTo>
                    <a:pt x="260270" y="2894"/>
                  </a:lnTo>
                  <a:lnTo>
                    <a:pt x="255803" y="0"/>
                  </a:lnTo>
                  <a:lnTo>
                    <a:pt x="167150" y="141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88652" cy="167167"/>
            </a:xfrm>
            <a:custGeom>
              <a:avLst/>
              <a:pathLst>
                <a:path w="88652" h="167167">
                  <a:moveTo>
                    <a:pt x="88652" y="25443"/>
                  </a:moveTo>
                  <a:lnTo>
                    <a:pt x="83648" y="22433"/>
                  </a:lnTo>
                  <a:lnTo>
                    <a:pt x="78542" y="19600"/>
                  </a:lnTo>
                  <a:lnTo>
                    <a:pt x="73339" y="16946"/>
                  </a:lnTo>
                  <a:lnTo>
                    <a:pt x="68047" y="14476"/>
                  </a:lnTo>
                  <a:lnTo>
                    <a:pt x="62672" y="12193"/>
                  </a:lnTo>
                  <a:lnTo>
                    <a:pt x="57221" y="10098"/>
                  </a:lnTo>
                  <a:lnTo>
                    <a:pt x="51700" y="8195"/>
                  </a:lnTo>
                  <a:lnTo>
                    <a:pt x="46115" y="6486"/>
                  </a:lnTo>
                  <a:lnTo>
                    <a:pt x="40475" y="4974"/>
                  </a:lnTo>
                  <a:lnTo>
                    <a:pt x="34785" y="3659"/>
                  </a:lnTo>
                  <a:lnTo>
                    <a:pt x="29052" y="2543"/>
                  </a:lnTo>
                  <a:lnTo>
                    <a:pt x="23284" y="1629"/>
                  </a:lnTo>
                  <a:lnTo>
                    <a:pt x="17488" y="917"/>
                  </a:lnTo>
                  <a:lnTo>
                    <a:pt x="11670" y="407"/>
                  </a:lnTo>
                  <a:lnTo>
                    <a:pt x="583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999400" y="1681503"/>
              <a:ext cx="87124" cy="167167"/>
            </a:xfrm>
            <a:custGeom>
              <a:avLst/>
              <a:pathLst>
                <a:path w="87124" h="167167">
                  <a:moveTo>
                    <a:pt x="87124" y="0"/>
                  </a:moveTo>
                  <a:lnTo>
                    <a:pt x="81397" y="98"/>
                  </a:lnTo>
                  <a:lnTo>
                    <a:pt x="75677" y="392"/>
                  </a:lnTo>
                  <a:lnTo>
                    <a:pt x="69970" y="882"/>
                  </a:lnTo>
                  <a:lnTo>
                    <a:pt x="64284" y="1567"/>
                  </a:lnTo>
                  <a:lnTo>
                    <a:pt x="58624" y="2447"/>
                  </a:lnTo>
                  <a:lnTo>
                    <a:pt x="52998" y="3520"/>
                  </a:lnTo>
                  <a:lnTo>
                    <a:pt x="47412" y="4785"/>
                  </a:lnTo>
                  <a:lnTo>
                    <a:pt x="41872" y="6241"/>
                  </a:lnTo>
                  <a:lnTo>
                    <a:pt x="36386" y="7885"/>
                  </a:lnTo>
                  <a:lnTo>
                    <a:pt x="30959" y="9717"/>
                  </a:lnTo>
                  <a:lnTo>
                    <a:pt x="25598" y="11734"/>
                  </a:lnTo>
                  <a:lnTo>
                    <a:pt x="20309" y="13933"/>
                  </a:lnTo>
                  <a:lnTo>
                    <a:pt x="15099" y="16311"/>
                  </a:lnTo>
                  <a:lnTo>
                    <a:pt x="9973" y="18867"/>
                  </a:lnTo>
                  <a:lnTo>
                    <a:pt x="4938" y="21598"/>
                  </a:lnTo>
                  <a:lnTo>
                    <a:pt x="0" y="24498"/>
                  </a:lnTo>
                  <a:lnTo>
                    <a:pt x="8712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9400" y="1706002"/>
              <a:ext cx="87124" cy="142668"/>
            </a:xfrm>
            <a:custGeom>
              <a:avLst/>
              <a:pathLst>
                <a:path w="87124" h="142668">
                  <a:moveTo>
                    <a:pt x="0" y="0"/>
                  </a:moveTo>
                  <a:lnTo>
                    <a:pt x="87124" y="1426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19363" y="1681503"/>
              <a:ext cx="334313" cy="334332"/>
            </a:xfrm>
            <a:custGeom>
              <a:avLst/>
              <a:pathLst>
                <a:path w="334313" h="334332">
                  <a:moveTo>
                    <a:pt x="80036" y="24498"/>
                  </a:moveTo>
                  <a:lnTo>
                    <a:pt x="75560" y="27330"/>
                  </a:lnTo>
                  <a:lnTo>
                    <a:pt x="71176" y="30302"/>
                  </a:lnTo>
                  <a:lnTo>
                    <a:pt x="66889" y="33412"/>
                  </a:lnTo>
                  <a:lnTo>
                    <a:pt x="62702" y="36655"/>
                  </a:lnTo>
                  <a:lnTo>
                    <a:pt x="58620" y="40030"/>
                  </a:lnTo>
                  <a:lnTo>
                    <a:pt x="54646" y="43532"/>
                  </a:lnTo>
                  <a:lnTo>
                    <a:pt x="50786" y="47159"/>
                  </a:lnTo>
                  <a:lnTo>
                    <a:pt x="47043" y="50906"/>
                  </a:lnTo>
                  <a:lnTo>
                    <a:pt x="43420" y="54769"/>
                  </a:lnTo>
                  <a:lnTo>
                    <a:pt x="39921" y="58746"/>
                  </a:lnTo>
                  <a:lnTo>
                    <a:pt x="36551" y="62831"/>
                  </a:lnTo>
                  <a:lnTo>
                    <a:pt x="33311" y="67021"/>
                  </a:lnTo>
                  <a:lnTo>
                    <a:pt x="30205" y="71312"/>
                  </a:lnTo>
                  <a:lnTo>
                    <a:pt x="27238" y="75698"/>
                  </a:lnTo>
                  <a:lnTo>
                    <a:pt x="24410" y="80177"/>
                  </a:lnTo>
                  <a:lnTo>
                    <a:pt x="21726" y="84743"/>
                  </a:lnTo>
                  <a:lnTo>
                    <a:pt x="19188" y="89392"/>
                  </a:lnTo>
                  <a:lnTo>
                    <a:pt x="16798" y="94118"/>
                  </a:lnTo>
                  <a:lnTo>
                    <a:pt x="14560" y="98919"/>
                  </a:lnTo>
                  <a:lnTo>
                    <a:pt x="12474" y="103787"/>
                  </a:lnTo>
                  <a:lnTo>
                    <a:pt x="10544" y="108719"/>
                  </a:lnTo>
                  <a:lnTo>
                    <a:pt x="8771" y="113710"/>
                  </a:lnTo>
                  <a:lnTo>
                    <a:pt x="7157" y="118755"/>
                  </a:lnTo>
                  <a:lnTo>
                    <a:pt x="5704" y="123848"/>
                  </a:lnTo>
                  <a:lnTo>
                    <a:pt x="4412" y="128985"/>
                  </a:lnTo>
                  <a:lnTo>
                    <a:pt x="3284" y="134159"/>
                  </a:lnTo>
                  <a:lnTo>
                    <a:pt x="2321" y="139368"/>
                  </a:lnTo>
                  <a:lnTo>
                    <a:pt x="1523" y="144604"/>
                  </a:lnTo>
                  <a:lnTo>
                    <a:pt x="891" y="149862"/>
                  </a:lnTo>
                  <a:lnTo>
                    <a:pt x="427" y="155138"/>
                  </a:lnTo>
                  <a:lnTo>
                    <a:pt x="129" y="160426"/>
                  </a:lnTo>
                  <a:lnTo>
                    <a:pt x="0" y="165721"/>
                  </a:lnTo>
                  <a:lnTo>
                    <a:pt x="38" y="171017"/>
                  </a:lnTo>
                  <a:lnTo>
                    <a:pt x="243" y="176310"/>
                  </a:lnTo>
                  <a:lnTo>
                    <a:pt x="617" y="181593"/>
                  </a:lnTo>
                  <a:lnTo>
                    <a:pt x="1158" y="186862"/>
                  </a:lnTo>
                  <a:lnTo>
                    <a:pt x="1865" y="192111"/>
                  </a:lnTo>
                  <a:lnTo>
                    <a:pt x="2738" y="197335"/>
                  </a:lnTo>
                  <a:lnTo>
                    <a:pt x="3776" y="202529"/>
                  </a:lnTo>
                  <a:lnTo>
                    <a:pt x="4978" y="207687"/>
                  </a:lnTo>
                  <a:lnTo>
                    <a:pt x="6343" y="212804"/>
                  </a:lnTo>
                  <a:lnTo>
                    <a:pt x="7870" y="217876"/>
                  </a:lnTo>
                  <a:lnTo>
                    <a:pt x="9556" y="222897"/>
                  </a:lnTo>
                  <a:lnTo>
                    <a:pt x="11401" y="227862"/>
                  </a:lnTo>
                  <a:lnTo>
                    <a:pt x="13402" y="232766"/>
                  </a:lnTo>
                  <a:lnTo>
                    <a:pt x="15557" y="237604"/>
                  </a:lnTo>
                  <a:lnTo>
                    <a:pt x="17865" y="242371"/>
                  </a:lnTo>
                  <a:lnTo>
                    <a:pt x="20322" y="247063"/>
                  </a:lnTo>
                  <a:lnTo>
                    <a:pt x="22927" y="251675"/>
                  </a:lnTo>
                  <a:lnTo>
                    <a:pt x="25676" y="256202"/>
                  </a:lnTo>
                  <a:lnTo>
                    <a:pt x="28568" y="260639"/>
                  </a:lnTo>
                  <a:lnTo>
                    <a:pt x="31599" y="264983"/>
                  </a:lnTo>
                  <a:lnTo>
                    <a:pt x="34766" y="269228"/>
                  </a:lnTo>
                  <a:lnTo>
                    <a:pt x="38065" y="273371"/>
                  </a:lnTo>
                  <a:lnTo>
                    <a:pt x="41494" y="277407"/>
                  </a:lnTo>
                  <a:lnTo>
                    <a:pt x="45050" y="281333"/>
                  </a:lnTo>
                  <a:lnTo>
                    <a:pt x="48728" y="285144"/>
                  </a:lnTo>
                  <a:lnTo>
                    <a:pt x="52525" y="288837"/>
                  </a:lnTo>
                  <a:lnTo>
                    <a:pt x="56437" y="292407"/>
                  </a:lnTo>
                  <a:lnTo>
                    <a:pt x="60460" y="295852"/>
                  </a:lnTo>
                  <a:lnTo>
                    <a:pt x="64590" y="299168"/>
                  </a:lnTo>
                  <a:lnTo>
                    <a:pt x="68823" y="302351"/>
                  </a:lnTo>
                  <a:lnTo>
                    <a:pt x="73155" y="305398"/>
                  </a:lnTo>
                  <a:lnTo>
                    <a:pt x="77582" y="308307"/>
                  </a:lnTo>
                  <a:lnTo>
                    <a:pt x="82098" y="311074"/>
                  </a:lnTo>
                  <a:lnTo>
                    <a:pt x="86699" y="313697"/>
                  </a:lnTo>
                  <a:lnTo>
                    <a:pt x="91382" y="316172"/>
                  </a:lnTo>
                  <a:lnTo>
                    <a:pt x="96140" y="318498"/>
                  </a:lnTo>
                  <a:lnTo>
                    <a:pt x="100970" y="320672"/>
                  </a:lnTo>
                  <a:lnTo>
                    <a:pt x="105866" y="322692"/>
                  </a:lnTo>
                  <a:lnTo>
                    <a:pt x="110824" y="324555"/>
                  </a:lnTo>
                  <a:lnTo>
                    <a:pt x="115838" y="326261"/>
                  </a:lnTo>
                  <a:lnTo>
                    <a:pt x="120904" y="327807"/>
                  </a:lnTo>
                  <a:lnTo>
                    <a:pt x="126016" y="329192"/>
                  </a:lnTo>
                  <a:lnTo>
                    <a:pt x="131170" y="330414"/>
                  </a:lnTo>
                  <a:lnTo>
                    <a:pt x="136359" y="331472"/>
                  </a:lnTo>
                  <a:lnTo>
                    <a:pt x="141580" y="332366"/>
                  </a:lnTo>
                  <a:lnTo>
                    <a:pt x="146826" y="333093"/>
                  </a:lnTo>
                  <a:lnTo>
                    <a:pt x="152093" y="333654"/>
                  </a:lnTo>
                  <a:lnTo>
                    <a:pt x="157375" y="334048"/>
                  </a:lnTo>
                  <a:lnTo>
                    <a:pt x="162666" y="334274"/>
                  </a:lnTo>
                  <a:lnTo>
                    <a:pt x="167962" y="334332"/>
                  </a:lnTo>
                  <a:lnTo>
                    <a:pt x="173258" y="334223"/>
                  </a:lnTo>
                  <a:lnTo>
                    <a:pt x="178547" y="333946"/>
                  </a:lnTo>
                  <a:lnTo>
                    <a:pt x="183825" y="333502"/>
                  </a:lnTo>
                  <a:lnTo>
                    <a:pt x="189086" y="332890"/>
                  </a:lnTo>
                  <a:lnTo>
                    <a:pt x="194325" y="332113"/>
                  </a:lnTo>
                  <a:lnTo>
                    <a:pt x="199537" y="331169"/>
                  </a:lnTo>
                  <a:lnTo>
                    <a:pt x="204716" y="330061"/>
                  </a:lnTo>
                  <a:lnTo>
                    <a:pt x="209857" y="328790"/>
                  </a:lnTo>
                  <a:lnTo>
                    <a:pt x="214956" y="327356"/>
                  </a:lnTo>
                  <a:lnTo>
                    <a:pt x="220007" y="325762"/>
                  </a:lnTo>
                  <a:lnTo>
                    <a:pt x="225004" y="324008"/>
                  </a:lnTo>
                  <a:lnTo>
                    <a:pt x="229944" y="322097"/>
                  </a:lnTo>
                  <a:lnTo>
                    <a:pt x="234821" y="320030"/>
                  </a:lnTo>
                  <a:lnTo>
                    <a:pt x="239629" y="317810"/>
                  </a:lnTo>
                  <a:lnTo>
                    <a:pt x="244365" y="315438"/>
                  </a:lnTo>
                  <a:lnTo>
                    <a:pt x="249024" y="312918"/>
                  </a:lnTo>
                  <a:lnTo>
                    <a:pt x="253600" y="310252"/>
                  </a:lnTo>
                  <a:lnTo>
                    <a:pt x="258089" y="307441"/>
                  </a:lnTo>
                  <a:lnTo>
                    <a:pt x="262488" y="304490"/>
                  </a:lnTo>
                  <a:lnTo>
                    <a:pt x="266790" y="301402"/>
                  </a:lnTo>
                  <a:lnTo>
                    <a:pt x="270993" y="298178"/>
                  </a:lnTo>
                  <a:lnTo>
                    <a:pt x="275091" y="294823"/>
                  </a:lnTo>
                  <a:lnTo>
                    <a:pt x="279081" y="291340"/>
                  </a:lnTo>
                  <a:lnTo>
                    <a:pt x="282958" y="287732"/>
                  </a:lnTo>
                  <a:lnTo>
                    <a:pt x="286720" y="284003"/>
                  </a:lnTo>
                  <a:lnTo>
                    <a:pt x="290361" y="280157"/>
                  </a:lnTo>
                  <a:lnTo>
                    <a:pt x="293878" y="276197"/>
                  </a:lnTo>
                  <a:lnTo>
                    <a:pt x="297269" y="272128"/>
                  </a:lnTo>
                  <a:lnTo>
                    <a:pt x="300529" y="267953"/>
                  </a:lnTo>
                  <a:lnTo>
                    <a:pt x="303655" y="263678"/>
                  </a:lnTo>
                  <a:lnTo>
                    <a:pt x="306644" y="259305"/>
                  </a:lnTo>
                  <a:lnTo>
                    <a:pt x="309492" y="254840"/>
                  </a:lnTo>
                  <a:lnTo>
                    <a:pt x="312198" y="250287"/>
                  </a:lnTo>
                  <a:lnTo>
                    <a:pt x="314759" y="245651"/>
                  </a:lnTo>
                  <a:lnTo>
                    <a:pt x="317171" y="240936"/>
                  </a:lnTo>
                  <a:lnTo>
                    <a:pt x="319433" y="236146"/>
                  </a:lnTo>
                  <a:lnTo>
                    <a:pt x="321542" y="231288"/>
                  </a:lnTo>
                  <a:lnTo>
                    <a:pt x="323495" y="226365"/>
                  </a:lnTo>
                  <a:lnTo>
                    <a:pt x="325292" y="221383"/>
                  </a:lnTo>
                  <a:lnTo>
                    <a:pt x="326930" y="216346"/>
                  </a:lnTo>
                  <a:lnTo>
                    <a:pt x="328408" y="211260"/>
                  </a:lnTo>
                  <a:lnTo>
                    <a:pt x="329724" y="206129"/>
                  </a:lnTo>
                  <a:lnTo>
                    <a:pt x="330877" y="200960"/>
                  </a:lnTo>
                  <a:lnTo>
                    <a:pt x="331865" y="195757"/>
                  </a:lnTo>
                  <a:lnTo>
                    <a:pt x="332688" y="190524"/>
                  </a:lnTo>
                  <a:lnTo>
                    <a:pt x="333345" y="185269"/>
                  </a:lnTo>
                  <a:lnTo>
                    <a:pt x="333835" y="179995"/>
                  </a:lnTo>
                  <a:lnTo>
                    <a:pt x="334158" y="174709"/>
                  </a:lnTo>
                  <a:lnTo>
                    <a:pt x="334313" y="169414"/>
                  </a:lnTo>
                  <a:lnTo>
                    <a:pt x="334300" y="164118"/>
                  </a:lnTo>
                  <a:lnTo>
                    <a:pt x="334120" y="158825"/>
                  </a:lnTo>
                  <a:lnTo>
                    <a:pt x="333772" y="153540"/>
                  </a:lnTo>
                  <a:lnTo>
                    <a:pt x="333256" y="148268"/>
                  </a:lnTo>
                  <a:lnTo>
                    <a:pt x="332574" y="143016"/>
                  </a:lnTo>
                  <a:lnTo>
                    <a:pt x="331726" y="137788"/>
                  </a:lnTo>
                  <a:lnTo>
                    <a:pt x="330713" y="132589"/>
                  </a:lnTo>
                  <a:lnTo>
                    <a:pt x="329535" y="127425"/>
                  </a:lnTo>
                  <a:lnTo>
                    <a:pt x="328195" y="122301"/>
                  </a:lnTo>
                  <a:lnTo>
                    <a:pt x="326693" y="117222"/>
                  </a:lnTo>
                  <a:lnTo>
                    <a:pt x="325030" y="112193"/>
                  </a:lnTo>
                  <a:lnTo>
                    <a:pt x="323210" y="107220"/>
                  </a:lnTo>
                  <a:lnTo>
                    <a:pt x="321232" y="102306"/>
                  </a:lnTo>
                  <a:lnTo>
                    <a:pt x="319100" y="97458"/>
                  </a:lnTo>
                  <a:lnTo>
                    <a:pt x="316816" y="92680"/>
                  </a:lnTo>
                  <a:lnTo>
                    <a:pt x="314381" y="87976"/>
                  </a:lnTo>
                  <a:lnTo>
                    <a:pt x="311798" y="83352"/>
                  </a:lnTo>
                  <a:lnTo>
                    <a:pt x="309070" y="78812"/>
                  </a:lnTo>
                  <a:lnTo>
                    <a:pt x="306200" y="74361"/>
                  </a:lnTo>
                  <a:lnTo>
                    <a:pt x="303190" y="70003"/>
                  </a:lnTo>
                  <a:lnTo>
                    <a:pt x="300044" y="65742"/>
                  </a:lnTo>
                  <a:lnTo>
                    <a:pt x="296764" y="61583"/>
                  </a:lnTo>
                  <a:lnTo>
                    <a:pt x="293354" y="57530"/>
                  </a:lnTo>
                  <a:lnTo>
                    <a:pt x="289818" y="53588"/>
                  </a:lnTo>
                  <a:lnTo>
                    <a:pt x="286158" y="49759"/>
                  </a:lnTo>
                  <a:lnTo>
                    <a:pt x="282379" y="46048"/>
                  </a:lnTo>
                  <a:lnTo>
                    <a:pt x="278484" y="42459"/>
                  </a:lnTo>
                  <a:lnTo>
                    <a:pt x="274477" y="38995"/>
                  </a:lnTo>
                  <a:lnTo>
                    <a:pt x="270363" y="35659"/>
                  </a:lnTo>
                  <a:lnTo>
                    <a:pt x="266145" y="32456"/>
                  </a:lnTo>
                  <a:lnTo>
                    <a:pt x="261828" y="29388"/>
                  </a:lnTo>
                  <a:lnTo>
                    <a:pt x="257416" y="26458"/>
                  </a:lnTo>
                  <a:lnTo>
                    <a:pt x="252913" y="23669"/>
                  </a:lnTo>
                  <a:lnTo>
                    <a:pt x="248324" y="21025"/>
                  </a:lnTo>
                  <a:lnTo>
                    <a:pt x="243653" y="18527"/>
                  </a:lnTo>
                  <a:lnTo>
                    <a:pt x="238906" y="16178"/>
                  </a:lnTo>
                  <a:lnTo>
                    <a:pt x="234087" y="13981"/>
                  </a:lnTo>
                  <a:lnTo>
                    <a:pt x="229200" y="11938"/>
                  </a:lnTo>
                  <a:lnTo>
                    <a:pt x="224252" y="10050"/>
                  </a:lnTo>
                  <a:lnTo>
                    <a:pt x="219246" y="8321"/>
                  </a:lnTo>
                  <a:lnTo>
                    <a:pt x="214187" y="6750"/>
                  </a:lnTo>
                  <a:lnTo>
                    <a:pt x="209082" y="5341"/>
                  </a:lnTo>
                  <a:lnTo>
                    <a:pt x="203934" y="4094"/>
                  </a:lnTo>
                  <a:lnTo>
                    <a:pt x="198750" y="3011"/>
                  </a:lnTo>
                  <a:lnTo>
                    <a:pt x="193533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51153" y="2126963"/>
              <a:ext cx="130134" cy="167167"/>
            </a:xfrm>
            <a:custGeom>
              <a:avLst/>
              <a:pathLst>
                <a:path w="130134" h="167167">
                  <a:moveTo>
                    <a:pt x="130134" y="0"/>
                  </a:moveTo>
                  <a:lnTo>
                    <a:pt x="124611" y="91"/>
                  </a:lnTo>
                  <a:lnTo>
                    <a:pt x="119094" y="364"/>
                  </a:lnTo>
                  <a:lnTo>
                    <a:pt x="113589" y="820"/>
                  </a:lnTo>
                  <a:lnTo>
                    <a:pt x="108102" y="1458"/>
                  </a:lnTo>
                  <a:lnTo>
                    <a:pt x="102639" y="2276"/>
                  </a:lnTo>
                  <a:lnTo>
                    <a:pt x="97206" y="3275"/>
                  </a:lnTo>
                  <a:lnTo>
                    <a:pt x="91809" y="4452"/>
                  </a:lnTo>
                  <a:lnTo>
                    <a:pt x="86454" y="5807"/>
                  </a:lnTo>
                  <a:lnTo>
                    <a:pt x="81147" y="7338"/>
                  </a:lnTo>
                  <a:lnTo>
                    <a:pt x="75893" y="9044"/>
                  </a:lnTo>
                  <a:lnTo>
                    <a:pt x="70698" y="10922"/>
                  </a:lnTo>
                  <a:lnTo>
                    <a:pt x="65569" y="12971"/>
                  </a:lnTo>
                  <a:lnTo>
                    <a:pt x="60509" y="15189"/>
                  </a:lnTo>
                  <a:lnTo>
                    <a:pt x="55526" y="17572"/>
                  </a:lnTo>
                  <a:lnTo>
                    <a:pt x="50624" y="20119"/>
                  </a:lnTo>
                  <a:lnTo>
                    <a:pt x="45809" y="22826"/>
                  </a:lnTo>
                  <a:lnTo>
                    <a:pt x="41087" y="25691"/>
                  </a:lnTo>
                  <a:lnTo>
                    <a:pt x="36461" y="28710"/>
                  </a:lnTo>
                  <a:lnTo>
                    <a:pt x="31938" y="31881"/>
                  </a:lnTo>
                  <a:lnTo>
                    <a:pt x="27521" y="35199"/>
                  </a:lnTo>
                  <a:lnTo>
                    <a:pt x="23217" y="38661"/>
                  </a:lnTo>
                  <a:lnTo>
                    <a:pt x="19030" y="42264"/>
                  </a:lnTo>
                  <a:lnTo>
                    <a:pt x="14964" y="46003"/>
                  </a:lnTo>
                  <a:lnTo>
                    <a:pt x="11024" y="49874"/>
                  </a:lnTo>
                  <a:lnTo>
                    <a:pt x="7213" y="53873"/>
                  </a:lnTo>
                  <a:lnTo>
                    <a:pt x="3537" y="57997"/>
                  </a:lnTo>
                  <a:lnTo>
                    <a:pt x="0" y="62239"/>
                  </a:lnTo>
                  <a:lnTo>
                    <a:pt x="13013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51153" y="2189202"/>
              <a:ext cx="130134" cy="104928"/>
            </a:xfrm>
            <a:custGeom>
              <a:avLst/>
              <a:pathLst>
                <a:path w="130134" h="104928">
                  <a:moveTo>
                    <a:pt x="0" y="0"/>
                  </a:moveTo>
                  <a:lnTo>
                    <a:pt x="130134" y="104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14133" y="2127311"/>
              <a:ext cx="334301" cy="333987"/>
            </a:xfrm>
            <a:custGeom>
              <a:avLst/>
              <a:pathLst>
                <a:path w="334301" h="333987">
                  <a:moveTo>
                    <a:pt x="37019" y="61891"/>
                  </a:moveTo>
                  <a:lnTo>
                    <a:pt x="33758" y="66069"/>
                  </a:lnTo>
                  <a:lnTo>
                    <a:pt x="30631" y="70348"/>
                  </a:lnTo>
                  <a:lnTo>
                    <a:pt x="27642" y="74725"/>
                  </a:lnTo>
                  <a:lnTo>
                    <a:pt x="24792" y="79193"/>
                  </a:lnTo>
                  <a:lnTo>
                    <a:pt x="22086" y="83750"/>
                  </a:lnTo>
                  <a:lnTo>
                    <a:pt x="19526" y="88391"/>
                  </a:lnTo>
                  <a:lnTo>
                    <a:pt x="17114" y="93110"/>
                  </a:lnTo>
                  <a:lnTo>
                    <a:pt x="14853" y="97903"/>
                  </a:lnTo>
                  <a:lnTo>
                    <a:pt x="12745" y="102766"/>
                  </a:lnTo>
                  <a:lnTo>
                    <a:pt x="10792" y="107693"/>
                  </a:lnTo>
                  <a:lnTo>
                    <a:pt x="8996" y="112679"/>
                  </a:lnTo>
                  <a:lnTo>
                    <a:pt x="7359" y="117720"/>
                  </a:lnTo>
                  <a:lnTo>
                    <a:pt x="5883" y="122810"/>
                  </a:lnTo>
                  <a:lnTo>
                    <a:pt x="4569" y="127944"/>
                  </a:lnTo>
                  <a:lnTo>
                    <a:pt x="3418" y="133118"/>
                  </a:lnTo>
                  <a:lnTo>
                    <a:pt x="2432" y="138325"/>
                  </a:lnTo>
                  <a:lnTo>
                    <a:pt x="1612" y="143561"/>
                  </a:lnTo>
                  <a:lnTo>
                    <a:pt x="958" y="148820"/>
                  </a:lnTo>
                  <a:lnTo>
                    <a:pt x="471" y="154098"/>
                  </a:lnTo>
                  <a:lnTo>
                    <a:pt x="151" y="159388"/>
                  </a:lnTo>
                  <a:lnTo>
                    <a:pt x="0" y="164685"/>
                  </a:lnTo>
                  <a:lnTo>
                    <a:pt x="16" y="169985"/>
                  </a:lnTo>
                  <a:lnTo>
                    <a:pt x="200" y="175282"/>
                  </a:lnTo>
                  <a:lnTo>
                    <a:pt x="552" y="180570"/>
                  </a:lnTo>
                  <a:lnTo>
                    <a:pt x="1072" y="185844"/>
                  </a:lnTo>
                  <a:lnTo>
                    <a:pt x="1759" y="191100"/>
                  </a:lnTo>
                  <a:lnTo>
                    <a:pt x="2611" y="196330"/>
                  </a:lnTo>
                  <a:lnTo>
                    <a:pt x="3630" y="201531"/>
                  </a:lnTo>
                  <a:lnTo>
                    <a:pt x="4812" y="206698"/>
                  </a:lnTo>
                  <a:lnTo>
                    <a:pt x="6158" y="211824"/>
                  </a:lnTo>
                  <a:lnTo>
                    <a:pt x="7665" y="216905"/>
                  </a:lnTo>
                  <a:lnTo>
                    <a:pt x="9333" y="221935"/>
                  </a:lnTo>
                  <a:lnTo>
                    <a:pt x="11160" y="226911"/>
                  </a:lnTo>
                  <a:lnTo>
                    <a:pt x="13143" y="231825"/>
                  </a:lnTo>
                  <a:lnTo>
                    <a:pt x="15281" y="236675"/>
                  </a:lnTo>
                  <a:lnTo>
                    <a:pt x="17572" y="241454"/>
                  </a:lnTo>
                  <a:lnTo>
                    <a:pt x="20013" y="246158"/>
                  </a:lnTo>
                  <a:lnTo>
                    <a:pt x="22602" y="250783"/>
                  </a:lnTo>
                  <a:lnTo>
                    <a:pt x="25336" y="255323"/>
                  </a:lnTo>
                  <a:lnTo>
                    <a:pt x="28213" y="259774"/>
                  </a:lnTo>
                  <a:lnTo>
                    <a:pt x="31229" y="264131"/>
                  </a:lnTo>
                  <a:lnTo>
                    <a:pt x="34382" y="268391"/>
                  </a:lnTo>
                  <a:lnTo>
                    <a:pt x="37669" y="272549"/>
                  </a:lnTo>
                  <a:lnTo>
                    <a:pt x="41086" y="276601"/>
                  </a:lnTo>
                  <a:lnTo>
                    <a:pt x="44629" y="280542"/>
                  </a:lnTo>
                  <a:lnTo>
                    <a:pt x="48296" y="284369"/>
                  </a:lnTo>
                  <a:lnTo>
                    <a:pt x="52082" y="288077"/>
                  </a:lnTo>
                  <a:lnTo>
                    <a:pt x="55983" y="291664"/>
                  </a:lnTo>
                  <a:lnTo>
                    <a:pt x="59997" y="295125"/>
                  </a:lnTo>
                  <a:lnTo>
                    <a:pt x="64118" y="298458"/>
                  </a:lnTo>
                  <a:lnTo>
                    <a:pt x="68343" y="301658"/>
                  </a:lnTo>
                  <a:lnTo>
                    <a:pt x="72667" y="304722"/>
                  </a:lnTo>
                  <a:lnTo>
                    <a:pt x="77086" y="307648"/>
                  </a:lnTo>
                  <a:lnTo>
                    <a:pt x="81595" y="310433"/>
                  </a:lnTo>
                  <a:lnTo>
                    <a:pt x="86191" y="313073"/>
                  </a:lnTo>
                  <a:lnTo>
                    <a:pt x="90868" y="315566"/>
                  </a:lnTo>
                  <a:lnTo>
                    <a:pt x="95621" y="317909"/>
                  </a:lnTo>
                  <a:lnTo>
                    <a:pt x="100447" y="320101"/>
                  </a:lnTo>
                  <a:lnTo>
                    <a:pt x="105339" y="322138"/>
                  </a:lnTo>
                  <a:lnTo>
                    <a:pt x="110294" y="324020"/>
                  </a:lnTo>
                  <a:lnTo>
                    <a:pt x="115306" y="325743"/>
                  </a:lnTo>
                  <a:lnTo>
                    <a:pt x="120369" y="327307"/>
                  </a:lnTo>
                  <a:lnTo>
                    <a:pt x="125480" y="328709"/>
                  </a:lnTo>
                  <a:lnTo>
                    <a:pt x="130633" y="329949"/>
                  </a:lnTo>
                  <a:lnTo>
                    <a:pt x="135823" y="331025"/>
                  </a:lnTo>
                  <a:lnTo>
                    <a:pt x="141044" y="331935"/>
                  </a:lnTo>
                  <a:lnTo>
                    <a:pt x="146291" y="332680"/>
                  </a:lnTo>
                  <a:lnTo>
                    <a:pt x="151559" y="333258"/>
                  </a:lnTo>
                  <a:lnTo>
                    <a:pt x="156843" y="333669"/>
                  </a:lnTo>
                  <a:lnTo>
                    <a:pt x="162137" y="333912"/>
                  </a:lnTo>
                  <a:lnTo>
                    <a:pt x="167437" y="333987"/>
                  </a:lnTo>
                  <a:lnTo>
                    <a:pt x="172736" y="333894"/>
                  </a:lnTo>
                  <a:lnTo>
                    <a:pt x="178029" y="333633"/>
                  </a:lnTo>
                  <a:lnTo>
                    <a:pt x="183312" y="333204"/>
                  </a:lnTo>
                  <a:lnTo>
                    <a:pt x="188578" y="332608"/>
                  </a:lnTo>
                  <a:lnTo>
                    <a:pt x="193823" y="331846"/>
                  </a:lnTo>
                  <a:lnTo>
                    <a:pt x="199041" y="330917"/>
                  </a:lnTo>
                  <a:lnTo>
                    <a:pt x="204226" y="329824"/>
                  </a:lnTo>
                  <a:lnTo>
                    <a:pt x="209375" y="328567"/>
                  </a:lnTo>
                  <a:lnTo>
                    <a:pt x="214481" y="327147"/>
                  </a:lnTo>
                  <a:lnTo>
                    <a:pt x="219540" y="325566"/>
                  </a:lnTo>
                  <a:lnTo>
                    <a:pt x="224546" y="323826"/>
                  </a:lnTo>
                  <a:lnTo>
                    <a:pt x="229494" y="321928"/>
                  </a:lnTo>
                  <a:lnTo>
                    <a:pt x="234379" y="319874"/>
                  </a:lnTo>
                  <a:lnTo>
                    <a:pt x="239198" y="317666"/>
                  </a:lnTo>
                  <a:lnTo>
                    <a:pt x="243943" y="315306"/>
                  </a:lnTo>
                  <a:lnTo>
                    <a:pt x="248612" y="312797"/>
                  </a:lnTo>
                  <a:lnTo>
                    <a:pt x="253198" y="310142"/>
                  </a:lnTo>
                  <a:lnTo>
                    <a:pt x="257698" y="307342"/>
                  </a:lnTo>
                  <a:lnTo>
                    <a:pt x="262107" y="304401"/>
                  </a:lnTo>
                  <a:lnTo>
                    <a:pt x="266421" y="301322"/>
                  </a:lnTo>
                  <a:lnTo>
                    <a:pt x="270635" y="298108"/>
                  </a:lnTo>
                  <a:lnTo>
                    <a:pt x="274744" y="294761"/>
                  </a:lnTo>
                  <a:lnTo>
                    <a:pt x="278746" y="291286"/>
                  </a:lnTo>
                  <a:lnTo>
                    <a:pt x="282636" y="287686"/>
                  </a:lnTo>
                  <a:lnTo>
                    <a:pt x="286409" y="283965"/>
                  </a:lnTo>
                  <a:lnTo>
                    <a:pt x="290062" y="280126"/>
                  </a:lnTo>
                  <a:lnTo>
                    <a:pt x="293593" y="276172"/>
                  </a:lnTo>
                  <a:lnTo>
                    <a:pt x="296995" y="272109"/>
                  </a:lnTo>
                  <a:lnTo>
                    <a:pt x="300268" y="267940"/>
                  </a:lnTo>
                  <a:lnTo>
                    <a:pt x="303406" y="263670"/>
                  </a:lnTo>
                  <a:lnTo>
                    <a:pt x="306408" y="259302"/>
                  </a:lnTo>
                  <a:lnTo>
                    <a:pt x="309270" y="254841"/>
                  </a:lnTo>
                  <a:lnTo>
                    <a:pt x="311989" y="250292"/>
                  </a:lnTo>
                  <a:lnTo>
                    <a:pt x="314562" y="245659"/>
                  </a:lnTo>
                  <a:lnTo>
                    <a:pt x="316987" y="240946"/>
                  </a:lnTo>
                  <a:lnTo>
                    <a:pt x="319262" y="236159"/>
                  </a:lnTo>
                  <a:lnTo>
                    <a:pt x="321383" y="231303"/>
                  </a:lnTo>
                  <a:lnTo>
                    <a:pt x="323350" y="226381"/>
                  </a:lnTo>
                  <a:lnTo>
                    <a:pt x="325159" y="221400"/>
                  </a:lnTo>
                  <a:lnTo>
                    <a:pt x="326810" y="216364"/>
                  </a:lnTo>
                  <a:lnTo>
                    <a:pt x="328301" y="211278"/>
                  </a:lnTo>
                  <a:lnTo>
                    <a:pt x="329629" y="206147"/>
                  </a:lnTo>
                  <a:lnTo>
                    <a:pt x="330794" y="200977"/>
                  </a:lnTo>
                  <a:lnTo>
                    <a:pt x="331794" y="195772"/>
                  </a:lnTo>
                  <a:lnTo>
                    <a:pt x="332629" y="190539"/>
                  </a:lnTo>
                  <a:lnTo>
                    <a:pt x="333298" y="185281"/>
                  </a:lnTo>
                  <a:lnTo>
                    <a:pt x="333800" y="180005"/>
                  </a:lnTo>
                  <a:lnTo>
                    <a:pt x="334134" y="174716"/>
                  </a:lnTo>
                  <a:lnTo>
                    <a:pt x="334301" y="169418"/>
                  </a:lnTo>
                  <a:lnTo>
                    <a:pt x="334299" y="164119"/>
                  </a:lnTo>
                  <a:lnTo>
                    <a:pt x="334129" y="158821"/>
                  </a:lnTo>
                  <a:lnTo>
                    <a:pt x="333792" y="153532"/>
                  </a:lnTo>
                  <a:lnTo>
                    <a:pt x="333287" y="148257"/>
                  </a:lnTo>
                  <a:lnTo>
                    <a:pt x="332615" y="143000"/>
                  </a:lnTo>
                  <a:lnTo>
                    <a:pt x="331777" y="137766"/>
                  </a:lnTo>
                  <a:lnTo>
                    <a:pt x="330773" y="132563"/>
                  </a:lnTo>
                  <a:lnTo>
                    <a:pt x="329605" y="127393"/>
                  </a:lnTo>
                  <a:lnTo>
                    <a:pt x="328273" y="122263"/>
                  </a:lnTo>
                  <a:lnTo>
                    <a:pt x="326780" y="117178"/>
                  </a:lnTo>
                  <a:lnTo>
                    <a:pt x="325126" y="112143"/>
                  </a:lnTo>
                  <a:lnTo>
                    <a:pt x="323314" y="107163"/>
                  </a:lnTo>
                  <a:lnTo>
                    <a:pt x="321344" y="102242"/>
                  </a:lnTo>
                  <a:lnTo>
                    <a:pt x="319219" y="97387"/>
                  </a:lnTo>
                  <a:lnTo>
                    <a:pt x="316942" y="92601"/>
                  </a:lnTo>
                  <a:lnTo>
                    <a:pt x="314514" y="87890"/>
                  </a:lnTo>
                  <a:lnTo>
                    <a:pt x="311938" y="83259"/>
                  </a:lnTo>
                  <a:lnTo>
                    <a:pt x="309216" y="78711"/>
                  </a:lnTo>
                  <a:lnTo>
                    <a:pt x="306352" y="74252"/>
                  </a:lnTo>
                  <a:lnTo>
                    <a:pt x="303348" y="69886"/>
                  </a:lnTo>
                  <a:lnTo>
                    <a:pt x="300206" y="65617"/>
                  </a:lnTo>
                  <a:lnTo>
                    <a:pt x="296931" y="61450"/>
                  </a:lnTo>
                  <a:lnTo>
                    <a:pt x="293526" y="57389"/>
                  </a:lnTo>
                  <a:lnTo>
                    <a:pt x="289994" y="53438"/>
                  </a:lnTo>
                  <a:lnTo>
                    <a:pt x="286338" y="49601"/>
                  </a:lnTo>
                  <a:lnTo>
                    <a:pt x="282562" y="45882"/>
                  </a:lnTo>
                  <a:lnTo>
                    <a:pt x="278670" y="42285"/>
                  </a:lnTo>
                  <a:lnTo>
                    <a:pt x="274667" y="38812"/>
                  </a:lnTo>
                  <a:lnTo>
                    <a:pt x="270555" y="35468"/>
                  </a:lnTo>
                  <a:lnTo>
                    <a:pt x="266339" y="32256"/>
                  </a:lnTo>
                  <a:lnTo>
                    <a:pt x="262023" y="29180"/>
                  </a:lnTo>
                  <a:lnTo>
                    <a:pt x="257613" y="26242"/>
                  </a:lnTo>
                  <a:lnTo>
                    <a:pt x="253111" y="23445"/>
                  </a:lnTo>
                  <a:lnTo>
                    <a:pt x="248523" y="20792"/>
                  </a:lnTo>
                  <a:lnTo>
                    <a:pt x="243853" y="18286"/>
                  </a:lnTo>
                  <a:lnTo>
                    <a:pt x="239106" y="15929"/>
                  </a:lnTo>
                  <a:lnTo>
                    <a:pt x="234286" y="13724"/>
                  </a:lnTo>
                  <a:lnTo>
                    <a:pt x="229400" y="11673"/>
                  </a:lnTo>
                  <a:lnTo>
                    <a:pt x="224450" y="9778"/>
                  </a:lnTo>
                  <a:lnTo>
                    <a:pt x="219443" y="8041"/>
                  </a:lnTo>
                  <a:lnTo>
                    <a:pt x="214384" y="6463"/>
                  </a:lnTo>
                  <a:lnTo>
                    <a:pt x="209277" y="5046"/>
                  </a:lnTo>
                  <a:lnTo>
                    <a:pt x="204127" y="3792"/>
                  </a:lnTo>
                  <a:lnTo>
                    <a:pt x="198941" y="2702"/>
                  </a:lnTo>
                  <a:lnTo>
                    <a:pt x="193722" y="1777"/>
                  </a:lnTo>
                  <a:lnTo>
                    <a:pt x="188477" y="1018"/>
                  </a:lnTo>
                  <a:lnTo>
                    <a:pt x="183211" y="425"/>
                  </a:lnTo>
                  <a:lnTo>
                    <a:pt x="177928" y="0"/>
                  </a:lnTo>
                  <a:lnTo>
                    <a:pt x="167153" y="166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10774" cy="167167"/>
            </a:xfrm>
            <a:custGeom>
              <a:avLst/>
              <a:pathLst>
                <a:path w="10774" h="167167">
                  <a:moveTo>
                    <a:pt x="10774" y="3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423598" y="2633064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4" y="758"/>
                  </a:lnTo>
                  <a:lnTo>
                    <a:pt x="145968" y="1347"/>
                  </a:lnTo>
                  <a:lnTo>
                    <a:pt x="140712" y="2103"/>
                  </a:lnTo>
                  <a:lnTo>
                    <a:pt x="135483" y="3026"/>
                  </a:lnTo>
                  <a:lnTo>
                    <a:pt x="130287" y="4115"/>
                  </a:lnTo>
                  <a:lnTo>
                    <a:pt x="125127" y="5368"/>
                  </a:lnTo>
                  <a:lnTo>
                    <a:pt x="120010" y="6784"/>
                  </a:lnTo>
                  <a:lnTo>
                    <a:pt x="114940" y="8362"/>
                  </a:lnTo>
                  <a:lnTo>
                    <a:pt x="109923" y="10100"/>
                  </a:lnTo>
                  <a:lnTo>
                    <a:pt x="104964" y="11996"/>
                  </a:lnTo>
                  <a:lnTo>
                    <a:pt x="100067" y="14050"/>
                  </a:lnTo>
                  <a:lnTo>
                    <a:pt x="95238" y="16257"/>
                  </a:lnTo>
                  <a:lnTo>
                    <a:pt x="90482" y="18617"/>
                  </a:lnTo>
                  <a:lnTo>
                    <a:pt x="85803" y="21127"/>
                  </a:lnTo>
                  <a:lnTo>
                    <a:pt x="81206" y="23784"/>
                  </a:lnTo>
                  <a:lnTo>
                    <a:pt x="76696" y="26586"/>
                  </a:lnTo>
                  <a:lnTo>
                    <a:pt x="72277" y="29529"/>
                  </a:lnTo>
                  <a:lnTo>
                    <a:pt x="67954" y="32612"/>
                  </a:lnTo>
                  <a:lnTo>
                    <a:pt x="63731" y="35830"/>
                  </a:lnTo>
                  <a:lnTo>
                    <a:pt x="59612" y="39180"/>
                  </a:lnTo>
                  <a:lnTo>
                    <a:pt x="55601" y="42660"/>
                  </a:lnTo>
                  <a:lnTo>
                    <a:pt x="51704" y="46266"/>
                  </a:lnTo>
                  <a:lnTo>
                    <a:pt x="47922" y="49993"/>
                  </a:lnTo>
                  <a:lnTo>
                    <a:pt x="44261" y="53838"/>
                  </a:lnTo>
                  <a:lnTo>
                    <a:pt x="40724" y="57798"/>
                  </a:lnTo>
                  <a:lnTo>
                    <a:pt x="37314" y="61868"/>
                  </a:lnTo>
                  <a:lnTo>
                    <a:pt x="34036" y="66045"/>
                  </a:lnTo>
                  <a:lnTo>
                    <a:pt x="30892" y="70323"/>
                  </a:lnTo>
                  <a:lnTo>
                    <a:pt x="27885" y="74699"/>
                  </a:lnTo>
                  <a:lnTo>
                    <a:pt x="25018" y="79169"/>
                  </a:lnTo>
                  <a:lnTo>
                    <a:pt x="22295" y="83727"/>
                  </a:lnTo>
                  <a:lnTo>
                    <a:pt x="19719" y="88369"/>
                  </a:lnTo>
                  <a:lnTo>
                    <a:pt x="17291" y="93091"/>
                  </a:lnTo>
                  <a:lnTo>
                    <a:pt x="15014" y="97888"/>
                  </a:lnTo>
                  <a:lnTo>
                    <a:pt x="12890" y="102754"/>
                  </a:lnTo>
                  <a:lnTo>
                    <a:pt x="10922" y="107686"/>
                  </a:lnTo>
                  <a:lnTo>
                    <a:pt x="9112" y="112677"/>
                  </a:lnTo>
                  <a:lnTo>
                    <a:pt x="7461" y="117724"/>
                  </a:lnTo>
                  <a:lnTo>
                    <a:pt x="5972" y="122820"/>
                  </a:lnTo>
                  <a:lnTo>
                    <a:pt x="4645" y="127961"/>
                  </a:lnTo>
                  <a:lnTo>
                    <a:pt x="3482" y="133142"/>
                  </a:lnTo>
                  <a:lnTo>
                    <a:pt x="2484" y="138357"/>
                  </a:lnTo>
                  <a:lnTo>
                    <a:pt x="1652" y="143601"/>
                  </a:lnTo>
                  <a:lnTo>
                    <a:pt x="987" y="148868"/>
                  </a:lnTo>
                  <a:lnTo>
                    <a:pt x="489" y="154155"/>
                  </a:lnTo>
                  <a:lnTo>
                    <a:pt x="160" y="159454"/>
                  </a:lnTo>
                  <a:lnTo>
                    <a:pt x="0" y="164761"/>
                  </a:lnTo>
                  <a:lnTo>
                    <a:pt x="7" y="170071"/>
                  </a:lnTo>
                  <a:lnTo>
                    <a:pt x="184" y="175377"/>
                  </a:lnTo>
                  <a:lnTo>
                    <a:pt x="529" y="180676"/>
                  </a:lnTo>
                  <a:lnTo>
                    <a:pt x="1042" y="185960"/>
                  </a:lnTo>
                  <a:lnTo>
                    <a:pt x="1723" y="191226"/>
                  </a:lnTo>
                  <a:lnTo>
                    <a:pt x="2570" y="196468"/>
                  </a:lnTo>
                  <a:lnTo>
                    <a:pt x="3584" y="201680"/>
                  </a:lnTo>
                  <a:lnTo>
                    <a:pt x="4762" y="206857"/>
                  </a:lnTo>
                  <a:lnTo>
                    <a:pt x="6105" y="211994"/>
                  </a:lnTo>
                  <a:lnTo>
                    <a:pt x="7609" y="217086"/>
                  </a:lnTo>
                  <a:lnTo>
                    <a:pt x="9275" y="222127"/>
                  </a:lnTo>
                  <a:lnTo>
                    <a:pt x="11100" y="227113"/>
                  </a:lnTo>
                  <a:lnTo>
                    <a:pt x="13083" y="232039"/>
                  </a:lnTo>
                  <a:lnTo>
                    <a:pt x="15221" y="236899"/>
                  </a:lnTo>
                  <a:lnTo>
                    <a:pt x="17512" y="241689"/>
                  </a:lnTo>
                  <a:lnTo>
                    <a:pt x="19954" y="246403"/>
                  </a:lnTo>
                  <a:lnTo>
                    <a:pt x="22545" y="251038"/>
                  </a:lnTo>
                  <a:lnTo>
                    <a:pt x="25281" y="255588"/>
                  </a:lnTo>
                  <a:lnTo>
                    <a:pt x="28161" y="260049"/>
                  </a:lnTo>
                  <a:lnTo>
                    <a:pt x="31181" y="264416"/>
                  </a:lnTo>
                  <a:lnTo>
                    <a:pt x="34338" y="268685"/>
                  </a:lnTo>
                  <a:lnTo>
                    <a:pt x="37629" y="272852"/>
                  </a:lnTo>
                  <a:lnTo>
                    <a:pt x="41050" y="276912"/>
                  </a:lnTo>
                  <a:lnTo>
                    <a:pt x="44599" y="280861"/>
                  </a:lnTo>
                  <a:lnTo>
                    <a:pt x="48272" y="284696"/>
                  </a:lnTo>
                  <a:lnTo>
                    <a:pt x="52064" y="288412"/>
                  </a:lnTo>
                  <a:lnTo>
                    <a:pt x="55973" y="292005"/>
                  </a:lnTo>
                  <a:lnTo>
                    <a:pt x="59993" y="295473"/>
                  </a:lnTo>
                  <a:lnTo>
                    <a:pt x="64122" y="298812"/>
                  </a:lnTo>
                  <a:lnTo>
                    <a:pt x="68355" y="302017"/>
                  </a:lnTo>
                  <a:lnTo>
                    <a:pt x="72687" y="305087"/>
                  </a:lnTo>
                  <a:lnTo>
                    <a:pt x="77115" y="308017"/>
                  </a:lnTo>
                  <a:lnTo>
                    <a:pt x="81634" y="310805"/>
                  </a:lnTo>
                  <a:lnTo>
                    <a:pt x="86238" y="313449"/>
                  </a:lnTo>
                  <a:lnTo>
                    <a:pt x="90925" y="315944"/>
                  </a:lnTo>
                  <a:lnTo>
                    <a:pt x="95688" y="318290"/>
                  </a:lnTo>
                  <a:lnTo>
                    <a:pt x="100524" y="320483"/>
                  </a:lnTo>
                  <a:lnTo>
                    <a:pt x="105426" y="322522"/>
                  </a:lnTo>
                  <a:lnTo>
                    <a:pt x="110391" y="324404"/>
                  </a:lnTo>
                  <a:lnTo>
                    <a:pt x="115413" y="326127"/>
                  </a:lnTo>
                  <a:lnTo>
                    <a:pt x="120488" y="327690"/>
                  </a:lnTo>
                  <a:lnTo>
                    <a:pt x="125609" y="329091"/>
                  </a:lnTo>
                  <a:lnTo>
                    <a:pt x="130772" y="330328"/>
                  </a:lnTo>
                  <a:lnTo>
                    <a:pt x="135972" y="331401"/>
                  </a:lnTo>
                  <a:lnTo>
                    <a:pt x="141204" y="332309"/>
                  </a:lnTo>
                  <a:lnTo>
                    <a:pt x="146462" y="333049"/>
                  </a:lnTo>
                  <a:lnTo>
                    <a:pt x="151740" y="333623"/>
                  </a:lnTo>
                  <a:lnTo>
                    <a:pt x="157034" y="334028"/>
                  </a:lnTo>
                  <a:lnTo>
                    <a:pt x="162338" y="334265"/>
                  </a:lnTo>
                  <a:lnTo>
                    <a:pt x="167648" y="334334"/>
                  </a:lnTo>
                  <a:lnTo>
                    <a:pt x="172956" y="334234"/>
                  </a:lnTo>
                  <a:lnTo>
                    <a:pt x="178259" y="333965"/>
                  </a:lnTo>
                  <a:lnTo>
                    <a:pt x="183551" y="333528"/>
                  </a:lnTo>
                  <a:lnTo>
                    <a:pt x="188826" y="332923"/>
                  </a:lnTo>
                  <a:lnTo>
                    <a:pt x="194079" y="332151"/>
                  </a:lnTo>
                  <a:lnTo>
                    <a:pt x="199305" y="331213"/>
                  </a:lnTo>
                  <a:lnTo>
                    <a:pt x="204498" y="330109"/>
                  </a:lnTo>
                  <a:lnTo>
                    <a:pt x="209654" y="328840"/>
                  </a:lnTo>
                  <a:lnTo>
                    <a:pt x="214767" y="327409"/>
                  </a:lnTo>
                  <a:lnTo>
                    <a:pt x="219832" y="325816"/>
                  </a:lnTo>
                  <a:lnTo>
                    <a:pt x="224844" y="324063"/>
                  </a:lnTo>
                  <a:lnTo>
                    <a:pt x="229797" y="322151"/>
                  </a:lnTo>
                  <a:lnTo>
                    <a:pt x="234688" y="320084"/>
                  </a:lnTo>
                  <a:lnTo>
                    <a:pt x="239510" y="317862"/>
                  </a:lnTo>
                  <a:lnTo>
                    <a:pt x="244259" y="315488"/>
                  </a:lnTo>
                  <a:lnTo>
                    <a:pt x="248931" y="312964"/>
                  </a:lnTo>
                  <a:lnTo>
                    <a:pt x="253520" y="310293"/>
                  </a:lnTo>
                  <a:lnTo>
                    <a:pt x="258022" y="307478"/>
                  </a:lnTo>
                  <a:lnTo>
                    <a:pt x="262432" y="304521"/>
                  </a:lnTo>
                  <a:lnTo>
                    <a:pt x="266746" y="301426"/>
                  </a:lnTo>
                  <a:lnTo>
                    <a:pt x="270959" y="298195"/>
                  </a:lnTo>
                  <a:lnTo>
                    <a:pt x="275068" y="294833"/>
                  </a:lnTo>
                  <a:lnTo>
                    <a:pt x="279068" y="291341"/>
                  </a:lnTo>
                  <a:lnTo>
                    <a:pt x="282955" y="287724"/>
                  </a:lnTo>
                  <a:lnTo>
                    <a:pt x="286726" y="283985"/>
                  </a:lnTo>
                  <a:lnTo>
                    <a:pt x="290375" y="280129"/>
                  </a:lnTo>
                  <a:lnTo>
                    <a:pt x="293900" y="276159"/>
                  </a:lnTo>
                  <a:lnTo>
                    <a:pt x="297298" y="272078"/>
                  </a:lnTo>
                  <a:lnTo>
                    <a:pt x="300564" y="267892"/>
                  </a:lnTo>
                  <a:lnTo>
                    <a:pt x="303696" y="263604"/>
                  </a:lnTo>
                  <a:lnTo>
                    <a:pt x="306689" y="259219"/>
                  </a:lnTo>
                  <a:lnTo>
                    <a:pt x="309542" y="254741"/>
                  </a:lnTo>
                  <a:lnTo>
                    <a:pt x="312252" y="250175"/>
                  </a:lnTo>
                  <a:lnTo>
                    <a:pt x="314815" y="245525"/>
                  </a:lnTo>
                  <a:lnTo>
                    <a:pt x="317229" y="240796"/>
                  </a:lnTo>
                  <a:lnTo>
                    <a:pt x="319491" y="235993"/>
                  </a:lnTo>
                  <a:lnTo>
                    <a:pt x="321600" y="231120"/>
                  </a:lnTo>
                  <a:lnTo>
                    <a:pt x="323553" y="226182"/>
                  </a:lnTo>
                  <a:lnTo>
                    <a:pt x="325349" y="221186"/>
                  </a:lnTo>
                  <a:lnTo>
                    <a:pt x="326984" y="216134"/>
                  </a:lnTo>
                  <a:lnTo>
                    <a:pt x="328459" y="211034"/>
                  </a:lnTo>
                  <a:lnTo>
                    <a:pt x="329771" y="205889"/>
                  </a:lnTo>
                  <a:lnTo>
                    <a:pt x="330918" y="200705"/>
                  </a:lnTo>
                  <a:lnTo>
                    <a:pt x="331901" y="195487"/>
                  </a:lnTo>
                  <a:lnTo>
                    <a:pt x="332717" y="190240"/>
                  </a:lnTo>
                  <a:lnTo>
                    <a:pt x="333366" y="184970"/>
                  </a:lnTo>
                  <a:lnTo>
                    <a:pt x="333848" y="179683"/>
                  </a:lnTo>
                  <a:lnTo>
                    <a:pt x="334161" y="174382"/>
                  </a:lnTo>
                  <a:lnTo>
                    <a:pt x="334306" y="169075"/>
                  </a:lnTo>
                  <a:lnTo>
                    <a:pt x="334282" y="163765"/>
                  </a:lnTo>
                  <a:lnTo>
                    <a:pt x="334090" y="158459"/>
                  </a:lnTo>
                  <a:lnTo>
                    <a:pt x="333729" y="153162"/>
                  </a:lnTo>
                  <a:lnTo>
                    <a:pt x="333201" y="147879"/>
                  </a:lnTo>
                  <a:lnTo>
                    <a:pt x="332504" y="142615"/>
                  </a:lnTo>
                  <a:lnTo>
                    <a:pt x="331641" y="137376"/>
                  </a:lnTo>
                  <a:lnTo>
                    <a:pt x="330612" y="132167"/>
                  </a:lnTo>
                  <a:lnTo>
                    <a:pt x="329418" y="126994"/>
                  </a:lnTo>
                  <a:lnTo>
                    <a:pt x="328060" y="121861"/>
                  </a:lnTo>
                  <a:lnTo>
                    <a:pt x="326540" y="116773"/>
                  </a:lnTo>
                  <a:lnTo>
                    <a:pt x="324860" y="111737"/>
                  </a:lnTo>
                  <a:lnTo>
                    <a:pt x="323020" y="106756"/>
                  </a:lnTo>
                  <a:lnTo>
                    <a:pt x="321023" y="101836"/>
                  </a:lnTo>
                  <a:lnTo>
                    <a:pt x="318870" y="96983"/>
                  </a:lnTo>
                  <a:lnTo>
                    <a:pt x="316565" y="92200"/>
                  </a:lnTo>
                  <a:lnTo>
                    <a:pt x="314109" y="87492"/>
                  </a:lnTo>
                  <a:lnTo>
                    <a:pt x="311504" y="82866"/>
                  </a:lnTo>
                  <a:lnTo>
                    <a:pt x="308754" y="7832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11388"/>
              <a:ext cx="141604" cy="88843"/>
            </a:xfrm>
            <a:custGeom>
              <a:avLst/>
              <a:pathLst>
                <a:path w="141604" h="88843">
                  <a:moveTo>
                    <a:pt x="141604" y="0"/>
                  </a:moveTo>
                  <a:lnTo>
                    <a:pt x="0" y="888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9551"/>
              <a:ext cx="141604" cy="160680"/>
            </a:xfrm>
            <a:custGeom>
              <a:avLst/>
              <a:pathLst>
                <a:path w="141604" h="160680">
                  <a:moveTo>
                    <a:pt x="141604" y="71837"/>
                  </a:moveTo>
                  <a:lnTo>
                    <a:pt x="138574" y="67182"/>
                  </a:lnTo>
                  <a:lnTo>
                    <a:pt x="135392" y="62630"/>
                  </a:lnTo>
                  <a:lnTo>
                    <a:pt x="132060" y="58186"/>
                  </a:lnTo>
                  <a:lnTo>
                    <a:pt x="128582" y="53856"/>
                  </a:lnTo>
                  <a:lnTo>
                    <a:pt x="124962" y="49643"/>
                  </a:lnTo>
                  <a:lnTo>
                    <a:pt x="121205" y="45553"/>
                  </a:lnTo>
                  <a:lnTo>
                    <a:pt x="117313" y="41590"/>
                  </a:lnTo>
                  <a:lnTo>
                    <a:pt x="113292" y="37759"/>
                  </a:lnTo>
                  <a:lnTo>
                    <a:pt x="109146" y="34063"/>
                  </a:lnTo>
                  <a:lnTo>
                    <a:pt x="104880" y="30507"/>
                  </a:lnTo>
                  <a:lnTo>
                    <a:pt x="100498" y="27095"/>
                  </a:lnTo>
                  <a:lnTo>
                    <a:pt x="96005" y="23830"/>
                  </a:lnTo>
                  <a:lnTo>
                    <a:pt x="91405" y="20716"/>
                  </a:lnTo>
                  <a:lnTo>
                    <a:pt x="86705" y="17757"/>
                  </a:lnTo>
                  <a:lnTo>
                    <a:pt x="81909" y="14955"/>
                  </a:lnTo>
                  <a:lnTo>
                    <a:pt x="77023" y="12315"/>
                  </a:lnTo>
                  <a:lnTo>
                    <a:pt x="72052" y="9838"/>
                  </a:lnTo>
                  <a:lnTo>
                    <a:pt x="67001" y="7528"/>
                  </a:lnTo>
                  <a:lnTo>
                    <a:pt x="61877" y="5386"/>
                  </a:lnTo>
                  <a:lnTo>
                    <a:pt x="56683" y="3416"/>
                  </a:lnTo>
                  <a:lnTo>
                    <a:pt x="51428" y="1620"/>
                  </a:lnTo>
                  <a:lnTo>
                    <a:pt x="46115" y="0"/>
                  </a:lnTo>
                  <a:lnTo>
                    <a:pt x="0" y="1606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46115" cy="167167"/>
            </a:xfrm>
            <a:custGeom>
              <a:avLst/>
              <a:pathLst>
                <a:path w="46115" h="167167">
                  <a:moveTo>
                    <a:pt x="46115" y="6486"/>
                  </a:moveTo>
                  <a:lnTo>
                    <a:pt x="39665" y="4774"/>
                  </a:lnTo>
                  <a:lnTo>
                    <a:pt x="33151" y="3320"/>
                  </a:lnTo>
                  <a:lnTo>
                    <a:pt x="26584" y="2127"/>
                  </a:lnTo>
                  <a:lnTo>
                    <a:pt x="19975" y="1197"/>
                  </a:lnTo>
                  <a:lnTo>
                    <a:pt x="13334" y="532"/>
                  </a:lnTo>
                  <a:lnTo>
                    <a:pt x="6672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358832" y="3170392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5" y="3024"/>
                  </a:lnTo>
                  <a:lnTo>
                    <a:pt x="130300" y="4111"/>
                  </a:lnTo>
                  <a:lnTo>
                    <a:pt x="125143" y="5363"/>
                  </a:lnTo>
                  <a:lnTo>
                    <a:pt x="120028" y="6778"/>
                  </a:lnTo>
                  <a:lnTo>
                    <a:pt x="114960" y="8355"/>
                  </a:lnTo>
                  <a:lnTo>
                    <a:pt x="109945" y="10091"/>
                  </a:lnTo>
                  <a:lnTo>
                    <a:pt x="104987" y="11986"/>
                  </a:lnTo>
                  <a:lnTo>
                    <a:pt x="100093" y="14038"/>
                  </a:lnTo>
                  <a:lnTo>
                    <a:pt x="95265" y="16244"/>
                  </a:lnTo>
                  <a:lnTo>
                    <a:pt x="90511" y="18602"/>
                  </a:lnTo>
                  <a:lnTo>
                    <a:pt x="85833" y="21109"/>
                  </a:lnTo>
                  <a:lnTo>
                    <a:pt x="81238" y="23764"/>
                  </a:lnTo>
                  <a:lnTo>
                    <a:pt x="76729" y="26564"/>
                  </a:lnTo>
                  <a:lnTo>
                    <a:pt x="72311" y="29505"/>
                  </a:lnTo>
                  <a:lnTo>
                    <a:pt x="67989" y="32585"/>
                  </a:lnTo>
                  <a:lnTo>
                    <a:pt x="63766" y="35800"/>
                  </a:lnTo>
                  <a:lnTo>
                    <a:pt x="59648" y="39148"/>
                  </a:lnTo>
                  <a:lnTo>
                    <a:pt x="55639" y="42625"/>
                  </a:lnTo>
                  <a:lnTo>
                    <a:pt x="51741" y="46228"/>
                  </a:lnTo>
                  <a:lnTo>
                    <a:pt x="47960" y="49952"/>
                  </a:lnTo>
                  <a:lnTo>
                    <a:pt x="44300" y="53795"/>
                  </a:lnTo>
                  <a:lnTo>
                    <a:pt x="40763" y="57752"/>
                  </a:lnTo>
                  <a:lnTo>
                    <a:pt x="37353" y="61819"/>
                  </a:lnTo>
                  <a:lnTo>
                    <a:pt x="34074" y="65992"/>
                  </a:lnTo>
                  <a:lnTo>
                    <a:pt x="30930" y="70268"/>
                  </a:lnTo>
                  <a:lnTo>
                    <a:pt x="27922" y="74641"/>
                  </a:lnTo>
                  <a:lnTo>
                    <a:pt x="25055" y="79107"/>
                  </a:lnTo>
                  <a:lnTo>
                    <a:pt x="22331" y="83662"/>
                  </a:lnTo>
                  <a:lnTo>
                    <a:pt x="19754" y="88301"/>
                  </a:lnTo>
                  <a:lnTo>
                    <a:pt x="17324" y="93020"/>
                  </a:lnTo>
                  <a:lnTo>
                    <a:pt x="15046" y="97813"/>
                  </a:lnTo>
                  <a:lnTo>
                    <a:pt x="12921" y="102677"/>
                  </a:lnTo>
                  <a:lnTo>
                    <a:pt x="10952" y="107605"/>
                  </a:lnTo>
                  <a:lnTo>
                    <a:pt x="9140" y="112593"/>
                  </a:lnTo>
                  <a:lnTo>
                    <a:pt x="7487" y="117637"/>
                  </a:lnTo>
                  <a:lnTo>
                    <a:pt x="5995" y="122730"/>
                  </a:lnTo>
                  <a:lnTo>
                    <a:pt x="4666" y="127868"/>
                  </a:lnTo>
                  <a:lnTo>
                    <a:pt x="3500" y="133046"/>
                  </a:lnTo>
                  <a:lnTo>
                    <a:pt x="2499" y="138258"/>
                  </a:lnTo>
                  <a:lnTo>
                    <a:pt x="1664" y="143499"/>
                  </a:lnTo>
                  <a:lnTo>
                    <a:pt x="997" y="148764"/>
                  </a:lnTo>
                  <a:lnTo>
                    <a:pt x="496" y="154048"/>
                  </a:lnTo>
                  <a:lnTo>
                    <a:pt x="164" y="159345"/>
                  </a:lnTo>
                  <a:lnTo>
                    <a:pt x="0" y="164650"/>
                  </a:lnTo>
                  <a:lnTo>
                    <a:pt x="4" y="169957"/>
                  </a:lnTo>
                  <a:lnTo>
                    <a:pt x="177" y="175261"/>
                  </a:lnTo>
                  <a:lnTo>
                    <a:pt x="518" y="180558"/>
                  </a:lnTo>
                  <a:lnTo>
                    <a:pt x="1027" y="185840"/>
                  </a:lnTo>
                  <a:lnTo>
                    <a:pt x="1703" y="191104"/>
                  </a:lnTo>
                  <a:lnTo>
                    <a:pt x="2547" y="196344"/>
                  </a:lnTo>
                  <a:lnTo>
                    <a:pt x="3556" y="201555"/>
                  </a:lnTo>
                  <a:lnTo>
                    <a:pt x="4730" y="206731"/>
                  </a:lnTo>
                  <a:lnTo>
                    <a:pt x="6068" y="211867"/>
                  </a:lnTo>
                  <a:lnTo>
                    <a:pt x="7568" y="216957"/>
                  </a:lnTo>
                  <a:lnTo>
                    <a:pt x="9229" y="221998"/>
                  </a:lnTo>
                  <a:lnTo>
                    <a:pt x="11049" y="226984"/>
                  </a:lnTo>
                  <a:lnTo>
                    <a:pt x="13026" y="231909"/>
                  </a:lnTo>
                  <a:lnTo>
                    <a:pt x="15159" y="236769"/>
                  </a:lnTo>
                  <a:lnTo>
                    <a:pt x="17445" y="241558"/>
                  </a:lnTo>
                  <a:lnTo>
                    <a:pt x="19882" y="246273"/>
                  </a:lnTo>
                  <a:lnTo>
                    <a:pt x="22468" y="250908"/>
                  </a:lnTo>
                  <a:lnTo>
                    <a:pt x="25199" y="255459"/>
                  </a:lnTo>
                  <a:lnTo>
                    <a:pt x="28073" y="259920"/>
                  </a:lnTo>
                  <a:lnTo>
                    <a:pt x="31088" y="264288"/>
                  </a:lnTo>
                  <a:lnTo>
                    <a:pt x="34239" y="268558"/>
                  </a:lnTo>
                  <a:lnTo>
                    <a:pt x="37525" y="272726"/>
                  </a:lnTo>
                  <a:lnTo>
                    <a:pt x="40941" y="276788"/>
                  </a:lnTo>
                  <a:lnTo>
                    <a:pt x="44485" y="280739"/>
                  </a:lnTo>
                  <a:lnTo>
                    <a:pt x="48152" y="284576"/>
                  </a:lnTo>
                  <a:lnTo>
                    <a:pt x="51939" y="288294"/>
                  </a:lnTo>
                  <a:lnTo>
                    <a:pt x="55842" y="291890"/>
                  </a:lnTo>
                  <a:lnTo>
                    <a:pt x="59857" y="295361"/>
                  </a:lnTo>
                  <a:lnTo>
                    <a:pt x="63981" y="298702"/>
                  </a:lnTo>
                  <a:lnTo>
                    <a:pt x="68208" y="301911"/>
                  </a:lnTo>
                  <a:lnTo>
                    <a:pt x="72535" y="304984"/>
                  </a:lnTo>
                  <a:lnTo>
                    <a:pt x="76958" y="307918"/>
                  </a:lnTo>
                  <a:lnTo>
                    <a:pt x="81472" y="310710"/>
                  </a:lnTo>
                  <a:lnTo>
                    <a:pt x="86071" y="313357"/>
                  </a:lnTo>
                  <a:lnTo>
                    <a:pt x="90753" y="315857"/>
                  </a:lnTo>
                  <a:lnTo>
                    <a:pt x="95512" y="318207"/>
                  </a:lnTo>
                  <a:lnTo>
                    <a:pt x="100342" y="320405"/>
                  </a:lnTo>
                  <a:lnTo>
                    <a:pt x="105240" y="322449"/>
                  </a:lnTo>
                  <a:lnTo>
                    <a:pt x="110201" y="324336"/>
                  </a:lnTo>
                  <a:lnTo>
                    <a:pt x="115219" y="326064"/>
                  </a:lnTo>
                  <a:lnTo>
                    <a:pt x="120289" y="327633"/>
                  </a:lnTo>
                  <a:lnTo>
                    <a:pt x="125407" y="329039"/>
                  </a:lnTo>
                  <a:lnTo>
                    <a:pt x="130566" y="330283"/>
                  </a:lnTo>
                  <a:lnTo>
                    <a:pt x="135763" y="331362"/>
                  </a:lnTo>
                  <a:lnTo>
                    <a:pt x="140991" y="332275"/>
                  </a:lnTo>
                  <a:lnTo>
                    <a:pt x="146245" y="333022"/>
                  </a:lnTo>
                  <a:lnTo>
                    <a:pt x="151521" y="333602"/>
                  </a:lnTo>
                  <a:lnTo>
                    <a:pt x="156812" y="334015"/>
                  </a:lnTo>
                  <a:lnTo>
                    <a:pt x="162114" y="334259"/>
                  </a:lnTo>
                  <a:lnTo>
                    <a:pt x="167420" y="334334"/>
                  </a:lnTo>
                  <a:lnTo>
                    <a:pt x="172727" y="334241"/>
                  </a:lnTo>
                  <a:lnTo>
                    <a:pt x="178028" y="333980"/>
                  </a:lnTo>
                  <a:lnTo>
                    <a:pt x="183318" y="333551"/>
                  </a:lnTo>
                  <a:lnTo>
                    <a:pt x="188591" y="332953"/>
                  </a:lnTo>
                  <a:lnTo>
                    <a:pt x="193843" y="332189"/>
                  </a:lnTo>
                  <a:lnTo>
                    <a:pt x="199068" y="331259"/>
                  </a:lnTo>
                  <a:lnTo>
                    <a:pt x="204261" y="330163"/>
                  </a:lnTo>
                  <a:lnTo>
                    <a:pt x="209417" y="328902"/>
                  </a:lnTo>
                  <a:lnTo>
                    <a:pt x="214530" y="327479"/>
                  </a:lnTo>
                  <a:lnTo>
                    <a:pt x="219595" y="325894"/>
                  </a:lnTo>
                  <a:lnTo>
                    <a:pt x="224607" y="324149"/>
                  </a:lnTo>
                  <a:lnTo>
                    <a:pt x="229561" y="322246"/>
                  </a:lnTo>
                  <a:lnTo>
                    <a:pt x="234453" y="320187"/>
                  </a:lnTo>
                  <a:lnTo>
                    <a:pt x="239276" y="317973"/>
                  </a:lnTo>
                  <a:lnTo>
                    <a:pt x="244027" y="315607"/>
                  </a:lnTo>
                  <a:lnTo>
                    <a:pt x="248701" y="313092"/>
                  </a:lnTo>
                  <a:lnTo>
                    <a:pt x="253292" y="310430"/>
                  </a:lnTo>
                  <a:lnTo>
                    <a:pt x="257796" y="307623"/>
                  </a:lnTo>
                  <a:lnTo>
                    <a:pt x="262209" y="304674"/>
                  </a:lnTo>
                  <a:lnTo>
                    <a:pt x="266526" y="301587"/>
                  </a:lnTo>
                  <a:lnTo>
                    <a:pt x="270743" y="298365"/>
                  </a:lnTo>
                  <a:lnTo>
                    <a:pt x="274856" y="295010"/>
                  </a:lnTo>
                  <a:lnTo>
                    <a:pt x="278860" y="291527"/>
                  </a:lnTo>
                  <a:lnTo>
                    <a:pt x="282752" y="287918"/>
                  </a:lnTo>
                  <a:lnTo>
                    <a:pt x="286526" y="284187"/>
                  </a:lnTo>
                  <a:lnTo>
                    <a:pt x="290181" y="280339"/>
                  </a:lnTo>
                  <a:lnTo>
                    <a:pt x="293712" y="276376"/>
                  </a:lnTo>
                  <a:lnTo>
                    <a:pt x="297115" y="272303"/>
                  </a:lnTo>
                  <a:lnTo>
                    <a:pt x="300387" y="268125"/>
                  </a:lnTo>
                  <a:lnTo>
                    <a:pt x="303524" y="263844"/>
                  </a:lnTo>
                  <a:lnTo>
                    <a:pt x="306524" y="259466"/>
                  </a:lnTo>
                  <a:lnTo>
                    <a:pt x="309384" y="254995"/>
                  </a:lnTo>
                  <a:lnTo>
                    <a:pt x="312101" y="250436"/>
                  </a:lnTo>
                  <a:lnTo>
                    <a:pt x="314671" y="245792"/>
                  </a:lnTo>
                  <a:lnTo>
                    <a:pt x="317092" y="241070"/>
                  </a:lnTo>
                  <a:lnTo>
                    <a:pt x="319363" y="236273"/>
                  </a:lnTo>
                  <a:lnTo>
                    <a:pt x="321480" y="231406"/>
                  </a:lnTo>
                  <a:lnTo>
                    <a:pt x="323441" y="226474"/>
                  </a:lnTo>
                  <a:lnTo>
                    <a:pt x="325245" y="221483"/>
                  </a:lnTo>
                  <a:lnTo>
                    <a:pt x="326890" y="216437"/>
                  </a:lnTo>
                  <a:lnTo>
                    <a:pt x="328373" y="211341"/>
                  </a:lnTo>
                  <a:lnTo>
                    <a:pt x="329694" y="206201"/>
                  </a:lnTo>
                  <a:lnTo>
                    <a:pt x="330851" y="201021"/>
                  </a:lnTo>
                  <a:lnTo>
                    <a:pt x="331844" y="195808"/>
                  </a:lnTo>
                  <a:lnTo>
                    <a:pt x="332670" y="190565"/>
                  </a:lnTo>
                  <a:lnTo>
                    <a:pt x="333329" y="185299"/>
                  </a:lnTo>
                  <a:lnTo>
                    <a:pt x="333821" y="180014"/>
                  </a:lnTo>
                  <a:lnTo>
                    <a:pt x="334145" y="174717"/>
                  </a:lnTo>
                  <a:lnTo>
                    <a:pt x="334300" y="169412"/>
                  </a:lnTo>
                  <a:lnTo>
                    <a:pt x="334287" y="164105"/>
                  </a:lnTo>
                  <a:lnTo>
                    <a:pt x="334106" y="158800"/>
                  </a:lnTo>
                  <a:lnTo>
                    <a:pt x="333756" y="153505"/>
                  </a:lnTo>
                  <a:lnTo>
                    <a:pt x="333239" y="148223"/>
                  </a:lnTo>
                  <a:lnTo>
                    <a:pt x="332553" y="142960"/>
                  </a:lnTo>
                  <a:lnTo>
                    <a:pt x="331702" y="137721"/>
                  </a:lnTo>
                  <a:lnTo>
                    <a:pt x="330684" y="132512"/>
                  </a:lnTo>
                  <a:lnTo>
                    <a:pt x="329501" y="127339"/>
                  </a:lnTo>
                  <a:lnTo>
                    <a:pt x="328155" y="122205"/>
                  </a:lnTo>
                  <a:lnTo>
                    <a:pt x="326647" y="117116"/>
                  </a:lnTo>
                  <a:lnTo>
                    <a:pt x="324978" y="112078"/>
                  </a:lnTo>
                  <a:lnTo>
                    <a:pt x="323149" y="107096"/>
                  </a:lnTo>
                  <a:lnTo>
                    <a:pt x="321164" y="102174"/>
                  </a:lnTo>
                  <a:lnTo>
                    <a:pt x="319023" y="97318"/>
                  </a:lnTo>
                  <a:lnTo>
                    <a:pt x="316729" y="92532"/>
                  </a:lnTo>
                  <a:lnTo>
                    <a:pt x="314285" y="87821"/>
                  </a:lnTo>
                  <a:lnTo>
                    <a:pt x="311692" y="83190"/>
                  </a:lnTo>
                  <a:lnTo>
                    <a:pt x="308953" y="78644"/>
                  </a:lnTo>
                  <a:lnTo>
                    <a:pt x="306071" y="74187"/>
                  </a:lnTo>
                  <a:lnTo>
                    <a:pt x="303050" y="69824"/>
                  </a:lnTo>
                  <a:lnTo>
                    <a:pt x="299891" y="65559"/>
                  </a:lnTo>
                  <a:lnTo>
                    <a:pt x="296599" y="61396"/>
                  </a:lnTo>
                  <a:lnTo>
                    <a:pt x="293176" y="57340"/>
                  </a:lnTo>
                  <a:lnTo>
                    <a:pt x="289626" y="53395"/>
                  </a:lnTo>
                  <a:lnTo>
                    <a:pt x="285953" y="49564"/>
                  </a:lnTo>
                  <a:lnTo>
                    <a:pt x="282160" y="45852"/>
                  </a:lnTo>
                  <a:lnTo>
                    <a:pt x="278251" y="42262"/>
                  </a:lnTo>
                  <a:lnTo>
                    <a:pt x="274230" y="38798"/>
                  </a:lnTo>
                  <a:lnTo>
                    <a:pt x="270101" y="35464"/>
                  </a:lnTo>
                  <a:lnTo>
                    <a:pt x="265868" y="32262"/>
                  </a:lnTo>
                  <a:lnTo>
                    <a:pt x="261536" y="29196"/>
                  </a:lnTo>
                  <a:lnTo>
                    <a:pt x="257108" y="26270"/>
                  </a:lnTo>
                  <a:lnTo>
                    <a:pt x="252590" y="23485"/>
                  </a:lnTo>
                  <a:lnTo>
                    <a:pt x="247986" y="20845"/>
                  </a:lnTo>
                  <a:lnTo>
                    <a:pt x="243300" y="18352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8745"/>
              <a:ext cx="76152" cy="148814"/>
            </a:xfrm>
            <a:custGeom>
              <a:avLst/>
              <a:pathLst>
                <a:path w="76152" h="148814">
                  <a:moveTo>
                    <a:pt x="76152" y="0"/>
                  </a:moveTo>
                  <a:lnTo>
                    <a:pt x="0" y="1488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4146"/>
              <a:ext cx="76152" cy="153413"/>
            </a:xfrm>
            <a:custGeom>
              <a:avLst/>
              <a:pathLst>
                <a:path w="76152" h="153413">
                  <a:moveTo>
                    <a:pt x="76152" y="4598"/>
                  </a:moveTo>
                  <a:lnTo>
                    <a:pt x="66402" y="0"/>
                  </a:lnTo>
                  <a:lnTo>
                    <a:pt x="0" y="153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66402" cy="167167"/>
            </a:xfrm>
            <a:custGeom>
              <a:avLst/>
              <a:pathLst>
                <a:path w="66402" h="167167">
                  <a:moveTo>
                    <a:pt x="66402" y="13754"/>
                  </a:moveTo>
                  <a:lnTo>
                    <a:pt x="61142" y="11583"/>
                  </a:lnTo>
                  <a:lnTo>
                    <a:pt x="55812" y="9592"/>
                  </a:lnTo>
                  <a:lnTo>
                    <a:pt x="50416" y="7783"/>
                  </a:lnTo>
                  <a:lnTo>
                    <a:pt x="44963" y="6160"/>
                  </a:lnTo>
                  <a:lnTo>
                    <a:pt x="39457" y="4723"/>
                  </a:lnTo>
                  <a:lnTo>
                    <a:pt x="33906" y="3474"/>
                  </a:lnTo>
                  <a:lnTo>
                    <a:pt x="28315" y="2415"/>
                  </a:lnTo>
                  <a:lnTo>
                    <a:pt x="22691" y="1547"/>
                  </a:lnTo>
                  <a:lnTo>
                    <a:pt x="17041" y="870"/>
                  </a:lnTo>
                  <a:lnTo>
                    <a:pt x="11372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423592" y="3707720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20" y="4086"/>
                  </a:lnTo>
                  <a:lnTo>
                    <a:pt x="125277" y="5330"/>
                  </a:lnTo>
                  <a:lnTo>
                    <a:pt x="120176" y="6736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3"/>
                  </a:lnTo>
                  <a:lnTo>
                    <a:pt x="100295" y="13953"/>
                  </a:lnTo>
                  <a:lnTo>
                    <a:pt x="95480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4" y="23621"/>
                  </a:lnTo>
                  <a:lnTo>
                    <a:pt x="76984" y="26404"/>
                  </a:lnTo>
                  <a:lnTo>
                    <a:pt x="72575" y="29329"/>
                  </a:lnTo>
                  <a:lnTo>
                    <a:pt x="68260" y="32391"/>
                  </a:lnTo>
                  <a:lnTo>
                    <a:pt x="64044" y="35588"/>
                  </a:lnTo>
                  <a:lnTo>
                    <a:pt x="59932" y="38917"/>
                  </a:lnTo>
                  <a:lnTo>
                    <a:pt x="55927" y="42374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6" y="53483"/>
                  </a:lnTo>
                  <a:lnTo>
                    <a:pt x="41060" y="57418"/>
                  </a:lnTo>
                  <a:lnTo>
                    <a:pt x="37650" y="61463"/>
                  </a:lnTo>
                  <a:lnTo>
                    <a:pt x="34369" y="65615"/>
                  </a:lnTo>
                  <a:lnTo>
                    <a:pt x="31222" y="69868"/>
                  </a:lnTo>
                  <a:lnTo>
                    <a:pt x="28211" y="74218"/>
                  </a:lnTo>
                  <a:lnTo>
                    <a:pt x="25339" y="78662"/>
                  </a:lnTo>
                  <a:lnTo>
                    <a:pt x="22609" y="83194"/>
                  </a:lnTo>
                  <a:lnTo>
                    <a:pt x="20024" y="87811"/>
                  </a:lnTo>
                  <a:lnTo>
                    <a:pt x="17587" y="92507"/>
                  </a:lnTo>
                  <a:lnTo>
                    <a:pt x="15299" y="97278"/>
                  </a:lnTo>
                  <a:lnTo>
                    <a:pt x="13163" y="102118"/>
                  </a:lnTo>
                  <a:lnTo>
                    <a:pt x="11182" y="107024"/>
                  </a:lnTo>
                  <a:lnTo>
                    <a:pt x="9356" y="111990"/>
                  </a:lnTo>
                  <a:lnTo>
                    <a:pt x="7689" y="117012"/>
                  </a:lnTo>
                  <a:lnTo>
                    <a:pt x="6182" y="122083"/>
                  </a:lnTo>
                  <a:lnTo>
                    <a:pt x="4836" y="127200"/>
                  </a:lnTo>
                  <a:lnTo>
                    <a:pt x="3652" y="132357"/>
                  </a:lnTo>
                  <a:lnTo>
                    <a:pt x="2633" y="137549"/>
                  </a:lnTo>
                  <a:lnTo>
                    <a:pt x="1778" y="142770"/>
                  </a:lnTo>
                  <a:lnTo>
                    <a:pt x="1088" y="148016"/>
                  </a:lnTo>
                  <a:lnTo>
                    <a:pt x="566" y="153281"/>
                  </a:lnTo>
                  <a:lnTo>
                    <a:pt x="210" y="158560"/>
                  </a:lnTo>
                  <a:lnTo>
                    <a:pt x="21" y="163848"/>
                  </a:lnTo>
                  <a:lnTo>
                    <a:pt x="0" y="169139"/>
                  </a:lnTo>
                  <a:lnTo>
                    <a:pt x="146" y="174428"/>
                  </a:lnTo>
                  <a:lnTo>
                    <a:pt x="459" y="179709"/>
                  </a:lnTo>
                  <a:lnTo>
                    <a:pt x="939" y="184978"/>
                  </a:lnTo>
                  <a:lnTo>
                    <a:pt x="1586" y="190229"/>
                  </a:lnTo>
                  <a:lnTo>
                    <a:pt x="2399" y="195458"/>
                  </a:lnTo>
                  <a:lnTo>
                    <a:pt x="3377" y="200657"/>
                  </a:lnTo>
                  <a:lnTo>
                    <a:pt x="4519" y="205824"/>
                  </a:lnTo>
                  <a:lnTo>
                    <a:pt x="5824" y="210951"/>
                  </a:lnTo>
                  <a:lnTo>
                    <a:pt x="7290" y="216035"/>
                  </a:lnTo>
                  <a:lnTo>
                    <a:pt x="8917" y="221070"/>
                  </a:lnTo>
                  <a:lnTo>
                    <a:pt x="10702" y="226050"/>
                  </a:lnTo>
                  <a:lnTo>
                    <a:pt x="12644" y="230972"/>
                  </a:lnTo>
                  <a:lnTo>
                    <a:pt x="14740" y="235830"/>
                  </a:lnTo>
                  <a:lnTo>
                    <a:pt x="16989" y="240619"/>
                  </a:lnTo>
                  <a:lnTo>
                    <a:pt x="19389" y="245334"/>
                  </a:lnTo>
                  <a:lnTo>
                    <a:pt x="21937" y="249971"/>
                  </a:lnTo>
                  <a:lnTo>
                    <a:pt x="24630" y="254526"/>
                  </a:lnTo>
                  <a:lnTo>
                    <a:pt x="27466" y="258992"/>
                  </a:lnTo>
                  <a:lnTo>
                    <a:pt x="30442" y="263367"/>
                  </a:lnTo>
                  <a:lnTo>
                    <a:pt x="33555" y="267645"/>
                  </a:lnTo>
                  <a:lnTo>
                    <a:pt x="36802" y="271823"/>
                  </a:lnTo>
                  <a:lnTo>
                    <a:pt x="40179" y="275896"/>
                  </a:lnTo>
                  <a:lnTo>
                    <a:pt x="43683" y="279860"/>
                  </a:lnTo>
                  <a:lnTo>
                    <a:pt x="47312" y="283711"/>
                  </a:lnTo>
                  <a:lnTo>
                    <a:pt x="51060" y="287445"/>
                  </a:lnTo>
                  <a:lnTo>
                    <a:pt x="54924" y="291059"/>
                  </a:lnTo>
                  <a:lnTo>
                    <a:pt x="58901" y="294548"/>
                  </a:lnTo>
                  <a:lnTo>
                    <a:pt x="62987" y="297910"/>
                  </a:lnTo>
                  <a:lnTo>
                    <a:pt x="67176" y="301141"/>
                  </a:lnTo>
                  <a:lnTo>
                    <a:pt x="71466" y="304238"/>
                  </a:lnTo>
                  <a:lnTo>
                    <a:pt x="75852" y="307198"/>
                  </a:lnTo>
                  <a:lnTo>
                    <a:pt x="80329" y="310017"/>
                  </a:lnTo>
                  <a:lnTo>
                    <a:pt x="84894" y="312693"/>
                  </a:lnTo>
                  <a:lnTo>
                    <a:pt x="89540" y="315224"/>
                  </a:lnTo>
                  <a:lnTo>
                    <a:pt x="94265" y="317606"/>
                  </a:lnTo>
                  <a:lnTo>
                    <a:pt x="99062" y="319837"/>
                  </a:lnTo>
                  <a:lnTo>
                    <a:pt x="103927" y="321916"/>
                  </a:lnTo>
                  <a:lnTo>
                    <a:pt x="108856" y="323839"/>
                  </a:lnTo>
                  <a:lnTo>
                    <a:pt x="113844" y="325606"/>
                  </a:lnTo>
                  <a:lnTo>
                    <a:pt x="118884" y="327213"/>
                  </a:lnTo>
                  <a:lnTo>
                    <a:pt x="123974" y="328661"/>
                  </a:lnTo>
                  <a:lnTo>
                    <a:pt x="129106" y="329947"/>
                  </a:lnTo>
                  <a:lnTo>
                    <a:pt x="134276" y="331069"/>
                  </a:lnTo>
                  <a:lnTo>
                    <a:pt x="139480" y="332028"/>
                  </a:lnTo>
                  <a:lnTo>
                    <a:pt x="144711" y="332821"/>
                  </a:lnTo>
                  <a:lnTo>
                    <a:pt x="149965" y="333448"/>
                  </a:lnTo>
                  <a:lnTo>
                    <a:pt x="155235" y="333909"/>
                  </a:lnTo>
                  <a:lnTo>
                    <a:pt x="160518" y="334203"/>
                  </a:lnTo>
                  <a:lnTo>
                    <a:pt x="165808" y="334329"/>
                  </a:lnTo>
                  <a:lnTo>
                    <a:pt x="171098" y="334288"/>
                  </a:lnTo>
                  <a:lnTo>
                    <a:pt x="176385" y="334079"/>
                  </a:lnTo>
                  <a:lnTo>
                    <a:pt x="181663" y="333704"/>
                  </a:lnTo>
                  <a:lnTo>
                    <a:pt x="186926" y="333161"/>
                  </a:lnTo>
                  <a:lnTo>
                    <a:pt x="192169" y="332452"/>
                  </a:lnTo>
                  <a:lnTo>
                    <a:pt x="197387" y="331578"/>
                  </a:lnTo>
                  <a:lnTo>
                    <a:pt x="202575" y="330539"/>
                  </a:lnTo>
                  <a:lnTo>
                    <a:pt x="207728" y="329336"/>
                  </a:lnTo>
                  <a:lnTo>
                    <a:pt x="212839" y="327971"/>
                  </a:lnTo>
                  <a:lnTo>
                    <a:pt x="217905" y="326445"/>
                  </a:lnTo>
                  <a:lnTo>
                    <a:pt x="222920" y="324759"/>
                  </a:lnTo>
                  <a:lnTo>
                    <a:pt x="227880" y="322915"/>
                  </a:lnTo>
                  <a:lnTo>
                    <a:pt x="232778" y="320915"/>
                  </a:lnTo>
                  <a:lnTo>
                    <a:pt x="237611" y="318762"/>
                  </a:lnTo>
                  <a:lnTo>
                    <a:pt x="242373" y="316456"/>
                  </a:lnTo>
                  <a:lnTo>
                    <a:pt x="247060" y="314001"/>
                  </a:lnTo>
                  <a:lnTo>
                    <a:pt x="251667" y="311399"/>
                  </a:lnTo>
                  <a:lnTo>
                    <a:pt x="256189" y="308652"/>
                  </a:lnTo>
                  <a:lnTo>
                    <a:pt x="260622" y="305763"/>
                  </a:lnTo>
                  <a:lnTo>
                    <a:pt x="264961" y="302736"/>
                  </a:lnTo>
                  <a:lnTo>
                    <a:pt x="269202" y="299573"/>
                  </a:lnTo>
                  <a:lnTo>
                    <a:pt x="273341" y="296277"/>
                  </a:lnTo>
                  <a:lnTo>
                    <a:pt x="277374" y="292852"/>
                  </a:lnTo>
                  <a:lnTo>
                    <a:pt x="281296" y="289301"/>
                  </a:lnTo>
                  <a:lnTo>
                    <a:pt x="285104" y="285628"/>
                  </a:lnTo>
                  <a:lnTo>
                    <a:pt x="288794" y="281836"/>
                  </a:lnTo>
                  <a:lnTo>
                    <a:pt x="292362" y="277929"/>
                  </a:lnTo>
                  <a:lnTo>
                    <a:pt x="295805" y="273911"/>
                  </a:lnTo>
                  <a:lnTo>
                    <a:pt x="299118" y="269786"/>
                  </a:lnTo>
                  <a:lnTo>
                    <a:pt x="302300" y="265559"/>
                  </a:lnTo>
                  <a:lnTo>
                    <a:pt x="305346" y="261233"/>
                  </a:lnTo>
                  <a:lnTo>
                    <a:pt x="308253" y="256812"/>
                  </a:lnTo>
                  <a:lnTo>
                    <a:pt x="311020" y="252302"/>
                  </a:lnTo>
                  <a:lnTo>
                    <a:pt x="313642" y="247707"/>
                  </a:lnTo>
                  <a:lnTo>
                    <a:pt x="316117" y="243030"/>
                  </a:lnTo>
                  <a:lnTo>
                    <a:pt x="318444" y="238278"/>
                  </a:lnTo>
                  <a:lnTo>
                    <a:pt x="320618" y="233455"/>
                  </a:lnTo>
                  <a:lnTo>
                    <a:pt x="322639" y="228565"/>
                  </a:lnTo>
                  <a:lnTo>
                    <a:pt x="324504" y="223614"/>
                  </a:lnTo>
                  <a:lnTo>
                    <a:pt x="326212" y="218606"/>
                  </a:lnTo>
                  <a:lnTo>
                    <a:pt x="327760" y="213547"/>
                  </a:lnTo>
                  <a:lnTo>
                    <a:pt x="329147" y="208441"/>
                  </a:lnTo>
                  <a:lnTo>
                    <a:pt x="330372" y="203294"/>
                  </a:lnTo>
                  <a:lnTo>
                    <a:pt x="331434" y="198110"/>
                  </a:lnTo>
                  <a:lnTo>
                    <a:pt x="332331" y="192896"/>
                  </a:lnTo>
                  <a:lnTo>
                    <a:pt x="333062" y="187656"/>
                  </a:lnTo>
                  <a:lnTo>
                    <a:pt x="333628" y="182395"/>
                  </a:lnTo>
                  <a:lnTo>
                    <a:pt x="334026" y="177119"/>
                  </a:lnTo>
                  <a:lnTo>
                    <a:pt x="334258" y="171834"/>
                  </a:lnTo>
                  <a:lnTo>
                    <a:pt x="334322" y="166543"/>
                  </a:lnTo>
                  <a:lnTo>
                    <a:pt x="334218" y="161253"/>
                  </a:lnTo>
                  <a:lnTo>
                    <a:pt x="333947" y="155969"/>
                  </a:lnTo>
                  <a:lnTo>
                    <a:pt x="333509" y="150696"/>
                  </a:lnTo>
                  <a:lnTo>
                    <a:pt x="332905" y="145440"/>
                  </a:lnTo>
                  <a:lnTo>
                    <a:pt x="332134" y="140205"/>
                  </a:lnTo>
                  <a:lnTo>
                    <a:pt x="331198" y="134998"/>
                  </a:lnTo>
                  <a:lnTo>
                    <a:pt x="330098" y="129823"/>
                  </a:lnTo>
                  <a:lnTo>
                    <a:pt x="328835" y="124685"/>
                  </a:lnTo>
                  <a:lnTo>
                    <a:pt x="327409" y="119590"/>
                  </a:lnTo>
                  <a:lnTo>
                    <a:pt x="325823" y="114542"/>
                  </a:lnTo>
                  <a:lnTo>
                    <a:pt x="324079" y="109547"/>
                  </a:lnTo>
                  <a:lnTo>
                    <a:pt x="322176" y="104610"/>
                  </a:lnTo>
                  <a:lnTo>
                    <a:pt x="320119" y="99735"/>
                  </a:lnTo>
                  <a:lnTo>
                    <a:pt x="317908" y="94928"/>
                  </a:lnTo>
                  <a:lnTo>
                    <a:pt x="315547" y="90194"/>
                  </a:lnTo>
                  <a:lnTo>
                    <a:pt x="313037" y="85536"/>
                  </a:lnTo>
                  <a:lnTo>
                    <a:pt x="310380" y="80960"/>
                  </a:lnTo>
                  <a:lnTo>
                    <a:pt x="307580" y="76471"/>
                  </a:lnTo>
                  <a:lnTo>
                    <a:pt x="304640" y="72072"/>
                  </a:lnTo>
                  <a:lnTo>
                    <a:pt x="301561" y="67769"/>
                  </a:lnTo>
                  <a:lnTo>
                    <a:pt x="298349" y="63565"/>
                  </a:lnTo>
                  <a:lnTo>
                    <a:pt x="295004" y="59465"/>
                  </a:lnTo>
                  <a:lnTo>
                    <a:pt x="291532" y="55473"/>
                  </a:lnTo>
                  <a:lnTo>
                    <a:pt x="287935" y="51593"/>
                  </a:lnTo>
                  <a:lnTo>
                    <a:pt x="284217" y="47829"/>
                  </a:lnTo>
                  <a:lnTo>
                    <a:pt x="280382" y="44184"/>
                  </a:lnTo>
                  <a:lnTo>
                    <a:pt x="276433" y="40662"/>
                  </a:lnTo>
                  <a:lnTo>
                    <a:pt x="272375" y="37268"/>
                  </a:lnTo>
                  <a:lnTo>
                    <a:pt x="268211" y="34003"/>
                  </a:lnTo>
                  <a:lnTo>
                    <a:pt x="263946" y="30871"/>
                  </a:lnTo>
                  <a:lnTo>
                    <a:pt x="259585" y="27877"/>
                  </a:lnTo>
                  <a:lnTo>
                    <a:pt x="255130" y="25021"/>
                  </a:lnTo>
                  <a:lnTo>
                    <a:pt x="250588" y="22308"/>
                  </a:lnTo>
                  <a:lnTo>
                    <a:pt x="245962" y="19741"/>
                  </a:lnTo>
                  <a:lnTo>
                    <a:pt x="241257" y="17321"/>
                  </a:lnTo>
                  <a:lnTo>
                    <a:pt x="236477" y="15051"/>
                  </a:lnTo>
                  <a:lnTo>
                    <a:pt x="231629" y="12933"/>
                  </a:lnTo>
                  <a:lnTo>
                    <a:pt x="226715" y="10970"/>
                  </a:lnTo>
                  <a:lnTo>
                    <a:pt x="221743" y="9163"/>
                  </a:lnTo>
                  <a:lnTo>
                    <a:pt x="216715" y="7515"/>
                  </a:lnTo>
                  <a:lnTo>
                    <a:pt x="211638" y="6026"/>
                  </a:lnTo>
                  <a:lnTo>
                    <a:pt x="206516" y="4699"/>
                  </a:lnTo>
                  <a:lnTo>
                    <a:pt x="201355" y="3535"/>
                  </a:lnTo>
                  <a:lnTo>
                    <a:pt x="196159" y="2535"/>
                  </a:lnTo>
                  <a:lnTo>
                    <a:pt x="190934" y="1699"/>
                  </a:lnTo>
                  <a:lnTo>
                    <a:pt x="185686" y="1030"/>
                  </a:lnTo>
                  <a:lnTo>
                    <a:pt x="180419" y="527"/>
                  </a:lnTo>
                  <a:lnTo>
                    <a:pt x="175139" y="190"/>
                  </a:lnTo>
                  <a:lnTo>
                    <a:pt x="169851" y="2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14131" y="4213821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20" y="4086"/>
                  </a:lnTo>
                  <a:lnTo>
                    <a:pt x="125277" y="5330"/>
                  </a:lnTo>
                  <a:lnTo>
                    <a:pt x="120176" y="6736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3"/>
                  </a:lnTo>
                  <a:lnTo>
                    <a:pt x="100295" y="13953"/>
                  </a:lnTo>
                  <a:lnTo>
                    <a:pt x="95480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4" y="23621"/>
                  </a:lnTo>
                  <a:lnTo>
                    <a:pt x="76984" y="26404"/>
                  </a:lnTo>
                  <a:lnTo>
                    <a:pt x="72575" y="29329"/>
                  </a:lnTo>
                  <a:lnTo>
                    <a:pt x="68260" y="32391"/>
                  </a:lnTo>
                  <a:lnTo>
                    <a:pt x="64044" y="35588"/>
                  </a:lnTo>
                  <a:lnTo>
                    <a:pt x="59932" y="38917"/>
                  </a:lnTo>
                  <a:lnTo>
                    <a:pt x="55927" y="42374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6" y="53483"/>
                  </a:lnTo>
                  <a:lnTo>
                    <a:pt x="41060" y="57418"/>
                  </a:lnTo>
                  <a:lnTo>
                    <a:pt x="37650" y="61463"/>
                  </a:lnTo>
                  <a:lnTo>
                    <a:pt x="34369" y="65615"/>
                  </a:lnTo>
                  <a:lnTo>
                    <a:pt x="31222" y="69868"/>
                  </a:lnTo>
                  <a:lnTo>
                    <a:pt x="28211" y="74218"/>
                  </a:lnTo>
                  <a:lnTo>
                    <a:pt x="25339" y="78662"/>
                  </a:lnTo>
                  <a:lnTo>
                    <a:pt x="22609" y="83194"/>
                  </a:lnTo>
                  <a:lnTo>
                    <a:pt x="20024" y="87811"/>
                  </a:lnTo>
                  <a:lnTo>
                    <a:pt x="17587" y="92507"/>
                  </a:lnTo>
                  <a:lnTo>
                    <a:pt x="15299" y="97278"/>
                  </a:lnTo>
                  <a:lnTo>
                    <a:pt x="13163" y="102118"/>
                  </a:lnTo>
                  <a:lnTo>
                    <a:pt x="11182" y="107024"/>
                  </a:lnTo>
                  <a:lnTo>
                    <a:pt x="9356" y="111990"/>
                  </a:lnTo>
                  <a:lnTo>
                    <a:pt x="7689" y="117012"/>
                  </a:lnTo>
                  <a:lnTo>
                    <a:pt x="6182" y="122083"/>
                  </a:lnTo>
                  <a:lnTo>
                    <a:pt x="4836" y="127200"/>
                  </a:lnTo>
                  <a:lnTo>
                    <a:pt x="3652" y="132357"/>
                  </a:lnTo>
                  <a:lnTo>
                    <a:pt x="2633" y="137549"/>
                  </a:lnTo>
                  <a:lnTo>
                    <a:pt x="1778" y="142770"/>
                  </a:lnTo>
                  <a:lnTo>
                    <a:pt x="1088" y="148016"/>
                  </a:lnTo>
                  <a:lnTo>
                    <a:pt x="566" y="153281"/>
                  </a:lnTo>
                  <a:lnTo>
                    <a:pt x="210" y="158560"/>
                  </a:lnTo>
                  <a:lnTo>
                    <a:pt x="21" y="163848"/>
                  </a:lnTo>
                  <a:lnTo>
                    <a:pt x="0" y="169139"/>
                  </a:lnTo>
                  <a:lnTo>
                    <a:pt x="146" y="174428"/>
                  </a:lnTo>
                  <a:lnTo>
                    <a:pt x="459" y="179709"/>
                  </a:lnTo>
                  <a:lnTo>
                    <a:pt x="939" y="184978"/>
                  </a:lnTo>
                  <a:lnTo>
                    <a:pt x="1586" y="190229"/>
                  </a:lnTo>
                  <a:lnTo>
                    <a:pt x="2399" y="195458"/>
                  </a:lnTo>
                  <a:lnTo>
                    <a:pt x="3377" y="200657"/>
                  </a:lnTo>
                  <a:lnTo>
                    <a:pt x="4519" y="205824"/>
                  </a:lnTo>
                  <a:lnTo>
                    <a:pt x="5824" y="210951"/>
                  </a:lnTo>
                  <a:lnTo>
                    <a:pt x="7290" y="216035"/>
                  </a:lnTo>
                  <a:lnTo>
                    <a:pt x="8917" y="221070"/>
                  </a:lnTo>
                  <a:lnTo>
                    <a:pt x="10702" y="226050"/>
                  </a:lnTo>
                  <a:lnTo>
                    <a:pt x="12644" y="230972"/>
                  </a:lnTo>
                  <a:lnTo>
                    <a:pt x="14740" y="235830"/>
                  </a:lnTo>
                  <a:lnTo>
                    <a:pt x="16989" y="240619"/>
                  </a:lnTo>
                  <a:lnTo>
                    <a:pt x="19389" y="245334"/>
                  </a:lnTo>
                  <a:lnTo>
                    <a:pt x="21937" y="249971"/>
                  </a:lnTo>
                  <a:lnTo>
                    <a:pt x="24630" y="254526"/>
                  </a:lnTo>
                  <a:lnTo>
                    <a:pt x="27466" y="258992"/>
                  </a:lnTo>
                  <a:lnTo>
                    <a:pt x="30442" y="263367"/>
                  </a:lnTo>
                  <a:lnTo>
                    <a:pt x="33555" y="267645"/>
                  </a:lnTo>
                  <a:lnTo>
                    <a:pt x="36802" y="271823"/>
                  </a:lnTo>
                  <a:lnTo>
                    <a:pt x="40179" y="275896"/>
                  </a:lnTo>
                  <a:lnTo>
                    <a:pt x="43683" y="279860"/>
                  </a:lnTo>
                  <a:lnTo>
                    <a:pt x="47312" y="283711"/>
                  </a:lnTo>
                  <a:lnTo>
                    <a:pt x="51060" y="287445"/>
                  </a:lnTo>
                  <a:lnTo>
                    <a:pt x="54924" y="291059"/>
                  </a:lnTo>
                  <a:lnTo>
                    <a:pt x="58901" y="294548"/>
                  </a:lnTo>
                  <a:lnTo>
                    <a:pt x="62987" y="297910"/>
                  </a:lnTo>
                  <a:lnTo>
                    <a:pt x="67176" y="301141"/>
                  </a:lnTo>
                  <a:lnTo>
                    <a:pt x="71466" y="304238"/>
                  </a:lnTo>
                  <a:lnTo>
                    <a:pt x="75852" y="307198"/>
                  </a:lnTo>
                  <a:lnTo>
                    <a:pt x="80329" y="310017"/>
                  </a:lnTo>
                  <a:lnTo>
                    <a:pt x="84894" y="312693"/>
                  </a:lnTo>
                  <a:lnTo>
                    <a:pt x="89540" y="315224"/>
                  </a:lnTo>
                  <a:lnTo>
                    <a:pt x="94265" y="317606"/>
                  </a:lnTo>
                  <a:lnTo>
                    <a:pt x="99062" y="319837"/>
                  </a:lnTo>
                  <a:lnTo>
                    <a:pt x="103927" y="321916"/>
                  </a:lnTo>
                  <a:lnTo>
                    <a:pt x="108856" y="323839"/>
                  </a:lnTo>
                  <a:lnTo>
                    <a:pt x="113844" y="325606"/>
                  </a:lnTo>
                  <a:lnTo>
                    <a:pt x="118884" y="327213"/>
                  </a:lnTo>
                  <a:lnTo>
                    <a:pt x="123974" y="328661"/>
                  </a:lnTo>
                  <a:lnTo>
                    <a:pt x="129106" y="329947"/>
                  </a:lnTo>
                  <a:lnTo>
                    <a:pt x="134276" y="331069"/>
                  </a:lnTo>
                  <a:lnTo>
                    <a:pt x="139480" y="332028"/>
                  </a:lnTo>
                  <a:lnTo>
                    <a:pt x="144711" y="332821"/>
                  </a:lnTo>
                  <a:lnTo>
                    <a:pt x="149965" y="333448"/>
                  </a:lnTo>
                  <a:lnTo>
                    <a:pt x="155235" y="333909"/>
                  </a:lnTo>
                  <a:lnTo>
                    <a:pt x="160518" y="334203"/>
                  </a:lnTo>
                  <a:lnTo>
                    <a:pt x="165808" y="334329"/>
                  </a:lnTo>
                  <a:lnTo>
                    <a:pt x="171098" y="334288"/>
                  </a:lnTo>
                  <a:lnTo>
                    <a:pt x="176385" y="334079"/>
                  </a:lnTo>
                  <a:lnTo>
                    <a:pt x="181663" y="333704"/>
                  </a:lnTo>
                  <a:lnTo>
                    <a:pt x="186926" y="333161"/>
                  </a:lnTo>
                  <a:lnTo>
                    <a:pt x="192169" y="332452"/>
                  </a:lnTo>
                  <a:lnTo>
                    <a:pt x="197387" y="331578"/>
                  </a:lnTo>
                  <a:lnTo>
                    <a:pt x="202575" y="330539"/>
                  </a:lnTo>
                  <a:lnTo>
                    <a:pt x="207728" y="329336"/>
                  </a:lnTo>
                  <a:lnTo>
                    <a:pt x="212839" y="327971"/>
                  </a:lnTo>
                  <a:lnTo>
                    <a:pt x="217905" y="326445"/>
                  </a:lnTo>
                  <a:lnTo>
                    <a:pt x="222920" y="324759"/>
                  </a:lnTo>
                  <a:lnTo>
                    <a:pt x="227880" y="322915"/>
                  </a:lnTo>
                  <a:lnTo>
                    <a:pt x="232778" y="320915"/>
                  </a:lnTo>
                  <a:lnTo>
                    <a:pt x="237611" y="318762"/>
                  </a:lnTo>
                  <a:lnTo>
                    <a:pt x="242373" y="316456"/>
                  </a:lnTo>
                  <a:lnTo>
                    <a:pt x="247060" y="314001"/>
                  </a:lnTo>
                  <a:lnTo>
                    <a:pt x="251667" y="311399"/>
                  </a:lnTo>
                  <a:lnTo>
                    <a:pt x="256189" y="308652"/>
                  </a:lnTo>
                  <a:lnTo>
                    <a:pt x="260622" y="305763"/>
                  </a:lnTo>
                  <a:lnTo>
                    <a:pt x="264961" y="302736"/>
                  </a:lnTo>
                  <a:lnTo>
                    <a:pt x="269202" y="299573"/>
                  </a:lnTo>
                  <a:lnTo>
                    <a:pt x="273341" y="296277"/>
                  </a:lnTo>
                  <a:lnTo>
                    <a:pt x="277374" y="292852"/>
                  </a:lnTo>
                  <a:lnTo>
                    <a:pt x="281296" y="289301"/>
                  </a:lnTo>
                  <a:lnTo>
                    <a:pt x="285104" y="285628"/>
                  </a:lnTo>
                  <a:lnTo>
                    <a:pt x="288794" y="281836"/>
                  </a:lnTo>
                  <a:lnTo>
                    <a:pt x="292362" y="277929"/>
                  </a:lnTo>
                  <a:lnTo>
                    <a:pt x="295805" y="273911"/>
                  </a:lnTo>
                  <a:lnTo>
                    <a:pt x="299118" y="269786"/>
                  </a:lnTo>
                  <a:lnTo>
                    <a:pt x="302300" y="265559"/>
                  </a:lnTo>
                  <a:lnTo>
                    <a:pt x="305346" y="261233"/>
                  </a:lnTo>
                  <a:lnTo>
                    <a:pt x="308253" y="256812"/>
                  </a:lnTo>
                  <a:lnTo>
                    <a:pt x="311020" y="252302"/>
                  </a:lnTo>
                  <a:lnTo>
                    <a:pt x="313642" y="247707"/>
                  </a:lnTo>
                  <a:lnTo>
                    <a:pt x="316117" y="243030"/>
                  </a:lnTo>
                  <a:lnTo>
                    <a:pt x="318444" y="238278"/>
                  </a:lnTo>
                  <a:lnTo>
                    <a:pt x="320618" y="233455"/>
                  </a:lnTo>
                  <a:lnTo>
                    <a:pt x="322639" y="228565"/>
                  </a:lnTo>
                  <a:lnTo>
                    <a:pt x="324504" y="223614"/>
                  </a:lnTo>
                  <a:lnTo>
                    <a:pt x="326212" y="218606"/>
                  </a:lnTo>
                  <a:lnTo>
                    <a:pt x="327760" y="213547"/>
                  </a:lnTo>
                  <a:lnTo>
                    <a:pt x="329147" y="208441"/>
                  </a:lnTo>
                  <a:lnTo>
                    <a:pt x="330372" y="203294"/>
                  </a:lnTo>
                  <a:lnTo>
                    <a:pt x="331434" y="198110"/>
                  </a:lnTo>
                  <a:lnTo>
                    <a:pt x="332331" y="192896"/>
                  </a:lnTo>
                  <a:lnTo>
                    <a:pt x="333062" y="187656"/>
                  </a:lnTo>
                  <a:lnTo>
                    <a:pt x="333628" y="182395"/>
                  </a:lnTo>
                  <a:lnTo>
                    <a:pt x="334026" y="177119"/>
                  </a:lnTo>
                  <a:lnTo>
                    <a:pt x="334258" y="171834"/>
                  </a:lnTo>
                  <a:lnTo>
                    <a:pt x="334322" y="166543"/>
                  </a:lnTo>
                  <a:lnTo>
                    <a:pt x="334218" y="161253"/>
                  </a:lnTo>
                  <a:lnTo>
                    <a:pt x="333947" y="155969"/>
                  </a:lnTo>
                  <a:lnTo>
                    <a:pt x="333509" y="150696"/>
                  </a:lnTo>
                  <a:lnTo>
                    <a:pt x="332905" y="145440"/>
                  </a:lnTo>
                  <a:lnTo>
                    <a:pt x="332134" y="140205"/>
                  </a:lnTo>
                  <a:lnTo>
                    <a:pt x="331198" y="134998"/>
                  </a:lnTo>
                  <a:lnTo>
                    <a:pt x="330098" y="129823"/>
                  </a:lnTo>
                  <a:lnTo>
                    <a:pt x="328835" y="124685"/>
                  </a:lnTo>
                  <a:lnTo>
                    <a:pt x="327409" y="119590"/>
                  </a:lnTo>
                  <a:lnTo>
                    <a:pt x="325823" y="114542"/>
                  </a:lnTo>
                  <a:lnTo>
                    <a:pt x="324079" y="109547"/>
                  </a:lnTo>
                  <a:lnTo>
                    <a:pt x="322176" y="104610"/>
                  </a:lnTo>
                  <a:lnTo>
                    <a:pt x="320119" y="99735"/>
                  </a:lnTo>
                  <a:lnTo>
                    <a:pt x="317908" y="94928"/>
                  </a:lnTo>
                  <a:lnTo>
                    <a:pt x="315547" y="90194"/>
                  </a:lnTo>
                  <a:lnTo>
                    <a:pt x="313037" y="85536"/>
                  </a:lnTo>
                  <a:lnTo>
                    <a:pt x="310380" y="80960"/>
                  </a:lnTo>
                  <a:lnTo>
                    <a:pt x="307580" y="76471"/>
                  </a:lnTo>
                  <a:lnTo>
                    <a:pt x="304640" y="72072"/>
                  </a:lnTo>
                  <a:lnTo>
                    <a:pt x="301561" y="67769"/>
                  </a:lnTo>
                  <a:lnTo>
                    <a:pt x="298349" y="63565"/>
                  </a:lnTo>
                  <a:lnTo>
                    <a:pt x="295004" y="59465"/>
                  </a:lnTo>
                  <a:lnTo>
                    <a:pt x="291532" y="55473"/>
                  </a:lnTo>
                  <a:lnTo>
                    <a:pt x="287935" y="51593"/>
                  </a:lnTo>
                  <a:lnTo>
                    <a:pt x="284217" y="47829"/>
                  </a:lnTo>
                  <a:lnTo>
                    <a:pt x="280382" y="44184"/>
                  </a:lnTo>
                  <a:lnTo>
                    <a:pt x="276433" y="40662"/>
                  </a:lnTo>
                  <a:lnTo>
                    <a:pt x="272375" y="37268"/>
                  </a:lnTo>
                  <a:lnTo>
                    <a:pt x="268211" y="34003"/>
                  </a:lnTo>
                  <a:lnTo>
                    <a:pt x="263946" y="30871"/>
                  </a:lnTo>
                  <a:lnTo>
                    <a:pt x="259585" y="27877"/>
                  </a:lnTo>
                  <a:lnTo>
                    <a:pt x="255130" y="25021"/>
                  </a:lnTo>
                  <a:lnTo>
                    <a:pt x="250588" y="22308"/>
                  </a:lnTo>
                  <a:lnTo>
                    <a:pt x="245962" y="19741"/>
                  </a:lnTo>
                  <a:lnTo>
                    <a:pt x="241257" y="17321"/>
                  </a:lnTo>
                  <a:lnTo>
                    <a:pt x="236477" y="15051"/>
                  </a:lnTo>
                  <a:lnTo>
                    <a:pt x="231629" y="12933"/>
                  </a:lnTo>
                  <a:lnTo>
                    <a:pt x="226715" y="10970"/>
                  </a:lnTo>
                  <a:lnTo>
                    <a:pt x="221743" y="9163"/>
                  </a:lnTo>
                  <a:lnTo>
                    <a:pt x="216715" y="7515"/>
                  </a:lnTo>
                  <a:lnTo>
                    <a:pt x="211638" y="6026"/>
                  </a:lnTo>
                  <a:lnTo>
                    <a:pt x="206516" y="4699"/>
                  </a:lnTo>
                  <a:lnTo>
                    <a:pt x="201355" y="3535"/>
                  </a:lnTo>
                  <a:lnTo>
                    <a:pt x="196159" y="2535"/>
                  </a:lnTo>
                  <a:lnTo>
                    <a:pt x="190934" y="1699"/>
                  </a:lnTo>
                  <a:lnTo>
                    <a:pt x="185686" y="1030"/>
                  </a:lnTo>
                  <a:lnTo>
                    <a:pt x="180419" y="527"/>
                  </a:lnTo>
                  <a:lnTo>
                    <a:pt x="175139" y="190"/>
                  </a:lnTo>
                  <a:lnTo>
                    <a:pt x="169851" y="2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919362" y="4659281"/>
              <a:ext cx="167162" cy="176820"/>
            </a:xfrm>
            <a:custGeom>
              <a:avLst/>
              <a:pathLst>
                <a:path w="167162" h="176820">
                  <a:moveTo>
                    <a:pt x="167162" y="0"/>
                  </a:moveTo>
                  <a:lnTo>
                    <a:pt x="161718" y="88"/>
                  </a:lnTo>
                  <a:lnTo>
                    <a:pt x="156280" y="354"/>
                  </a:lnTo>
                  <a:lnTo>
                    <a:pt x="150854" y="797"/>
                  </a:lnTo>
                  <a:lnTo>
                    <a:pt x="145444" y="1416"/>
                  </a:lnTo>
                  <a:lnTo>
                    <a:pt x="140058" y="2211"/>
                  </a:lnTo>
                  <a:lnTo>
                    <a:pt x="134701" y="3182"/>
                  </a:lnTo>
                  <a:lnTo>
                    <a:pt x="129377" y="4326"/>
                  </a:lnTo>
                  <a:lnTo>
                    <a:pt x="124094" y="5643"/>
                  </a:lnTo>
                  <a:lnTo>
                    <a:pt x="118857" y="7131"/>
                  </a:lnTo>
                  <a:lnTo>
                    <a:pt x="113671" y="8789"/>
                  </a:lnTo>
                  <a:lnTo>
                    <a:pt x="108542" y="10615"/>
                  </a:lnTo>
                  <a:lnTo>
                    <a:pt x="103475" y="12607"/>
                  </a:lnTo>
                  <a:lnTo>
                    <a:pt x="98475" y="14763"/>
                  </a:lnTo>
                  <a:lnTo>
                    <a:pt x="93548" y="17081"/>
                  </a:lnTo>
                  <a:lnTo>
                    <a:pt x="88700" y="19557"/>
                  </a:lnTo>
                  <a:lnTo>
                    <a:pt x="83934" y="22191"/>
                  </a:lnTo>
                  <a:lnTo>
                    <a:pt x="79257" y="24978"/>
                  </a:lnTo>
                  <a:lnTo>
                    <a:pt x="74673" y="27916"/>
                  </a:lnTo>
                  <a:lnTo>
                    <a:pt x="70188" y="31002"/>
                  </a:lnTo>
                  <a:lnTo>
                    <a:pt x="65805" y="34232"/>
                  </a:lnTo>
                  <a:lnTo>
                    <a:pt x="61529" y="37604"/>
                  </a:lnTo>
                  <a:lnTo>
                    <a:pt x="57366" y="41113"/>
                  </a:lnTo>
                  <a:lnTo>
                    <a:pt x="53319" y="44755"/>
                  </a:lnTo>
                  <a:lnTo>
                    <a:pt x="49393" y="48527"/>
                  </a:lnTo>
                  <a:lnTo>
                    <a:pt x="45592" y="52425"/>
                  </a:lnTo>
                  <a:lnTo>
                    <a:pt x="41920" y="56445"/>
                  </a:lnTo>
                  <a:lnTo>
                    <a:pt x="38381" y="60583"/>
                  </a:lnTo>
                  <a:lnTo>
                    <a:pt x="34978" y="64833"/>
                  </a:lnTo>
                  <a:lnTo>
                    <a:pt x="31715" y="69192"/>
                  </a:lnTo>
                  <a:lnTo>
                    <a:pt x="28597" y="73655"/>
                  </a:lnTo>
                  <a:lnTo>
                    <a:pt x="25625" y="78217"/>
                  </a:lnTo>
                  <a:lnTo>
                    <a:pt x="22803" y="82874"/>
                  </a:lnTo>
                  <a:lnTo>
                    <a:pt x="20135" y="87619"/>
                  </a:lnTo>
                  <a:lnTo>
                    <a:pt x="17622" y="92450"/>
                  </a:lnTo>
                  <a:lnTo>
                    <a:pt x="15268" y="97359"/>
                  </a:lnTo>
                  <a:lnTo>
                    <a:pt x="13075" y="102343"/>
                  </a:lnTo>
                  <a:lnTo>
                    <a:pt x="11046" y="107395"/>
                  </a:lnTo>
                  <a:lnTo>
                    <a:pt x="9182" y="112511"/>
                  </a:lnTo>
                  <a:lnTo>
                    <a:pt x="7486" y="117685"/>
                  </a:lnTo>
                  <a:lnTo>
                    <a:pt x="5960" y="122911"/>
                  </a:lnTo>
                  <a:lnTo>
                    <a:pt x="4604" y="128184"/>
                  </a:lnTo>
                  <a:lnTo>
                    <a:pt x="3421" y="133498"/>
                  </a:lnTo>
                  <a:lnTo>
                    <a:pt x="2411" y="138849"/>
                  </a:lnTo>
                  <a:lnTo>
                    <a:pt x="1576" y="144229"/>
                  </a:lnTo>
                  <a:lnTo>
                    <a:pt x="917" y="149634"/>
                  </a:lnTo>
                  <a:lnTo>
                    <a:pt x="434" y="155057"/>
                  </a:lnTo>
                  <a:lnTo>
                    <a:pt x="128" y="160493"/>
                  </a:lnTo>
                  <a:lnTo>
                    <a:pt x="0" y="165936"/>
                  </a:lnTo>
                  <a:lnTo>
                    <a:pt x="48" y="171380"/>
                  </a:lnTo>
                  <a:lnTo>
                    <a:pt x="274" y="17682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919636" y="4826449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919636" y="4826449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919636" y="4826449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919636" y="4826449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919636" y="4826449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919636" y="4826449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919636" y="4826449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19636" y="4826449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19636" y="4826449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19636" y="4826449"/>
              <a:ext cx="166888" cy="30158"/>
            </a:xfrm>
            <a:custGeom>
              <a:avLst/>
              <a:pathLst>
                <a:path w="166888" h="30158">
                  <a:moveTo>
                    <a:pt x="0" y="9653"/>
                  </a:moveTo>
                  <a:lnTo>
                    <a:pt x="915" y="19943"/>
                  </a:lnTo>
                  <a:lnTo>
                    <a:pt x="2463" y="30158"/>
                  </a:lnTo>
                  <a:lnTo>
                    <a:pt x="16688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2100" y="4659281"/>
              <a:ext cx="331576" cy="334332"/>
            </a:xfrm>
            <a:custGeom>
              <a:avLst/>
              <a:pathLst>
                <a:path w="331576" h="334332">
                  <a:moveTo>
                    <a:pt x="0" y="197325"/>
                  </a:moveTo>
                  <a:lnTo>
                    <a:pt x="1037" y="202519"/>
                  </a:lnTo>
                  <a:lnTo>
                    <a:pt x="2239" y="207677"/>
                  </a:lnTo>
                  <a:lnTo>
                    <a:pt x="3604" y="212795"/>
                  </a:lnTo>
                  <a:lnTo>
                    <a:pt x="5130" y="217867"/>
                  </a:lnTo>
                  <a:lnTo>
                    <a:pt x="6817" y="222888"/>
                  </a:lnTo>
                  <a:lnTo>
                    <a:pt x="8661" y="227853"/>
                  </a:lnTo>
                  <a:lnTo>
                    <a:pt x="10662" y="232757"/>
                  </a:lnTo>
                  <a:lnTo>
                    <a:pt x="12817" y="237595"/>
                  </a:lnTo>
                  <a:lnTo>
                    <a:pt x="15124" y="242363"/>
                  </a:lnTo>
                  <a:lnTo>
                    <a:pt x="17581" y="247055"/>
                  </a:lnTo>
                  <a:lnTo>
                    <a:pt x="20186" y="251667"/>
                  </a:lnTo>
                  <a:lnTo>
                    <a:pt x="22935" y="256194"/>
                  </a:lnTo>
                  <a:lnTo>
                    <a:pt x="25826" y="260631"/>
                  </a:lnTo>
                  <a:lnTo>
                    <a:pt x="28857" y="264975"/>
                  </a:lnTo>
                  <a:lnTo>
                    <a:pt x="32023" y="269221"/>
                  </a:lnTo>
                  <a:lnTo>
                    <a:pt x="35323" y="273364"/>
                  </a:lnTo>
                  <a:lnTo>
                    <a:pt x="38752" y="277401"/>
                  </a:lnTo>
                  <a:lnTo>
                    <a:pt x="42307" y="281327"/>
                  </a:lnTo>
                  <a:lnTo>
                    <a:pt x="45985" y="285138"/>
                  </a:lnTo>
                  <a:lnTo>
                    <a:pt x="49782" y="288831"/>
                  </a:lnTo>
                  <a:lnTo>
                    <a:pt x="53694" y="292402"/>
                  </a:lnTo>
                  <a:lnTo>
                    <a:pt x="57717" y="295847"/>
                  </a:lnTo>
                  <a:lnTo>
                    <a:pt x="61847" y="299163"/>
                  </a:lnTo>
                  <a:lnTo>
                    <a:pt x="66080" y="302346"/>
                  </a:lnTo>
                  <a:lnTo>
                    <a:pt x="70412" y="305394"/>
                  </a:lnTo>
                  <a:lnTo>
                    <a:pt x="74838" y="308303"/>
                  </a:lnTo>
                  <a:lnTo>
                    <a:pt x="79354" y="311070"/>
                  </a:lnTo>
                  <a:lnTo>
                    <a:pt x="83956" y="313693"/>
                  </a:lnTo>
                  <a:lnTo>
                    <a:pt x="88638" y="316168"/>
                  </a:lnTo>
                  <a:lnTo>
                    <a:pt x="93397" y="318495"/>
                  </a:lnTo>
                  <a:lnTo>
                    <a:pt x="98226" y="320669"/>
                  </a:lnTo>
                  <a:lnTo>
                    <a:pt x="103122" y="322689"/>
                  </a:lnTo>
                  <a:lnTo>
                    <a:pt x="108080" y="324553"/>
                  </a:lnTo>
                  <a:lnTo>
                    <a:pt x="113094" y="326259"/>
                  </a:lnTo>
                  <a:lnTo>
                    <a:pt x="118160" y="327805"/>
                  </a:lnTo>
                  <a:lnTo>
                    <a:pt x="123272" y="329190"/>
                  </a:lnTo>
                  <a:lnTo>
                    <a:pt x="128426" y="330412"/>
                  </a:lnTo>
                  <a:lnTo>
                    <a:pt x="133616" y="331471"/>
                  </a:lnTo>
                  <a:lnTo>
                    <a:pt x="138836" y="332364"/>
                  </a:lnTo>
                  <a:lnTo>
                    <a:pt x="144082" y="333092"/>
                  </a:lnTo>
                  <a:lnTo>
                    <a:pt x="149349" y="333653"/>
                  </a:lnTo>
                  <a:lnTo>
                    <a:pt x="154631" y="334047"/>
                  </a:lnTo>
                  <a:lnTo>
                    <a:pt x="159923" y="334274"/>
                  </a:lnTo>
                  <a:lnTo>
                    <a:pt x="165219" y="334332"/>
                  </a:lnTo>
                  <a:lnTo>
                    <a:pt x="170514" y="334223"/>
                  </a:lnTo>
                  <a:lnTo>
                    <a:pt x="175804" y="333947"/>
                  </a:lnTo>
                  <a:lnTo>
                    <a:pt x="181081" y="333502"/>
                  </a:lnTo>
                  <a:lnTo>
                    <a:pt x="186343" y="332891"/>
                  </a:lnTo>
                  <a:lnTo>
                    <a:pt x="191582" y="332114"/>
                  </a:lnTo>
                  <a:lnTo>
                    <a:pt x="196794" y="331171"/>
                  </a:lnTo>
                  <a:lnTo>
                    <a:pt x="201973" y="330063"/>
                  </a:lnTo>
                  <a:lnTo>
                    <a:pt x="207115" y="328791"/>
                  </a:lnTo>
                  <a:lnTo>
                    <a:pt x="212213" y="327358"/>
                  </a:lnTo>
                  <a:lnTo>
                    <a:pt x="217264" y="325763"/>
                  </a:lnTo>
                  <a:lnTo>
                    <a:pt x="222262" y="324010"/>
                  </a:lnTo>
                  <a:lnTo>
                    <a:pt x="227202" y="322099"/>
                  </a:lnTo>
                  <a:lnTo>
                    <a:pt x="232079" y="320032"/>
                  </a:lnTo>
                  <a:lnTo>
                    <a:pt x="236887" y="317812"/>
                  </a:lnTo>
                  <a:lnTo>
                    <a:pt x="241623" y="315441"/>
                  </a:lnTo>
                  <a:lnTo>
                    <a:pt x="246282" y="312921"/>
                  </a:lnTo>
                  <a:lnTo>
                    <a:pt x="250858" y="310255"/>
                  </a:lnTo>
                  <a:lnTo>
                    <a:pt x="255348" y="307444"/>
                  </a:lnTo>
                  <a:lnTo>
                    <a:pt x="259746" y="304494"/>
                  </a:lnTo>
                  <a:lnTo>
                    <a:pt x="264049" y="301405"/>
                  </a:lnTo>
                  <a:lnTo>
                    <a:pt x="268252" y="298181"/>
                  </a:lnTo>
                  <a:lnTo>
                    <a:pt x="272350" y="294826"/>
                  </a:lnTo>
                  <a:lnTo>
                    <a:pt x="276340" y="291343"/>
                  </a:lnTo>
                  <a:lnTo>
                    <a:pt x="280218" y="287735"/>
                  </a:lnTo>
                  <a:lnTo>
                    <a:pt x="283979" y="284007"/>
                  </a:lnTo>
                  <a:lnTo>
                    <a:pt x="287621" y="280160"/>
                  </a:lnTo>
                  <a:lnTo>
                    <a:pt x="291139" y="276201"/>
                  </a:lnTo>
                  <a:lnTo>
                    <a:pt x="294529" y="272132"/>
                  </a:lnTo>
                  <a:lnTo>
                    <a:pt x="297789" y="267957"/>
                  </a:lnTo>
                  <a:lnTo>
                    <a:pt x="300915" y="263682"/>
                  </a:lnTo>
                  <a:lnTo>
                    <a:pt x="303904" y="259309"/>
                  </a:lnTo>
                  <a:lnTo>
                    <a:pt x="306753" y="254844"/>
                  </a:lnTo>
                  <a:lnTo>
                    <a:pt x="309460" y="250291"/>
                  </a:lnTo>
                  <a:lnTo>
                    <a:pt x="312020" y="245655"/>
                  </a:lnTo>
                  <a:lnTo>
                    <a:pt x="314433" y="240940"/>
                  </a:lnTo>
                  <a:lnTo>
                    <a:pt x="316694" y="236150"/>
                  </a:lnTo>
                  <a:lnTo>
                    <a:pt x="318803" y="231292"/>
                  </a:lnTo>
                  <a:lnTo>
                    <a:pt x="320757" y="226369"/>
                  </a:lnTo>
                  <a:lnTo>
                    <a:pt x="322554" y="221387"/>
                  </a:lnTo>
                  <a:lnTo>
                    <a:pt x="324193" y="216350"/>
                  </a:lnTo>
                  <a:lnTo>
                    <a:pt x="325671" y="211264"/>
                  </a:lnTo>
                  <a:lnTo>
                    <a:pt x="326987" y="206133"/>
                  </a:lnTo>
                  <a:lnTo>
                    <a:pt x="328139" y="200964"/>
                  </a:lnTo>
                  <a:lnTo>
                    <a:pt x="329128" y="195760"/>
                  </a:lnTo>
                  <a:lnTo>
                    <a:pt x="329951" y="190528"/>
                  </a:lnTo>
                  <a:lnTo>
                    <a:pt x="330608" y="185273"/>
                  </a:lnTo>
                  <a:lnTo>
                    <a:pt x="331098" y="179999"/>
                  </a:lnTo>
                  <a:lnTo>
                    <a:pt x="331421" y="174712"/>
                  </a:lnTo>
                  <a:lnTo>
                    <a:pt x="331576" y="169418"/>
                  </a:lnTo>
                  <a:lnTo>
                    <a:pt x="331564" y="164121"/>
                  </a:lnTo>
                  <a:lnTo>
                    <a:pt x="331383" y="158828"/>
                  </a:lnTo>
                  <a:lnTo>
                    <a:pt x="331035" y="153543"/>
                  </a:lnTo>
                  <a:lnTo>
                    <a:pt x="330520" y="148271"/>
                  </a:lnTo>
                  <a:lnTo>
                    <a:pt x="329838" y="143019"/>
                  </a:lnTo>
                  <a:lnTo>
                    <a:pt x="328990" y="137791"/>
                  </a:lnTo>
                  <a:lnTo>
                    <a:pt x="327977" y="132592"/>
                  </a:lnTo>
                  <a:lnTo>
                    <a:pt x="326799" y="127428"/>
                  </a:lnTo>
                  <a:lnTo>
                    <a:pt x="325459" y="122304"/>
                  </a:lnTo>
                  <a:lnTo>
                    <a:pt x="323957" y="117225"/>
                  </a:lnTo>
                  <a:lnTo>
                    <a:pt x="322295" y="112196"/>
                  </a:lnTo>
                  <a:lnTo>
                    <a:pt x="320474" y="107222"/>
                  </a:lnTo>
                  <a:lnTo>
                    <a:pt x="318497" y="102309"/>
                  </a:lnTo>
                  <a:lnTo>
                    <a:pt x="316365" y="97460"/>
                  </a:lnTo>
                  <a:lnTo>
                    <a:pt x="314080" y="92682"/>
                  </a:lnTo>
                  <a:lnTo>
                    <a:pt x="311645" y="87978"/>
                  </a:lnTo>
                  <a:lnTo>
                    <a:pt x="309063" y="83354"/>
                  </a:lnTo>
                  <a:lnTo>
                    <a:pt x="306335" y="78814"/>
                  </a:lnTo>
                  <a:lnTo>
                    <a:pt x="303465" y="74362"/>
                  </a:lnTo>
                  <a:lnTo>
                    <a:pt x="300455" y="70004"/>
                  </a:lnTo>
                  <a:lnTo>
                    <a:pt x="297308" y="65744"/>
                  </a:lnTo>
                  <a:lnTo>
                    <a:pt x="294029" y="61585"/>
                  </a:lnTo>
                  <a:lnTo>
                    <a:pt x="290619" y="57532"/>
                  </a:lnTo>
                  <a:lnTo>
                    <a:pt x="287082" y="53589"/>
                  </a:lnTo>
                  <a:lnTo>
                    <a:pt x="283422" y="49760"/>
                  </a:lnTo>
                  <a:lnTo>
                    <a:pt x="279643" y="46049"/>
                  </a:lnTo>
                  <a:lnTo>
                    <a:pt x="275748" y="42460"/>
                  </a:lnTo>
                  <a:lnTo>
                    <a:pt x="271742" y="38996"/>
                  </a:lnTo>
                  <a:lnTo>
                    <a:pt x="267628" y="35660"/>
                  </a:lnTo>
                  <a:lnTo>
                    <a:pt x="263410" y="32457"/>
                  </a:lnTo>
                  <a:lnTo>
                    <a:pt x="259092" y="29389"/>
                  </a:lnTo>
                  <a:lnTo>
                    <a:pt x="254680" y="26459"/>
                  </a:lnTo>
                  <a:lnTo>
                    <a:pt x="250177" y="23670"/>
                  </a:lnTo>
                  <a:lnTo>
                    <a:pt x="245588" y="21025"/>
                  </a:lnTo>
                  <a:lnTo>
                    <a:pt x="240918" y="18527"/>
                  </a:lnTo>
                  <a:lnTo>
                    <a:pt x="236170" y="16179"/>
                  </a:lnTo>
                  <a:lnTo>
                    <a:pt x="231351" y="13982"/>
                  </a:lnTo>
                  <a:lnTo>
                    <a:pt x="226464" y="11938"/>
                  </a:lnTo>
                  <a:lnTo>
                    <a:pt x="221516" y="10051"/>
                  </a:lnTo>
                  <a:lnTo>
                    <a:pt x="216510" y="8321"/>
                  </a:lnTo>
                  <a:lnTo>
                    <a:pt x="211451" y="6751"/>
                  </a:lnTo>
                  <a:lnTo>
                    <a:pt x="206346" y="5341"/>
                  </a:lnTo>
                  <a:lnTo>
                    <a:pt x="201198" y="4094"/>
                  </a:lnTo>
                  <a:lnTo>
                    <a:pt x="196013" y="3011"/>
                  </a:lnTo>
                  <a:lnTo>
                    <a:pt x="190797" y="2093"/>
                  </a:lnTo>
                  <a:lnTo>
                    <a:pt x="185554" y="1340"/>
                  </a:lnTo>
                  <a:lnTo>
                    <a:pt x="180290" y="754"/>
                  </a:lnTo>
                  <a:lnTo>
                    <a:pt x="175010" y="335"/>
                  </a:lnTo>
                  <a:lnTo>
                    <a:pt x="169720" y="83"/>
                  </a:lnTo>
                  <a:lnTo>
                    <a:pt x="164424" y="0"/>
                  </a:lnTo>
                  <a:lnTo>
                    <a:pt x="1644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6025" y="5018213"/>
              <a:ext cx="2695" cy="167167"/>
            </a:xfrm>
            <a:custGeom>
              <a:avLst/>
              <a:pathLst>
                <a:path w="2695" h="167167">
                  <a:moveTo>
                    <a:pt x="2695" y="0"/>
                  </a:moveTo>
                  <a:lnTo>
                    <a:pt x="0" y="21"/>
                  </a:lnTo>
                  <a:lnTo>
                    <a:pt x="269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6025" y="5018235"/>
              <a:ext cx="2695" cy="167145"/>
            </a:xfrm>
            <a:custGeom>
              <a:avLst/>
              <a:pathLst>
                <a:path w="2695" h="167145">
                  <a:moveTo>
                    <a:pt x="0" y="0"/>
                  </a:moveTo>
                  <a:lnTo>
                    <a:pt x="2695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321554" y="5018235"/>
              <a:ext cx="334320" cy="334308"/>
            </a:xfrm>
            <a:custGeom>
              <a:avLst/>
              <a:pathLst>
                <a:path w="334320" h="334308">
                  <a:moveTo>
                    <a:pt x="164470" y="0"/>
                  </a:moveTo>
                  <a:lnTo>
                    <a:pt x="159183" y="168"/>
                  </a:lnTo>
                  <a:lnTo>
                    <a:pt x="153904" y="505"/>
                  </a:lnTo>
                  <a:lnTo>
                    <a:pt x="148638" y="1008"/>
                  </a:lnTo>
                  <a:lnTo>
                    <a:pt x="143390" y="1677"/>
                  </a:lnTo>
                  <a:lnTo>
                    <a:pt x="138167" y="2512"/>
                  </a:lnTo>
                  <a:lnTo>
                    <a:pt x="132972" y="3512"/>
                  </a:lnTo>
                  <a:lnTo>
                    <a:pt x="127812" y="4676"/>
                  </a:lnTo>
                  <a:lnTo>
                    <a:pt x="122691" y="6002"/>
                  </a:lnTo>
                  <a:lnTo>
                    <a:pt x="117615" y="7490"/>
                  </a:lnTo>
                  <a:lnTo>
                    <a:pt x="112588" y="9138"/>
                  </a:lnTo>
                  <a:lnTo>
                    <a:pt x="107616" y="10944"/>
                  </a:lnTo>
                  <a:lnTo>
                    <a:pt x="102703" y="12906"/>
                  </a:lnTo>
                  <a:lnTo>
                    <a:pt x="97856" y="15023"/>
                  </a:lnTo>
                  <a:lnTo>
                    <a:pt x="93077" y="17292"/>
                  </a:lnTo>
                  <a:lnTo>
                    <a:pt x="88373" y="19712"/>
                  </a:lnTo>
                  <a:lnTo>
                    <a:pt x="83747" y="22279"/>
                  </a:lnTo>
                  <a:lnTo>
                    <a:pt x="79205" y="24990"/>
                  </a:lnTo>
                  <a:lnTo>
                    <a:pt x="74752" y="27845"/>
                  </a:lnTo>
                  <a:lnTo>
                    <a:pt x="70390" y="30839"/>
                  </a:lnTo>
                  <a:lnTo>
                    <a:pt x="66126" y="33969"/>
                  </a:lnTo>
                  <a:lnTo>
                    <a:pt x="61963" y="37232"/>
                  </a:lnTo>
                  <a:lnTo>
                    <a:pt x="57905" y="40626"/>
                  </a:lnTo>
                  <a:lnTo>
                    <a:pt x="53957" y="44146"/>
                  </a:lnTo>
                  <a:lnTo>
                    <a:pt x="50122" y="47790"/>
                  </a:lnTo>
                  <a:lnTo>
                    <a:pt x="46404" y="51553"/>
                  </a:lnTo>
                  <a:lnTo>
                    <a:pt x="42807" y="55432"/>
                  </a:lnTo>
                  <a:lnTo>
                    <a:pt x="39334" y="59423"/>
                  </a:lnTo>
                  <a:lnTo>
                    <a:pt x="35990" y="63521"/>
                  </a:lnTo>
                  <a:lnTo>
                    <a:pt x="32777" y="67724"/>
                  </a:lnTo>
                  <a:lnTo>
                    <a:pt x="29699" y="72025"/>
                  </a:lnTo>
                  <a:lnTo>
                    <a:pt x="26758" y="76423"/>
                  </a:lnTo>
                  <a:lnTo>
                    <a:pt x="23958" y="80911"/>
                  </a:lnTo>
                  <a:lnTo>
                    <a:pt x="21301" y="85485"/>
                  </a:lnTo>
                  <a:lnTo>
                    <a:pt x="18790" y="90141"/>
                  </a:lnTo>
                  <a:lnTo>
                    <a:pt x="16428" y="94874"/>
                  </a:lnTo>
                  <a:lnTo>
                    <a:pt x="14217" y="99680"/>
                  </a:lnTo>
                  <a:lnTo>
                    <a:pt x="12159" y="104553"/>
                  </a:lnTo>
                  <a:lnTo>
                    <a:pt x="10256" y="109489"/>
                  </a:lnTo>
                  <a:lnTo>
                    <a:pt x="8510" y="114482"/>
                  </a:lnTo>
                  <a:lnTo>
                    <a:pt x="6923" y="119529"/>
                  </a:lnTo>
                  <a:lnTo>
                    <a:pt x="5497" y="124623"/>
                  </a:lnTo>
                  <a:lnTo>
                    <a:pt x="4232" y="129759"/>
                  </a:lnTo>
                  <a:lnTo>
                    <a:pt x="3131" y="134933"/>
                  </a:lnTo>
                  <a:lnTo>
                    <a:pt x="2194" y="140140"/>
                  </a:lnTo>
                  <a:lnTo>
                    <a:pt x="1422" y="145373"/>
                  </a:lnTo>
                  <a:lnTo>
                    <a:pt x="816" y="150628"/>
                  </a:lnTo>
                  <a:lnTo>
                    <a:pt x="377" y="155900"/>
                  </a:lnTo>
                  <a:lnTo>
                    <a:pt x="105" y="161182"/>
                  </a:lnTo>
                  <a:lnTo>
                    <a:pt x="0" y="166471"/>
                  </a:lnTo>
                  <a:lnTo>
                    <a:pt x="62" y="171761"/>
                  </a:lnTo>
                  <a:lnTo>
                    <a:pt x="292" y="177046"/>
                  </a:lnTo>
                  <a:lnTo>
                    <a:pt x="688" y="182321"/>
                  </a:lnTo>
                  <a:lnTo>
                    <a:pt x="1252" y="187581"/>
                  </a:lnTo>
                  <a:lnTo>
                    <a:pt x="1982" y="192820"/>
                  </a:lnTo>
                  <a:lnTo>
                    <a:pt x="2877" y="198034"/>
                  </a:lnTo>
                  <a:lnTo>
                    <a:pt x="3936" y="203216"/>
                  </a:lnTo>
                  <a:lnTo>
                    <a:pt x="5159" y="208363"/>
                  </a:lnTo>
                  <a:lnTo>
                    <a:pt x="6545" y="213468"/>
                  </a:lnTo>
                  <a:lnTo>
                    <a:pt x="8091" y="218527"/>
                  </a:lnTo>
                  <a:lnTo>
                    <a:pt x="9796" y="223535"/>
                  </a:lnTo>
                  <a:lnTo>
                    <a:pt x="11659" y="228486"/>
                  </a:lnTo>
                  <a:lnTo>
                    <a:pt x="13678" y="233375"/>
                  </a:lnTo>
                  <a:lnTo>
                    <a:pt x="15850" y="238199"/>
                  </a:lnTo>
                  <a:lnTo>
                    <a:pt x="18174" y="242951"/>
                  </a:lnTo>
                  <a:lnTo>
                    <a:pt x="20647" y="247627"/>
                  </a:lnTo>
                  <a:lnTo>
                    <a:pt x="23267" y="252222"/>
                  </a:lnTo>
                  <a:lnTo>
                    <a:pt x="26031" y="256733"/>
                  </a:lnTo>
                  <a:lnTo>
                    <a:pt x="28936" y="261154"/>
                  </a:lnTo>
                  <a:lnTo>
                    <a:pt x="31980" y="265480"/>
                  </a:lnTo>
                  <a:lnTo>
                    <a:pt x="35159" y="269708"/>
                  </a:lnTo>
                  <a:lnTo>
                    <a:pt x="38470" y="273834"/>
                  </a:lnTo>
                  <a:lnTo>
                    <a:pt x="41910" y="277852"/>
                  </a:lnTo>
                  <a:lnTo>
                    <a:pt x="45476" y="281760"/>
                  </a:lnTo>
                  <a:lnTo>
                    <a:pt x="49163" y="285553"/>
                  </a:lnTo>
                  <a:lnTo>
                    <a:pt x="52969" y="289227"/>
                  </a:lnTo>
                  <a:lnTo>
                    <a:pt x="56889" y="292779"/>
                  </a:lnTo>
                  <a:lnTo>
                    <a:pt x="60919" y="296206"/>
                  </a:lnTo>
                  <a:lnTo>
                    <a:pt x="65056" y="299503"/>
                  </a:lnTo>
                  <a:lnTo>
                    <a:pt x="69295" y="302667"/>
                  </a:lnTo>
                  <a:lnTo>
                    <a:pt x="73632" y="305696"/>
                  </a:lnTo>
                  <a:lnTo>
                    <a:pt x="78062" y="308586"/>
                  </a:lnTo>
                  <a:lnTo>
                    <a:pt x="82582" y="311335"/>
                  </a:lnTo>
                  <a:lnTo>
                    <a:pt x="87187" y="313939"/>
                  </a:lnTo>
                  <a:lnTo>
                    <a:pt x="91871" y="316396"/>
                  </a:lnTo>
                  <a:lnTo>
                    <a:pt x="96631" y="318703"/>
                  </a:lnTo>
                  <a:lnTo>
                    <a:pt x="101462" y="320859"/>
                  </a:lnTo>
                  <a:lnTo>
                    <a:pt x="106359" y="322861"/>
                  </a:lnTo>
                  <a:lnTo>
                    <a:pt x="111316" y="324707"/>
                  </a:lnTo>
                  <a:lnTo>
                    <a:pt x="116329" y="326395"/>
                  </a:lnTo>
                  <a:lnTo>
                    <a:pt x="121393" y="327924"/>
                  </a:lnTo>
                  <a:lnTo>
                    <a:pt x="126503" y="329292"/>
                  </a:lnTo>
                  <a:lnTo>
                    <a:pt x="131654" y="330497"/>
                  </a:lnTo>
                  <a:lnTo>
                    <a:pt x="136841" y="331539"/>
                  </a:lnTo>
                  <a:lnTo>
                    <a:pt x="142057" y="332416"/>
                  </a:lnTo>
                  <a:lnTo>
                    <a:pt x="147299" y="333128"/>
                  </a:lnTo>
                  <a:lnTo>
                    <a:pt x="152561" y="333673"/>
                  </a:lnTo>
                  <a:lnTo>
                    <a:pt x="157837" y="334052"/>
                  </a:lnTo>
                  <a:lnTo>
                    <a:pt x="163123" y="334264"/>
                  </a:lnTo>
                  <a:lnTo>
                    <a:pt x="168412" y="334308"/>
                  </a:lnTo>
                  <a:lnTo>
                    <a:pt x="173701" y="334185"/>
                  </a:lnTo>
                  <a:lnTo>
                    <a:pt x="178983" y="333894"/>
                  </a:lnTo>
                  <a:lnTo>
                    <a:pt x="184253" y="333437"/>
                  </a:lnTo>
                  <a:lnTo>
                    <a:pt x="189506" y="332813"/>
                  </a:lnTo>
                  <a:lnTo>
                    <a:pt x="194737" y="332023"/>
                  </a:lnTo>
                  <a:lnTo>
                    <a:pt x="199940" y="331068"/>
                  </a:lnTo>
                  <a:lnTo>
                    <a:pt x="205110" y="329949"/>
                  </a:lnTo>
                  <a:lnTo>
                    <a:pt x="210242" y="328667"/>
                  </a:lnTo>
                  <a:lnTo>
                    <a:pt x="215331" y="327223"/>
                  </a:lnTo>
                  <a:lnTo>
                    <a:pt x="220372" y="325619"/>
                  </a:lnTo>
                  <a:lnTo>
                    <a:pt x="225359" y="323856"/>
                  </a:lnTo>
                  <a:lnTo>
                    <a:pt x="230289" y="321937"/>
                  </a:lnTo>
                  <a:lnTo>
                    <a:pt x="235155" y="319862"/>
                  </a:lnTo>
                  <a:lnTo>
                    <a:pt x="239953" y="317634"/>
                  </a:lnTo>
                  <a:lnTo>
                    <a:pt x="244678" y="315256"/>
                  </a:lnTo>
                  <a:lnTo>
                    <a:pt x="249325" y="312729"/>
                  </a:lnTo>
                  <a:lnTo>
                    <a:pt x="253891" y="310057"/>
                  </a:lnTo>
                  <a:lnTo>
                    <a:pt x="258369" y="307241"/>
                  </a:lnTo>
                  <a:lnTo>
                    <a:pt x="262756" y="304285"/>
                  </a:lnTo>
                  <a:lnTo>
                    <a:pt x="267047" y="301192"/>
                  </a:lnTo>
                  <a:lnTo>
                    <a:pt x="271239" y="297965"/>
                  </a:lnTo>
                  <a:lnTo>
                    <a:pt x="275326" y="294606"/>
                  </a:lnTo>
                  <a:lnTo>
                    <a:pt x="279304" y="291120"/>
                  </a:lnTo>
                  <a:lnTo>
                    <a:pt x="283171" y="287510"/>
                  </a:lnTo>
                  <a:lnTo>
                    <a:pt x="286921" y="283779"/>
                  </a:lnTo>
                  <a:lnTo>
                    <a:pt x="290552" y="279932"/>
                  </a:lnTo>
                  <a:lnTo>
                    <a:pt x="294058" y="275971"/>
                  </a:lnTo>
                  <a:lnTo>
                    <a:pt x="297438" y="271902"/>
                  </a:lnTo>
                  <a:lnTo>
                    <a:pt x="300688" y="267728"/>
                  </a:lnTo>
                  <a:lnTo>
                    <a:pt x="303803" y="263453"/>
                  </a:lnTo>
                  <a:lnTo>
                    <a:pt x="306782" y="259081"/>
                  </a:lnTo>
                  <a:lnTo>
                    <a:pt x="309621" y="254618"/>
                  </a:lnTo>
                  <a:lnTo>
                    <a:pt x="312317" y="250066"/>
                  </a:lnTo>
                  <a:lnTo>
                    <a:pt x="314868" y="245432"/>
                  </a:lnTo>
                  <a:lnTo>
                    <a:pt x="317271" y="240720"/>
                  </a:lnTo>
                  <a:lnTo>
                    <a:pt x="319524" y="235933"/>
                  </a:lnTo>
                  <a:lnTo>
                    <a:pt x="321624" y="231078"/>
                  </a:lnTo>
                  <a:lnTo>
                    <a:pt x="323570" y="226159"/>
                  </a:lnTo>
                  <a:lnTo>
                    <a:pt x="325359" y="221181"/>
                  </a:lnTo>
                  <a:lnTo>
                    <a:pt x="326989" y="216148"/>
                  </a:lnTo>
                  <a:lnTo>
                    <a:pt x="328460" y="211067"/>
                  </a:lnTo>
                  <a:lnTo>
                    <a:pt x="329769" y="205942"/>
                  </a:lnTo>
                  <a:lnTo>
                    <a:pt x="330915" y="200777"/>
                  </a:lnTo>
                  <a:lnTo>
                    <a:pt x="331897" y="195579"/>
                  </a:lnTo>
                  <a:lnTo>
                    <a:pt x="332714" y="190353"/>
                  </a:lnTo>
                  <a:lnTo>
                    <a:pt x="333366" y="185103"/>
                  </a:lnTo>
                  <a:lnTo>
                    <a:pt x="333851" y="179836"/>
                  </a:lnTo>
                  <a:lnTo>
                    <a:pt x="334169" y="174555"/>
                  </a:lnTo>
                  <a:lnTo>
                    <a:pt x="334320" y="169268"/>
                  </a:lnTo>
                  <a:lnTo>
                    <a:pt x="334303" y="163978"/>
                  </a:lnTo>
                  <a:lnTo>
                    <a:pt x="334119" y="158691"/>
                  </a:lnTo>
                  <a:lnTo>
                    <a:pt x="333768" y="153413"/>
                  </a:lnTo>
                  <a:lnTo>
                    <a:pt x="333250" y="148148"/>
                  </a:lnTo>
                  <a:lnTo>
                    <a:pt x="332566" y="142903"/>
                  </a:lnTo>
                  <a:lnTo>
                    <a:pt x="331716" y="137682"/>
                  </a:lnTo>
                  <a:lnTo>
                    <a:pt x="330701" y="132490"/>
                  </a:lnTo>
                  <a:lnTo>
                    <a:pt x="329523" y="127333"/>
                  </a:lnTo>
                  <a:lnTo>
                    <a:pt x="328182" y="122216"/>
                  </a:lnTo>
                  <a:lnTo>
                    <a:pt x="326680" y="117144"/>
                  </a:lnTo>
                  <a:lnTo>
                    <a:pt x="325018" y="112122"/>
                  </a:lnTo>
                  <a:lnTo>
                    <a:pt x="323198" y="107155"/>
                  </a:lnTo>
                  <a:lnTo>
                    <a:pt x="321222" y="102248"/>
                  </a:lnTo>
                  <a:lnTo>
                    <a:pt x="319091" y="97406"/>
                  </a:lnTo>
                  <a:lnTo>
                    <a:pt x="316808" y="92634"/>
                  </a:lnTo>
                  <a:lnTo>
                    <a:pt x="314376" y="87936"/>
                  </a:lnTo>
                  <a:lnTo>
                    <a:pt x="311796" y="83318"/>
                  </a:lnTo>
                  <a:lnTo>
                    <a:pt x="309071" y="78784"/>
                  </a:lnTo>
                  <a:lnTo>
                    <a:pt x="306204" y="74338"/>
                  </a:lnTo>
                  <a:lnTo>
                    <a:pt x="303198" y="69985"/>
                  </a:lnTo>
                  <a:lnTo>
                    <a:pt x="300056" y="65730"/>
                  </a:lnTo>
                  <a:lnTo>
                    <a:pt x="296781" y="61576"/>
                  </a:lnTo>
                  <a:lnTo>
                    <a:pt x="293376" y="57528"/>
                  </a:lnTo>
                  <a:lnTo>
                    <a:pt x="289844" y="53589"/>
                  </a:lnTo>
                  <a:lnTo>
                    <a:pt x="286190" y="49765"/>
                  </a:lnTo>
                  <a:lnTo>
                    <a:pt x="282416" y="46057"/>
                  </a:lnTo>
                  <a:lnTo>
                    <a:pt x="278527" y="42471"/>
                  </a:lnTo>
                  <a:lnTo>
                    <a:pt x="274527" y="39010"/>
                  </a:lnTo>
                  <a:lnTo>
                    <a:pt x="270419" y="35677"/>
                  </a:lnTo>
                  <a:lnTo>
                    <a:pt x="266207" y="32476"/>
                  </a:lnTo>
                  <a:lnTo>
                    <a:pt x="261897" y="29410"/>
                  </a:lnTo>
                  <a:lnTo>
                    <a:pt x="257491" y="26482"/>
                  </a:lnTo>
                  <a:lnTo>
                    <a:pt x="252995" y="23694"/>
                  </a:lnTo>
                  <a:lnTo>
                    <a:pt x="248414" y="21050"/>
                  </a:lnTo>
                  <a:lnTo>
                    <a:pt x="243750" y="18553"/>
                  </a:lnTo>
                  <a:lnTo>
                    <a:pt x="239010" y="16204"/>
                  </a:lnTo>
                  <a:lnTo>
                    <a:pt x="234199" y="14006"/>
                  </a:lnTo>
                  <a:lnTo>
                    <a:pt x="229320" y="11962"/>
                  </a:lnTo>
                  <a:lnTo>
                    <a:pt x="224379" y="10073"/>
                  </a:lnTo>
                  <a:lnTo>
                    <a:pt x="219380" y="8342"/>
                  </a:lnTo>
                  <a:lnTo>
                    <a:pt x="214329" y="6769"/>
                  </a:lnTo>
                  <a:lnTo>
                    <a:pt x="209231" y="5357"/>
                  </a:lnTo>
                  <a:lnTo>
                    <a:pt x="204091" y="4107"/>
                  </a:lnTo>
                  <a:lnTo>
                    <a:pt x="198914" y="3020"/>
                  </a:lnTo>
                  <a:lnTo>
                    <a:pt x="193705" y="2098"/>
                  </a:lnTo>
                  <a:lnTo>
                    <a:pt x="188470" y="1341"/>
                  </a:lnTo>
                  <a:lnTo>
                    <a:pt x="183213" y="750"/>
                  </a:lnTo>
                  <a:lnTo>
                    <a:pt x="177940" y="325"/>
                  </a:lnTo>
                  <a:lnTo>
                    <a:pt x="167166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10774" cy="167167"/>
            </a:xfrm>
            <a:custGeom>
              <a:avLst/>
              <a:pathLst>
                <a:path w="10774" h="167167">
                  <a:moveTo>
                    <a:pt x="10774" y="3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797339" y="5269756"/>
              <a:ext cx="167162" cy="187557"/>
            </a:xfrm>
            <a:custGeom>
              <a:avLst/>
              <a:pathLst>
                <a:path w="167162" h="187557">
                  <a:moveTo>
                    <a:pt x="167162" y="0"/>
                  </a:moveTo>
                  <a:lnTo>
                    <a:pt x="161720" y="88"/>
                  </a:lnTo>
                  <a:lnTo>
                    <a:pt x="156284" y="354"/>
                  </a:lnTo>
                  <a:lnTo>
                    <a:pt x="150859" y="796"/>
                  </a:lnTo>
                  <a:lnTo>
                    <a:pt x="145452" y="1415"/>
                  </a:lnTo>
                  <a:lnTo>
                    <a:pt x="140068" y="2210"/>
                  </a:lnTo>
                  <a:lnTo>
                    <a:pt x="134712" y="3179"/>
                  </a:lnTo>
                  <a:lnTo>
                    <a:pt x="129391" y="4322"/>
                  </a:lnTo>
                  <a:lnTo>
                    <a:pt x="124110" y="5638"/>
                  </a:lnTo>
                  <a:lnTo>
                    <a:pt x="118874" y="7125"/>
                  </a:lnTo>
                  <a:lnTo>
                    <a:pt x="113690" y="8782"/>
                  </a:lnTo>
                  <a:lnTo>
                    <a:pt x="108562" y="10607"/>
                  </a:lnTo>
                  <a:lnTo>
                    <a:pt x="103497" y="12597"/>
                  </a:lnTo>
                  <a:lnTo>
                    <a:pt x="98499" y="14752"/>
                  </a:lnTo>
                  <a:lnTo>
                    <a:pt x="93574" y="17068"/>
                  </a:lnTo>
                  <a:lnTo>
                    <a:pt x="88726" y="19543"/>
                  </a:lnTo>
                  <a:lnTo>
                    <a:pt x="83962" y="22174"/>
                  </a:lnTo>
                  <a:lnTo>
                    <a:pt x="79286" y="24960"/>
                  </a:lnTo>
                  <a:lnTo>
                    <a:pt x="74704" y="27896"/>
                  </a:lnTo>
                  <a:lnTo>
                    <a:pt x="70219" y="30979"/>
                  </a:lnTo>
                  <a:lnTo>
                    <a:pt x="65837" y="34207"/>
                  </a:lnTo>
                  <a:lnTo>
                    <a:pt x="61562" y="37576"/>
                  </a:lnTo>
                  <a:lnTo>
                    <a:pt x="57400" y="41083"/>
                  </a:lnTo>
                  <a:lnTo>
                    <a:pt x="53353" y="44723"/>
                  </a:lnTo>
                  <a:lnTo>
                    <a:pt x="49428" y="48492"/>
                  </a:lnTo>
                  <a:lnTo>
                    <a:pt x="45627" y="52388"/>
                  </a:lnTo>
                  <a:lnTo>
                    <a:pt x="41955" y="56405"/>
                  </a:lnTo>
                  <a:lnTo>
                    <a:pt x="38416" y="60540"/>
                  </a:lnTo>
                  <a:lnTo>
                    <a:pt x="35013" y="64787"/>
                  </a:lnTo>
                  <a:lnTo>
                    <a:pt x="31750" y="69143"/>
                  </a:lnTo>
                  <a:lnTo>
                    <a:pt x="28631" y="73603"/>
                  </a:lnTo>
                  <a:lnTo>
                    <a:pt x="25658" y="78163"/>
                  </a:lnTo>
                  <a:lnTo>
                    <a:pt x="22836" y="82816"/>
                  </a:lnTo>
                  <a:lnTo>
                    <a:pt x="20167" y="87559"/>
                  </a:lnTo>
                  <a:lnTo>
                    <a:pt x="17653" y="92387"/>
                  </a:lnTo>
                  <a:lnTo>
                    <a:pt x="15298" y="97293"/>
                  </a:lnTo>
                  <a:lnTo>
                    <a:pt x="13104" y="102274"/>
                  </a:lnTo>
                  <a:lnTo>
                    <a:pt x="11073" y="107323"/>
                  </a:lnTo>
                  <a:lnTo>
                    <a:pt x="9207" y="112436"/>
                  </a:lnTo>
                  <a:lnTo>
                    <a:pt x="7510" y="117607"/>
                  </a:lnTo>
                  <a:lnTo>
                    <a:pt x="5981" y="122831"/>
                  </a:lnTo>
                  <a:lnTo>
                    <a:pt x="4623" y="128101"/>
                  </a:lnTo>
                  <a:lnTo>
                    <a:pt x="3437" y="133413"/>
                  </a:lnTo>
                  <a:lnTo>
                    <a:pt x="2425" y="138761"/>
                  </a:lnTo>
                  <a:lnTo>
                    <a:pt x="1588" y="144139"/>
                  </a:lnTo>
                  <a:lnTo>
                    <a:pt x="926" y="149541"/>
                  </a:lnTo>
                  <a:lnTo>
                    <a:pt x="440" y="154962"/>
                  </a:lnTo>
                  <a:lnTo>
                    <a:pt x="131" y="160396"/>
                  </a:lnTo>
                  <a:lnTo>
                    <a:pt x="0" y="165836"/>
                  </a:lnTo>
                  <a:lnTo>
                    <a:pt x="45" y="171279"/>
                  </a:lnTo>
                  <a:lnTo>
                    <a:pt x="267" y="176717"/>
                  </a:lnTo>
                  <a:lnTo>
                    <a:pt x="667" y="182145"/>
                  </a:lnTo>
                  <a:lnTo>
                    <a:pt x="1242" y="187557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798582" y="5269756"/>
              <a:ext cx="333074" cy="334329"/>
            </a:xfrm>
            <a:custGeom>
              <a:avLst/>
              <a:pathLst>
                <a:path w="333074" h="334329">
                  <a:moveTo>
                    <a:pt x="0" y="187557"/>
                  </a:moveTo>
                  <a:lnTo>
                    <a:pt x="728" y="192798"/>
                  </a:lnTo>
                  <a:lnTo>
                    <a:pt x="1622" y="198014"/>
                  </a:lnTo>
                  <a:lnTo>
                    <a:pt x="2681" y="203198"/>
                  </a:lnTo>
                  <a:lnTo>
                    <a:pt x="3903" y="208347"/>
                  </a:lnTo>
                  <a:lnTo>
                    <a:pt x="5287" y="213454"/>
                  </a:lnTo>
                  <a:lnTo>
                    <a:pt x="6833" y="218515"/>
                  </a:lnTo>
                  <a:lnTo>
                    <a:pt x="8538" y="223524"/>
                  </a:lnTo>
                  <a:lnTo>
                    <a:pt x="10400" y="228477"/>
                  </a:lnTo>
                  <a:lnTo>
                    <a:pt x="12419" y="233369"/>
                  </a:lnTo>
                  <a:lnTo>
                    <a:pt x="14591" y="238194"/>
                  </a:lnTo>
                  <a:lnTo>
                    <a:pt x="16915" y="242948"/>
                  </a:lnTo>
                  <a:lnTo>
                    <a:pt x="19388" y="247626"/>
                  </a:lnTo>
                  <a:lnTo>
                    <a:pt x="22008" y="252224"/>
                  </a:lnTo>
                  <a:lnTo>
                    <a:pt x="24772" y="256736"/>
                  </a:lnTo>
                  <a:lnTo>
                    <a:pt x="27678" y="261159"/>
                  </a:lnTo>
                  <a:lnTo>
                    <a:pt x="30722" y="265487"/>
                  </a:lnTo>
                  <a:lnTo>
                    <a:pt x="33902" y="269717"/>
                  </a:lnTo>
                  <a:lnTo>
                    <a:pt x="37214" y="273844"/>
                  </a:lnTo>
                  <a:lnTo>
                    <a:pt x="40655" y="277864"/>
                  </a:lnTo>
                  <a:lnTo>
                    <a:pt x="44221" y="281773"/>
                  </a:lnTo>
                  <a:lnTo>
                    <a:pt x="47909" y="285568"/>
                  </a:lnTo>
                  <a:lnTo>
                    <a:pt x="51716" y="289243"/>
                  </a:lnTo>
                  <a:lnTo>
                    <a:pt x="55637" y="292797"/>
                  </a:lnTo>
                  <a:lnTo>
                    <a:pt x="59668" y="296224"/>
                  </a:lnTo>
                  <a:lnTo>
                    <a:pt x="63806" y="299523"/>
                  </a:lnTo>
                  <a:lnTo>
                    <a:pt x="68047" y="302688"/>
                  </a:lnTo>
                  <a:lnTo>
                    <a:pt x="72385" y="305718"/>
                  </a:lnTo>
                  <a:lnTo>
                    <a:pt x="76817" y="308609"/>
                  </a:lnTo>
                  <a:lnTo>
                    <a:pt x="81338" y="311358"/>
                  </a:lnTo>
                  <a:lnTo>
                    <a:pt x="85945" y="313963"/>
                  </a:lnTo>
                  <a:lnTo>
                    <a:pt x="90631" y="316421"/>
                  </a:lnTo>
                  <a:lnTo>
                    <a:pt x="95393" y="318729"/>
                  </a:lnTo>
                  <a:lnTo>
                    <a:pt x="100225" y="320885"/>
                  </a:lnTo>
                  <a:lnTo>
                    <a:pt x="105123" y="322887"/>
                  </a:lnTo>
                  <a:lnTo>
                    <a:pt x="110082" y="324734"/>
                  </a:lnTo>
                  <a:lnTo>
                    <a:pt x="115097" y="326422"/>
                  </a:lnTo>
                  <a:lnTo>
                    <a:pt x="120163" y="327951"/>
                  </a:lnTo>
                  <a:lnTo>
                    <a:pt x="125275" y="329318"/>
                  </a:lnTo>
                  <a:lnTo>
                    <a:pt x="130428" y="330523"/>
                  </a:lnTo>
                  <a:lnTo>
                    <a:pt x="135616" y="331565"/>
                  </a:lnTo>
                  <a:lnTo>
                    <a:pt x="140834" y="332442"/>
                  </a:lnTo>
                  <a:lnTo>
                    <a:pt x="146078" y="333153"/>
                  </a:lnTo>
                  <a:lnTo>
                    <a:pt x="151341" y="333698"/>
                  </a:lnTo>
                  <a:lnTo>
                    <a:pt x="156619" y="334076"/>
                  </a:lnTo>
                  <a:lnTo>
                    <a:pt x="161907" y="334286"/>
                  </a:lnTo>
                  <a:lnTo>
                    <a:pt x="167198" y="334329"/>
                  </a:lnTo>
                  <a:lnTo>
                    <a:pt x="172489" y="334205"/>
                  </a:lnTo>
                  <a:lnTo>
                    <a:pt x="177772" y="333914"/>
                  </a:lnTo>
                  <a:lnTo>
                    <a:pt x="183044" y="333455"/>
                  </a:lnTo>
                  <a:lnTo>
                    <a:pt x="188298" y="332830"/>
                  </a:lnTo>
                  <a:lnTo>
                    <a:pt x="193530" y="332038"/>
                  </a:lnTo>
                  <a:lnTo>
                    <a:pt x="198735" y="331082"/>
                  </a:lnTo>
                  <a:lnTo>
                    <a:pt x="203906" y="329961"/>
                  </a:lnTo>
                  <a:lnTo>
                    <a:pt x="209040" y="328677"/>
                  </a:lnTo>
                  <a:lnTo>
                    <a:pt x="214130" y="327231"/>
                  </a:lnTo>
                  <a:lnTo>
                    <a:pt x="219172" y="325625"/>
                  </a:lnTo>
                  <a:lnTo>
                    <a:pt x="224161" y="323860"/>
                  </a:lnTo>
                  <a:lnTo>
                    <a:pt x="229091" y="321938"/>
                  </a:lnTo>
                  <a:lnTo>
                    <a:pt x="233958" y="319861"/>
                  </a:lnTo>
                  <a:lnTo>
                    <a:pt x="238757" y="317631"/>
                  </a:lnTo>
                  <a:lnTo>
                    <a:pt x="243483" y="315251"/>
                  </a:lnTo>
                  <a:lnTo>
                    <a:pt x="248131" y="312722"/>
                  </a:lnTo>
                  <a:lnTo>
                    <a:pt x="252697" y="310047"/>
                  </a:lnTo>
                  <a:lnTo>
                    <a:pt x="257175" y="307228"/>
                  </a:lnTo>
                  <a:lnTo>
                    <a:pt x="261563" y="304270"/>
                  </a:lnTo>
                  <a:lnTo>
                    <a:pt x="265854" y="301174"/>
                  </a:lnTo>
                  <a:lnTo>
                    <a:pt x="270045" y="297944"/>
                  </a:lnTo>
                  <a:lnTo>
                    <a:pt x="274132" y="294583"/>
                  </a:lnTo>
                  <a:lnTo>
                    <a:pt x="278111" y="291094"/>
                  </a:lnTo>
                  <a:lnTo>
                    <a:pt x="281977" y="287481"/>
                  </a:lnTo>
                  <a:lnTo>
                    <a:pt x="285727" y="283747"/>
                  </a:lnTo>
                  <a:lnTo>
                    <a:pt x="289357" y="279897"/>
                  </a:lnTo>
                  <a:lnTo>
                    <a:pt x="292863" y="275933"/>
                  </a:lnTo>
                  <a:lnTo>
                    <a:pt x="296242" y="271861"/>
                  </a:lnTo>
                  <a:lnTo>
                    <a:pt x="299490" y="267684"/>
                  </a:lnTo>
                  <a:lnTo>
                    <a:pt x="302605" y="263406"/>
                  </a:lnTo>
                  <a:lnTo>
                    <a:pt x="305582" y="259031"/>
                  </a:lnTo>
                  <a:lnTo>
                    <a:pt x="308420" y="254565"/>
                  </a:lnTo>
                  <a:lnTo>
                    <a:pt x="311115" y="250011"/>
                  </a:lnTo>
                  <a:lnTo>
                    <a:pt x="313664" y="245374"/>
                  </a:lnTo>
                  <a:lnTo>
                    <a:pt x="316065" y="240658"/>
                  </a:lnTo>
                  <a:lnTo>
                    <a:pt x="318316" y="235869"/>
                  </a:lnTo>
                  <a:lnTo>
                    <a:pt x="320414" y="231011"/>
                  </a:lnTo>
                  <a:lnTo>
                    <a:pt x="322358" y="226090"/>
                  </a:lnTo>
                  <a:lnTo>
                    <a:pt x="324144" y="221109"/>
                  </a:lnTo>
                  <a:lnTo>
                    <a:pt x="325772" y="216074"/>
                  </a:lnTo>
                  <a:lnTo>
                    <a:pt x="327240" y="210990"/>
                  </a:lnTo>
                  <a:lnTo>
                    <a:pt x="328546" y="205862"/>
                  </a:lnTo>
                  <a:lnTo>
                    <a:pt x="329689" y="200695"/>
                  </a:lnTo>
                  <a:lnTo>
                    <a:pt x="330669" y="195495"/>
                  </a:lnTo>
                  <a:lnTo>
                    <a:pt x="331483" y="190266"/>
                  </a:lnTo>
                  <a:lnTo>
                    <a:pt x="332131" y="185015"/>
                  </a:lnTo>
                  <a:lnTo>
                    <a:pt x="332612" y="179745"/>
                  </a:lnTo>
                  <a:lnTo>
                    <a:pt x="332927" y="174463"/>
                  </a:lnTo>
                  <a:lnTo>
                    <a:pt x="333074" y="169173"/>
                  </a:lnTo>
                  <a:lnTo>
                    <a:pt x="333054" y="163881"/>
                  </a:lnTo>
                  <a:lnTo>
                    <a:pt x="332866" y="158593"/>
                  </a:lnTo>
                  <a:lnTo>
                    <a:pt x="332511" y="153313"/>
                  </a:lnTo>
                  <a:lnTo>
                    <a:pt x="331989" y="148048"/>
                  </a:lnTo>
                  <a:lnTo>
                    <a:pt x="331301" y="142801"/>
                  </a:lnTo>
                  <a:lnTo>
                    <a:pt x="330447" y="137579"/>
                  </a:lnTo>
                  <a:lnTo>
                    <a:pt x="329428" y="132386"/>
                  </a:lnTo>
                  <a:lnTo>
                    <a:pt x="328245" y="127228"/>
                  </a:lnTo>
                  <a:lnTo>
                    <a:pt x="326900" y="122111"/>
                  </a:lnTo>
                  <a:lnTo>
                    <a:pt x="325393" y="117038"/>
                  </a:lnTo>
                  <a:lnTo>
                    <a:pt x="323727" y="112016"/>
                  </a:lnTo>
                  <a:lnTo>
                    <a:pt x="321902" y="107049"/>
                  </a:lnTo>
                  <a:lnTo>
                    <a:pt x="319921" y="102142"/>
                  </a:lnTo>
                  <a:lnTo>
                    <a:pt x="317786" y="97300"/>
                  </a:lnTo>
                  <a:lnTo>
                    <a:pt x="315498" y="92528"/>
                  </a:lnTo>
                  <a:lnTo>
                    <a:pt x="313061" y="87832"/>
                  </a:lnTo>
                  <a:lnTo>
                    <a:pt x="310476" y="83214"/>
                  </a:lnTo>
                  <a:lnTo>
                    <a:pt x="307747" y="78681"/>
                  </a:lnTo>
                  <a:lnTo>
                    <a:pt x="304875" y="74236"/>
                  </a:lnTo>
                  <a:lnTo>
                    <a:pt x="301864" y="69885"/>
                  </a:lnTo>
                  <a:lnTo>
                    <a:pt x="298717" y="65631"/>
                  </a:lnTo>
                  <a:lnTo>
                    <a:pt x="295437" y="61478"/>
                  </a:lnTo>
                  <a:lnTo>
                    <a:pt x="292027" y="57432"/>
                  </a:lnTo>
                  <a:lnTo>
                    <a:pt x="288490" y="53496"/>
                  </a:lnTo>
                  <a:lnTo>
                    <a:pt x="284831" y="49673"/>
                  </a:lnTo>
                  <a:lnTo>
                    <a:pt x="281053" y="45968"/>
                  </a:lnTo>
                  <a:lnTo>
                    <a:pt x="277159" y="42385"/>
                  </a:lnTo>
                  <a:lnTo>
                    <a:pt x="273154" y="38927"/>
                  </a:lnTo>
                  <a:lnTo>
                    <a:pt x="269041" y="35597"/>
                  </a:lnTo>
                  <a:lnTo>
                    <a:pt x="264825" y="32399"/>
                  </a:lnTo>
                  <a:lnTo>
                    <a:pt x="260510" y="29336"/>
                  </a:lnTo>
                  <a:lnTo>
                    <a:pt x="256101" y="26411"/>
                  </a:lnTo>
                  <a:lnTo>
                    <a:pt x="251600" y="23627"/>
                  </a:lnTo>
                  <a:lnTo>
                    <a:pt x="247014" y="20987"/>
                  </a:lnTo>
                  <a:lnTo>
                    <a:pt x="242347" y="18494"/>
                  </a:lnTo>
                  <a:lnTo>
                    <a:pt x="237603" y="16149"/>
                  </a:lnTo>
                  <a:lnTo>
                    <a:pt x="232787" y="13956"/>
                  </a:lnTo>
                  <a:lnTo>
                    <a:pt x="227905" y="11916"/>
                  </a:lnTo>
                  <a:lnTo>
                    <a:pt x="222960" y="10032"/>
                  </a:lnTo>
                  <a:lnTo>
                    <a:pt x="217958" y="8306"/>
                  </a:lnTo>
                  <a:lnTo>
                    <a:pt x="212904" y="6738"/>
                  </a:lnTo>
                  <a:lnTo>
                    <a:pt x="207802" y="5331"/>
                  </a:lnTo>
                  <a:lnTo>
                    <a:pt x="202659" y="4087"/>
                  </a:lnTo>
                  <a:lnTo>
                    <a:pt x="197479" y="3006"/>
                  </a:lnTo>
                  <a:lnTo>
                    <a:pt x="192268" y="2089"/>
                  </a:lnTo>
                  <a:lnTo>
                    <a:pt x="187030" y="1338"/>
                  </a:lnTo>
                  <a:lnTo>
                    <a:pt x="181770" y="753"/>
                  </a:lnTo>
                  <a:lnTo>
                    <a:pt x="176495" y="334"/>
                  </a:lnTo>
                  <a:lnTo>
                    <a:pt x="171210" y="83"/>
                  </a:lnTo>
                  <a:lnTo>
                    <a:pt x="165919" y="0"/>
                  </a:lnTo>
                  <a:lnTo>
                    <a:pt x="16591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57605" y="5399291"/>
              <a:ext cx="28610" cy="167167"/>
            </a:xfrm>
            <a:custGeom>
              <a:avLst/>
              <a:pathLst>
                <a:path w="28610" h="167167">
                  <a:moveTo>
                    <a:pt x="28610" y="0"/>
                  </a:moveTo>
                  <a:lnTo>
                    <a:pt x="21424" y="154"/>
                  </a:lnTo>
                  <a:lnTo>
                    <a:pt x="14252" y="617"/>
                  </a:lnTo>
                  <a:lnTo>
                    <a:pt x="7106" y="1388"/>
                  </a:lnTo>
                  <a:lnTo>
                    <a:pt x="0" y="2466"/>
                  </a:lnTo>
                  <a:lnTo>
                    <a:pt x="2861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57605" y="5401758"/>
              <a:ext cx="28610" cy="164700"/>
            </a:xfrm>
            <a:custGeom>
              <a:avLst/>
              <a:pathLst>
                <a:path w="28610" h="164700">
                  <a:moveTo>
                    <a:pt x="0" y="0"/>
                  </a:moveTo>
                  <a:lnTo>
                    <a:pt x="28610" y="1647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319048" y="5401048"/>
              <a:ext cx="334333" cy="332562"/>
            </a:xfrm>
            <a:custGeom>
              <a:avLst/>
              <a:pathLst>
                <a:path w="334333" h="332562">
                  <a:moveTo>
                    <a:pt x="138556" y="709"/>
                  </a:moveTo>
                  <a:lnTo>
                    <a:pt x="133345" y="1700"/>
                  </a:lnTo>
                  <a:lnTo>
                    <a:pt x="128167" y="2855"/>
                  </a:lnTo>
                  <a:lnTo>
                    <a:pt x="123029" y="4174"/>
                  </a:lnTo>
                  <a:lnTo>
                    <a:pt x="117936" y="5656"/>
                  </a:lnTo>
                  <a:lnTo>
                    <a:pt x="112892" y="7298"/>
                  </a:lnTo>
                  <a:lnTo>
                    <a:pt x="107902" y="9100"/>
                  </a:lnTo>
                  <a:lnTo>
                    <a:pt x="102972" y="11059"/>
                  </a:lnTo>
                  <a:lnTo>
                    <a:pt x="98107" y="13174"/>
                  </a:lnTo>
                  <a:lnTo>
                    <a:pt x="93312" y="15442"/>
                  </a:lnTo>
                  <a:lnTo>
                    <a:pt x="88591" y="17860"/>
                  </a:lnTo>
                  <a:lnTo>
                    <a:pt x="83949" y="20428"/>
                  </a:lnTo>
                  <a:lnTo>
                    <a:pt x="79390" y="23141"/>
                  </a:lnTo>
                  <a:lnTo>
                    <a:pt x="74920" y="25998"/>
                  </a:lnTo>
                  <a:lnTo>
                    <a:pt x="70544" y="28995"/>
                  </a:lnTo>
                  <a:lnTo>
                    <a:pt x="66264" y="32130"/>
                  </a:lnTo>
                  <a:lnTo>
                    <a:pt x="62086" y="35398"/>
                  </a:lnTo>
                  <a:lnTo>
                    <a:pt x="58014" y="38798"/>
                  </a:lnTo>
                  <a:lnTo>
                    <a:pt x="54051" y="42325"/>
                  </a:lnTo>
                  <a:lnTo>
                    <a:pt x="50203" y="45976"/>
                  </a:lnTo>
                  <a:lnTo>
                    <a:pt x="46472" y="49747"/>
                  </a:lnTo>
                  <a:lnTo>
                    <a:pt x="42863" y="53635"/>
                  </a:lnTo>
                  <a:lnTo>
                    <a:pt x="39379" y="57635"/>
                  </a:lnTo>
                  <a:lnTo>
                    <a:pt x="36024" y="61744"/>
                  </a:lnTo>
                  <a:lnTo>
                    <a:pt x="32801" y="65957"/>
                  </a:lnTo>
                  <a:lnTo>
                    <a:pt x="29713" y="70271"/>
                  </a:lnTo>
                  <a:lnTo>
                    <a:pt x="26763" y="74680"/>
                  </a:lnTo>
                  <a:lnTo>
                    <a:pt x="23955" y="79180"/>
                  </a:lnTo>
                  <a:lnTo>
                    <a:pt x="21291" y="83768"/>
                  </a:lnTo>
                  <a:lnTo>
                    <a:pt x="18774" y="88437"/>
                  </a:lnTo>
                  <a:lnTo>
                    <a:pt x="16407" y="93184"/>
                  </a:lnTo>
                  <a:lnTo>
                    <a:pt x="14191" y="98004"/>
                  </a:lnTo>
                  <a:lnTo>
                    <a:pt x="12129" y="102892"/>
                  </a:lnTo>
                  <a:lnTo>
                    <a:pt x="10224" y="107843"/>
                  </a:lnTo>
                  <a:lnTo>
                    <a:pt x="8476" y="112851"/>
                  </a:lnTo>
                  <a:lnTo>
                    <a:pt x="6889" y="117913"/>
                  </a:lnTo>
                  <a:lnTo>
                    <a:pt x="5462" y="123022"/>
                  </a:lnTo>
                  <a:lnTo>
                    <a:pt x="4199" y="128174"/>
                  </a:lnTo>
                  <a:lnTo>
                    <a:pt x="3099" y="133364"/>
                  </a:lnTo>
                  <a:lnTo>
                    <a:pt x="2165" y="138586"/>
                  </a:lnTo>
                  <a:lnTo>
                    <a:pt x="1397" y="143834"/>
                  </a:lnTo>
                  <a:lnTo>
                    <a:pt x="796" y="149105"/>
                  </a:lnTo>
                  <a:lnTo>
                    <a:pt x="362" y="154392"/>
                  </a:lnTo>
                  <a:lnTo>
                    <a:pt x="97" y="159690"/>
                  </a:lnTo>
                  <a:lnTo>
                    <a:pt x="0" y="164994"/>
                  </a:lnTo>
                  <a:lnTo>
                    <a:pt x="70" y="170298"/>
                  </a:lnTo>
                  <a:lnTo>
                    <a:pt x="310" y="175598"/>
                  </a:lnTo>
                  <a:lnTo>
                    <a:pt x="717" y="180887"/>
                  </a:lnTo>
                  <a:lnTo>
                    <a:pt x="1292" y="186160"/>
                  </a:lnTo>
                  <a:lnTo>
                    <a:pt x="2034" y="191413"/>
                  </a:lnTo>
                  <a:lnTo>
                    <a:pt x="2942" y="196639"/>
                  </a:lnTo>
                  <a:lnTo>
                    <a:pt x="4016" y="201834"/>
                  </a:lnTo>
                  <a:lnTo>
                    <a:pt x="5253" y="206992"/>
                  </a:lnTo>
                  <a:lnTo>
                    <a:pt x="6654" y="212109"/>
                  </a:lnTo>
                  <a:lnTo>
                    <a:pt x="8217" y="217178"/>
                  </a:lnTo>
                  <a:lnTo>
                    <a:pt x="9939" y="222195"/>
                  </a:lnTo>
                  <a:lnTo>
                    <a:pt x="11820" y="227156"/>
                  </a:lnTo>
                  <a:lnTo>
                    <a:pt x="13858" y="232053"/>
                  </a:lnTo>
                  <a:lnTo>
                    <a:pt x="16049" y="236884"/>
                  </a:lnTo>
                  <a:lnTo>
                    <a:pt x="18393" y="241643"/>
                  </a:lnTo>
                  <a:lnTo>
                    <a:pt x="20887" y="246325"/>
                  </a:lnTo>
                  <a:lnTo>
                    <a:pt x="23528" y="250926"/>
                  </a:lnTo>
                  <a:lnTo>
                    <a:pt x="26314" y="255440"/>
                  </a:lnTo>
                  <a:lnTo>
                    <a:pt x="29241" y="259864"/>
                  </a:lnTo>
                  <a:lnTo>
                    <a:pt x="32308" y="264193"/>
                  </a:lnTo>
                  <a:lnTo>
                    <a:pt x="35510" y="268422"/>
                  </a:lnTo>
                  <a:lnTo>
                    <a:pt x="38845" y="272547"/>
                  </a:lnTo>
                  <a:lnTo>
                    <a:pt x="42309" y="276565"/>
                  </a:lnTo>
                  <a:lnTo>
                    <a:pt x="45898" y="280471"/>
                  </a:lnTo>
                  <a:lnTo>
                    <a:pt x="49610" y="284260"/>
                  </a:lnTo>
                  <a:lnTo>
                    <a:pt x="53440" y="287930"/>
                  </a:lnTo>
                  <a:lnTo>
                    <a:pt x="57385" y="291477"/>
                  </a:lnTo>
                  <a:lnTo>
                    <a:pt x="61440" y="294897"/>
                  </a:lnTo>
                  <a:lnTo>
                    <a:pt x="65602" y="298186"/>
                  </a:lnTo>
                  <a:lnTo>
                    <a:pt x="69866" y="301342"/>
                  </a:lnTo>
                  <a:lnTo>
                    <a:pt x="74228" y="304361"/>
                  </a:lnTo>
                  <a:lnTo>
                    <a:pt x="78684" y="307240"/>
                  </a:lnTo>
                  <a:lnTo>
                    <a:pt x="83228" y="309976"/>
                  </a:lnTo>
                  <a:lnTo>
                    <a:pt x="87858" y="312566"/>
                  </a:lnTo>
                  <a:lnTo>
                    <a:pt x="92567" y="315009"/>
                  </a:lnTo>
                  <a:lnTo>
                    <a:pt x="97351" y="317300"/>
                  </a:lnTo>
                  <a:lnTo>
                    <a:pt x="102205" y="319439"/>
                  </a:lnTo>
                  <a:lnTo>
                    <a:pt x="107125" y="321423"/>
                  </a:lnTo>
                  <a:lnTo>
                    <a:pt x="112106" y="323249"/>
                  </a:lnTo>
                  <a:lnTo>
                    <a:pt x="117141" y="324917"/>
                  </a:lnTo>
                  <a:lnTo>
                    <a:pt x="122228" y="326424"/>
                  </a:lnTo>
                  <a:lnTo>
                    <a:pt x="127359" y="327768"/>
                  </a:lnTo>
                  <a:lnTo>
                    <a:pt x="132531" y="328950"/>
                  </a:lnTo>
                  <a:lnTo>
                    <a:pt x="137737" y="329966"/>
                  </a:lnTo>
                  <a:lnTo>
                    <a:pt x="142973" y="330817"/>
                  </a:lnTo>
                  <a:lnTo>
                    <a:pt x="148234" y="331502"/>
                  </a:lnTo>
                  <a:lnTo>
                    <a:pt x="153513" y="332019"/>
                  </a:lnTo>
                  <a:lnTo>
                    <a:pt x="158806" y="332368"/>
                  </a:lnTo>
                  <a:lnTo>
                    <a:pt x="164108" y="332549"/>
                  </a:lnTo>
                  <a:lnTo>
                    <a:pt x="169413" y="332562"/>
                  </a:lnTo>
                  <a:lnTo>
                    <a:pt x="174715" y="332407"/>
                  </a:lnTo>
                  <a:lnTo>
                    <a:pt x="180010" y="332083"/>
                  </a:lnTo>
                  <a:lnTo>
                    <a:pt x="185292" y="331592"/>
                  </a:lnTo>
                  <a:lnTo>
                    <a:pt x="190556" y="330933"/>
                  </a:lnTo>
                  <a:lnTo>
                    <a:pt x="195796" y="330107"/>
                  </a:lnTo>
                  <a:lnTo>
                    <a:pt x="201007" y="329116"/>
                  </a:lnTo>
                  <a:lnTo>
                    <a:pt x="206184" y="327960"/>
                  </a:lnTo>
                  <a:lnTo>
                    <a:pt x="211322" y="326640"/>
                  </a:lnTo>
                  <a:lnTo>
                    <a:pt x="216416" y="325158"/>
                  </a:lnTo>
                  <a:lnTo>
                    <a:pt x="221459" y="323515"/>
                  </a:lnTo>
                  <a:lnTo>
                    <a:pt x="226449" y="321713"/>
                  </a:lnTo>
                  <a:lnTo>
                    <a:pt x="231378" y="319753"/>
                  </a:lnTo>
                  <a:lnTo>
                    <a:pt x="236243" y="317638"/>
                  </a:lnTo>
                  <a:lnTo>
                    <a:pt x="241038" y="315369"/>
                  </a:lnTo>
                  <a:lnTo>
                    <a:pt x="245759" y="312950"/>
                  </a:lnTo>
                  <a:lnTo>
                    <a:pt x="250401" y="310382"/>
                  </a:lnTo>
                  <a:lnTo>
                    <a:pt x="254959" y="307668"/>
                  </a:lnTo>
                  <a:lnTo>
                    <a:pt x="259428" y="304811"/>
                  </a:lnTo>
                  <a:lnTo>
                    <a:pt x="263805" y="301813"/>
                  </a:lnTo>
                  <a:lnTo>
                    <a:pt x="268084" y="298678"/>
                  </a:lnTo>
                  <a:lnTo>
                    <a:pt x="272262" y="295409"/>
                  </a:lnTo>
                  <a:lnTo>
                    <a:pt x="276334" y="292009"/>
                  </a:lnTo>
                  <a:lnTo>
                    <a:pt x="280296" y="288482"/>
                  </a:lnTo>
                  <a:lnTo>
                    <a:pt x="284144" y="284830"/>
                  </a:lnTo>
                  <a:lnTo>
                    <a:pt x="287874" y="281059"/>
                  </a:lnTo>
                  <a:lnTo>
                    <a:pt x="291483" y="277170"/>
                  </a:lnTo>
                  <a:lnTo>
                    <a:pt x="294966" y="273170"/>
                  </a:lnTo>
                  <a:lnTo>
                    <a:pt x="298321" y="269061"/>
                  </a:lnTo>
                  <a:lnTo>
                    <a:pt x="301544" y="264847"/>
                  </a:lnTo>
                  <a:lnTo>
                    <a:pt x="304631" y="260533"/>
                  </a:lnTo>
                  <a:lnTo>
                    <a:pt x="307580" y="256124"/>
                  </a:lnTo>
                  <a:lnTo>
                    <a:pt x="310387" y="251623"/>
                  </a:lnTo>
                  <a:lnTo>
                    <a:pt x="313051" y="247035"/>
                  </a:lnTo>
                  <a:lnTo>
                    <a:pt x="315567" y="242365"/>
                  </a:lnTo>
                  <a:lnTo>
                    <a:pt x="317934" y="237618"/>
                  </a:lnTo>
                  <a:lnTo>
                    <a:pt x="320149" y="232798"/>
                  </a:lnTo>
                  <a:lnTo>
                    <a:pt x="322211" y="227910"/>
                  </a:lnTo>
                  <a:lnTo>
                    <a:pt x="324116" y="222959"/>
                  </a:lnTo>
                  <a:lnTo>
                    <a:pt x="325863" y="217950"/>
                  </a:lnTo>
                  <a:lnTo>
                    <a:pt x="327450" y="212888"/>
                  </a:lnTo>
                  <a:lnTo>
                    <a:pt x="328875" y="207779"/>
                  </a:lnTo>
                  <a:lnTo>
                    <a:pt x="330138" y="202627"/>
                  </a:lnTo>
                  <a:lnTo>
                    <a:pt x="331237" y="197437"/>
                  </a:lnTo>
                  <a:lnTo>
                    <a:pt x="332171" y="192215"/>
                  </a:lnTo>
                  <a:lnTo>
                    <a:pt x="332938" y="186966"/>
                  </a:lnTo>
                  <a:lnTo>
                    <a:pt x="333539" y="181695"/>
                  </a:lnTo>
                  <a:lnTo>
                    <a:pt x="333972" y="176408"/>
                  </a:lnTo>
                  <a:lnTo>
                    <a:pt x="334237" y="171110"/>
                  </a:lnTo>
                  <a:lnTo>
                    <a:pt x="334333" y="165806"/>
                  </a:lnTo>
                  <a:lnTo>
                    <a:pt x="334262" y="160502"/>
                  </a:lnTo>
                  <a:lnTo>
                    <a:pt x="334022" y="155203"/>
                  </a:lnTo>
                  <a:lnTo>
                    <a:pt x="333614" y="149914"/>
                  </a:lnTo>
                  <a:lnTo>
                    <a:pt x="333039" y="144640"/>
                  </a:lnTo>
                  <a:lnTo>
                    <a:pt x="332296" y="139388"/>
                  </a:lnTo>
                  <a:lnTo>
                    <a:pt x="331387" y="134162"/>
                  </a:lnTo>
                  <a:lnTo>
                    <a:pt x="330313" y="128967"/>
                  </a:lnTo>
                  <a:lnTo>
                    <a:pt x="329075" y="123809"/>
                  </a:lnTo>
                  <a:lnTo>
                    <a:pt x="327673" y="118692"/>
                  </a:lnTo>
                  <a:lnTo>
                    <a:pt x="326110" y="113623"/>
                  </a:lnTo>
                  <a:lnTo>
                    <a:pt x="324387" y="108606"/>
                  </a:lnTo>
                  <a:lnTo>
                    <a:pt x="322505" y="103646"/>
                  </a:lnTo>
                  <a:lnTo>
                    <a:pt x="320468" y="98749"/>
                  </a:lnTo>
                  <a:lnTo>
                    <a:pt x="318275" y="93918"/>
                  </a:lnTo>
                  <a:lnTo>
                    <a:pt x="315931" y="89159"/>
                  </a:lnTo>
                  <a:lnTo>
                    <a:pt x="313437" y="84478"/>
                  </a:lnTo>
                  <a:lnTo>
                    <a:pt x="310795" y="79877"/>
                  </a:lnTo>
                  <a:lnTo>
                    <a:pt x="308009" y="75363"/>
                  </a:lnTo>
                  <a:lnTo>
                    <a:pt x="305081" y="70940"/>
                  </a:lnTo>
                  <a:lnTo>
                    <a:pt x="302014" y="66611"/>
                  </a:lnTo>
                  <a:lnTo>
                    <a:pt x="298811" y="62383"/>
                  </a:lnTo>
                  <a:lnTo>
                    <a:pt x="295476" y="58258"/>
                  </a:lnTo>
                  <a:lnTo>
                    <a:pt x="292012" y="54240"/>
                  </a:lnTo>
                  <a:lnTo>
                    <a:pt x="288421" y="50335"/>
                  </a:lnTo>
                  <a:lnTo>
                    <a:pt x="284709" y="46546"/>
                  </a:lnTo>
                  <a:lnTo>
                    <a:pt x="280879" y="42876"/>
                  </a:lnTo>
                  <a:lnTo>
                    <a:pt x="276933" y="39330"/>
                  </a:lnTo>
                  <a:lnTo>
                    <a:pt x="272878" y="35910"/>
                  </a:lnTo>
                  <a:lnTo>
                    <a:pt x="268716" y="32621"/>
                  </a:lnTo>
                  <a:lnTo>
                    <a:pt x="264451" y="29466"/>
                  </a:lnTo>
                  <a:lnTo>
                    <a:pt x="260089" y="26448"/>
                  </a:lnTo>
                  <a:lnTo>
                    <a:pt x="255633" y="23570"/>
                  </a:lnTo>
                  <a:lnTo>
                    <a:pt x="251088" y="20834"/>
                  </a:lnTo>
                  <a:lnTo>
                    <a:pt x="246458" y="18244"/>
                  </a:lnTo>
                  <a:lnTo>
                    <a:pt x="241749" y="15802"/>
                  </a:lnTo>
                  <a:lnTo>
                    <a:pt x="236965" y="13511"/>
                  </a:lnTo>
                  <a:lnTo>
                    <a:pt x="232110" y="11373"/>
                  </a:lnTo>
                  <a:lnTo>
                    <a:pt x="227190" y="9390"/>
                  </a:lnTo>
                  <a:lnTo>
                    <a:pt x="222209" y="7564"/>
                  </a:lnTo>
                  <a:lnTo>
                    <a:pt x="217173" y="5897"/>
                  </a:lnTo>
                  <a:lnTo>
                    <a:pt x="212087" y="4391"/>
                  </a:lnTo>
                  <a:lnTo>
                    <a:pt x="206955" y="3047"/>
                  </a:lnTo>
                  <a:lnTo>
                    <a:pt x="201783" y="1866"/>
                  </a:lnTo>
                  <a:lnTo>
                    <a:pt x="196577" y="850"/>
                  </a:lnTo>
                  <a:lnTo>
                    <a:pt x="191341" y="0"/>
                  </a:lnTo>
                  <a:lnTo>
                    <a:pt x="167166" y="1654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24174" cy="167167"/>
            </a:xfrm>
            <a:custGeom>
              <a:avLst/>
              <a:pathLst>
                <a:path w="24174" h="167167">
                  <a:moveTo>
                    <a:pt x="24174" y="1757"/>
                  </a:moveTo>
                  <a:lnTo>
                    <a:pt x="16147" y="781"/>
                  </a:lnTo>
                  <a:lnTo>
                    <a:pt x="8083" y="1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856385" y="5399291"/>
              <a:ext cx="167158" cy="331632"/>
            </a:xfrm>
            <a:custGeom>
              <a:avLst/>
              <a:pathLst>
                <a:path w="167158" h="331632">
                  <a:moveTo>
                    <a:pt x="167158" y="0"/>
                  </a:moveTo>
                  <a:lnTo>
                    <a:pt x="161835" y="84"/>
                  </a:lnTo>
                  <a:lnTo>
                    <a:pt x="156518" y="338"/>
                  </a:lnTo>
                  <a:lnTo>
                    <a:pt x="151212" y="762"/>
                  </a:lnTo>
                  <a:lnTo>
                    <a:pt x="145922" y="1354"/>
                  </a:lnTo>
                  <a:lnTo>
                    <a:pt x="140653" y="2114"/>
                  </a:lnTo>
                  <a:lnTo>
                    <a:pt x="135412" y="3042"/>
                  </a:lnTo>
                  <a:lnTo>
                    <a:pt x="130202" y="4136"/>
                  </a:lnTo>
                  <a:lnTo>
                    <a:pt x="125030" y="5395"/>
                  </a:lnTo>
                  <a:lnTo>
                    <a:pt x="119901" y="6818"/>
                  </a:lnTo>
                  <a:lnTo>
                    <a:pt x="114819" y="8404"/>
                  </a:lnTo>
                  <a:lnTo>
                    <a:pt x="109791" y="10151"/>
                  </a:lnTo>
                  <a:lnTo>
                    <a:pt x="104821" y="12057"/>
                  </a:lnTo>
                  <a:lnTo>
                    <a:pt x="99914" y="14120"/>
                  </a:lnTo>
                  <a:lnTo>
                    <a:pt x="95075" y="16339"/>
                  </a:lnTo>
                  <a:lnTo>
                    <a:pt x="90310" y="18711"/>
                  </a:lnTo>
                  <a:lnTo>
                    <a:pt x="85622" y="21233"/>
                  </a:lnTo>
                  <a:lnTo>
                    <a:pt x="81017" y="23903"/>
                  </a:lnTo>
                  <a:lnTo>
                    <a:pt x="76499" y="26718"/>
                  </a:lnTo>
                  <a:lnTo>
                    <a:pt x="72073" y="29676"/>
                  </a:lnTo>
                  <a:lnTo>
                    <a:pt x="67744" y="32773"/>
                  </a:lnTo>
                  <a:lnTo>
                    <a:pt x="63515" y="36006"/>
                  </a:lnTo>
                  <a:lnTo>
                    <a:pt x="59392" y="39373"/>
                  </a:lnTo>
                  <a:lnTo>
                    <a:pt x="55378" y="42868"/>
                  </a:lnTo>
                  <a:lnTo>
                    <a:pt x="51477" y="46491"/>
                  </a:lnTo>
                  <a:lnTo>
                    <a:pt x="47693" y="50235"/>
                  </a:lnTo>
                  <a:lnTo>
                    <a:pt x="44031" y="54098"/>
                  </a:lnTo>
                  <a:lnTo>
                    <a:pt x="40493" y="58075"/>
                  </a:lnTo>
                  <a:lnTo>
                    <a:pt x="37084" y="62164"/>
                  </a:lnTo>
                  <a:lnTo>
                    <a:pt x="33807" y="66358"/>
                  </a:lnTo>
                  <a:lnTo>
                    <a:pt x="30665" y="70655"/>
                  </a:lnTo>
                  <a:lnTo>
                    <a:pt x="27661" y="75050"/>
                  </a:lnTo>
                  <a:lnTo>
                    <a:pt x="24799" y="79538"/>
                  </a:lnTo>
                  <a:lnTo>
                    <a:pt x="22081" y="84115"/>
                  </a:lnTo>
                  <a:lnTo>
                    <a:pt x="19510" y="88776"/>
                  </a:lnTo>
                  <a:lnTo>
                    <a:pt x="17089" y="93517"/>
                  </a:lnTo>
                  <a:lnTo>
                    <a:pt x="14820" y="98332"/>
                  </a:lnTo>
                  <a:lnTo>
                    <a:pt x="12706" y="103218"/>
                  </a:lnTo>
                  <a:lnTo>
                    <a:pt x="10748" y="108168"/>
                  </a:lnTo>
                  <a:lnTo>
                    <a:pt x="8949" y="113177"/>
                  </a:lnTo>
                  <a:lnTo>
                    <a:pt x="7310" y="118242"/>
                  </a:lnTo>
                  <a:lnTo>
                    <a:pt x="5833" y="123356"/>
                  </a:lnTo>
                  <a:lnTo>
                    <a:pt x="4520" y="128515"/>
                  </a:lnTo>
                  <a:lnTo>
                    <a:pt x="3372" y="133713"/>
                  </a:lnTo>
                  <a:lnTo>
                    <a:pt x="2390" y="138945"/>
                  </a:lnTo>
                  <a:lnTo>
                    <a:pt x="1575" y="144205"/>
                  </a:lnTo>
                  <a:lnTo>
                    <a:pt x="928" y="149489"/>
                  </a:lnTo>
                  <a:lnTo>
                    <a:pt x="449" y="154790"/>
                  </a:lnTo>
                  <a:lnTo>
                    <a:pt x="140" y="160104"/>
                  </a:lnTo>
                  <a:lnTo>
                    <a:pt x="0" y="165426"/>
                  </a:lnTo>
                  <a:lnTo>
                    <a:pt x="29" y="170749"/>
                  </a:lnTo>
                  <a:lnTo>
                    <a:pt x="228" y="176068"/>
                  </a:lnTo>
                  <a:lnTo>
                    <a:pt x="596" y="181378"/>
                  </a:lnTo>
                  <a:lnTo>
                    <a:pt x="1133" y="186674"/>
                  </a:lnTo>
                  <a:lnTo>
                    <a:pt x="1838" y="191951"/>
                  </a:lnTo>
                  <a:lnTo>
                    <a:pt x="2711" y="197202"/>
                  </a:lnTo>
                  <a:lnTo>
                    <a:pt x="3750" y="202422"/>
                  </a:lnTo>
                  <a:lnTo>
                    <a:pt x="4956" y="207607"/>
                  </a:lnTo>
                  <a:lnTo>
                    <a:pt x="6326" y="212751"/>
                  </a:lnTo>
                  <a:lnTo>
                    <a:pt x="7858" y="217849"/>
                  </a:lnTo>
                  <a:lnTo>
                    <a:pt x="9553" y="222895"/>
                  </a:lnTo>
                  <a:lnTo>
                    <a:pt x="11407" y="227885"/>
                  </a:lnTo>
                  <a:lnTo>
                    <a:pt x="13419" y="232813"/>
                  </a:lnTo>
                  <a:lnTo>
                    <a:pt x="15587" y="237674"/>
                  </a:lnTo>
                  <a:lnTo>
                    <a:pt x="17909" y="242465"/>
                  </a:lnTo>
                  <a:lnTo>
                    <a:pt x="20382" y="247178"/>
                  </a:lnTo>
                  <a:lnTo>
                    <a:pt x="23004" y="251811"/>
                  </a:lnTo>
                  <a:lnTo>
                    <a:pt x="25772" y="256358"/>
                  </a:lnTo>
                  <a:lnTo>
                    <a:pt x="28684" y="260814"/>
                  </a:lnTo>
                  <a:lnTo>
                    <a:pt x="31735" y="265176"/>
                  </a:lnTo>
                  <a:lnTo>
                    <a:pt x="34925" y="269438"/>
                  </a:lnTo>
                  <a:lnTo>
                    <a:pt x="38248" y="273596"/>
                  </a:lnTo>
                  <a:lnTo>
                    <a:pt x="41702" y="277646"/>
                  </a:lnTo>
                  <a:lnTo>
                    <a:pt x="45283" y="281585"/>
                  </a:lnTo>
                  <a:lnTo>
                    <a:pt x="48988" y="285407"/>
                  </a:lnTo>
                  <a:lnTo>
                    <a:pt x="52812" y="289110"/>
                  </a:lnTo>
                  <a:lnTo>
                    <a:pt x="56753" y="292689"/>
                  </a:lnTo>
                  <a:lnTo>
                    <a:pt x="60805" y="296140"/>
                  </a:lnTo>
                  <a:lnTo>
                    <a:pt x="64966" y="299461"/>
                  </a:lnTo>
                  <a:lnTo>
                    <a:pt x="69229" y="302647"/>
                  </a:lnTo>
                  <a:lnTo>
                    <a:pt x="73593" y="305697"/>
                  </a:lnTo>
                  <a:lnTo>
                    <a:pt x="78051" y="308606"/>
                  </a:lnTo>
                  <a:lnTo>
                    <a:pt x="82599" y="311371"/>
                  </a:lnTo>
                  <a:lnTo>
                    <a:pt x="87233" y="313990"/>
                  </a:lnTo>
                  <a:lnTo>
                    <a:pt x="91949" y="316460"/>
                  </a:lnTo>
                  <a:lnTo>
                    <a:pt x="96740" y="318779"/>
                  </a:lnTo>
                  <a:lnTo>
                    <a:pt x="101603" y="320944"/>
                  </a:lnTo>
                  <a:lnTo>
                    <a:pt x="106532" y="322954"/>
                  </a:lnTo>
                  <a:lnTo>
                    <a:pt x="111523" y="324805"/>
                  </a:lnTo>
                  <a:lnTo>
                    <a:pt x="116571" y="326496"/>
                  </a:lnTo>
                  <a:lnTo>
                    <a:pt x="121669" y="328026"/>
                  </a:lnTo>
                  <a:lnTo>
                    <a:pt x="126814" y="329393"/>
                  </a:lnTo>
                  <a:lnTo>
                    <a:pt x="131999" y="330595"/>
                  </a:lnTo>
                  <a:lnTo>
                    <a:pt x="137221" y="33163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993606" y="5566459"/>
              <a:ext cx="29937" cy="164464"/>
            </a:xfrm>
            <a:custGeom>
              <a:avLst/>
              <a:pathLst>
                <a:path w="29937" h="164464">
                  <a:moveTo>
                    <a:pt x="0" y="164464"/>
                  </a:moveTo>
                  <a:lnTo>
                    <a:pt x="29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993606" y="5566459"/>
              <a:ext cx="29937" cy="164464"/>
            </a:xfrm>
            <a:custGeom>
              <a:avLst/>
              <a:pathLst>
                <a:path w="29937" h="164464">
                  <a:moveTo>
                    <a:pt x="0" y="164464"/>
                  </a:moveTo>
                  <a:lnTo>
                    <a:pt x="29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993606" y="5566459"/>
              <a:ext cx="29937" cy="164464"/>
            </a:xfrm>
            <a:custGeom>
              <a:avLst/>
              <a:pathLst>
                <a:path w="29937" h="164464">
                  <a:moveTo>
                    <a:pt x="0" y="164464"/>
                  </a:moveTo>
                  <a:lnTo>
                    <a:pt x="29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993606" y="5566459"/>
              <a:ext cx="29937" cy="164464"/>
            </a:xfrm>
            <a:custGeom>
              <a:avLst/>
              <a:pathLst>
                <a:path w="29937" h="164464">
                  <a:moveTo>
                    <a:pt x="0" y="164464"/>
                  </a:moveTo>
                  <a:lnTo>
                    <a:pt x="299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993606" y="5566459"/>
              <a:ext cx="29937" cy="164464"/>
            </a:xfrm>
            <a:custGeom>
              <a:avLst/>
              <a:pathLst>
                <a:path w="29937" h="164464">
                  <a:moveTo>
                    <a:pt x="0" y="164464"/>
                  </a:moveTo>
                  <a:lnTo>
                    <a:pt x="299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993606" y="5566459"/>
              <a:ext cx="117444" cy="167151"/>
            </a:xfrm>
            <a:custGeom>
              <a:avLst/>
              <a:pathLst>
                <a:path w="117444" h="167151">
                  <a:moveTo>
                    <a:pt x="0" y="164464"/>
                  </a:moveTo>
                  <a:lnTo>
                    <a:pt x="5480" y="165368"/>
                  </a:lnTo>
                  <a:lnTo>
                    <a:pt x="10987" y="166089"/>
                  </a:lnTo>
                  <a:lnTo>
                    <a:pt x="16515" y="166627"/>
                  </a:lnTo>
                  <a:lnTo>
                    <a:pt x="22057" y="166981"/>
                  </a:lnTo>
                  <a:lnTo>
                    <a:pt x="27609" y="167151"/>
                  </a:lnTo>
                  <a:lnTo>
                    <a:pt x="33163" y="167136"/>
                  </a:lnTo>
                  <a:lnTo>
                    <a:pt x="38714" y="166936"/>
                  </a:lnTo>
                  <a:lnTo>
                    <a:pt x="44254" y="166553"/>
                  </a:lnTo>
                  <a:lnTo>
                    <a:pt x="49779" y="165985"/>
                  </a:lnTo>
                  <a:lnTo>
                    <a:pt x="55282" y="165234"/>
                  </a:lnTo>
                  <a:lnTo>
                    <a:pt x="60758" y="164301"/>
                  </a:lnTo>
                  <a:lnTo>
                    <a:pt x="66199" y="163187"/>
                  </a:lnTo>
                  <a:lnTo>
                    <a:pt x="71600" y="161892"/>
                  </a:lnTo>
                  <a:lnTo>
                    <a:pt x="76955" y="160418"/>
                  </a:lnTo>
                  <a:lnTo>
                    <a:pt x="82258" y="158768"/>
                  </a:lnTo>
                  <a:lnTo>
                    <a:pt x="87504" y="156942"/>
                  </a:lnTo>
                  <a:lnTo>
                    <a:pt x="92685" y="154943"/>
                  </a:lnTo>
                  <a:lnTo>
                    <a:pt x="97798" y="152773"/>
                  </a:lnTo>
                  <a:lnTo>
                    <a:pt x="102836" y="150435"/>
                  </a:lnTo>
                  <a:lnTo>
                    <a:pt x="107793" y="147930"/>
                  </a:lnTo>
                  <a:lnTo>
                    <a:pt x="112664" y="145262"/>
                  </a:lnTo>
                  <a:lnTo>
                    <a:pt x="117444" y="142433"/>
                  </a:lnTo>
                  <a:lnTo>
                    <a:pt x="299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167166" cy="309601"/>
            </a:xfrm>
            <a:custGeom>
              <a:avLst/>
              <a:pathLst>
                <a:path w="167166" h="309601">
                  <a:moveTo>
                    <a:pt x="87507" y="309601"/>
                  </a:moveTo>
                  <a:lnTo>
                    <a:pt x="92017" y="306730"/>
                  </a:lnTo>
                  <a:lnTo>
                    <a:pt x="96433" y="303716"/>
                  </a:lnTo>
                  <a:lnTo>
                    <a:pt x="100750" y="300562"/>
                  </a:lnTo>
                  <a:lnTo>
                    <a:pt x="104964" y="297272"/>
                  </a:lnTo>
                  <a:lnTo>
                    <a:pt x="109071" y="293849"/>
                  </a:lnTo>
                  <a:lnTo>
                    <a:pt x="113066" y="290296"/>
                  </a:lnTo>
                  <a:lnTo>
                    <a:pt x="116946" y="286618"/>
                  </a:lnTo>
                  <a:lnTo>
                    <a:pt x="120706" y="282817"/>
                  </a:lnTo>
                  <a:lnTo>
                    <a:pt x="124343" y="278898"/>
                  </a:lnTo>
                  <a:lnTo>
                    <a:pt x="127852" y="274864"/>
                  </a:lnTo>
                  <a:lnTo>
                    <a:pt x="131231" y="270721"/>
                  </a:lnTo>
                  <a:lnTo>
                    <a:pt x="134475" y="266471"/>
                  </a:lnTo>
                  <a:lnTo>
                    <a:pt x="137582" y="262120"/>
                  </a:lnTo>
                  <a:lnTo>
                    <a:pt x="140548" y="257672"/>
                  </a:lnTo>
                  <a:lnTo>
                    <a:pt x="143370" y="253131"/>
                  </a:lnTo>
                  <a:lnTo>
                    <a:pt x="146046" y="248502"/>
                  </a:lnTo>
                  <a:lnTo>
                    <a:pt x="148572" y="243791"/>
                  </a:lnTo>
                  <a:lnTo>
                    <a:pt x="150946" y="239000"/>
                  </a:lnTo>
                  <a:lnTo>
                    <a:pt x="153166" y="234137"/>
                  </a:lnTo>
                  <a:lnTo>
                    <a:pt x="155229" y="229204"/>
                  </a:lnTo>
                  <a:lnTo>
                    <a:pt x="157134" y="224209"/>
                  </a:lnTo>
                  <a:lnTo>
                    <a:pt x="158878" y="219155"/>
                  </a:lnTo>
                  <a:lnTo>
                    <a:pt x="160459" y="214047"/>
                  </a:lnTo>
                  <a:lnTo>
                    <a:pt x="161876" y="208892"/>
                  </a:lnTo>
                  <a:lnTo>
                    <a:pt x="163127" y="203694"/>
                  </a:lnTo>
                  <a:lnTo>
                    <a:pt x="164212" y="198459"/>
                  </a:lnTo>
                  <a:lnTo>
                    <a:pt x="165129" y="193192"/>
                  </a:lnTo>
                  <a:lnTo>
                    <a:pt x="165876" y="187898"/>
                  </a:lnTo>
                  <a:lnTo>
                    <a:pt x="166455" y="182583"/>
                  </a:lnTo>
                  <a:lnTo>
                    <a:pt x="166862" y="177252"/>
                  </a:lnTo>
                  <a:lnTo>
                    <a:pt x="167100" y="171911"/>
                  </a:lnTo>
                  <a:lnTo>
                    <a:pt x="167166" y="166565"/>
                  </a:lnTo>
                  <a:lnTo>
                    <a:pt x="167061" y="161220"/>
                  </a:lnTo>
                  <a:lnTo>
                    <a:pt x="166786" y="155881"/>
                  </a:lnTo>
                  <a:lnTo>
                    <a:pt x="166339" y="150553"/>
                  </a:lnTo>
                  <a:lnTo>
                    <a:pt x="165723" y="145242"/>
                  </a:lnTo>
                  <a:lnTo>
                    <a:pt x="164937" y="139954"/>
                  </a:lnTo>
                  <a:lnTo>
                    <a:pt x="163982" y="134693"/>
                  </a:lnTo>
                  <a:lnTo>
                    <a:pt x="162860" y="129466"/>
                  </a:lnTo>
                  <a:lnTo>
                    <a:pt x="161571" y="124277"/>
                  </a:lnTo>
                  <a:lnTo>
                    <a:pt x="160117" y="119132"/>
                  </a:lnTo>
                  <a:lnTo>
                    <a:pt x="158499" y="114037"/>
                  </a:lnTo>
                  <a:lnTo>
                    <a:pt x="156719" y="108995"/>
                  </a:lnTo>
                  <a:lnTo>
                    <a:pt x="154779" y="104014"/>
                  </a:lnTo>
                  <a:lnTo>
                    <a:pt x="152680" y="99096"/>
                  </a:lnTo>
                  <a:lnTo>
                    <a:pt x="150425" y="94249"/>
                  </a:lnTo>
                  <a:lnTo>
                    <a:pt x="148016" y="89476"/>
                  </a:lnTo>
                  <a:lnTo>
                    <a:pt x="145456" y="84782"/>
                  </a:lnTo>
                  <a:lnTo>
                    <a:pt x="142747" y="80173"/>
                  </a:lnTo>
                  <a:lnTo>
                    <a:pt x="139892" y="75652"/>
                  </a:lnTo>
                  <a:lnTo>
                    <a:pt x="136894" y="71226"/>
                  </a:lnTo>
                  <a:lnTo>
                    <a:pt x="133756" y="66897"/>
                  </a:lnTo>
                  <a:lnTo>
                    <a:pt x="130482" y="62671"/>
                  </a:lnTo>
                  <a:lnTo>
                    <a:pt x="127073" y="58552"/>
                  </a:lnTo>
                  <a:lnTo>
                    <a:pt x="123535" y="54544"/>
                  </a:lnTo>
                  <a:lnTo>
                    <a:pt x="119870" y="50651"/>
                  </a:lnTo>
                  <a:lnTo>
                    <a:pt x="116083" y="46877"/>
                  </a:lnTo>
                  <a:lnTo>
                    <a:pt x="112177" y="43227"/>
                  </a:lnTo>
                  <a:lnTo>
                    <a:pt x="108156" y="39703"/>
                  </a:lnTo>
                  <a:lnTo>
                    <a:pt x="104025" y="36310"/>
                  </a:lnTo>
                  <a:lnTo>
                    <a:pt x="99787" y="33050"/>
                  </a:lnTo>
                  <a:lnTo>
                    <a:pt x="95447" y="29927"/>
                  </a:lnTo>
                  <a:lnTo>
                    <a:pt x="91010" y="26945"/>
                  </a:lnTo>
                  <a:lnTo>
                    <a:pt x="86479" y="24107"/>
                  </a:lnTo>
                  <a:lnTo>
                    <a:pt x="81860" y="21414"/>
                  </a:lnTo>
                  <a:lnTo>
                    <a:pt x="77157" y="18871"/>
                  </a:lnTo>
                  <a:lnTo>
                    <a:pt x="72376" y="16480"/>
                  </a:lnTo>
                  <a:lnTo>
                    <a:pt x="67520" y="14242"/>
                  </a:lnTo>
                  <a:lnTo>
                    <a:pt x="62595" y="12161"/>
                  </a:lnTo>
                  <a:lnTo>
                    <a:pt x="57606" y="10239"/>
                  </a:lnTo>
                  <a:lnTo>
                    <a:pt x="52559" y="8477"/>
                  </a:lnTo>
                  <a:lnTo>
                    <a:pt x="47457" y="6877"/>
                  </a:lnTo>
                  <a:lnTo>
                    <a:pt x="42307" y="5442"/>
                  </a:lnTo>
                  <a:lnTo>
                    <a:pt x="37114" y="4172"/>
                  </a:lnTo>
                  <a:lnTo>
                    <a:pt x="31883" y="3068"/>
                  </a:lnTo>
                  <a:lnTo>
                    <a:pt x="26619" y="2132"/>
                  </a:lnTo>
                  <a:lnTo>
                    <a:pt x="21328" y="1366"/>
                  </a:lnTo>
                  <a:lnTo>
                    <a:pt x="16015" y="768"/>
                  </a:lnTo>
                  <a:lnTo>
                    <a:pt x="10685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412351" y="5269756"/>
              <a:ext cx="132907" cy="167167"/>
            </a:xfrm>
            <a:custGeom>
              <a:avLst/>
              <a:pathLst>
                <a:path w="132907" h="167167">
                  <a:moveTo>
                    <a:pt x="132907" y="0"/>
                  </a:moveTo>
                  <a:lnTo>
                    <a:pt x="127420" y="90"/>
                  </a:lnTo>
                  <a:lnTo>
                    <a:pt x="121940" y="360"/>
                  </a:lnTo>
                  <a:lnTo>
                    <a:pt x="116472" y="809"/>
                  </a:lnTo>
                  <a:lnTo>
                    <a:pt x="111021" y="1438"/>
                  </a:lnTo>
                  <a:lnTo>
                    <a:pt x="105593" y="2246"/>
                  </a:lnTo>
                  <a:lnTo>
                    <a:pt x="100196" y="3231"/>
                  </a:lnTo>
                  <a:lnTo>
                    <a:pt x="94833" y="4393"/>
                  </a:lnTo>
                  <a:lnTo>
                    <a:pt x="89511" y="5730"/>
                  </a:lnTo>
                  <a:lnTo>
                    <a:pt x="84237" y="7241"/>
                  </a:lnTo>
                  <a:lnTo>
                    <a:pt x="79014" y="8925"/>
                  </a:lnTo>
                  <a:lnTo>
                    <a:pt x="73850" y="10779"/>
                  </a:lnTo>
                  <a:lnTo>
                    <a:pt x="68749" y="12801"/>
                  </a:lnTo>
                  <a:lnTo>
                    <a:pt x="63718" y="14990"/>
                  </a:lnTo>
                  <a:lnTo>
                    <a:pt x="58761" y="17343"/>
                  </a:lnTo>
                  <a:lnTo>
                    <a:pt x="53884" y="19857"/>
                  </a:lnTo>
                  <a:lnTo>
                    <a:pt x="49092" y="22530"/>
                  </a:lnTo>
                  <a:lnTo>
                    <a:pt x="44390" y="25358"/>
                  </a:lnTo>
                  <a:lnTo>
                    <a:pt x="39783" y="28340"/>
                  </a:lnTo>
                  <a:lnTo>
                    <a:pt x="35277" y="31471"/>
                  </a:lnTo>
                  <a:lnTo>
                    <a:pt x="30877" y="34748"/>
                  </a:lnTo>
                  <a:lnTo>
                    <a:pt x="26586" y="38168"/>
                  </a:lnTo>
                  <a:lnTo>
                    <a:pt x="22409" y="41727"/>
                  </a:lnTo>
                  <a:lnTo>
                    <a:pt x="18352" y="45421"/>
                  </a:lnTo>
                  <a:lnTo>
                    <a:pt x="14418" y="49246"/>
                  </a:lnTo>
                  <a:lnTo>
                    <a:pt x="10612" y="53198"/>
                  </a:lnTo>
                  <a:lnTo>
                    <a:pt x="6937" y="57273"/>
                  </a:lnTo>
                  <a:lnTo>
                    <a:pt x="3399" y="61466"/>
                  </a:lnTo>
                  <a:lnTo>
                    <a:pt x="0" y="65774"/>
                  </a:lnTo>
                  <a:lnTo>
                    <a:pt x="13290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412351" y="5335530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412351" y="5335530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412351" y="5335530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412351" y="5335530"/>
              <a:ext cx="132907" cy="101393"/>
            </a:xfrm>
            <a:custGeom>
              <a:avLst/>
              <a:pathLst>
                <a:path w="132907" h="101393">
                  <a:moveTo>
                    <a:pt x="0" y="0"/>
                  </a:moveTo>
                  <a:lnTo>
                    <a:pt x="132907" y="1013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390880" y="5335530"/>
              <a:ext cx="154378" cy="101393"/>
            </a:xfrm>
            <a:custGeom>
              <a:avLst/>
              <a:pathLst>
                <a:path w="154378" h="101393">
                  <a:moveTo>
                    <a:pt x="21470" y="0"/>
                  </a:moveTo>
                  <a:lnTo>
                    <a:pt x="17824" y="4966"/>
                  </a:lnTo>
                  <a:lnTo>
                    <a:pt x="14364" y="10063"/>
                  </a:lnTo>
                  <a:lnTo>
                    <a:pt x="11094" y="15284"/>
                  </a:lnTo>
                  <a:lnTo>
                    <a:pt x="8018" y="20622"/>
                  </a:lnTo>
                  <a:lnTo>
                    <a:pt x="5141" y="26070"/>
                  </a:lnTo>
                  <a:lnTo>
                    <a:pt x="2467" y="31620"/>
                  </a:lnTo>
                  <a:lnTo>
                    <a:pt x="0" y="37265"/>
                  </a:lnTo>
                  <a:lnTo>
                    <a:pt x="154378" y="1013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378105" y="5269756"/>
              <a:ext cx="334301" cy="334334"/>
            </a:xfrm>
            <a:custGeom>
              <a:avLst/>
              <a:pathLst>
                <a:path w="334301" h="334334">
                  <a:moveTo>
                    <a:pt x="12775" y="103039"/>
                  </a:moveTo>
                  <a:lnTo>
                    <a:pt x="10819" y="107967"/>
                  </a:lnTo>
                  <a:lnTo>
                    <a:pt x="9020" y="112954"/>
                  </a:lnTo>
                  <a:lnTo>
                    <a:pt x="7381" y="117995"/>
                  </a:lnTo>
                  <a:lnTo>
                    <a:pt x="5902" y="123086"/>
                  </a:lnTo>
                  <a:lnTo>
                    <a:pt x="4585" y="128222"/>
                  </a:lnTo>
                  <a:lnTo>
                    <a:pt x="3432" y="133396"/>
                  </a:lnTo>
                  <a:lnTo>
                    <a:pt x="2443" y="138605"/>
                  </a:lnTo>
                  <a:lnTo>
                    <a:pt x="1620" y="143842"/>
                  </a:lnTo>
                  <a:lnTo>
                    <a:pt x="964" y="149103"/>
                  </a:lnTo>
                  <a:lnTo>
                    <a:pt x="475" y="154381"/>
                  </a:lnTo>
                  <a:lnTo>
                    <a:pt x="153" y="159673"/>
                  </a:lnTo>
                  <a:lnTo>
                    <a:pt x="0" y="164972"/>
                  </a:lnTo>
                  <a:lnTo>
                    <a:pt x="14" y="170274"/>
                  </a:lnTo>
                  <a:lnTo>
                    <a:pt x="197" y="175572"/>
                  </a:lnTo>
                  <a:lnTo>
                    <a:pt x="547" y="180862"/>
                  </a:lnTo>
                  <a:lnTo>
                    <a:pt x="1065" y="186138"/>
                  </a:lnTo>
                  <a:lnTo>
                    <a:pt x="1750" y="191395"/>
                  </a:lnTo>
                  <a:lnTo>
                    <a:pt x="2602" y="196628"/>
                  </a:lnTo>
                  <a:lnTo>
                    <a:pt x="3619" y="201831"/>
                  </a:lnTo>
                  <a:lnTo>
                    <a:pt x="4800" y="206999"/>
                  </a:lnTo>
                  <a:lnTo>
                    <a:pt x="6145" y="212127"/>
                  </a:lnTo>
                  <a:lnTo>
                    <a:pt x="7651" y="217210"/>
                  </a:lnTo>
                  <a:lnTo>
                    <a:pt x="9318" y="222243"/>
                  </a:lnTo>
                  <a:lnTo>
                    <a:pt x="11144" y="227220"/>
                  </a:lnTo>
                  <a:lnTo>
                    <a:pt x="13127" y="232136"/>
                  </a:lnTo>
                  <a:lnTo>
                    <a:pt x="15264" y="236988"/>
                  </a:lnTo>
                  <a:lnTo>
                    <a:pt x="17555" y="241769"/>
                  </a:lnTo>
                  <a:lnTo>
                    <a:pt x="19996" y="246475"/>
                  </a:lnTo>
                  <a:lnTo>
                    <a:pt x="22584" y="251102"/>
                  </a:lnTo>
                  <a:lnTo>
                    <a:pt x="25319" y="255644"/>
                  </a:lnTo>
                  <a:lnTo>
                    <a:pt x="28196" y="260097"/>
                  </a:lnTo>
                  <a:lnTo>
                    <a:pt x="31212" y="264456"/>
                  </a:lnTo>
                  <a:lnTo>
                    <a:pt x="34366" y="268718"/>
                  </a:lnTo>
                  <a:lnTo>
                    <a:pt x="37652" y="272877"/>
                  </a:lnTo>
                  <a:lnTo>
                    <a:pt x="41070" y="276931"/>
                  </a:lnTo>
                  <a:lnTo>
                    <a:pt x="44614" y="280873"/>
                  </a:lnTo>
                  <a:lnTo>
                    <a:pt x="48281" y="284702"/>
                  </a:lnTo>
                  <a:lnTo>
                    <a:pt x="52068" y="288412"/>
                  </a:lnTo>
                  <a:lnTo>
                    <a:pt x="55970" y="292000"/>
                  </a:lnTo>
                  <a:lnTo>
                    <a:pt x="59984" y="295463"/>
                  </a:lnTo>
                  <a:lnTo>
                    <a:pt x="64107" y="298797"/>
                  </a:lnTo>
                  <a:lnTo>
                    <a:pt x="68332" y="301998"/>
                  </a:lnTo>
                  <a:lnTo>
                    <a:pt x="72657" y="305064"/>
                  </a:lnTo>
                  <a:lnTo>
                    <a:pt x="77078" y="307991"/>
                  </a:lnTo>
                  <a:lnTo>
                    <a:pt x="81588" y="310777"/>
                  </a:lnTo>
                  <a:lnTo>
                    <a:pt x="86185" y="313418"/>
                  </a:lnTo>
                  <a:lnTo>
                    <a:pt x="90863" y="315911"/>
                  </a:lnTo>
                  <a:lnTo>
                    <a:pt x="95618" y="318256"/>
                  </a:lnTo>
                  <a:lnTo>
                    <a:pt x="100445" y="320448"/>
                  </a:lnTo>
                  <a:lnTo>
                    <a:pt x="105339" y="322486"/>
                  </a:lnTo>
                  <a:lnTo>
                    <a:pt x="110296" y="324368"/>
                  </a:lnTo>
                  <a:lnTo>
                    <a:pt x="115309" y="326092"/>
                  </a:lnTo>
                  <a:lnTo>
                    <a:pt x="120374" y="327656"/>
                  </a:lnTo>
                  <a:lnTo>
                    <a:pt x="125487" y="329059"/>
                  </a:lnTo>
                  <a:lnTo>
                    <a:pt x="130642" y="330298"/>
                  </a:lnTo>
                  <a:lnTo>
                    <a:pt x="135833" y="331374"/>
                  </a:lnTo>
                  <a:lnTo>
                    <a:pt x="141055" y="332285"/>
                  </a:lnTo>
                  <a:lnTo>
                    <a:pt x="146304" y="333029"/>
                  </a:lnTo>
                  <a:lnTo>
                    <a:pt x="151574" y="333607"/>
                  </a:lnTo>
                  <a:lnTo>
                    <a:pt x="156860" y="334017"/>
                  </a:lnTo>
                  <a:lnTo>
                    <a:pt x="162156" y="334260"/>
                  </a:lnTo>
                  <a:lnTo>
                    <a:pt x="167457" y="334334"/>
                  </a:lnTo>
                  <a:lnTo>
                    <a:pt x="172757" y="334240"/>
                  </a:lnTo>
                  <a:lnTo>
                    <a:pt x="178052" y="333979"/>
                  </a:lnTo>
                  <a:lnTo>
                    <a:pt x="183336" y="333549"/>
                  </a:lnTo>
                  <a:lnTo>
                    <a:pt x="188604" y="332952"/>
                  </a:lnTo>
                  <a:lnTo>
                    <a:pt x="193850" y="332189"/>
                  </a:lnTo>
                  <a:lnTo>
                    <a:pt x="199070" y="331259"/>
                  </a:lnTo>
                  <a:lnTo>
                    <a:pt x="204257" y="330165"/>
                  </a:lnTo>
                  <a:lnTo>
                    <a:pt x="209407" y="328906"/>
                  </a:lnTo>
                  <a:lnTo>
                    <a:pt x="214514" y="327485"/>
                  </a:lnTo>
                  <a:lnTo>
                    <a:pt x="219574" y="325902"/>
                  </a:lnTo>
                  <a:lnTo>
                    <a:pt x="224581" y="324160"/>
                  </a:lnTo>
                  <a:lnTo>
                    <a:pt x="229530" y="322260"/>
                  </a:lnTo>
                  <a:lnTo>
                    <a:pt x="234417" y="320204"/>
                  </a:lnTo>
                  <a:lnTo>
                    <a:pt x="239236" y="317994"/>
                  </a:lnTo>
                  <a:lnTo>
                    <a:pt x="243982" y="315633"/>
                  </a:lnTo>
                  <a:lnTo>
                    <a:pt x="248652" y="313122"/>
                  </a:lnTo>
                  <a:lnTo>
                    <a:pt x="253239" y="310464"/>
                  </a:lnTo>
                  <a:lnTo>
                    <a:pt x="257739" y="307662"/>
                  </a:lnTo>
                  <a:lnTo>
                    <a:pt x="262149" y="304719"/>
                  </a:lnTo>
                  <a:lnTo>
                    <a:pt x="266463" y="301638"/>
                  </a:lnTo>
                  <a:lnTo>
                    <a:pt x="270677" y="298421"/>
                  </a:lnTo>
                  <a:lnTo>
                    <a:pt x="274787" y="295072"/>
                  </a:lnTo>
                  <a:lnTo>
                    <a:pt x="278789" y="291595"/>
                  </a:lnTo>
                  <a:lnTo>
                    <a:pt x="282678" y="287993"/>
                  </a:lnTo>
                  <a:lnTo>
                    <a:pt x="286451" y="284269"/>
                  </a:lnTo>
                  <a:lnTo>
                    <a:pt x="290104" y="280427"/>
                  </a:lnTo>
                  <a:lnTo>
                    <a:pt x="293634" y="276471"/>
                  </a:lnTo>
                  <a:lnTo>
                    <a:pt x="297036" y="272405"/>
                  </a:lnTo>
                  <a:lnTo>
                    <a:pt x="300308" y="268234"/>
                  </a:lnTo>
                  <a:lnTo>
                    <a:pt x="303446" y="263961"/>
                  </a:lnTo>
                  <a:lnTo>
                    <a:pt x="306447" y="259590"/>
                  </a:lnTo>
                  <a:lnTo>
                    <a:pt x="309307" y="255127"/>
                  </a:lnTo>
                  <a:lnTo>
                    <a:pt x="312025" y="250575"/>
                  </a:lnTo>
                  <a:lnTo>
                    <a:pt x="314597" y="245939"/>
                  </a:lnTo>
                  <a:lnTo>
                    <a:pt x="317021" y="241224"/>
                  </a:lnTo>
                  <a:lnTo>
                    <a:pt x="319294" y="236435"/>
                  </a:lnTo>
                  <a:lnTo>
                    <a:pt x="321414" y="231576"/>
                  </a:lnTo>
                  <a:lnTo>
                    <a:pt x="323378" y="226652"/>
                  </a:lnTo>
                  <a:lnTo>
                    <a:pt x="325186" y="221668"/>
                  </a:lnTo>
                  <a:lnTo>
                    <a:pt x="326835" y="216629"/>
                  </a:lnTo>
                  <a:lnTo>
                    <a:pt x="328323" y="211541"/>
                  </a:lnTo>
                  <a:lnTo>
                    <a:pt x="329649" y="206408"/>
                  </a:lnTo>
                  <a:lnTo>
                    <a:pt x="330812" y="201236"/>
                  </a:lnTo>
                  <a:lnTo>
                    <a:pt x="331810" y="196029"/>
                  </a:lnTo>
                  <a:lnTo>
                    <a:pt x="332642" y="190793"/>
                  </a:lnTo>
                  <a:lnTo>
                    <a:pt x="333308" y="185534"/>
                  </a:lnTo>
                  <a:lnTo>
                    <a:pt x="333807" y="180256"/>
                  </a:lnTo>
                  <a:lnTo>
                    <a:pt x="334138" y="174965"/>
                  </a:lnTo>
                  <a:lnTo>
                    <a:pt x="334301" y="169666"/>
                  </a:lnTo>
                  <a:lnTo>
                    <a:pt x="334296" y="164364"/>
                  </a:lnTo>
                  <a:lnTo>
                    <a:pt x="334124" y="159065"/>
                  </a:lnTo>
                  <a:lnTo>
                    <a:pt x="333783" y="153775"/>
                  </a:lnTo>
                  <a:lnTo>
                    <a:pt x="333274" y="148498"/>
                  </a:lnTo>
                  <a:lnTo>
                    <a:pt x="332599" y="143240"/>
                  </a:lnTo>
                  <a:lnTo>
                    <a:pt x="331757" y="138006"/>
                  </a:lnTo>
                  <a:lnTo>
                    <a:pt x="330749" y="132801"/>
                  </a:lnTo>
                  <a:lnTo>
                    <a:pt x="329577" y="127630"/>
                  </a:lnTo>
                  <a:lnTo>
                    <a:pt x="328242" y="122500"/>
                  </a:lnTo>
                  <a:lnTo>
                    <a:pt x="326745" y="117414"/>
                  </a:lnTo>
                  <a:lnTo>
                    <a:pt x="325087" y="112379"/>
                  </a:lnTo>
                  <a:lnTo>
                    <a:pt x="323270" y="107398"/>
                  </a:lnTo>
                  <a:lnTo>
                    <a:pt x="321296" y="102478"/>
                  </a:lnTo>
                  <a:lnTo>
                    <a:pt x="319167" y="97622"/>
                  </a:lnTo>
                  <a:lnTo>
                    <a:pt x="316886" y="92837"/>
                  </a:lnTo>
                  <a:lnTo>
                    <a:pt x="314453" y="88127"/>
                  </a:lnTo>
                  <a:lnTo>
                    <a:pt x="311873" y="83495"/>
                  </a:lnTo>
                  <a:lnTo>
                    <a:pt x="309147" y="78948"/>
                  </a:lnTo>
                  <a:lnTo>
                    <a:pt x="306278" y="74490"/>
                  </a:lnTo>
                  <a:lnTo>
                    <a:pt x="303270" y="70125"/>
                  </a:lnTo>
                  <a:lnTo>
                    <a:pt x="300124" y="65858"/>
                  </a:lnTo>
                  <a:lnTo>
                    <a:pt x="296845" y="61692"/>
                  </a:lnTo>
                  <a:lnTo>
                    <a:pt x="293435" y="57633"/>
                  </a:lnTo>
                  <a:lnTo>
                    <a:pt x="289898" y="53684"/>
                  </a:lnTo>
                  <a:lnTo>
                    <a:pt x="286238" y="49848"/>
                  </a:lnTo>
                  <a:lnTo>
                    <a:pt x="282458" y="46131"/>
                  </a:lnTo>
                  <a:lnTo>
                    <a:pt x="278562" y="42536"/>
                  </a:lnTo>
                  <a:lnTo>
                    <a:pt x="274554" y="39066"/>
                  </a:lnTo>
                  <a:lnTo>
                    <a:pt x="270438" y="35725"/>
                  </a:lnTo>
                  <a:lnTo>
                    <a:pt x="266218" y="32516"/>
                  </a:lnTo>
                  <a:lnTo>
                    <a:pt x="261898" y="29442"/>
                  </a:lnTo>
                  <a:lnTo>
                    <a:pt x="257484" y="26507"/>
                  </a:lnTo>
                  <a:lnTo>
                    <a:pt x="252978" y="23713"/>
                  </a:lnTo>
                  <a:lnTo>
                    <a:pt x="248386" y="21064"/>
                  </a:lnTo>
                  <a:lnTo>
                    <a:pt x="243712" y="18561"/>
                  </a:lnTo>
                  <a:lnTo>
                    <a:pt x="238961" y="16209"/>
                  </a:lnTo>
                  <a:lnTo>
                    <a:pt x="234138" y="14007"/>
                  </a:lnTo>
                  <a:lnTo>
                    <a:pt x="229248" y="11960"/>
                  </a:lnTo>
                  <a:lnTo>
                    <a:pt x="224295" y="10069"/>
                  </a:lnTo>
                  <a:lnTo>
                    <a:pt x="219285" y="8336"/>
                  </a:lnTo>
                  <a:lnTo>
                    <a:pt x="214223" y="6763"/>
                  </a:lnTo>
                  <a:lnTo>
                    <a:pt x="209113" y="5351"/>
                  </a:lnTo>
                  <a:lnTo>
                    <a:pt x="203960" y="4102"/>
                  </a:lnTo>
                  <a:lnTo>
                    <a:pt x="198771" y="3017"/>
                  </a:lnTo>
                  <a:lnTo>
                    <a:pt x="193550" y="2097"/>
                  </a:lnTo>
                  <a:lnTo>
                    <a:pt x="188302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853883" y="5018213"/>
              <a:ext cx="167155" cy="167167"/>
            </a:xfrm>
            <a:custGeom>
              <a:avLst/>
              <a:pathLst>
                <a:path w="167155" h="167167">
                  <a:moveTo>
                    <a:pt x="167155" y="0"/>
                  </a:moveTo>
                  <a:lnTo>
                    <a:pt x="161727" y="88"/>
                  </a:lnTo>
                  <a:lnTo>
                    <a:pt x="156305" y="352"/>
                  </a:lnTo>
                  <a:lnTo>
                    <a:pt x="150895" y="792"/>
                  </a:lnTo>
                  <a:lnTo>
                    <a:pt x="145502" y="1408"/>
                  </a:lnTo>
                  <a:lnTo>
                    <a:pt x="140132" y="2198"/>
                  </a:lnTo>
                  <a:lnTo>
                    <a:pt x="134790" y="3162"/>
                  </a:lnTo>
                  <a:lnTo>
                    <a:pt x="129482" y="4300"/>
                  </a:lnTo>
                  <a:lnTo>
                    <a:pt x="124214" y="5609"/>
                  </a:lnTo>
                  <a:lnTo>
                    <a:pt x="118991" y="7088"/>
                  </a:lnTo>
                  <a:lnTo>
                    <a:pt x="113819" y="8736"/>
                  </a:lnTo>
                  <a:lnTo>
                    <a:pt x="108704" y="10551"/>
                  </a:lnTo>
                  <a:lnTo>
                    <a:pt x="103650" y="12532"/>
                  </a:lnTo>
                  <a:lnTo>
                    <a:pt x="98663" y="14675"/>
                  </a:lnTo>
                  <a:lnTo>
                    <a:pt x="93748" y="16979"/>
                  </a:lnTo>
                  <a:lnTo>
                    <a:pt x="88910" y="19442"/>
                  </a:lnTo>
                  <a:lnTo>
                    <a:pt x="84155" y="22060"/>
                  </a:lnTo>
                  <a:lnTo>
                    <a:pt x="79488" y="24831"/>
                  </a:lnTo>
                  <a:lnTo>
                    <a:pt x="74913" y="27753"/>
                  </a:lnTo>
                  <a:lnTo>
                    <a:pt x="70435" y="30821"/>
                  </a:lnTo>
                  <a:lnTo>
                    <a:pt x="66059" y="34033"/>
                  </a:lnTo>
                  <a:lnTo>
                    <a:pt x="61790" y="37385"/>
                  </a:lnTo>
                  <a:lnTo>
                    <a:pt x="57632" y="40875"/>
                  </a:lnTo>
                  <a:lnTo>
                    <a:pt x="53589" y="44497"/>
                  </a:lnTo>
                  <a:lnTo>
                    <a:pt x="49666" y="48249"/>
                  </a:lnTo>
                  <a:lnTo>
                    <a:pt x="45867" y="52126"/>
                  </a:lnTo>
                  <a:lnTo>
                    <a:pt x="42196" y="56125"/>
                  </a:lnTo>
                  <a:lnTo>
                    <a:pt x="38657" y="60240"/>
                  </a:lnTo>
                  <a:lnTo>
                    <a:pt x="35253" y="64469"/>
                  </a:lnTo>
                  <a:lnTo>
                    <a:pt x="31988" y="68805"/>
                  </a:lnTo>
                  <a:lnTo>
                    <a:pt x="28866" y="73246"/>
                  </a:lnTo>
                  <a:lnTo>
                    <a:pt x="25890" y="77785"/>
                  </a:lnTo>
                  <a:lnTo>
                    <a:pt x="23062" y="82419"/>
                  </a:lnTo>
                  <a:lnTo>
                    <a:pt x="20386" y="87142"/>
                  </a:lnTo>
                  <a:lnTo>
                    <a:pt x="17866" y="91949"/>
                  </a:lnTo>
                  <a:lnTo>
                    <a:pt x="15502" y="96836"/>
                  </a:lnTo>
                  <a:lnTo>
                    <a:pt x="13299" y="101797"/>
                  </a:lnTo>
                  <a:lnTo>
                    <a:pt x="11257" y="106826"/>
                  </a:lnTo>
                  <a:lnTo>
                    <a:pt x="9381" y="111920"/>
                  </a:lnTo>
                  <a:lnTo>
                    <a:pt x="7670" y="117071"/>
                  </a:lnTo>
                  <a:lnTo>
                    <a:pt x="6128" y="122276"/>
                  </a:lnTo>
                  <a:lnTo>
                    <a:pt x="4755" y="127528"/>
                  </a:lnTo>
                  <a:lnTo>
                    <a:pt x="3554" y="132821"/>
                  </a:lnTo>
                  <a:lnTo>
                    <a:pt x="2525" y="138151"/>
                  </a:lnTo>
                  <a:lnTo>
                    <a:pt x="1669" y="143511"/>
                  </a:lnTo>
                  <a:lnTo>
                    <a:pt x="989" y="148897"/>
                  </a:lnTo>
                  <a:lnTo>
                    <a:pt x="483" y="154301"/>
                  </a:lnTo>
                  <a:lnTo>
                    <a:pt x="153" y="159719"/>
                  </a:lnTo>
                  <a:lnTo>
                    <a:pt x="0" y="165145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853883" y="5183359"/>
              <a:ext cx="167155" cy="2021"/>
            </a:xfrm>
            <a:custGeom>
              <a:avLst/>
              <a:pathLst>
                <a:path w="167155" h="2021">
                  <a:moveTo>
                    <a:pt x="0" y="0"/>
                  </a:moveTo>
                  <a:lnTo>
                    <a:pt x="167155" y="2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853883" y="5183359"/>
              <a:ext cx="167155" cy="2021"/>
            </a:xfrm>
            <a:custGeom>
              <a:avLst/>
              <a:pathLst>
                <a:path w="167155" h="2021">
                  <a:moveTo>
                    <a:pt x="0" y="0"/>
                  </a:moveTo>
                  <a:lnTo>
                    <a:pt x="167155" y="2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853883" y="5183359"/>
              <a:ext cx="167155" cy="2021"/>
            </a:xfrm>
            <a:custGeom>
              <a:avLst/>
              <a:pathLst>
                <a:path w="167155" h="2021">
                  <a:moveTo>
                    <a:pt x="0" y="0"/>
                  </a:moveTo>
                  <a:lnTo>
                    <a:pt x="167155" y="2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853883" y="5183359"/>
              <a:ext cx="167155" cy="69864"/>
            </a:xfrm>
            <a:custGeom>
              <a:avLst/>
              <a:pathLst>
                <a:path w="167155" h="69864">
                  <a:moveTo>
                    <a:pt x="0" y="0"/>
                  </a:moveTo>
                  <a:lnTo>
                    <a:pt x="34" y="5989"/>
                  </a:lnTo>
                  <a:lnTo>
                    <a:pt x="284" y="11974"/>
                  </a:lnTo>
                  <a:lnTo>
                    <a:pt x="747" y="17945"/>
                  </a:lnTo>
                  <a:lnTo>
                    <a:pt x="1425" y="23896"/>
                  </a:lnTo>
                  <a:lnTo>
                    <a:pt x="2315" y="29820"/>
                  </a:lnTo>
                  <a:lnTo>
                    <a:pt x="3417" y="35707"/>
                  </a:lnTo>
                  <a:lnTo>
                    <a:pt x="4728" y="41551"/>
                  </a:lnTo>
                  <a:lnTo>
                    <a:pt x="6249" y="47345"/>
                  </a:lnTo>
                  <a:lnTo>
                    <a:pt x="7976" y="53080"/>
                  </a:lnTo>
                  <a:lnTo>
                    <a:pt x="9907" y="58750"/>
                  </a:lnTo>
                  <a:lnTo>
                    <a:pt x="12040" y="64347"/>
                  </a:lnTo>
                  <a:lnTo>
                    <a:pt x="14373" y="69864"/>
                  </a:lnTo>
                  <a:lnTo>
                    <a:pt x="167155" y="2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868257" y="5018213"/>
              <a:ext cx="319937" cy="334329"/>
            </a:xfrm>
            <a:custGeom>
              <a:avLst/>
              <a:pathLst>
                <a:path w="319937" h="334329">
                  <a:moveTo>
                    <a:pt x="0" y="235010"/>
                  </a:moveTo>
                  <a:lnTo>
                    <a:pt x="2235" y="239835"/>
                  </a:lnTo>
                  <a:lnTo>
                    <a:pt x="4622" y="244586"/>
                  </a:lnTo>
                  <a:lnTo>
                    <a:pt x="7159" y="249259"/>
                  </a:lnTo>
                  <a:lnTo>
                    <a:pt x="9844" y="253849"/>
                  </a:lnTo>
                  <a:lnTo>
                    <a:pt x="12673" y="258352"/>
                  </a:lnTo>
                  <a:lnTo>
                    <a:pt x="15644" y="262762"/>
                  </a:lnTo>
                  <a:lnTo>
                    <a:pt x="18754" y="267075"/>
                  </a:lnTo>
                  <a:lnTo>
                    <a:pt x="22000" y="271287"/>
                  </a:lnTo>
                  <a:lnTo>
                    <a:pt x="25377" y="275394"/>
                  </a:lnTo>
                  <a:lnTo>
                    <a:pt x="28884" y="279392"/>
                  </a:lnTo>
                  <a:lnTo>
                    <a:pt x="32516" y="283276"/>
                  </a:lnTo>
                  <a:lnTo>
                    <a:pt x="36270" y="287042"/>
                  </a:lnTo>
                  <a:lnTo>
                    <a:pt x="40142" y="290687"/>
                  </a:lnTo>
                  <a:lnTo>
                    <a:pt x="44127" y="294207"/>
                  </a:lnTo>
                  <a:lnTo>
                    <a:pt x="48223" y="297599"/>
                  </a:lnTo>
                  <a:lnTo>
                    <a:pt x="52424" y="300858"/>
                  </a:lnTo>
                  <a:lnTo>
                    <a:pt x="56727" y="303983"/>
                  </a:lnTo>
                  <a:lnTo>
                    <a:pt x="61127" y="306968"/>
                  </a:lnTo>
                  <a:lnTo>
                    <a:pt x="65620" y="309813"/>
                  </a:lnTo>
                  <a:lnTo>
                    <a:pt x="70201" y="312513"/>
                  </a:lnTo>
                  <a:lnTo>
                    <a:pt x="74866" y="315066"/>
                  </a:lnTo>
                  <a:lnTo>
                    <a:pt x="79609" y="317469"/>
                  </a:lnTo>
                  <a:lnTo>
                    <a:pt x="84427" y="319721"/>
                  </a:lnTo>
                  <a:lnTo>
                    <a:pt x="89313" y="321817"/>
                  </a:lnTo>
                  <a:lnTo>
                    <a:pt x="94264" y="323758"/>
                  </a:lnTo>
                  <a:lnTo>
                    <a:pt x="99274" y="325540"/>
                  </a:lnTo>
                  <a:lnTo>
                    <a:pt x="104339" y="327161"/>
                  </a:lnTo>
                  <a:lnTo>
                    <a:pt x="109452" y="328621"/>
                  </a:lnTo>
                  <a:lnTo>
                    <a:pt x="114609" y="329918"/>
                  </a:lnTo>
                  <a:lnTo>
                    <a:pt x="119805" y="331049"/>
                  </a:lnTo>
                  <a:lnTo>
                    <a:pt x="125034" y="332015"/>
                  </a:lnTo>
                  <a:lnTo>
                    <a:pt x="130291" y="332815"/>
                  </a:lnTo>
                  <a:lnTo>
                    <a:pt x="135571" y="333446"/>
                  </a:lnTo>
                  <a:lnTo>
                    <a:pt x="140868" y="333909"/>
                  </a:lnTo>
                  <a:lnTo>
                    <a:pt x="146178" y="334204"/>
                  </a:lnTo>
                  <a:lnTo>
                    <a:pt x="151494" y="334329"/>
                  </a:lnTo>
                  <a:lnTo>
                    <a:pt x="156811" y="334286"/>
                  </a:lnTo>
                  <a:lnTo>
                    <a:pt x="162124" y="334073"/>
                  </a:lnTo>
                  <a:lnTo>
                    <a:pt x="167428" y="333692"/>
                  </a:lnTo>
                  <a:lnTo>
                    <a:pt x="172717" y="333141"/>
                  </a:lnTo>
                  <a:lnTo>
                    <a:pt x="177986" y="332423"/>
                  </a:lnTo>
                  <a:lnTo>
                    <a:pt x="183229" y="331538"/>
                  </a:lnTo>
                  <a:lnTo>
                    <a:pt x="188442" y="330487"/>
                  </a:lnTo>
                  <a:lnTo>
                    <a:pt x="193618" y="329270"/>
                  </a:lnTo>
                  <a:lnTo>
                    <a:pt x="198754" y="327889"/>
                  </a:lnTo>
                  <a:lnTo>
                    <a:pt x="203842" y="326345"/>
                  </a:lnTo>
                  <a:lnTo>
                    <a:pt x="208879" y="324641"/>
                  </a:lnTo>
                  <a:lnTo>
                    <a:pt x="213859" y="322777"/>
                  </a:lnTo>
                  <a:lnTo>
                    <a:pt x="218778" y="320756"/>
                  </a:lnTo>
                  <a:lnTo>
                    <a:pt x="223629" y="318579"/>
                  </a:lnTo>
                  <a:lnTo>
                    <a:pt x="228409" y="316249"/>
                  </a:lnTo>
                  <a:lnTo>
                    <a:pt x="233113" y="313768"/>
                  </a:lnTo>
                  <a:lnTo>
                    <a:pt x="237735" y="311139"/>
                  </a:lnTo>
                  <a:lnTo>
                    <a:pt x="242271" y="308364"/>
                  </a:lnTo>
                  <a:lnTo>
                    <a:pt x="246716" y="305446"/>
                  </a:lnTo>
                  <a:lnTo>
                    <a:pt x="251067" y="302389"/>
                  </a:lnTo>
                  <a:lnTo>
                    <a:pt x="255318" y="299194"/>
                  </a:lnTo>
                  <a:lnTo>
                    <a:pt x="259465" y="295866"/>
                  </a:lnTo>
                  <a:lnTo>
                    <a:pt x="263505" y="292408"/>
                  </a:lnTo>
                  <a:lnTo>
                    <a:pt x="267432" y="288823"/>
                  </a:lnTo>
                  <a:lnTo>
                    <a:pt x="271244" y="285115"/>
                  </a:lnTo>
                  <a:lnTo>
                    <a:pt x="274935" y="281287"/>
                  </a:lnTo>
                  <a:lnTo>
                    <a:pt x="278503" y="277344"/>
                  </a:lnTo>
                  <a:lnTo>
                    <a:pt x="281944" y="273290"/>
                  </a:lnTo>
                  <a:lnTo>
                    <a:pt x="285254" y="269128"/>
                  </a:lnTo>
                  <a:lnTo>
                    <a:pt x="288429" y="264863"/>
                  </a:lnTo>
                  <a:lnTo>
                    <a:pt x="291468" y="260500"/>
                  </a:lnTo>
                  <a:lnTo>
                    <a:pt x="294366" y="256041"/>
                  </a:lnTo>
                  <a:lnTo>
                    <a:pt x="297122" y="251493"/>
                  </a:lnTo>
                  <a:lnTo>
                    <a:pt x="299731" y="246860"/>
                  </a:lnTo>
                  <a:lnTo>
                    <a:pt x="302191" y="242145"/>
                  </a:lnTo>
                  <a:lnTo>
                    <a:pt x="304500" y="237355"/>
                  </a:lnTo>
                  <a:lnTo>
                    <a:pt x="306656" y="232494"/>
                  </a:lnTo>
                  <a:lnTo>
                    <a:pt x="308656" y="227567"/>
                  </a:lnTo>
                  <a:lnTo>
                    <a:pt x="310498" y="222579"/>
                  </a:lnTo>
                  <a:lnTo>
                    <a:pt x="312180" y="217535"/>
                  </a:lnTo>
                  <a:lnTo>
                    <a:pt x="313702" y="212439"/>
                  </a:lnTo>
                  <a:lnTo>
                    <a:pt x="315060" y="207298"/>
                  </a:lnTo>
                  <a:lnTo>
                    <a:pt x="316255" y="202117"/>
                  </a:lnTo>
                  <a:lnTo>
                    <a:pt x="317284" y="196900"/>
                  </a:lnTo>
                  <a:lnTo>
                    <a:pt x="318146" y="191652"/>
                  </a:lnTo>
                  <a:lnTo>
                    <a:pt x="318841" y="186381"/>
                  </a:lnTo>
                  <a:lnTo>
                    <a:pt x="319368" y="181089"/>
                  </a:lnTo>
                  <a:lnTo>
                    <a:pt x="319727" y="175784"/>
                  </a:lnTo>
                  <a:lnTo>
                    <a:pt x="319916" y="170470"/>
                  </a:lnTo>
                  <a:lnTo>
                    <a:pt x="319937" y="165152"/>
                  </a:lnTo>
                  <a:lnTo>
                    <a:pt x="319788" y="159837"/>
                  </a:lnTo>
                  <a:lnTo>
                    <a:pt x="319470" y="154528"/>
                  </a:lnTo>
                  <a:lnTo>
                    <a:pt x="318984" y="149233"/>
                  </a:lnTo>
                  <a:lnTo>
                    <a:pt x="318330" y="143956"/>
                  </a:lnTo>
                  <a:lnTo>
                    <a:pt x="317508" y="138702"/>
                  </a:lnTo>
                  <a:lnTo>
                    <a:pt x="316519" y="133478"/>
                  </a:lnTo>
                  <a:lnTo>
                    <a:pt x="315365" y="128287"/>
                  </a:lnTo>
                  <a:lnTo>
                    <a:pt x="314046" y="123135"/>
                  </a:lnTo>
                  <a:lnTo>
                    <a:pt x="312564" y="118029"/>
                  </a:lnTo>
                  <a:lnTo>
                    <a:pt x="310920" y="112972"/>
                  </a:lnTo>
                  <a:lnTo>
                    <a:pt x="309116" y="107969"/>
                  </a:lnTo>
                  <a:lnTo>
                    <a:pt x="307154" y="103027"/>
                  </a:lnTo>
                  <a:lnTo>
                    <a:pt x="305036" y="98149"/>
                  </a:lnTo>
                  <a:lnTo>
                    <a:pt x="302764" y="93342"/>
                  </a:lnTo>
                  <a:lnTo>
                    <a:pt x="300340" y="88609"/>
                  </a:lnTo>
                  <a:lnTo>
                    <a:pt x="297767" y="83955"/>
                  </a:lnTo>
                  <a:lnTo>
                    <a:pt x="295047" y="79386"/>
                  </a:lnTo>
                  <a:lnTo>
                    <a:pt x="292183" y="74906"/>
                  </a:lnTo>
                  <a:lnTo>
                    <a:pt x="289178" y="70518"/>
                  </a:lnTo>
                  <a:lnTo>
                    <a:pt x="286035" y="66229"/>
                  </a:lnTo>
                  <a:lnTo>
                    <a:pt x="282757" y="62042"/>
                  </a:lnTo>
                  <a:lnTo>
                    <a:pt x="279348" y="57961"/>
                  </a:lnTo>
                  <a:lnTo>
                    <a:pt x="275811" y="53991"/>
                  </a:lnTo>
                  <a:lnTo>
                    <a:pt x="272149" y="50135"/>
                  </a:lnTo>
                  <a:lnTo>
                    <a:pt x="268366" y="46398"/>
                  </a:lnTo>
                  <a:lnTo>
                    <a:pt x="264466" y="42783"/>
                  </a:lnTo>
                  <a:lnTo>
                    <a:pt x="260454" y="39293"/>
                  </a:lnTo>
                  <a:lnTo>
                    <a:pt x="256332" y="35934"/>
                  </a:lnTo>
                  <a:lnTo>
                    <a:pt x="252106" y="32706"/>
                  </a:lnTo>
                  <a:lnTo>
                    <a:pt x="247779" y="29615"/>
                  </a:lnTo>
                  <a:lnTo>
                    <a:pt x="243356" y="26663"/>
                  </a:lnTo>
                  <a:lnTo>
                    <a:pt x="238841" y="23854"/>
                  </a:lnTo>
                  <a:lnTo>
                    <a:pt x="234240" y="21189"/>
                  </a:lnTo>
                  <a:lnTo>
                    <a:pt x="229555" y="18672"/>
                  </a:lnTo>
                  <a:lnTo>
                    <a:pt x="224794" y="16305"/>
                  </a:lnTo>
                  <a:lnTo>
                    <a:pt x="219959" y="14091"/>
                  </a:lnTo>
                  <a:lnTo>
                    <a:pt x="215056" y="12032"/>
                  </a:lnTo>
                  <a:lnTo>
                    <a:pt x="210091" y="10130"/>
                  </a:lnTo>
                  <a:lnTo>
                    <a:pt x="205067" y="8387"/>
                  </a:lnTo>
                  <a:lnTo>
                    <a:pt x="199990" y="6804"/>
                  </a:lnTo>
                  <a:lnTo>
                    <a:pt x="194866" y="5384"/>
                  </a:lnTo>
                  <a:lnTo>
                    <a:pt x="189699" y="4127"/>
                  </a:lnTo>
                  <a:lnTo>
                    <a:pt x="184495" y="3035"/>
                  </a:lnTo>
                  <a:lnTo>
                    <a:pt x="179258" y="2110"/>
                  </a:lnTo>
                  <a:lnTo>
                    <a:pt x="173995" y="1351"/>
                  </a:lnTo>
                  <a:lnTo>
                    <a:pt x="168711" y="760"/>
                  </a:lnTo>
                  <a:lnTo>
                    <a:pt x="163410" y="338"/>
                  </a:lnTo>
                  <a:lnTo>
                    <a:pt x="158098" y="84"/>
                  </a:lnTo>
                  <a:lnTo>
                    <a:pt x="152781" y="0"/>
                  </a:lnTo>
                  <a:lnTo>
                    <a:pt x="15278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256079" y="4659281"/>
              <a:ext cx="168503" cy="334329"/>
            </a:xfrm>
            <a:custGeom>
              <a:avLst/>
              <a:pathLst>
                <a:path w="168503" h="334329">
                  <a:moveTo>
                    <a:pt x="167155" y="0"/>
                  </a:moveTo>
                  <a:lnTo>
                    <a:pt x="161838" y="84"/>
                  </a:lnTo>
                  <a:lnTo>
                    <a:pt x="156526" y="338"/>
                  </a:lnTo>
                  <a:lnTo>
                    <a:pt x="151224" y="760"/>
                  </a:lnTo>
                  <a:lnTo>
                    <a:pt x="145939" y="1351"/>
                  </a:lnTo>
                  <a:lnTo>
                    <a:pt x="140675" y="2110"/>
                  </a:lnTo>
                  <a:lnTo>
                    <a:pt x="135438" y="3036"/>
                  </a:lnTo>
                  <a:lnTo>
                    <a:pt x="130233" y="4128"/>
                  </a:lnTo>
                  <a:lnTo>
                    <a:pt x="125066" y="5385"/>
                  </a:lnTo>
                  <a:lnTo>
                    <a:pt x="119941" y="6806"/>
                  </a:lnTo>
                  <a:lnTo>
                    <a:pt x="114864" y="8389"/>
                  </a:lnTo>
                  <a:lnTo>
                    <a:pt x="109840" y="10132"/>
                  </a:lnTo>
                  <a:lnTo>
                    <a:pt x="104874" y="12035"/>
                  </a:lnTo>
                  <a:lnTo>
                    <a:pt x="99971" y="14094"/>
                  </a:lnTo>
                  <a:lnTo>
                    <a:pt x="95135" y="16309"/>
                  </a:lnTo>
                  <a:lnTo>
                    <a:pt x="90373" y="18676"/>
                  </a:lnTo>
                  <a:lnTo>
                    <a:pt x="85689" y="21194"/>
                  </a:lnTo>
                  <a:lnTo>
                    <a:pt x="81087" y="23859"/>
                  </a:lnTo>
                  <a:lnTo>
                    <a:pt x="76572" y="26669"/>
                  </a:lnTo>
                  <a:lnTo>
                    <a:pt x="72148" y="29622"/>
                  </a:lnTo>
                  <a:lnTo>
                    <a:pt x="67821" y="32714"/>
                  </a:lnTo>
                  <a:lnTo>
                    <a:pt x="63595" y="35941"/>
                  </a:lnTo>
                  <a:lnTo>
                    <a:pt x="59473" y="39302"/>
                  </a:lnTo>
                  <a:lnTo>
                    <a:pt x="55460" y="42792"/>
                  </a:lnTo>
                  <a:lnTo>
                    <a:pt x="51560" y="46408"/>
                  </a:lnTo>
                  <a:lnTo>
                    <a:pt x="47777" y="50146"/>
                  </a:lnTo>
                  <a:lnTo>
                    <a:pt x="44115" y="54003"/>
                  </a:lnTo>
                  <a:lnTo>
                    <a:pt x="40578" y="57974"/>
                  </a:lnTo>
                  <a:lnTo>
                    <a:pt x="37169" y="62055"/>
                  </a:lnTo>
                  <a:lnTo>
                    <a:pt x="33891" y="66243"/>
                  </a:lnTo>
                  <a:lnTo>
                    <a:pt x="30748" y="70533"/>
                  </a:lnTo>
                  <a:lnTo>
                    <a:pt x="27743" y="74921"/>
                  </a:lnTo>
                  <a:lnTo>
                    <a:pt x="24880" y="79402"/>
                  </a:lnTo>
                  <a:lnTo>
                    <a:pt x="22160" y="83973"/>
                  </a:lnTo>
                  <a:lnTo>
                    <a:pt x="19587" y="88627"/>
                  </a:lnTo>
                  <a:lnTo>
                    <a:pt x="17163" y="93361"/>
                  </a:lnTo>
                  <a:lnTo>
                    <a:pt x="14891" y="98169"/>
                  </a:lnTo>
                  <a:lnTo>
                    <a:pt x="12774" y="103048"/>
                  </a:lnTo>
                  <a:lnTo>
                    <a:pt x="10812" y="107991"/>
                  </a:lnTo>
                  <a:lnTo>
                    <a:pt x="9009" y="112994"/>
                  </a:lnTo>
                  <a:lnTo>
                    <a:pt x="7366" y="118052"/>
                  </a:lnTo>
                  <a:lnTo>
                    <a:pt x="5884" y="123159"/>
                  </a:lnTo>
                  <a:lnTo>
                    <a:pt x="4566" y="128312"/>
                  </a:lnTo>
                  <a:lnTo>
                    <a:pt x="3412" y="133503"/>
                  </a:lnTo>
                  <a:lnTo>
                    <a:pt x="2424" y="138729"/>
                  </a:lnTo>
                  <a:lnTo>
                    <a:pt x="1603" y="143983"/>
                  </a:lnTo>
                  <a:lnTo>
                    <a:pt x="949" y="149261"/>
                  </a:lnTo>
                  <a:lnTo>
                    <a:pt x="464" y="154557"/>
                  </a:lnTo>
                  <a:lnTo>
                    <a:pt x="147" y="159866"/>
                  </a:lnTo>
                  <a:lnTo>
                    <a:pt x="0" y="165182"/>
                  </a:lnTo>
                  <a:lnTo>
                    <a:pt x="21" y="170500"/>
                  </a:lnTo>
                  <a:lnTo>
                    <a:pt x="212" y="175815"/>
                  </a:lnTo>
                  <a:lnTo>
                    <a:pt x="571" y="181121"/>
                  </a:lnTo>
                  <a:lnTo>
                    <a:pt x="1099" y="186412"/>
                  </a:lnTo>
                  <a:lnTo>
                    <a:pt x="1795" y="191685"/>
                  </a:lnTo>
                  <a:lnTo>
                    <a:pt x="2659" y="196932"/>
                  </a:lnTo>
                  <a:lnTo>
                    <a:pt x="3689" y="202150"/>
                  </a:lnTo>
                  <a:lnTo>
                    <a:pt x="4885" y="207332"/>
                  </a:lnTo>
                  <a:lnTo>
                    <a:pt x="6244" y="212473"/>
                  </a:lnTo>
                  <a:lnTo>
                    <a:pt x="7767" y="217569"/>
                  </a:lnTo>
                  <a:lnTo>
                    <a:pt x="9451" y="222613"/>
                  </a:lnTo>
                  <a:lnTo>
                    <a:pt x="11294" y="227602"/>
                  </a:lnTo>
                  <a:lnTo>
                    <a:pt x="13296" y="232529"/>
                  </a:lnTo>
                  <a:lnTo>
                    <a:pt x="15453" y="237390"/>
                  </a:lnTo>
                  <a:lnTo>
                    <a:pt x="17763" y="242180"/>
                  </a:lnTo>
                  <a:lnTo>
                    <a:pt x="20225" y="246894"/>
                  </a:lnTo>
                  <a:lnTo>
                    <a:pt x="22835" y="251528"/>
                  </a:lnTo>
                  <a:lnTo>
                    <a:pt x="25592" y="256076"/>
                  </a:lnTo>
                  <a:lnTo>
                    <a:pt x="28491" y="260534"/>
                  </a:lnTo>
                  <a:lnTo>
                    <a:pt x="31532" y="264897"/>
                  </a:lnTo>
                  <a:lnTo>
                    <a:pt x="34709" y="269162"/>
                  </a:lnTo>
                  <a:lnTo>
                    <a:pt x="38020" y="273323"/>
                  </a:lnTo>
                  <a:lnTo>
                    <a:pt x="41462" y="277377"/>
                  </a:lnTo>
                  <a:lnTo>
                    <a:pt x="45032" y="281320"/>
                  </a:lnTo>
                  <a:lnTo>
                    <a:pt x="48725" y="285147"/>
                  </a:lnTo>
                  <a:lnTo>
                    <a:pt x="52538" y="288854"/>
                  </a:lnTo>
                  <a:lnTo>
                    <a:pt x="56466" y="292438"/>
                  </a:lnTo>
                  <a:lnTo>
                    <a:pt x="60507" y="295896"/>
                  </a:lnTo>
                  <a:lnTo>
                    <a:pt x="64656" y="299223"/>
                  </a:lnTo>
                  <a:lnTo>
                    <a:pt x="68908" y="302417"/>
                  </a:lnTo>
                  <a:lnTo>
                    <a:pt x="73260" y="305474"/>
                  </a:lnTo>
                  <a:lnTo>
                    <a:pt x="77707" y="308390"/>
                  </a:lnTo>
                  <a:lnTo>
                    <a:pt x="82245" y="311164"/>
                  </a:lnTo>
                  <a:lnTo>
                    <a:pt x="86868" y="313792"/>
                  </a:lnTo>
                  <a:lnTo>
                    <a:pt x="91573" y="316272"/>
                  </a:lnTo>
                  <a:lnTo>
                    <a:pt x="96354" y="318601"/>
                  </a:lnTo>
                  <a:lnTo>
                    <a:pt x="101207" y="320776"/>
                  </a:lnTo>
                  <a:lnTo>
                    <a:pt x="106126" y="322796"/>
                  </a:lnTo>
                  <a:lnTo>
                    <a:pt x="111108" y="324659"/>
                  </a:lnTo>
                  <a:lnTo>
                    <a:pt x="116146" y="326362"/>
                  </a:lnTo>
                  <a:lnTo>
                    <a:pt x="121235" y="327904"/>
                  </a:lnTo>
                  <a:lnTo>
                    <a:pt x="126372" y="329283"/>
                  </a:lnTo>
                  <a:lnTo>
                    <a:pt x="131549" y="330498"/>
                  </a:lnTo>
                  <a:lnTo>
                    <a:pt x="136763" y="331548"/>
                  </a:lnTo>
                  <a:lnTo>
                    <a:pt x="142007" y="332432"/>
                  </a:lnTo>
                  <a:lnTo>
                    <a:pt x="147277" y="333148"/>
                  </a:lnTo>
                  <a:lnTo>
                    <a:pt x="152566" y="333697"/>
                  </a:lnTo>
                  <a:lnTo>
                    <a:pt x="157871" y="334076"/>
                  </a:lnTo>
                  <a:lnTo>
                    <a:pt x="163185" y="334287"/>
                  </a:lnTo>
                  <a:lnTo>
                    <a:pt x="168503" y="33432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826449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826449"/>
              <a:ext cx="1347" cy="167162"/>
            </a:xfrm>
            <a:custGeom>
              <a:avLst/>
              <a:pathLst>
                <a:path w="1347" h="167162">
                  <a:moveTo>
                    <a:pt x="1347" y="16716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826449"/>
              <a:ext cx="80517" cy="167162"/>
            </a:xfrm>
            <a:custGeom>
              <a:avLst/>
              <a:pathLst>
                <a:path w="80517" h="167162">
                  <a:moveTo>
                    <a:pt x="1347" y="167162"/>
                  </a:moveTo>
                  <a:lnTo>
                    <a:pt x="7249" y="167010"/>
                  </a:lnTo>
                  <a:lnTo>
                    <a:pt x="13142" y="166649"/>
                  </a:lnTo>
                  <a:lnTo>
                    <a:pt x="19019" y="166081"/>
                  </a:lnTo>
                  <a:lnTo>
                    <a:pt x="24872" y="165306"/>
                  </a:lnTo>
                  <a:lnTo>
                    <a:pt x="30694" y="164325"/>
                  </a:lnTo>
                  <a:lnTo>
                    <a:pt x="36478" y="163138"/>
                  </a:lnTo>
                  <a:lnTo>
                    <a:pt x="42216" y="161748"/>
                  </a:lnTo>
                  <a:lnTo>
                    <a:pt x="47902" y="160157"/>
                  </a:lnTo>
                  <a:lnTo>
                    <a:pt x="53527" y="158365"/>
                  </a:lnTo>
                  <a:lnTo>
                    <a:pt x="59086" y="156376"/>
                  </a:lnTo>
                  <a:lnTo>
                    <a:pt x="64572" y="154192"/>
                  </a:lnTo>
                  <a:lnTo>
                    <a:pt x="69976" y="151816"/>
                  </a:lnTo>
                  <a:lnTo>
                    <a:pt x="75294" y="149250"/>
                  </a:lnTo>
                  <a:lnTo>
                    <a:pt x="80517" y="146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167153" cy="313666"/>
            </a:xfrm>
            <a:custGeom>
              <a:avLst/>
              <a:pathLst>
                <a:path w="167153" h="313666">
                  <a:moveTo>
                    <a:pt x="80517" y="313666"/>
                  </a:moveTo>
                  <a:lnTo>
                    <a:pt x="85134" y="311032"/>
                  </a:lnTo>
                  <a:lnTo>
                    <a:pt x="89664" y="308253"/>
                  </a:lnTo>
                  <a:lnTo>
                    <a:pt x="94104" y="305331"/>
                  </a:lnTo>
                  <a:lnTo>
                    <a:pt x="98449" y="302269"/>
                  </a:lnTo>
                  <a:lnTo>
                    <a:pt x="102694" y="299071"/>
                  </a:lnTo>
                  <a:lnTo>
                    <a:pt x="106835" y="295740"/>
                  </a:lnTo>
                  <a:lnTo>
                    <a:pt x="110869" y="292279"/>
                  </a:lnTo>
                  <a:lnTo>
                    <a:pt x="114790" y="288691"/>
                  </a:lnTo>
                  <a:lnTo>
                    <a:pt x="118595" y="284980"/>
                  </a:lnTo>
                  <a:lnTo>
                    <a:pt x="122281" y="281150"/>
                  </a:lnTo>
                  <a:lnTo>
                    <a:pt x="125843" y="277205"/>
                  </a:lnTo>
                  <a:lnTo>
                    <a:pt x="129277" y="273149"/>
                  </a:lnTo>
                  <a:lnTo>
                    <a:pt x="132581" y="268986"/>
                  </a:lnTo>
                  <a:lnTo>
                    <a:pt x="135751" y="264720"/>
                  </a:lnTo>
                  <a:lnTo>
                    <a:pt x="138783" y="260355"/>
                  </a:lnTo>
                  <a:lnTo>
                    <a:pt x="141676" y="255896"/>
                  </a:lnTo>
                  <a:lnTo>
                    <a:pt x="144425" y="251347"/>
                  </a:lnTo>
                  <a:lnTo>
                    <a:pt x="147028" y="246713"/>
                  </a:lnTo>
                  <a:lnTo>
                    <a:pt x="149483" y="241999"/>
                  </a:lnTo>
                  <a:lnTo>
                    <a:pt x="151786" y="237209"/>
                  </a:lnTo>
                  <a:lnTo>
                    <a:pt x="153936" y="232348"/>
                  </a:lnTo>
                  <a:lnTo>
                    <a:pt x="155930" y="227421"/>
                  </a:lnTo>
                  <a:lnTo>
                    <a:pt x="157767" y="222434"/>
                  </a:lnTo>
                  <a:lnTo>
                    <a:pt x="159444" y="217390"/>
                  </a:lnTo>
                  <a:lnTo>
                    <a:pt x="160960" y="212296"/>
                  </a:lnTo>
                  <a:lnTo>
                    <a:pt x="162313" y="207156"/>
                  </a:lnTo>
                  <a:lnTo>
                    <a:pt x="163503" y="201976"/>
                  </a:lnTo>
                  <a:lnTo>
                    <a:pt x="164527" y="196761"/>
                  </a:lnTo>
                  <a:lnTo>
                    <a:pt x="165384" y="191515"/>
                  </a:lnTo>
                  <a:lnTo>
                    <a:pt x="166075" y="186245"/>
                  </a:lnTo>
                  <a:lnTo>
                    <a:pt x="166597" y="180956"/>
                  </a:lnTo>
                  <a:lnTo>
                    <a:pt x="166951" y="175653"/>
                  </a:lnTo>
                  <a:lnTo>
                    <a:pt x="167137" y="170341"/>
                  </a:lnTo>
                  <a:lnTo>
                    <a:pt x="167153" y="165026"/>
                  </a:lnTo>
                  <a:lnTo>
                    <a:pt x="167001" y="159714"/>
                  </a:lnTo>
                  <a:lnTo>
                    <a:pt x="166679" y="154408"/>
                  </a:lnTo>
                  <a:lnTo>
                    <a:pt x="166189" y="149116"/>
                  </a:lnTo>
                  <a:lnTo>
                    <a:pt x="165532" y="143842"/>
                  </a:lnTo>
                  <a:lnTo>
                    <a:pt x="164706" y="138591"/>
                  </a:lnTo>
                  <a:lnTo>
                    <a:pt x="163715" y="133370"/>
                  </a:lnTo>
                  <a:lnTo>
                    <a:pt x="162558" y="128182"/>
                  </a:lnTo>
                  <a:lnTo>
                    <a:pt x="161236" y="123034"/>
                  </a:lnTo>
                  <a:lnTo>
                    <a:pt x="159752" y="117931"/>
                  </a:lnTo>
                  <a:lnTo>
                    <a:pt x="158106" y="112877"/>
                  </a:lnTo>
                  <a:lnTo>
                    <a:pt x="156300" y="107878"/>
                  </a:lnTo>
                  <a:lnTo>
                    <a:pt x="154336" y="102939"/>
                  </a:lnTo>
                  <a:lnTo>
                    <a:pt x="152216" y="98065"/>
                  </a:lnTo>
                  <a:lnTo>
                    <a:pt x="149942" y="93261"/>
                  </a:lnTo>
                  <a:lnTo>
                    <a:pt x="147517" y="88532"/>
                  </a:lnTo>
                  <a:lnTo>
                    <a:pt x="144943" y="83882"/>
                  </a:lnTo>
                  <a:lnTo>
                    <a:pt x="142222" y="79316"/>
                  </a:lnTo>
                  <a:lnTo>
                    <a:pt x="139357" y="74839"/>
                  </a:lnTo>
                  <a:lnTo>
                    <a:pt x="136352" y="70456"/>
                  </a:lnTo>
                  <a:lnTo>
                    <a:pt x="133208" y="66170"/>
                  </a:lnTo>
                  <a:lnTo>
                    <a:pt x="129930" y="61986"/>
                  </a:lnTo>
                  <a:lnTo>
                    <a:pt x="126521" y="57909"/>
                  </a:lnTo>
                  <a:lnTo>
                    <a:pt x="122983" y="53942"/>
                  </a:lnTo>
                  <a:lnTo>
                    <a:pt x="119322" y="50089"/>
                  </a:lnTo>
                  <a:lnTo>
                    <a:pt x="115539" y="46355"/>
                  </a:lnTo>
                  <a:lnTo>
                    <a:pt x="111640" y="42743"/>
                  </a:lnTo>
                  <a:lnTo>
                    <a:pt x="107629" y="39257"/>
                  </a:lnTo>
                  <a:lnTo>
                    <a:pt x="103508" y="35900"/>
                  </a:lnTo>
                  <a:lnTo>
                    <a:pt x="99283" y="32676"/>
                  </a:lnTo>
                  <a:lnTo>
                    <a:pt x="94957" y="29588"/>
                  </a:lnTo>
                  <a:lnTo>
                    <a:pt x="90535" y="26638"/>
                  </a:lnTo>
                  <a:lnTo>
                    <a:pt x="86022" y="23831"/>
                  </a:lnTo>
                  <a:lnTo>
                    <a:pt x="81422" y="21169"/>
                  </a:lnTo>
                  <a:lnTo>
                    <a:pt x="76739" y="18654"/>
                  </a:lnTo>
                  <a:lnTo>
                    <a:pt x="71979" y="16290"/>
                  </a:lnTo>
                  <a:lnTo>
                    <a:pt x="67146" y="14078"/>
                  </a:lnTo>
                  <a:lnTo>
                    <a:pt x="62246" y="12021"/>
                  </a:lnTo>
                  <a:lnTo>
                    <a:pt x="57282" y="10120"/>
                  </a:lnTo>
                  <a:lnTo>
                    <a:pt x="52261" y="8379"/>
                  </a:lnTo>
                  <a:lnTo>
                    <a:pt x="47186" y="6797"/>
                  </a:lnTo>
                  <a:lnTo>
                    <a:pt x="42064" y="5378"/>
                  </a:lnTo>
                  <a:lnTo>
                    <a:pt x="36900" y="4123"/>
                  </a:lnTo>
                  <a:lnTo>
                    <a:pt x="31698" y="3032"/>
                  </a:lnTo>
                  <a:lnTo>
                    <a:pt x="26464" y="2108"/>
                  </a:lnTo>
                  <a:lnTo>
                    <a:pt x="21203" y="1350"/>
                  </a:lnTo>
                  <a:lnTo>
                    <a:pt x="15921" y="759"/>
                  </a:lnTo>
                  <a:lnTo>
                    <a:pt x="10623" y="337"/>
                  </a:lnTo>
                  <a:lnTo>
                    <a:pt x="531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561316" y="4213821"/>
              <a:ext cx="230660" cy="334329"/>
            </a:xfrm>
            <a:custGeom>
              <a:avLst/>
              <a:pathLst>
                <a:path w="230660" h="334329">
                  <a:moveTo>
                    <a:pt x="167155" y="0"/>
                  </a:moveTo>
                  <a:lnTo>
                    <a:pt x="161838" y="84"/>
                  </a:lnTo>
                  <a:lnTo>
                    <a:pt x="156526" y="338"/>
                  </a:lnTo>
                  <a:lnTo>
                    <a:pt x="151225" y="760"/>
                  </a:lnTo>
                  <a:lnTo>
                    <a:pt x="145940" y="1351"/>
                  </a:lnTo>
                  <a:lnTo>
                    <a:pt x="140676" y="2110"/>
                  </a:lnTo>
                  <a:lnTo>
                    <a:pt x="135440" y="3036"/>
                  </a:lnTo>
                  <a:lnTo>
                    <a:pt x="130235" y="4127"/>
                  </a:lnTo>
                  <a:lnTo>
                    <a:pt x="125068" y="5384"/>
                  </a:lnTo>
                  <a:lnTo>
                    <a:pt x="119943" y="6805"/>
                  </a:lnTo>
                  <a:lnTo>
                    <a:pt x="114866" y="8388"/>
                  </a:lnTo>
                  <a:lnTo>
                    <a:pt x="109842" y="10131"/>
                  </a:lnTo>
                  <a:lnTo>
                    <a:pt x="104876" y="12034"/>
                  </a:lnTo>
                  <a:lnTo>
                    <a:pt x="99973" y="14093"/>
                  </a:lnTo>
                  <a:lnTo>
                    <a:pt x="95138" y="16308"/>
                  </a:lnTo>
                  <a:lnTo>
                    <a:pt x="90376" y="18675"/>
                  </a:lnTo>
                  <a:lnTo>
                    <a:pt x="85692" y="21192"/>
                  </a:lnTo>
                  <a:lnTo>
                    <a:pt x="81090" y="23857"/>
                  </a:lnTo>
                  <a:lnTo>
                    <a:pt x="76575" y="26667"/>
                  </a:lnTo>
                  <a:lnTo>
                    <a:pt x="72152" y="29619"/>
                  </a:lnTo>
                  <a:lnTo>
                    <a:pt x="67825" y="32711"/>
                  </a:lnTo>
                  <a:lnTo>
                    <a:pt x="63598" y="35938"/>
                  </a:lnTo>
                  <a:lnTo>
                    <a:pt x="59477" y="39298"/>
                  </a:lnTo>
                  <a:lnTo>
                    <a:pt x="55464" y="42788"/>
                  </a:lnTo>
                  <a:lnTo>
                    <a:pt x="51564" y="46404"/>
                  </a:lnTo>
                  <a:lnTo>
                    <a:pt x="47782" y="50142"/>
                  </a:lnTo>
                  <a:lnTo>
                    <a:pt x="44120" y="53998"/>
                  </a:lnTo>
                  <a:lnTo>
                    <a:pt x="40582" y="57969"/>
                  </a:lnTo>
                  <a:lnTo>
                    <a:pt x="37173" y="62050"/>
                  </a:lnTo>
                  <a:lnTo>
                    <a:pt x="33895" y="66237"/>
                  </a:lnTo>
                  <a:lnTo>
                    <a:pt x="30752" y="70527"/>
                  </a:lnTo>
                  <a:lnTo>
                    <a:pt x="27747" y="74915"/>
                  </a:lnTo>
                  <a:lnTo>
                    <a:pt x="24884" y="79396"/>
                  </a:lnTo>
                  <a:lnTo>
                    <a:pt x="22164" y="83966"/>
                  </a:lnTo>
                  <a:lnTo>
                    <a:pt x="19591" y="88620"/>
                  </a:lnTo>
                  <a:lnTo>
                    <a:pt x="17167" y="93353"/>
                  </a:lnTo>
                  <a:lnTo>
                    <a:pt x="14895" y="98161"/>
                  </a:lnTo>
                  <a:lnTo>
                    <a:pt x="12777" y="103039"/>
                  </a:lnTo>
                  <a:lnTo>
                    <a:pt x="10815" y="107982"/>
                  </a:lnTo>
                  <a:lnTo>
                    <a:pt x="9012" y="112985"/>
                  </a:lnTo>
                  <a:lnTo>
                    <a:pt x="7368" y="118042"/>
                  </a:lnTo>
                  <a:lnTo>
                    <a:pt x="5887" y="123150"/>
                  </a:lnTo>
                  <a:lnTo>
                    <a:pt x="4568" y="128302"/>
                  </a:lnTo>
                  <a:lnTo>
                    <a:pt x="3414" y="133493"/>
                  </a:lnTo>
                  <a:lnTo>
                    <a:pt x="2426" y="138718"/>
                  </a:lnTo>
                  <a:lnTo>
                    <a:pt x="1605" y="143972"/>
                  </a:lnTo>
                  <a:lnTo>
                    <a:pt x="951" y="149250"/>
                  </a:lnTo>
                  <a:lnTo>
                    <a:pt x="465" y="154545"/>
                  </a:lnTo>
                  <a:lnTo>
                    <a:pt x="148" y="159854"/>
                  </a:lnTo>
                  <a:lnTo>
                    <a:pt x="0" y="165170"/>
                  </a:lnTo>
                  <a:lnTo>
                    <a:pt x="21" y="170488"/>
                  </a:lnTo>
                  <a:lnTo>
                    <a:pt x="211" y="175802"/>
                  </a:lnTo>
                  <a:lnTo>
                    <a:pt x="570" y="181108"/>
                  </a:lnTo>
                  <a:lnTo>
                    <a:pt x="1098" y="186399"/>
                  </a:lnTo>
                  <a:lnTo>
                    <a:pt x="1793" y="191672"/>
                  </a:lnTo>
                  <a:lnTo>
                    <a:pt x="2656" y="196919"/>
                  </a:lnTo>
                  <a:lnTo>
                    <a:pt x="3686" y="202136"/>
                  </a:lnTo>
                  <a:lnTo>
                    <a:pt x="4881" y="207318"/>
                  </a:lnTo>
                  <a:lnTo>
                    <a:pt x="6240" y="212460"/>
                  </a:lnTo>
                  <a:lnTo>
                    <a:pt x="7762" y="217555"/>
                  </a:lnTo>
                  <a:lnTo>
                    <a:pt x="9446" y="222599"/>
                  </a:lnTo>
                  <a:lnTo>
                    <a:pt x="11289" y="227588"/>
                  </a:lnTo>
                  <a:lnTo>
                    <a:pt x="13290" y="232515"/>
                  </a:lnTo>
                  <a:lnTo>
                    <a:pt x="15446" y="237376"/>
                  </a:lnTo>
                  <a:lnTo>
                    <a:pt x="17756" y="242166"/>
                  </a:lnTo>
                  <a:lnTo>
                    <a:pt x="20217" y="246880"/>
                  </a:lnTo>
                  <a:lnTo>
                    <a:pt x="22827" y="251514"/>
                  </a:lnTo>
                  <a:lnTo>
                    <a:pt x="25583" y="256062"/>
                  </a:lnTo>
                  <a:lnTo>
                    <a:pt x="28482" y="260520"/>
                  </a:lnTo>
                  <a:lnTo>
                    <a:pt x="31522" y="264883"/>
                  </a:lnTo>
                  <a:lnTo>
                    <a:pt x="34698" y="269148"/>
                  </a:lnTo>
                  <a:lnTo>
                    <a:pt x="38009" y="273310"/>
                  </a:lnTo>
                  <a:lnTo>
                    <a:pt x="41451" y="277364"/>
                  </a:lnTo>
                  <a:lnTo>
                    <a:pt x="45019" y="281307"/>
                  </a:lnTo>
                  <a:lnTo>
                    <a:pt x="48712" y="285134"/>
                  </a:lnTo>
                  <a:lnTo>
                    <a:pt x="52524" y="288841"/>
                  </a:lnTo>
                  <a:lnTo>
                    <a:pt x="56452" y="292426"/>
                  </a:lnTo>
                  <a:lnTo>
                    <a:pt x="60492" y="295884"/>
                  </a:lnTo>
                  <a:lnTo>
                    <a:pt x="64641" y="299211"/>
                  </a:lnTo>
                  <a:lnTo>
                    <a:pt x="68893" y="302405"/>
                  </a:lnTo>
                  <a:lnTo>
                    <a:pt x="73244" y="305462"/>
                  </a:lnTo>
                  <a:lnTo>
                    <a:pt x="77690" y="308380"/>
                  </a:lnTo>
                  <a:lnTo>
                    <a:pt x="82227" y="311154"/>
                  </a:lnTo>
                  <a:lnTo>
                    <a:pt x="86850" y="313782"/>
                  </a:lnTo>
                  <a:lnTo>
                    <a:pt x="91554" y="316262"/>
                  </a:lnTo>
                  <a:lnTo>
                    <a:pt x="96335" y="318592"/>
                  </a:lnTo>
                  <a:lnTo>
                    <a:pt x="101187" y="320768"/>
                  </a:lnTo>
                  <a:lnTo>
                    <a:pt x="106106" y="322788"/>
                  </a:lnTo>
                  <a:lnTo>
                    <a:pt x="111087" y="324651"/>
                  </a:lnTo>
                  <a:lnTo>
                    <a:pt x="116125" y="326355"/>
                  </a:lnTo>
                  <a:lnTo>
                    <a:pt x="121214" y="327898"/>
                  </a:lnTo>
                  <a:lnTo>
                    <a:pt x="126350" y="329278"/>
                  </a:lnTo>
                  <a:lnTo>
                    <a:pt x="131527" y="330494"/>
                  </a:lnTo>
                  <a:lnTo>
                    <a:pt x="136740" y="331544"/>
                  </a:lnTo>
                  <a:lnTo>
                    <a:pt x="141984" y="332428"/>
                  </a:lnTo>
                  <a:lnTo>
                    <a:pt x="147253" y="333145"/>
                  </a:lnTo>
                  <a:lnTo>
                    <a:pt x="152543" y="333695"/>
                  </a:lnTo>
                  <a:lnTo>
                    <a:pt x="157847" y="334075"/>
                  </a:lnTo>
                  <a:lnTo>
                    <a:pt x="163161" y="334287"/>
                  </a:lnTo>
                  <a:lnTo>
                    <a:pt x="168478" y="334329"/>
                  </a:lnTo>
                  <a:lnTo>
                    <a:pt x="173795" y="334202"/>
                  </a:lnTo>
                  <a:lnTo>
                    <a:pt x="179105" y="333907"/>
                  </a:lnTo>
                  <a:lnTo>
                    <a:pt x="184402" y="333442"/>
                  </a:lnTo>
                  <a:lnTo>
                    <a:pt x="189682" y="332810"/>
                  </a:lnTo>
                  <a:lnTo>
                    <a:pt x="194940" y="332009"/>
                  </a:lnTo>
                  <a:lnTo>
                    <a:pt x="200169" y="331042"/>
                  </a:lnTo>
                  <a:lnTo>
                    <a:pt x="205365" y="329909"/>
                  </a:lnTo>
                  <a:lnTo>
                    <a:pt x="210522" y="328611"/>
                  </a:lnTo>
                  <a:lnTo>
                    <a:pt x="215635" y="327150"/>
                  </a:lnTo>
                  <a:lnTo>
                    <a:pt x="220699" y="325527"/>
                  </a:lnTo>
                  <a:lnTo>
                    <a:pt x="225709" y="323744"/>
                  </a:lnTo>
                  <a:lnTo>
                    <a:pt x="230660" y="321802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380988"/>
              <a:ext cx="63504" cy="154635"/>
            </a:xfrm>
            <a:custGeom>
              <a:avLst/>
              <a:pathLst>
                <a:path w="63504" h="154635">
                  <a:moveTo>
                    <a:pt x="63504" y="1546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380988"/>
              <a:ext cx="130976" cy="154635"/>
            </a:xfrm>
            <a:custGeom>
              <a:avLst/>
              <a:pathLst>
                <a:path w="130976" h="154635">
                  <a:moveTo>
                    <a:pt x="63504" y="154635"/>
                  </a:moveTo>
                  <a:lnTo>
                    <a:pt x="68731" y="152384"/>
                  </a:lnTo>
                  <a:lnTo>
                    <a:pt x="73877" y="149956"/>
                  </a:lnTo>
                  <a:lnTo>
                    <a:pt x="78938" y="147355"/>
                  </a:lnTo>
                  <a:lnTo>
                    <a:pt x="83907" y="144583"/>
                  </a:lnTo>
                  <a:lnTo>
                    <a:pt x="88779" y="141644"/>
                  </a:lnTo>
                  <a:lnTo>
                    <a:pt x="93549" y="138540"/>
                  </a:lnTo>
                  <a:lnTo>
                    <a:pt x="98210" y="135276"/>
                  </a:lnTo>
                  <a:lnTo>
                    <a:pt x="102757" y="131855"/>
                  </a:lnTo>
                  <a:lnTo>
                    <a:pt x="107185" y="128282"/>
                  </a:lnTo>
                  <a:lnTo>
                    <a:pt x="111489" y="124559"/>
                  </a:lnTo>
                  <a:lnTo>
                    <a:pt x="115663" y="120693"/>
                  </a:lnTo>
                  <a:lnTo>
                    <a:pt x="119704" y="116686"/>
                  </a:lnTo>
                  <a:lnTo>
                    <a:pt x="123606" y="112545"/>
                  </a:lnTo>
                  <a:lnTo>
                    <a:pt x="127365" y="108273"/>
                  </a:lnTo>
                  <a:lnTo>
                    <a:pt x="130976" y="103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167167" cy="271043"/>
            </a:xfrm>
            <a:custGeom>
              <a:avLst/>
              <a:pathLst>
                <a:path w="167167" h="271043">
                  <a:moveTo>
                    <a:pt x="130976" y="271043"/>
                  </a:moveTo>
                  <a:lnTo>
                    <a:pt x="134234" y="266796"/>
                  </a:lnTo>
                  <a:lnTo>
                    <a:pt x="137355" y="262448"/>
                  </a:lnTo>
                  <a:lnTo>
                    <a:pt x="140335" y="258002"/>
                  </a:lnTo>
                  <a:lnTo>
                    <a:pt x="143171" y="253463"/>
                  </a:lnTo>
                  <a:lnTo>
                    <a:pt x="145860" y="248835"/>
                  </a:lnTo>
                  <a:lnTo>
                    <a:pt x="148400" y="244124"/>
                  </a:lnTo>
                  <a:lnTo>
                    <a:pt x="150787" y="239334"/>
                  </a:lnTo>
                  <a:lnTo>
                    <a:pt x="153020" y="234469"/>
                  </a:lnTo>
                  <a:lnTo>
                    <a:pt x="155096" y="229536"/>
                  </a:lnTo>
                  <a:lnTo>
                    <a:pt x="157013" y="224539"/>
                  </a:lnTo>
                  <a:lnTo>
                    <a:pt x="158770" y="219483"/>
                  </a:lnTo>
                  <a:lnTo>
                    <a:pt x="160363" y="214374"/>
                  </a:lnTo>
                  <a:lnTo>
                    <a:pt x="161792" y="209216"/>
                  </a:lnTo>
                  <a:lnTo>
                    <a:pt x="163055" y="204015"/>
                  </a:lnTo>
                  <a:lnTo>
                    <a:pt x="164151" y="198776"/>
                  </a:lnTo>
                  <a:lnTo>
                    <a:pt x="165079" y="193505"/>
                  </a:lnTo>
                  <a:lnTo>
                    <a:pt x="165838" y="188206"/>
                  </a:lnTo>
                  <a:lnTo>
                    <a:pt x="166426" y="182887"/>
                  </a:lnTo>
                  <a:lnTo>
                    <a:pt x="166844" y="177551"/>
                  </a:lnTo>
                  <a:lnTo>
                    <a:pt x="167091" y="172204"/>
                  </a:lnTo>
                  <a:lnTo>
                    <a:pt x="167167" y="166852"/>
                  </a:lnTo>
                  <a:lnTo>
                    <a:pt x="167071" y="161501"/>
                  </a:lnTo>
                  <a:lnTo>
                    <a:pt x="166804" y="156155"/>
                  </a:lnTo>
                  <a:lnTo>
                    <a:pt x="166366" y="150821"/>
                  </a:lnTo>
                  <a:lnTo>
                    <a:pt x="165757" y="145504"/>
                  </a:lnTo>
                  <a:lnTo>
                    <a:pt x="164979" y="140208"/>
                  </a:lnTo>
                  <a:lnTo>
                    <a:pt x="164031" y="134941"/>
                  </a:lnTo>
                  <a:lnTo>
                    <a:pt x="162916" y="129706"/>
                  </a:lnTo>
                  <a:lnTo>
                    <a:pt x="161633" y="124510"/>
                  </a:lnTo>
                  <a:lnTo>
                    <a:pt x="160184" y="119357"/>
                  </a:lnTo>
                  <a:lnTo>
                    <a:pt x="158572" y="114254"/>
                  </a:lnTo>
                  <a:lnTo>
                    <a:pt x="156796" y="109204"/>
                  </a:lnTo>
                  <a:lnTo>
                    <a:pt x="154861" y="104214"/>
                  </a:lnTo>
                  <a:lnTo>
                    <a:pt x="152766" y="99289"/>
                  </a:lnTo>
                  <a:lnTo>
                    <a:pt x="150515" y="94433"/>
                  </a:lnTo>
                  <a:lnTo>
                    <a:pt x="148109" y="89652"/>
                  </a:lnTo>
                  <a:lnTo>
                    <a:pt x="145552" y="84950"/>
                  </a:lnTo>
                  <a:lnTo>
                    <a:pt x="142845" y="80333"/>
                  </a:lnTo>
                  <a:lnTo>
                    <a:pt x="139992" y="75805"/>
                  </a:lnTo>
                  <a:lnTo>
                    <a:pt x="136995" y="71370"/>
                  </a:lnTo>
                  <a:lnTo>
                    <a:pt x="133858" y="67033"/>
                  </a:lnTo>
                  <a:lnTo>
                    <a:pt x="130584" y="62799"/>
                  </a:lnTo>
                  <a:lnTo>
                    <a:pt x="127176" y="58672"/>
                  </a:lnTo>
                  <a:lnTo>
                    <a:pt x="123638" y="54657"/>
                  </a:lnTo>
                  <a:lnTo>
                    <a:pt x="119972" y="50756"/>
                  </a:lnTo>
                  <a:lnTo>
                    <a:pt x="116184" y="46975"/>
                  </a:lnTo>
                  <a:lnTo>
                    <a:pt x="112277" y="43317"/>
                  </a:lnTo>
                  <a:lnTo>
                    <a:pt x="108255" y="39786"/>
                  </a:lnTo>
                  <a:lnTo>
                    <a:pt x="104121" y="36386"/>
                  </a:lnTo>
                  <a:lnTo>
                    <a:pt x="99881" y="33120"/>
                  </a:lnTo>
                  <a:lnTo>
                    <a:pt x="95539" y="29991"/>
                  </a:lnTo>
                  <a:lnTo>
                    <a:pt x="91098" y="27003"/>
                  </a:lnTo>
                  <a:lnTo>
                    <a:pt x="86565" y="24158"/>
                  </a:lnTo>
                  <a:lnTo>
                    <a:pt x="81942" y="21460"/>
                  </a:lnTo>
                  <a:lnTo>
                    <a:pt x="77235" y="18912"/>
                  </a:lnTo>
                  <a:lnTo>
                    <a:pt x="72450" y="16515"/>
                  </a:lnTo>
                  <a:lnTo>
                    <a:pt x="67590" y="14273"/>
                  </a:lnTo>
                  <a:lnTo>
                    <a:pt x="62661" y="12188"/>
                  </a:lnTo>
                  <a:lnTo>
                    <a:pt x="57667" y="10261"/>
                  </a:lnTo>
                  <a:lnTo>
                    <a:pt x="52614" y="8496"/>
                  </a:lnTo>
                  <a:lnTo>
                    <a:pt x="47508" y="6892"/>
                  </a:lnTo>
                  <a:lnTo>
                    <a:pt x="42353" y="5454"/>
                  </a:lnTo>
                  <a:lnTo>
                    <a:pt x="37154" y="4181"/>
                  </a:lnTo>
                  <a:lnTo>
                    <a:pt x="31917" y="3075"/>
                  </a:lnTo>
                  <a:lnTo>
                    <a:pt x="26648" y="2137"/>
                  </a:lnTo>
                  <a:lnTo>
                    <a:pt x="21351" y="1369"/>
                  </a:lnTo>
                  <a:lnTo>
                    <a:pt x="16032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51861" y="3707720"/>
              <a:ext cx="172989" cy="334334"/>
            </a:xfrm>
            <a:custGeom>
              <a:avLst/>
              <a:pathLst>
                <a:path w="172989" h="334334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4" y="758"/>
                  </a:lnTo>
                  <a:lnTo>
                    <a:pt x="145966" y="1347"/>
                  </a:lnTo>
                  <a:lnTo>
                    <a:pt x="140711" y="2104"/>
                  </a:lnTo>
                  <a:lnTo>
                    <a:pt x="135482" y="3027"/>
                  </a:lnTo>
                  <a:lnTo>
                    <a:pt x="130285" y="4115"/>
                  </a:lnTo>
                  <a:lnTo>
                    <a:pt x="125125" y="5368"/>
                  </a:lnTo>
                  <a:lnTo>
                    <a:pt x="120007" y="6785"/>
                  </a:lnTo>
                  <a:lnTo>
                    <a:pt x="114937" y="8363"/>
                  </a:lnTo>
                  <a:lnTo>
                    <a:pt x="109920" y="10101"/>
                  </a:lnTo>
                  <a:lnTo>
                    <a:pt x="104960" y="11998"/>
                  </a:lnTo>
                  <a:lnTo>
                    <a:pt x="100064" y="14051"/>
                  </a:lnTo>
                  <a:lnTo>
                    <a:pt x="95234" y="16259"/>
                  </a:lnTo>
                  <a:lnTo>
                    <a:pt x="90478" y="18619"/>
                  </a:lnTo>
                  <a:lnTo>
                    <a:pt x="85799" y="21129"/>
                  </a:lnTo>
                  <a:lnTo>
                    <a:pt x="81202" y="23787"/>
                  </a:lnTo>
                  <a:lnTo>
                    <a:pt x="76691" y="26589"/>
                  </a:lnTo>
                  <a:lnTo>
                    <a:pt x="72272" y="29533"/>
                  </a:lnTo>
                  <a:lnTo>
                    <a:pt x="67949" y="32615"/>
                  </a:lnTo>
                  <a:lnTo>
                    <a:pt x="63725" y="35834"/>
                  </a:lnTo>
                  <a:lnTo>
                    <a:pt x="59606" y="39185"/>
                  </a:lnTo>
                  <a:lnTo>
                    <a:pt x="55596" y="42665"/>
                  </a:lnTo>
                  <a:lnTo>
                    <a:pt x="51698" y="46271"/>
                  </a:lnTo>
                  <a:lnTo>
                    <a:pt x="47917" y="49999"/>
                  </a:lnTo>
                  <a:lnTo>
                    <a:pt x="44256" y="53845"/>
                  </a:lnTo>
                  <a:lnTo>
                    <a:pt x="40719" y="57805"/>
                  </a:lnTo>
                  <a:lnTo>
                    <a:pt x="37309" y="61875"/>
                  </a:lnTo>
                  <a:lnTo>
                    <a:pt x="34030" y="66052"/>
                  </a:lnTo>
                  <a:lnTo>
                    <a:pt x="30886" y="70331"/>
                  </a:lnTo>
                  <a:lnTo>
                    <a:pt x="27879" y="74708"/>
                  </a:lnTo>
                  <a:lnTo>
                    <a:pt x="25013" y="79178"/>
                  </a:lnTo>
                  <a:lnTo>
                    <a:pt x="22290" y="83736"/>
                  </a:lnTo>
                  <a:lnTo>
                    <a:pt x="19714" y="88379"/>
                  </a:lnTo>
                  <a:lnTo>
                    <a:pt x="17286" y="93101"/>
                  </a:lnTo>
                  <a:lnTo>
                    <a:pt x="15009" y="97898"/>
                  </a:lnTo>
                  <a:lnTo>
                    <a:pt x="12886" y="102765"/>
                  </a:lnTo>
                  <a:lnTo>
                    <a:pt x="10918" y="107697"/>
                  </a:lnTo>
                  <a:lnTo>
                    <a:pt x="9108" y="112689"/>
                  </a:lnTo>
                  <a:lnTo>
                    <a:pt x="7458" y="117736"/>
                  </a:lnTo>
                  <a:lnTo>
                    <a:pt x="5968" y="122833"/>
                  </a:lnTo>
                  <a:lnTo>
                    <a:pt x="4642" y="127974"/>
                  </a:lnTo>
                  <a:lnTo>
                    <a:pt x="3479" y="133155"/>
                  </a:lnTo>
                  <a:lnTo>
                    <a:pt x="2481" y="138371"/>
                  </a:lnTo>
                  <a:lnTo>
                    <a:pt x="1650" y="143615"/>
                  </a:lnTo>
                  <a:lnTo>
                    <a:pt x="985" y="148883"/>
                  </a:lnTo>
                  <a:lnTo>
                    <a:pt x="488" y="154170"/>
                  </a:lnTo>
                  <a:lnTo>
                    <a:pt x="160" y="159470"/>
                  </a:lnTo>
                  <a:lnTo>
                    <a:pt x="0" y="164777"/>
                  </a:lnTo>
                  <a:lnTo>
                    <a:pt x="8" y="170087"/>
                  </a:lnTo>
                  <a:lnTo>
                    <a:pt x="185" y="175394"/>
                  </a:lnTo>
                  <a:lnTo>
                    <a:pt x="530" y="180693"/>
                  </a:lnTo>
                  <a:lnTo>
                    <a:pt x="1044" y="185978"/>
                  </a:lnTo>
                  <a:lnTo>
                    <a:pt x="1725" y="191244"/>
                  </a:lnTo>
                  <a:lnTo>
                    <a:pt x="2573" y="196485"/>
                  </a:lnTo>
                  <a:lnTo>
                    <a:pt x="3588" y="201697"/>
                  </a:lnTo>
                  <a:lnTo>
                    <a:pt x="4767" y="206875"/>
                  </a:lnTo>
                  <a:lnTo>
                    <a:pt x="6110" y="212012"/>
                  </a:lnTo>
                  <a:lnTo>
                    <a:pt x="7615" y="217104"/>
                  </a:lnTo>
                  <a:lnTo>
                    <a:pt x="9282" y="222146"/>
                  </a:lnTo>
                  <a:lnTo>
                    <a:pt x="11108" y="227132"/>
                  </a:lnTo>
                  <a:lnTo>
                    <a:pt x="13091" y="232057"/>
                  </a:lnTo>
                  <a:lnTo>
                    <a:pt x="15229" y="236918"/>
                  </a:lnTo>
                  <a:lnTo>
                    <a:pt x="17521" y="241707"/>
                  </a:lnTo>
                  <a:lnTo>
                    <a:pt x="19964" y="246422"/>
                  </a:lnTo>
                  <a:lnTo>
                    <a:pt x="22556" y="251057"/>
                  </a:lnTo>
                  <a:lnTo>
                    <a:pt x="25293" y="255607"/>
                  </a:lnTo>
                  <a:lnTo>
                    <a:pt x="28173" y="260067"/>
                  </a:lnTo>
                  <a:lnTo>
                    <a:pt x="31194" y="264434"/>
                  </a:lnTo>
                  <a:lnTo>
                    <a:pt x="34352" y="268703"/>
                  </a:lnTo>
                  <a:lnTo>
                    <a:pt x="37643" y="272870"/>
                  </a:lnTo>
                  <a:lnTo>
                    <a:pt x="41066" y="276929"/>
                  </a:lnTo>
                  <a:lnTo>
                    <a:pt x="44616" y="280878"/>
                  </a:lnTo>
                  <a:lnTo>
                    <a:pt x="48289" y="284713"/>
                  </a:lnTo>
                  <a:lnTo>
                    <a:pt x="52082" y="288428"/>
                  </a:lnTo>
                  <a:lnTo>
                    <a:pt x="55991" y="292022"/>
                  </a:lnTo>
                  <a:lnTo>
                    <a:pt x="60013" y="295489"/>
                  </a:lnTo>
                  <a:lnTo>
                    <a:pt x="64142" y="298827"/>
                  </a:lnTo>
                  <a:lnTo>
                    <a:pt x="68376" y="302032"/>
                  </a:lnTo>
                  <a:lnTo>
                    <a:pt x="72709" y="305101"/>
                  </a:lnTo>
                  <a:lnTo>
                    <a:pt x="77137" y="308031"/>
                  </a:lnTo>
                  <a:lnTo>
                    <a:pt x="81657" y="310819"/>
                  </a:lnTo>
                  <a:lnTo>
                    <a:pt x="86262" y="313462"/>
                  </a:lnTo>
                  <a:lnTo>
                    <a:pt x="90949" y="315957"/>
                  </a:lnTo>
                  <a:lnTo>
                    <a:pt x="95713" y="318302"/>
                  </a:lnTo>
                  <a:lnTo>
                    <a:pt x="100549" y="320494"/>
                  </a:lnTo>
                  <a:lnTo>
                    <a:pt x="105453" y="322532"/>
                  </a:lnTo>
                  <a:lnTo>
                    <a:pt x="110418" y="324413"/>
                  </a:lnTo>
                  <a:lnTo>
                    <a:pt x="115441" y="326136"/>
                  </a:lnTo>
                  <a:lnTo>
                    <a:pt x="120516" y="327698"/>
                  </a:lnTo>
                  <a:lnTo>
                    <a:pt x="125638" y="329098"/>
                  </a:lnTo>
                  <a:lnTo>
                    <a:pt x="130802" y="330335"/>
                  </a:lnTo>
                  <a:lnTo>
                    <a:pt x="136002" y="331407"/>
                  </a:lnTo>
                  <a:lnTo>
                    <a:pt x="141234" y="332313"/>
                  </a:lnTo>
                  <a:lnTo>
                    <a:pt x="146492" y="333053"/>
                  </a:lnTo>
                  <a:lnTo>
                    <a:pt x="151771" y="333626"/>
                  </a:lnTo>
                  <a:lnTo>
                    <a:pt x="157066" y="334030"/>
                  </a:lnTo>
                  <a:lnTo>
                    <a:pt x="162370" y="334266"/>
                  </a:lnTo>
                  <a:lnTo>
                    <a:pt x="167680" y="334334"/>
                  </a:lnTo>
                  <a:lnTo>
                    <a:pt x="172989" y="33423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14712"/>
              <a:ext cx="167167" cy="327241"/>
            </a:xfrm>
            <a:custGeom>
              <a:avLst/>
              <a:pathLst>
                <a:path w="167167" h="327241">
                  <a:moveTo>
                    <a:pt x="5839" y="327241"/>
                  </a:moveTo>
                  <a:lnTo>
                    <a:pt x="11182" y="326968"/>
                  </a:lnTo>
                  <a:lnTo>
                    <a:pt x="16513" y="326525"/>
                  </a:lnTo>
                  <a:lnTo>
                    <a:pt x="21828" y="325911"/>
                  </a:lnTo>
                  <a:lnTo>
                    <a:pt x="27120" y="325128"/>
                  </a:lnTo>
                  <a:lnTo>
                    <a:pt x="32384" y="324176"/>
                  </a:lnTo>
                  <a:lnTo>
                    <a:pt x="37616" y="323055"/>
                  </a:lnTo>
                  <a:lnTo>
                    <a:pt x="42808" y="321768"/>
                  </a:lnTo>
                  <a:lnTo>
                    <a:pt x="47957" y="320316"/>
                  </a:lnTo>
                  <a:lnTo>
                    <a:pt x="53057" y="318699"/>
                  </a:lnTo>
                  <a:lnTo>
                    <a:pt x="58103" y="316920"/>
                  </a:lnTo>
                  <a:lnTo>
                    <a:pt x="63089" y="314981"/>
                  </a:lnTo>
                  <a:lnTo>
                    <a:pt x="68010" y="312882"/>
                  </a:lnTo>
                  <a:lnTo>
                    <a:pt x="72862" y="310628"/>
                  </a:lnTo>
                  <a:lnTo>
                    <a:pt x="77639" y="308219"/>
                  </a:lnTo>
                  <a:lnTo>
                    <a:pt x="82336" y="305659"/>
                  </a:lnTo>
                  <a:lnTo>
                    <a:pt x="86950" y="302950"/>
                  </a:lnTo>
                  <a:lnTo>
                    <a:pt x="91474" y="300094"/>
                  </a:lnTo>
                  <a:lnTo>
                    <a:pt x="95904" y="297096"/>
                  </a:lnTo>
                  <a:lnTo>
                    <a:pt x="100236" y="293957"/>
                  </a:lnTo>
                  <a:lnTo>
                    <a:pt x="104466" y="290681"/>
                  </a:lnTo>
                  <a:lnTo>
                    <a:pt x="108589" y="287271"/>
                  </a:lnTo>
                  <a:lnTo>
                    <a:pt x="112600" y="283731"/>
                  </a:lnTo>
                  <a:lnTo>
                    <a:pt x="116496" y="280065"/>
                  </a:lnTo>
                  <a:lnTo>
                    <a:pt x="120273" y="276276"/>
                  </a:lnTo>
                  <a:lnTo>
                    <a:pt x="123926" y="272367"/>
                  </a:lnTo>
                  <a:lnTo>
                    <a:pt x="127453" y="268344"/>
                  </a:lnTo>
                  <a:lnTo>
                    <a:pt x="130849" y="264211"/>
                  </a:lnTo>
                  <a:lnTo>
                    <a:pt x="134111" y="259970"/>
                  </a:lnTo>
                  <a:lnTo>
                    <a:pt x="137236" y="255628"/>
                  </a:lnTo>
                  <a:lnTo>
                    <a:pt x="140220" y="251187"/>
                  </a:lnTo>
                  <a:lnTo>
                    <a:pt x="143060" y="246654"/>
                  </a:lnTo>
                  <a:lnTo>
                    <a:pt x="145754" y="242032"/>
                  </a:lnTo>
                  <a:lnTo>
                    <a:pt x="148299" y="237326"/>
                  </a:lnTo>
                  <a:lnTo>
                    <a:pt x="150692" y="232541"/>
                  </a:lnTo>
                  <a:lnTo>
                    <a:pt x="152930" y="227682"/>
                  </a:lnTo>
                  <a:lnTo>
                    <a:pt x="155012" y="222753"/>
                  </a:lnTo>
                  <a:lnTo>
                    <a:pt x="156935" y="217761"/>
                  </a:lnTo>
                  <a:lnTo>
                    <a:pt x="158698" y="212710"/>
                  </a:lnTo>
                  <a:lnTo>
                    <a:pt x="160297" y="207605"/>
                  </a:lnTo>
                  <a:lnTo>
                    <a:pt x="161733" y="202451"/>
                  </a:lnTo>
                  <a:lnTo>
                    <a:pt x="163003" y="197254"/>
                  </a:lnTo>
                  <a:lnTo>
                    <a:pt x="164106" y="192019"/>
                  </a:lnTo>
                  <a:lnTo>
                    <a:pt x="165041" y="186751"/>
                  </a:lnTo>
                  <a:lnTo>
                    <a:pt x="165807" y="181457"/>
                  </a:lnTo>
                  <a:lnTo>
                    <a:pt x="166403" y="176140"/>
                  </a:lnTo>
                  <a:lnTo>
                    <a:pt x="166829" y="170807"/>
                  </a:lnTo>
                  <a:lnTo>
                    <a:pt x="167083" y="165463"/>
                  </a:lnTo>
                  <a:lnTo>
                    <a:pt x="167167" y="160114"/>
                  </a:lnTo>
                  <a:lnTo>
                    <a:pt x="167079" y="154765"/>
                  </a:lnTo>
                  <a:lnTo>
                    <a:pt x="166821" y="149421"/>
                  </a:lnTo>
                  <a:lnTo>
                    <a:pt x="166391" y="144088"/>
                  </a:lnTo>
                  <a:lnTo>
                    <a:pt x="165791" y="138772"/>
                  </a:lnTo>
                  <a:lnTo>
                    <a:pt x="165021" y="133478"/>
                  </a:lnTo>
                  <a:lnTo>
                    <a:pt x="164083" y="128211"/>
                  </a:lnTo>
                  <a:lnTo>
                    <a:pt x="162976" y="122977"/>
                  </a:lnTo>
                  <a:lnTo>
                    <a:pt x="161702" y="117781"/>
                  </a:lnTo>
                  <a:lnTo>
                    <a:pt x="160263" y="112628"/>
                  </a:lnTo>
                  <a:lnTo>
                    <a:pt x="158659" y="107524"/>
                  </a:lnTo>
                  <a:lnTo>
                    <a:pt x="156893" y="102474"/>
                  </a:lnTo>
                  <a:lnTo>
                    <a:pt x="154966" y="97483"/>
                  </a:lnTo>
                  <a:lnTo>
                    <a:pt x="152881" y="92557"/>
                  </a:lnTo>
                  <a:lnTo>
                    <a:pt x="150639" y="87699"/>
                  </a:lnTo>
                  <a:lnTo>
                    <a:pt x="148242" y="82916"/>
                  </a:lnTo>
                  <a:lnTo>
                    <a:pt x="145694" y="78212"/>
                  </a:lnTo>
                  <a:lnTo>
                    <a:pt x="142997" y="73592"/>
                  </a:lnTo>
                  <a:lnTo>
                    <a:pt x="140153" y="69060"/>
                  </a:lnTo>
                  <a:lnTo>
                    <a:pt x="137166" y="64622"/>
                  </a:lnTo>
                  <a:lnTo>
                    <a:pt x="134038" y="60282"/>
                  </a:lnTo>
                  <a:lnTo>
                    <a:pt x="130773" y="56044"/>
                  </a:lnTo>
                  <a:lnTo>
                    <a:pt x="127374" y="51912"/>
                  </a:lnTo>
                  <a:lnTo>
                    <a:pt x="123844" y="47892"/>
                  </a:lnTo>
                  <a:lnTo>
                    <a:pt x="120188" y="43987"/>
                  </a:lnTo>
                  <a:lnTo>
                    <a:pt x="116408" y="40200"/>
                  </a:lnTo>
                  <a:lnTo>
                    <a:pt x="112509" y="36537"/>
                  </a:lnTo>
                  <a:lnTo>
                    <a:pt x="108495" y="33000"/>
                  </a:lnTo>
                  <a:lnTo>
                    <a:pt x="104370" y="29593"/>
                  </a:lnTo>
                  <a:lnTo>
                    <a:pt x="100138" y="26320"/>
                  </a:lnTo>
                  <a:lnTo>
                    <a:pt x="95804" y="23184"/>
                  </a:lnTo>
                  <a:lnTo>
                    <a:pt x="91371" y="20189"/>
                  </a:lnTo>
                  <a:lnTo>
                    <a:pt x="86845" y="17337"/>
                  </a:lnTo>
                  <a:lnTo>
                    <a:pt x="82230" y="14631"/>
                  </a:lnTo>
                  <a:lnTo>
                    <a:pt x="77530" y="12074"/>
                  </a:lnTo>
                  <a:lnTo>
                    <a:pt x="72751" y="9669"/>
                  </a:lnTo>
                  <a:lnTo>
                    <a:pt x="67898" y="7418"/>
                  </a:lnTo>
                  <a:lnTo>
                    <a:pt x="62975" y="5324"/>
                  </a:lnTo>
                  <a:lnTo>
                    <a:pt x="57988" y="3388"/>
                  </a:lnTo>
                  <a:lnTo>
                    <a:pt x="52941" y="1612"/>
                  </a:lnTo>
                  <a:lnTo>
                    <a:pt x="47840" y="0"/>
                  </a:lnTo>
                  <a:lnTo>
                    <a:pt x="0" y="1601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47840" cy="167167"/>
            </a:xfrm>
            <a:custGeom>
              <a:avLst/>
              <a:pathLst>
                <a:path w="47840" h="167167">
                  <a:moveTo>
                    <a:pt x="47840" y="6991"/>
                  </a:moveTo>
                  <a:lnTo>
                    <a:pt x="41999" y="5361"/>
                  </a:lnTo>
                  <a:lnTo>
                    <a:pt x="36102" y="3944"/>
                  </a:lnTo>
                  <a:lnTo>
                    <a:pt x="30158" y="2742"/>
                  </a:lnTo>
                  <a:lnTo>
                    <a:pt x="24174" y="1757"/>
                  </a:lnTo>
                  <a:lnTo>
                    <a:pt x="18158" y="989"/>
                  </a:lnTo>
                  <a:lnTo>
                    <a:pt x="12119" y="439"/>
                  </a:lnTo>
                  <a:lnTo>
                    <a:pt x="6063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tx79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2025-06-05T13:01:05Z</dcterms:modified>
  <cp:category/>
</cp:coreProperties>
</file>