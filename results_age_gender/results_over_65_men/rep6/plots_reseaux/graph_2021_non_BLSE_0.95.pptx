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397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4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8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4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297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476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8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594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69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4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46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94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1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47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10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45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53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236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583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769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62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14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248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732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62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6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450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772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701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0132" y="3170392"/>
              <a:ext cx="3646" cy="167167"/>
            </a:xfrm>
            <a:custGeom>
              <a:avLst/>
              <a:pathLst>
                <a:path w="3646" h="167167">
                  <a:moveTo>
                    <a:pt x="3646" y="0"/>
                  </a:moveTo>
                  <a:lnTo>
                    <a:pt x="0" y="39"/>
                  </a:lnTo>
                  <a:lnTo>
                    <a:pt x="364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0132" y="3170432"/>
              <a:ext cx="3646" cy="167127"/>
            </a:xfrm>
            <a:custGeom>
              <a:avLst/>
              <a:pathLst>
                <a:path w="3646" h="167127">
                  <a:moveTo>
                    <a:pt x="0" y="0"/>
                  </a:moveTo>
                  <a:lnTo>
                    <a:pt x="3646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2" y="3170426"/>
              <a:ext cx="334333" cy="334282"/>
            </a:xfrm>
            <a:custGeom>
              <a:avLst/>
              <a:pathLst>
                <a:path w="334333" h="334282">
                  <a:moveTo>
                    <a:pt x="163519" y="6"/>
                  </a:moveTo>
                  <a:lnTo>
                    <a:pt x="158227" y="205"/>
                  </a:lnTo>
                  <a:lnTo>
                    <a:pt x="152944" y="572"/>
                  </a:lnTo>
                  <a:lnTo>
                    <a:pt x="147675" y="1106"/>
                  </a:lnTo>
                  <a:lnTo>
                    <a:pt x="142426" y="1807"/>
                  </a:lnTo>
                  <a:lnTo>
                    <a:pt x="137201" y="2673"/>
                  </a:lnTo>
                  <a:lnTo>
                    <a:pt x="132007" y="3705"/>
                  </a:lnTo>
                  <a:lnTo>
                    <a:pt x="126847" y="4901"/>
                  </a:lnTo>
                  <a:lnTo>
                    <a:pt x="121729" y="6259"/>
                  </a:lnTo>
                  <a:lnTo>
                    <a:pt x="116655" y="7780"/>
                  </a:lnTo>
                  <a:lnTo>
                    <a:pt x="111633" y="9459"/>
                  </a:lnTo>
                  <a:lnTo>
                    <a:pt x="106666" y="11298"/>
                  </a:lnTo>
                  <a:lnTo>
                    <a:pt x="101760" y="13292"/>
                  </a:lnTo>
                  <a:lnTo>
                    <a:pt x="96920" y="15441"/>
                  </a:lnTo>
                  <a:lnTo>
                    <a:pt x="92150" y="17743"/>
                  </a:lnTo>
                  <a:lnTo>
                    <a:pt x="87456" y="20194"/>
                  </a:lnTo>
                  <a:lnTo>
                    <a:pt x="82841" y="22793"/>
                  </a:lnTo>
                  <a:lnTo>
                    <a:pt x="78311" y="25536"/>
                  </a:lnTo>
                  <a:lnTo>
                    <a:pt x="73871" y="28422"/>
                  </a:lnTo>
                  <a:lnTo>
                    <a:pt x="69523" y="31447"/>
                  </a:lnTo>
                  <a:lnTo>
                    <a:pt x="65274" y="34608"/>
                  </a:lnTo>
                  <a:lnTo>
                    <a:pt x="61128" y="37902"/>
                  </a:lnTo>
                  <a:lnTo>
                    <a:pt x="57087" y="41326"/>
                  </a:lnTo>
                  <a:lnTo>
                    <a:pt x="53157" y="44876"/>
                  </a:lnTo>
                  <a:lnTo>
                    <a:pt x="49342" y="48548"/>
                  </a:lnTo>
                  <a:lnTo>
                    <a:pt x="45644" y="52340"/>
                  </a:lnTo>
                  <a:lnTo>
                    <a:pt x="42069" y="56247"/>
                  </a:lnTo>
                  <a:lnTo>
                    <a:pt x="38620" y="60265"/>
                  </a:lnTo>
                  <a:lnTo>
                    <a:pt x="35299" y="64391"/>
                  </a:lnTo>
                  <a:lnTo>
                    <a:pt x="32110" y="68620"/>
                  </a:lnTo>
                  <a:lnTo>
                    <a:pt x="29058" y="72947"/>
                  </a:lnTo>
                  <a:lnTo>
                    <a:pt x="26143" y="77369"/>
                  </a:lnTo>
                  <a:lnTo>
                    <a:pt x="23371" y="81881"/>
                  </a:lnTo>
                  <a:lnTo>
                    <a:pt x="20742" y="86479"/>
                  </a:lnTo>
                  <a:lnTo>
                    <a:pt x="18261" y="91158"/>
                  </a:lnTo>
                  <a:lnTo>
                    <a:pt x="15929" y="95913"/>
                  </a:lnTo>
                  <a:lnTo>
                    <a:pt x="13749" y="100739"/>
                  </a:lnTo>
                  <a:lnTo>
                    <a:pt x="11723" y="105632"/>
                  </a:lnTo>
                  <a:lnTo>
                    <a:pt x="9853" y="110587"/>
                  </a:lnTo>
                  <a:lnTo>
                    <a:pt x="8141" y="115598"/>
                  </a:lnTo>
                  <a:lnTo>
                    <a:pt x="6588" y="120662"/>
                  </a:lnTo>
                  <a:lnTo>
                    <a:pt x="5196" y="125771"/>
                  </a:lnTo>
                  <a:lnTo>
                    <a:pt x="3967" y="130923"/>
                  </a:lnTo>
                  <a:lnTo>
                    <a:pt x="2902" y="136111"/>
                  </a:lnTo>
                  <a:lnTo>
                    <a:pt x="2002" y="141329"/>
                  </a:lnTo>
                  <a:lnTo>
                    <a:pt x="1268" y="146574"/>
                  </a:lnTo>
                  <a:lnTo>
                    <a:pt x="700" y="151840"/>
                  </a:lnTo>
                  <a:lnTo>
                    <a:pt x="299" y="157120"/>
                  </a:lnTo>
                  <a:lnTo>
                    <a:pt x="65" y="162411"/>
                  </a:lnTo>
                  <a:lnTo>
                    <a:pt x="0" y="167707"/>
                  </a:lnTo>
                  <a:lnTo>
                    <a:pt x="102" y="173002"/>
                  </a:lnTo>
                  <a:lnTo>
                    <a:pt x="371" y="178291"/>
                  </a:lnTo>
                  <a:lnTo>
                    <a:pt x="808" y="183569"/>
                  </a:lnTo>
                  <a:lnTo>
                    <a:pt x="1412" y="188830"/>
                  </a:lnTo>
                  <a:lnTo>
                    <a:pt x="2183" y="194070"/>
                  </a:lnTo>
                  <a:lnTo>
                    <a:pt x="3119" y="199282"/>
                  </a:lnTo>
                  <a:lnTo>
                    <a:pt x="4220" y="204462"/>
                  </a:lnTo>
                  <a:lnTo>
                    <a:pt x="5484" y="209605"/>
                  </a:lnTo>
                  <a:lnTo>
                    <a:pt x="6910" y="214706"/>
                  </a:lnTo>
                  <a:lnTo>
                    <a:pt x="8498" y="219758"/>
                  </a:lnTo>
                  <a:lnTo>
                    <a:pt x="10244" y="224758"/>
                  </a:lnTo>
                  <a:lnTo>
                    <a:pt x="12148" y="229699"/>
                  </a:lnTo>
                  <a:lnTo>
                    <a:pt x="14208" y="234578"/>
                  </a:lnTo>
                  <a:lnTo>
                    <a:pt x="16421" y="239390"/>
                  </a:lnTo>
                  <a:lnTo>
                    <a:pt x="18786" y="244129"/>
                  </a:lnTo>
                  <a:lnTo>
                    <a:pt x="21299" y="248790"/>
                  </a:lnTo>
                  <a:lnTo>
                    <a:pt x="23959" y="253370"/>
                  </a:lnTo>
                  <a:lnTo>
                    <a:pt x="26763" y="257863"/>
                  </a:lnTo>
                  <a:lnTo>
                    <a:pt x="29707" y="262265"/>
                  </a:lnTo>
                  <a:lnTo>
                    <a:pt x="32789" y="266571"/>
                  </a:lnTo>
                  <a:lnTo>
                    <a:pt x="36007" y="270778"/>
                  </a:lnTo>
                  <a:lnTo>
                    <a:pt x="39356" y="274881"/>
                  </a:lnTo>
                  <a:lnTo>
                    <a:pt x="42833" y="278875"/>
                  </a:lnTo>
                  <a:lnTo>
                    <a:pt x="46435" y="282757"/>
                  </a:lnTo>
                  <a:lnTo>
                    <a:pt x="50158" y="286524"/>
                  </a:lnTo>
                  <a:lnTo>
                    <a:pt x="53999" y="290170"/>
                  </a:lnTo>
                  <a:lnTo>
                    <a:pt x="57953" y="293693"/>
                  </a:lnTo>
                  <a:lnTo>
                    <a:pt x="62016" y="297089"/>
                  </a:lnTo>
                  <a:lnTo>
                    <a:pt x="66186" y="300355"/>
                  </a:lnTo>
                  <a:lnTo>
                    <a:pt x="70456" y="303487"/>
                  </a:lnTo>
                  <a:lnTo>
                    <a:pt x="74824" y="306482"/>
                  </a:lnTo>
                  <a:lnTo>
                    <a:pt x="79285" y="309337"/>
                  </a:lnTo>
                  <a:lnTo>
                    <a:pt x="83833" y="312049"/>
                  </a:lnTo>
                  <a:lnTo>
                    <a:pt x="88465" y="314616"/>
                  </a:lnTo>
                  <a:lnTo>
                    <a:pt x="93177" y="317035"/>
                  </a:lnTo>
                  <a:lnTo>
                    <a:pt x="97962" y="319304"/>
                  </a:lnTo>
                  <a:lnTo>
                    <a:pt x="102817" y="321419"/>
                  </a:lnTo>
                  <a:lnTo>
                    <a:pt x="107737" y="323380"/>
                  </a:lnTo>
                  <a:lnTo>
                    <a:pt x="112716" y="325184"/>
                  </a:lnTo>
                  <a:lnTo>
                    <a:pt x="117750" y="326830"/>
                  </a:lnTo>
                  <a:lnTo>
                    <a:pt x="122833" y="328315"/>
                  </a:lnTo>
                  <a:lnTo>
                    <a:pt x="127961" y="329639"/>
                  </a:lnTo>
                  <a:lnTo>
                    <a:pt x="133128" y="330799"/>
                  </a:lnTo>
                  <a:lnTo>
                    <a:pt x="138330" y="331795"/>
                  </a:lnTo>
                  <a:lnTo>
                    <a:pt x="143560" y="332626"/>
                  </a:lnTo>
                  <a:lnTo>
                    <a:pt x="148814" y="333290"/>
                  </a:lnTo>
                  <a:lnTo>
                    <a:pt x="154087" y="333788"/>
                  </a:lnTo>
                  <a:lnTo>
                    <a:pt x="159372" y="334119"/>
                  </a:lnTo>
                  <a:lnTo>
                    <a:pt x="164666" y="334282"/>
                  </a:lnTo>
                  <a:lnTo>
                    <a:pt x="169962" y="334277"/>
                  </a:lnTo>
                  <a:lnTo>
                    <a:pt x="175255" y="334105"/>
                  </a:lnTo>
                  <a:lnTo>
                    <a:pt x="180540" y="333765"/>
                  </a:lnTo>
                  <a:lnTo>
                    <a:pt x="185812" y="333258"/>
                  </a:lnTo>
                  <a:lnTo>
                    <a:pt x="191064" y="332584"/>
                  </a:lnTo>
                  <a:lnTo>
                    <a:pt x="196293" y="331744"/>
                  </a:lnTo>
                  <a:lnTo>
                    <a:pt x="201493" y="330738"/>
                  </a:lnTo>
                  <a:lnTo>
                    <a:pt x="206658" y="329569"/>
                  </a:lnTo>
                  <a:lnTo>
                    <a:pt x="211784" y="328236"/>
                  </a:lnTo>
                  <a:lnTo>
                    <a:pt x="216865" y="326742"/>
                  </a:lnTo>
                  <a:lnTo>
                    <a:pt x="221895" y="325088"/>
                  </a:lnTo>
                  <a:lnTo>
                    <a:pt x="226871" y="323275"/>
                  </a:lnTo>
                  <a:lnTo>
                    <a:pt x="231788" y="321305"/>
                  </a:lnTo>
                  <a:lnTo>
                    <a:pt x="236639" y="319181"/>
                  </a:lnTo>
                  <a:lnTo>
                    <a:pt x="241420" y="316904"/>
                  </a:lnTo>
                  <a:lnTo>
                    <a:pt x="246127" y="314477"/>
                  </a:lnTo>
                  <a:lnTo>
                    <a:pt x="250755" y="311902"/>
                  </a:lnTo>
                  <a:lnTo>
                    <a:pt x="255299" y="309181"/>
                  </a:lnTo>
                  <a:lnTo>
                    <a:pt x="259754" y="306318"/>
                  </a:lnTo>
                  <a:lnTo>
                    <a:pt x="264116" y="303315"/>
                  </a:lnTo>
                  <a:lnTo>
                    <a:pt x="268382" y="300176"/>
                  </a:lnTo>
                  <a:lnTo>
                    <a:pt x="272545" y="296903"/>
                  </a:lnTo>
                  <a:lnTo>
                    <a:pt x="276603" y="293500"/>
                  </a:lnTo>
                  <a:lnTo>
                    <a:pt x="280551" y="289970"/>
                  </a:lnTo>
                  <a:lnTo>
                    <a:pt x="284385" y="286317"/>
                  </a:lnTo>
                  <a:lnTo>
                    <a:pt x="288101" y="282544"/>
                  </a:lnTo>
                  <a:lnTo>
                    <a:pt x="291697" y="278655"/>
                  </a:lnTo>
                  <a:lnTo>
                    <a:pt x="295167" y="274654"/>
                  </a:lnTo>
                  <a:lnTo>
                    <a:pt x="298508" y="270546"/>
                  </a:lnTo>
                  <a:lnTo>
                    <a:pt x="301718" y="266333"/>
                  </a:lnTo>
                  <a:lnTo>
                    <a:pt x="304793" y="262021"/>
                  </a:lnTo>
                  <a:lnTo>
                    <a:pt x="307730" y="257614"/>
                  </a:lnTo>
                  <a:lnTo>
                    <a:pt x="310525" y="253116"/>
                  </a:lnTo>
                  <a:lnTo>
                    <a:pt x="313177" y="248532"/>
                  </a:lnTo>
                  <a:lnTo>
                    <a:pt x="315682" y="243866"/>
                  </a:lnTo>
                  <a:lnTo>
                    <a:pt x="318038" y="239123"/>
                  </a:lnTo>
                  <a:lnTo>
                    <a:pt x="320243" y="234308"/>
                  </a:lnTo>
                  <a:lnTo>
                    <a:pt x="322294" y="229425"/>
                  </a:lnTo>
                  <a:lnTo>
                    <a:pt x="324189" y="224480"/>
                  </a:lnTo>
                  <a:lnTo>
                    <a:pt x="325927" y="219477"/>
                  </a:lnTo>
                  <a:lnTo>
                    <a:pt x="327505" y="214422"/>
                  </a:lnTo>
                  <a:lnTo>
                    <a:pt x="328923" y="209319"/>
                  </a:lnTo>
                  <a:lnTo>
                    <a:pt x="330178" y="204174"/>
                  </a:lnTo>
                  <a:lnTo>
                    <a:pt x="331270" y="198992"/>
                  </a:lnTo>
                  <a:lnTo>
                    <a:pt x="332196" y="193778"/>
                  </a:lnTo>
                  <a:lnTo>
                    <a:pt x="332958" y="188537"/>
                  </a:lnTo>
                  <a:lnTo>
                    <a:pt x="333552" y="183274"/>
                  </a:lnTo>
                  <a:lnTo>
                    <a:pt x="333980" y="177996"/>
                  </a:lnTo>
                  <a:lnTo>
                    <a:pt x="334240" y="172706"/>
                  </a:lnTo>
                  <a:lnTo>
                    <a:pt x="334333" y="167411"/>
                  </a:lnTo>
                  <a:lnTo>
                    <a:pt x="334258" y="162116"/>
                  </a:lnTo>
                  <a:lnTo>
                    <a:pt x="334015" y="156825"/>
                  </a:lnTo>
                  <a:lnTo>
                    <a:pt x="333605" y="151545"/>
                  </a:lnTo>
                  <a:lnTo>
                    <a:pt x="333028" y="146281"/>
                  </a:lnTo>
                  <a:lnTo>
                    <a:pt x="332284" y="141037"/>
                  </a:lnTo>
                  <a:lnTo>
                    <a:pt x="331374" y="135820"/>
                  </a:lnTo>
                  <a:lnTo>
                    <a:pt x="330300" y="130634"/>
                  </a:lnTo>
                  <a:lnTo>
                    <a:pt x="329062" y="125485"/>
                  </a:lnTo>
                  <a:lnTo>
                    <a:pt x="327662" y="120378"/>
                  </a:lnTo>
                  <a:lnTo>
                    <a:pt x="326100" y="115317"/>
                  </a:lnTo>
                  <a:lnTo>
                    <a:pt x="324379" y="110309"/>
                  </a:lnTo>
                  <a:lnTo>
                    <a:pt x="322500" y="105357"/>
                  </a:lnTo>
                  <a:lnTo>
                    <a:pt x="320465" y="100468"/>
                  </a:lnTo>
                  <a:lnTo>
                    <a:pt x="318277" y="95645"/>
                  </a:lnTo>
                  <a:lnTo>
                    <a:pt x="315936" y="90894"/>
                  </a:lnTo>
                  <a:lnTo>
                    <a:pt x="313447" y="86220"/>
                  </a:lnTo>
                  <a:lnTo>
                    <a:pt x="310810" y="81627"/>
                  </a:lnTo>
                  <a:lnTo>
                    <a:pt x="308029" y="77120"/>
                  </a:lnTo>
                  <a:lnTo>
                    <a:pt x="305107" y="72703"/>
                  </a:lnTo>
                  <a:lnTo>
                    <a:pt x="302047" y="68381"/>
                  </a:lnTo>
                  <a:lnTo>
                    <a:pt x="298851" y="64158"/>
                  </a:lnTo>
                  <a:lnTo>
                    <a:pt x="295523" y="60038"/>
                  </a:lnTo>
                  <a:lnTo>
                    <a:pt x="292066" y="56026"/>
                  </a:lnTo>
                  <a:lnTo>
                    <a:pt x="288484" y="52125"/>
                  </a:lnTo>
                  <a:lnTo>
                    <a:pt x="284780" y="48340"/>
                  </a:lnTo>
                  <a:lnTo>
                    <a:pt x="280958" y="44674"/>
                  </a:lnTo>
                  <a:lnTo>
                    <a:pt x="277022" y="41131"/>
                  </a:lnTo>
                  <a:lnTo>
                    <a:pt x="272976" y="37714"/>
                  </a:lnTo>
                  <a:lnTo>
                    <a:pt x="268823" y="34428"/>
                  </a:lnTo>
                  <a:lnTo>
                    <a:pt x="264568" y="31274"/>
                  </a:lnTo>
                  <a:lnTo>
                    <a:pt x="260216" y="28257"/>
                  </a:lnTo>
                  <a:lnTo>
                    <a:pt x="255770" y="25379"/>
                  </a:lnTo>
                  <a:lnTo>
                    <a:pt x="251235" y="22644"/>
                  </a:lnTo>
                  <a:lnTo>
                    <a:pt x="246616" y="20053"/>
                  </a:lnTo>
                  <a:lnTo>
                    <a:pt x="241917" y="17610"/>
                  </a:lnTo>
                  <a:lnTo>
                    <a:pt x="237143" y="15317"/>
                  </a:lnTo>
                  <a:lnTo>
                    <a:pt x="232299" y="13177"/>
                  </a:lnTo>
                  <a:lnTo>
                    <a:pt x="227390" y="11191"/>
                  </a:lnTo>
                  <a:lnTo>
                    <a:pt x="222420" y="9361"/>
                  </a:lnTo>
                  <a:lnTo>
                    <a:pt x="217394" y="7690"/>
                  </a:lnTo>
                  <a:lnTo>
                    <a:pt x="212319" y="6179"/>
                  </a:lnTo>
                  <a:lnTo>
                    <a:pt x="207198" y="4830"/>
                  </a:lnTo>
                  <a:lnTo>
                    <a:pt x="202036" y="3643"/>
                  </a:lnTo>
                  <a:lnTo>
                    <a:pt x="196840" y="2621"/>
                  </a:lnTo>
                  <a:lnTo>
                    <a:pt x="191614" y="1763"/>
                  </a:lnTo>
                  <a:lnTo>
                    <a:pt x="186363" y="1072"/>
                  </a:lnTo>
                  <a:lnTo>
                    <a:pt x="181093" y="547"/>
                  </a:lnTo>
                  <a:lnTo>
                    <a:pt x="175809" y="190"/>
                  </a:lnTo>
                  <a:lnTo>
                    <a:pt x="170517" y="0"/>
                  </a:lnTo>
                  <a:lnTo>
                    <a:pt x="167166" y="1671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3350" cy="167167"/>
            </a:xfrm>
            <a:custGeom>
              <a:avLst/>
              <a:pathLst>
                <a:path w="3350" h="167167">
                  <a:moveTo>
                    <a:pt x="3350" y="3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2830" y="2633064"/>
              <a:ext cx="36180" cy="167167"/>
            </a:xfrm>
            <a:custGeom>
              <a:avLst/>
              <a:pathLst>
                <a:path w="36180" h="167167">
                  <a:moveTo>
                    <a:pt x="36180" y="0"/>
                  </a:moveTo>
                  <a:lnTo>
                    <a:pt x="28889" y="159"/>
                  </a:lnTo>
                  <a:lnTo>
                    <a:pt x="21611" y="636"/>
                  </a:lnTo>
                  <a:lnTo>
                    <a:pt x="14361" y="1430"/>
                  </a:lnTo>
                  <a:lnTo>
                    <a:pt x="7153" y="2539"/>
                  </a:lnTo>
                  <a:lnTo>
                    <a:pt x="0" y="3962"/>
                  </a:lnTo>
                  <a:lnTo>
                    <a:pt x="3618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2830" y="2637026"/>
              <a:ext cx="36180" cy="163205"/>
            </a:xfrm>
            <a:custGeom>
              <a:avLst/>
              <a:pathLst>
                <a:path w="36180" h="163205">
                  <a:moveTo>
                    <a:pt x="0" y="0"/>
                  </a:moveTo>
                  <a:lnTo>
                    <a:pt x="36180" y="1632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49" y="2637026"/>
              <a:ext cx="334328" cy="330361"/>
            </a:xfrm>
            <a:custGeom>
              <a:avLst/>
              <a:pathLst>
                <a:path w="334328" h="330361">
                  <a:moveTo>
                    <a:pt x="130981" y="0"/>
                  </a:moveTo>
                  <a:lnTo>
                    <a:pt x="125834" y="1226"/>
                  </a:lnTo>
                  <a:lnTo>
                    <a:pt x="120728" y="2615"/>
                  </a:lnTo>
                  <a:lnTo>
                    <a:pt x="115670" y="4165"/>
                  </a:lnTo>
                  <a:lnTo>
                    <a:pt x="110662" y="5874"/>
                  </a:lnTo>
                  <a:lnTo>
                    <a:pt x="105712" y="7741"/>
                  </a:lnTo>
                  <a:lnTo>
                    <a:pt x="100823" y="9764"/>
                  </a:lnTo>
                  <a:lnTo>
                    <a:pt x="96000" y="11940"/>
                  </a:lnTo>
                  <a:lnTo>
                    <a:pt x="91249" y="14268"/>
                  </a:lnTo>
                  <a:lnTo>
                    <a:pt x="86573" y="16745"/>
                  </a:lnTo>
                  <a:lnTo>
                    <a:pt x="81979" y="19368"/>
                  </a:lnTo>
                  <a:lnTo>
                    <a:pt x="77469" y="22136"/>
                  </a:lnTo>
                  <a:lnTo>
                    <a:pt x="73050" y="25045"/>
                  </a:lnTo>
                  <a:lnTo>
                    <a:pt x="68725" y="28093"/>
                  </a:lnTo>
                  <a:lnTo>
                    <a:pt x="64498" y="31275"/>
                  </a:lnTo>
                  <a:lnTo>
                    <a:pt x="60375" y="34590"/>
                  </a:lnTo>
                  <a:lnTo>
                    <a:pt x="56358" y="38034"/>
                  </a:lnTo>
                  <a:lnTo>
                    <a:pt x="52452" y="41603"/>
                  </a:lnTo>
                  <a:lnTo>
                    <a:pt x="48662" y="45294"/>
                  </a:lnTo>
                  <a:lnTo>
                    <a:pt x="44989" y="49104"/>
                  </a:lnTo>
                  <a:lnTo>
                    <a:pt x="41440" y="53027"/>
                  </a:lnTo>
                  <a:lnTo>
                    <a:pt x="38016" y="57061"/>
                  </a:lnTo>
                  <a:lnTo>
                    <a:pt x="34722" y="61201"/>
                  </a:lnTo>
                  <a:lnTo>
                    <a:pt x="31560" y="65443"/>
                  </a:lnTo>
                  <a:lnTo>
                    <a:pt x="28534" y="69784"/>
                  </a:lnTo>
                  <a:lnTo>
                    <a:pt x="25647" y="74217"/>
                  </a:lnTo>
                  <a:lnTo>
                    <a:pt x="22902" y="78740"/>
                  </a:lnTo>
                  <a:lnTo>
                    <a:pt x="20301" y="83348"/>
                  </a:lnTo>
                  <a:lnTo>
                    <a:pt x="17847" y="88036"/>
                  </a:lnTo>
                  <a:lnTo>
                    <a:pt x="15543" y="92799"/>
                  </a:lnTo>
                  <a:lnTo>
                    <a:pt x="13391" y="97632"/>
                  </a:lnTo>
                  <a:lnTo>
                    <a:pt x="11393" y="102531"/>
                  </a:lnTo>
                  <a:lnTo>
                    <a:pt x="9551" y="107491"/>
                  </a:lnTo>
                  <a:lnTo>
                    <a:pt x="7867" y="112507"/>
                  </a:lnTo>
                  <a:lnTo>
                    <a:pt x="6342" y="117573"/>
                  </a:lnTo>
                  <a:lnTo>
                    <a:pt x="4979" y="122685"/>
                  </a:lnTo>
                  <a:lnTo>
                    <a:pt x="3778" y="127838"/>
                  </a:lnTo>
                  <a:lnTo>
                    <a:pt x="2740" y="133026"/>
                  </a:lnTo>
                  <a:lnTo>
                    <a:pt x="1867" y="138245"/>
                  </a:lnTo>
                  <a:lnTo>
                    <a:pt x="1160" y="143488"/>
                  </a:lnTo>
                  <a:lnTo>
                    <a:pt x="620" y="148752"/>
                  </a:lnTo>
                  <a:lnTo>
                    <a:pt x="246" y="154029"/>
                  </a:lnTo>
                  <a:lnTo>
                    <a:pt x="39" y="159316"/>
                  </a:lnTo>
                  <a:lnTo>
                    <a:pt x="0" y="164607"/>
                  </a:lnTo>
                  <a:lnTo>
                    <a:pt x="128" y="169896"/>
                  </a:lnTo>
                  <a:lnTo>
                    <a:pt x="423" y="175179"/>
                  </a:lnTo>
                  <a:lnTo>
                    <a:pt x="885" y="180450"/>
                  </a:lnTo>
                  <a:lnTo>
                    <a:pt x="1515" y="185703"/>
                  </a:lnTo>
                  <a:lnTo>
                    <a:pt x="2309" y="190934"/>
                  </a:lnTo>
                  <a:lnTo>
                    <a:pt x="3270" y="196137"/>
                  </a:lnTo>
                  <a:lnTo>
                    <a:pt x="4394" y="201307"/>
                  </a:lnTo>
                  <a:lnTo>
                    <a:pt x="5681" y="206439"/>
                  </a:lnTo>
                  <a:lnTo>
                    <a:pt x="7130" y="211528"/>
                  </a:lnTo>
                  <a:lnTo>
                    <a:pt x="8740" y="216568"/>
                  </a:lnTo>
                  <a:lnTo>
                    <a:pt x="10508" y="221555"/>
                  </a:lnTo>
                  <a:lnTo>
                    <a:pt x="12433" y="226483"/>
                  </a:lnTo>
                  <a:lnTo>
                    <a:pt x="14513" y="231348"/>
                  </a:lnTo>
                  <a:lnTo>
                    <a:pt x="16746" y="236144"/>
                  </a:lnTo>
                  <a:lnTo>
                    <a:pt x="19129" y="240868"/>
                  </a:lnTo>
                  <a:lnTo>
                    <a:pt x="21661" y="245514"/>
                  </a:lnTo>
                  <a:lnTo>
                    <a:pt x="24339" y="250077"/>
                  </a:lnTo>
                  <a:lnTo>
                    <a:pt x="27160" y="254553"/>
                  </a:lnTo>
                  <a:lnTo>
                    <a:pt x="30121" y="258938"/>
                  </a:lnTo>
                  <a:lnTo>
                    <a:pt x="33219" y="263227"/>
                  </a:lnTo>
                  <a:lnTo>
                    <a:pt x="36452" y="267416"/>
                  </a:lnTo>
                  <a:lnTo>
                    <a:pt x="39815" y="271500"/>
                  </a:lnTo>
                  <a:lnTo>
                    <a:pt x="43306" y="275476"/>
                  </a:lnTo>
                  <a:lnTo>
                    <a:pt x="46921" y="279339"/>
                  </a:lnTo>
                  <a:lnTo>
                    <a:pt x="50656" y="283086"/>
                  </a:lnTo>
                  <a:lnTo>
                    <a:pt x="54509" y="286713"/>
                  </a:lnTo>
                  <a:lnTo>
                    <a:pt x="58474" y="290216"/>
                  </a:lnTo>
                  <a:lnTo>
                    <a:pt x="62547" y="293592"/>
                  </a:lnTo>
                  <a:lnTo>
                    <a:pt x="66726" y="296838"/>
                  </a:lnTo>
                  <a:lnTo>
                    <a:pt x="71006" y="299949"/>
                  </a:lnTo>
                  <a:lnTo>
                    <a:pt x="75381" y="302924"/>
                  </a:lnTo>
                  <a:lnTo>
                    <a:pt x="79849" y="305758"/>
                  </a:lnTo>
                  <a:lnTo>
                    <a:pt x="84404" y="308450"/>
                  </a:lnTo>
                  <a:lnTo>
                    <a:pt x="89042" y="310996"/>
                  </a:lnTo>
                  <a:lnTo>
                    <a:pt x="93758" y="313394"/>
                  </a:lnTo>
                  <a:lnTo>
                    <a:pt x="98548" y="315642"/>
                  </a:lnTo>
                  <a:lnTo>
                    <a:pt x="103406" y="317737"/>
                  </a:lnTo>
                  <a:lnTo>
                    <a:pt x="108329" y="319677"/>
                  </a:lnTo>
                  <a:lnTo>
                    <a:pt x="113310" y="321461"/>
                  </a:lnTo>
                  <a:lnTo>
                    <a:pt x="118345" y="323086"/>
                  </a:lnTo>
                  <a:lnTo>
                    <a:pt x="123429" y="324550"/>
                  </a:lnTo>
                  <a:lnTo>
                    <a:pt x="128557" y="325854"/>
                  </a:lnTo>
                  <a:lnTo>
                    <a:pt x="133724" y="326994"/>
                  </a:lnTo>
                  <a:lnTo>
                    <a:pt x="138924" y="327970"/>
                  </a:lnTo>
                  <a:lnTo>
                    <a:pt x="144152" y="328781"/>
                  </a:lnTo>
                  <a:lnTo>
                    <a:pt x="149404" y="329426"/>
                  </a:lnTo>
                  <a:lnTo>
                    <a:pt x="154673" y="329905"/>
                  </a:lnTo>
                  <a:lnTo>
                    <a:pt x="159955" y="330217"/>
                  </a:lnTo>
                  <a:lnTo>
                    <a:pt x="165244" y="330361"/>
                  </a:lnTo>
                  <a:lnTo>
                    <a:pt x="170534" y="330338"/>
                  </a:lnTo>
                  <a:lnTo>
                    <a:pt x="175822" y="330148"/>
                  </a:lnTo>
                  <a:lnTo>
                    <a:pt x="181101" y="329790"/>
                  </a:lnTo>
                  <a:lnTo>
                    <a:pt x="186366" y="329265"/>
                  </a:lnTo>
                  <a:lnTo>
                    <a:pt x="191611" y="328574"/>
                  </a:lnTo>
                  <a:lnTo>
                    <a:pt x="196832" y="327718"/>
                  </a:lnTo>
                  <a:lnTo>
                    <a:pt x="202024" y="326696"/>
                  </a:lnTo>
                  <a:lnTo>
                    <a:pt x="207180" y="325511"/>
                  </a:lnTo>
                  <a:lnTo>
                    <a:pt x="212297" y="324163"/>
                  </a:lnTo>
                  <a:lnTo>
                    <a:pt x="217368" y="322654"/>
                  </a:lnTo>
                  <a:lnTo>
                    <a:pt x="222389" y="320986"/>
                  </a:lnTo>
                  <a:lnTo>
                    <a:pt x="227354" y="319159"/>
                  </a:lnTo>
                  <a:lnTo>
                    <a:pt x="232259" y="317176"/>
                  </a:lnTo>
                  <a:lnTo>
                    <a:pt x="237099" y="315039"/>
                  </a:lnTo>
                  <a:lnTo>
                    <a:pt x="241869" y="312749"/>
                  </a:lnTo>
                  <a:lnTo>
                    <a:pt x="246565" y="310310"/>
                  </a:lnTo>
                  <a:lnTo>
                    <a:pt x="251180" y="307724"/>
                  </a:lnTo>
                  <a:lnTo>
                    <a:pt x="255712" y="304992"/>
                  </a:lnTo>
                  <a:lnTo>
                    <a:pt x="260154" y="302119"/>
                  </a:lnTo>
                  <a:lnTo>
                    <a:pt x="264504" y="299107"/>
                  </a:lnTo>
                  <a:lnTo>
                    <a:pt x="268756" y="295958"/>
                  </a:lnTo>
                  <a:lnTo>
                    <a:pt x="272906" y="292676"/>
                  </a:lnTo>
                  <a:lnTo>
                    <a:pt x="276951" y="289265"/>
                  </a:lnTo>
                  <a:lnTo>
                    <a:pt x="280885" y="285727"/>
                  </a:lnTo>
                  <a:lnTo>
                    <a:pt x="284705" y="282067"/>
                  </a:lnTo>
                  <a:lnTo>
                    <a:pt x="288408" y="278288"/>
                  </a:lnTo>
                  <a:lnTo>
                    <a:pt x="291989" y="274393"/>
                  </a:lnTo>
                  <a:lnTo>
                    <a:pt x="295446" y="270387"/>
                  </a:lnTo>
                  <a:lnTo>
                    <a:pt x="298773" y="266273"/>
                  </a:lnTo>
                  <a:lnTo>
                    <a:pt x="301969" y="262057"/>
                  </a:lnTo>
                  <a:lnTo>
                    <a:pt x="305030" y="257741"/>
                  </a:lnTo>
                  <a:lnTo>
                    <a:pt x="307953" y="253331"/>
                  </a:lnTo>
                  <a:lnTo>
                    <a:pt x="310734" y="248830"/>
                  </a:lnTo>
                  <a:lnTo>
                    <a:pt x="313372" y="244243"/>
                  </a:lnTo>
                  <a:lnTo>
                    <a:pt x="315863" y="239576"/>
                  </a:lnTo>
                  <a:lnTo>
                    <a:pt x="318206" y="234832"/>
                  </a:lnTo>
                  <a:lnTo>
                    <a:pt x="320397" y="230016"/>
                  </a:lnTo>
                  <a:lnTo>
                    <a:pt x="322435" y="225133"/>
                  </a:lnTo>
                  <a:lnTo>
                    <a:pt x="324317" y="220188"/>
                  </a:lnTo>
                  <a:lnTo>
                    <a:pt x="326041" y="215186"/>
                  </a:lnTo>
                  <a:lnTo>
                    <a:pt x="327607" y="210132"/>
                  </a:lnTo>
                  <a:lnTo>
                    <a:pt x="329011" y="205031"/>
                  </a:lnTo>
                  <a:lnTo>
                    <a:pt x="330254" y="199888"/>
                  </a:lnTo>
                  <a:lnTo>
                    <a:pt x="331333" y="194708"/>
                  </a:lnTo>
                  <a:lnTo>
                    <a:pt x="332248" y="189497"/>
                  </a:lnTo>
                  <a:lnTo>
                    <a:pt x="332997" y="184260"/>
                  </a:lnTo>
                  <a:lnTo>
                    <a:pt x="333581" y="179001"/>
                  </a:lnTo>
                  <a:lnTo>
                    <a:pt x="333997" y="173726"/>
                  </a:lnTo>
                  <a:lnTo>
                    <a:pt x="334246" y="168441"/>
                  </a:lnTo>
                  <a:lnTo>
                    <a:pt x="334328" y="163151"/>
                  </a:lnTo>
                  <a:lnTo>
                    <a:pt x="334243" y="157861"/>
                  </a:lnTo>
                  <a:lnTo>
                    <a:pt x="333990" y="152576"/>
                  </a:lnTo>
                  <a:lnTo>
                    <a:pt x="333570" y="147302"/>
                  </a:lnTo>
                  <a:lnTo>
                    <a:pt x="332984" y="142043"/>
                  </a:lnTo>
                  <a:lnTo>
                    <a:pt x="332231" y="136806"/>
                  </a:lnTo>
                  <a:lnTo>
                    <a:pt x="331313" y="131596"/>
                  </a:lnTo>
                  <a:lnTo>
                    <a:pt x="330230" y="126417"/>
                  </a:lnTo>
                  <a:lnTo>
                    <a:pt x="328984" y="121274"/>
                  </a:lnTo>
                  <a:lnTo>
                    <a:pt x="327576" y="116174"/>
                  </a:lnTo>
                  <a:lnTo>
                    <a:pt x="326008" y="111121"/>
                  </a:lnTo>
                  <a:lnTo>
                    <a:pt x="324280" y="106120"/>
                  </a:lnTo>
                  <a:lnTo>
                    <a:pt x="322395" y="101177"/>
                  </a:lnTo>
                  <a:lnTo>
                    <a:pt x="320354" y="96295"/>
                  </a:lnTo>
                  <a:lnTo>
                    <a:pt x="318160" y="91481"/>
                  </a:lnTo>
                  <a:lnTo>
                    <a:pt x="315814" y="86738"/>
                  </a:lnTo>
                  <a:lnTo>
                    <a:pt x="313320" y="82072"/>
                  </a:lnTo>
                  <a:lnTo>
                    <a:pt x="310679" y="77487"/>
                  </a:lnTo>
                  <a:lnTo>
                    <a:pt x="307895" y="72988"/>
                  </a:lnTo>
                  <a:lnTo>
                    <a:pt x="304969" y="68580"/>
                  </a:lnTo>
                  <a:lnTo>
                    <a:pt x="301906" y="64266"/>
                  </a:lnTo>
                  <a:lnTo>
                    <a:pt x="298707" y="60051"/>
                  </a:lnTo>
                  <a:lnTo>
                    <a:pt x="295377" y="55940"/>
                  </a:lnTo>
                  <a:lnTo>
                    <a:pt x="291918" y="51936"/>
                  </a:lnTo>
                  <a:lnTo>
                    <a:pt x="288334" y="48044"/>
                  </a:lnTo>
                  <a:lnTo>
                    <a:pt x="284629" y="44267"/>
                  </a:lnTo>
                  <a:lnTo>
                    <a:pt x="280806" y="40609"/>
                  </a:lnTo>
                  <a:lnTo>
                    <a:pt x="276870" y="37074"/>
                  </a:lnTo>
                  <a:lnTo>
                    <a:pt x="272823" y="33665"/>
                  </a:lnTo>
                  <a:lnTo>
                    <a:pt x="268671" y="30386"/>
                  </a:lnTo>
                  <a:lnTo>
                    <a:pt x="264417" y="27240"/>
                  </a:lnTo>
                  <a:lnTo>
                    <a:pt x="260065" y="24231"/>
                  </a:lnTo>
                  <a:lnTo>
                    <a:pt x="255621" y="21360"/>
                  </a:lnTo>
                  <a:lnTo>
                    <a:pt x="251087" y="18632"/>
                  </a:lnTo>
                  <a:lnTo>
                    <a:pt x="246470" y="16048"/>
                  </a:lnTo>
                  <a:lnTo>
                    <a:pt x="241773" y="13612"/>
                  </a:lnTo>
                  <a:lnTo>
                    <a:pt x="237002" y="11326"/>
                  </a:lnTo>
                  <a:lnTo>
                    <a:pt x="167161" y="1632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69840" cy="167167"/>
            </a:xfrm>
            <a:custGeom>
              <a:avLst/>
              <a:pathLst>
                <a:path w="69840" h="167167">
                  <a:moveTo>
                    <a:pt x="69840" y="15288"/>
                  </a:moveTo>
                  <a:lnTo>
                    <a:pt x="64341" y="12878"/>
                  </a:lnTo>
                  <a:lnTo>
                    <a:pt x="58759" y="10667"/>
                  </a:lnTo>
                  <a:lnTo>
                    <a:pt x="53102" y="8658"/>
                  </a:lnTo>
                  <a:lnTo>
                    <a:pt x="47375" y="6853"/>
                  </a:lnTo>
                  <a:lnTo>
                    <a:pt x="41588" y="5255"/>
                  </a:lnTo>
                  <a:lnTo>
                    <a:pt x="35747" y="3866"/>
                  </a:lnTo>
                  <a:lnTo>
                    <a:pt x="29860" y="2688"/>
                  </a:lnTo>
                  <a:lnTo>
                    <a:pt x="23934" y="1722"/>
                  </a:lnTo>
                  <a:lnTo>
                    <a:pt x="17977" y="969"/>
                  </a:lnTo>
                  <a:lnTo>
                    <a:pt x="11998" y="431"/>
                  </a:lnTo>
                  <a:lnTo>
                    <a:pt x="6002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246" y="2126963"/>
              <a:ext cx="7225" cy="167167"/>
            </a:xfrm>
            <a:custGeom>
              <a:avLst/>
              <a:pathLst>
                <a:path w="7225" h="167167">
                  <a:moveTo>
                    <a:pt x="7225" y="0"/>
                  </a:moveTo>
                  <a:lnTo>
                    <a:pt x="0" y="156"/>
                  </a:lnTo>
                  <a:lnTo>
                    <a:pt x="722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1246" y="2127119"/>
              <a:ext cx="7225" cy="167011"/>
            </a:xfrm>
            <a:custGeom>
              <a:avLst/>
              <a:pathLst>
                <a:path w="7225" h="167011">
                  <a:moveTo>
                    <a:pt x="0" y="0"/>
                  </a:moveTo>
                  <a:lnTo>
                    <a:pt x="7225" y="1670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5" y="2127119"/>
              <a:ext cx="330309" cy="334158"/>
            </a:xfrm>
            <a:custGeom>
              <a:avLst/>
              <a:pathLst>
                <a:path w="330309" h="334158">
                  <a:moveTo>
                    <a:pt x="159941" y="0"/>
                  </a:moveTo>
                  <a:lnTo>
                    <a:pt x="154638" y="313"/>
                  </a:lnTo>
                  <a:lnTo>
                    <a:pt x="149347" y="796"/>
                  </a:lnTo>
                  <a:lnTo>
                    <a:pt x="144075" y="1446"/>
                  </a:lnTo>
                  <a:lnTo>
                    <a:pt x="138825" y="2263"/>
                  </a:lnTo>
                  <a:lnTo>
                    <a:pt x="133605" y="3247"/>
                  </a:lnTo>
                  <a:lnTo>
                    <a:pt x="128418" y="4396"/>
                  </a:lnTo>
                  <a:lnTo>
                    <a:pt x="123271" y="5709"/>
                  </a:lnTo>
                  <a:lnTo>
                    <a:pt x="118167" y="7186"/>
                  </a:lnTo>
                  <a:lnTo>
                    <a:pt x="113114" y="8823"/>
                  </a:lnTo>
                  <a:lnTo>
                    <a:pt x="108115" y="10621"/>
                  </a:lnTo>
                  <a:lnTo>
                    <a:pt x="103175" y="12576"/>
                  </a:lnTo>
                  <a:lnTo>
                    <a:pt x="98300" y="14687"/>
                  </a:lnTo>
                  <a:lnTo>
                    <a:pt x="93495" y="16953"/>
                  </a:lnTo>
                  <a:lnTo>
                    <a:pt x="88764" y="19369"/>
                  </a:lnTo>
                  <a:lnTo>
                    <a:pt x="84112" y="21935"/>
                  </a:lnTo>
                  <a:lnTo>
                    <a:pt x="79544" y="24647"/>
                  </a:lnTo>
                  <a:lnTo>
                    <a:pt x="75065" y="27504"/>
                  </a:lnTo>
                  <a:lnTo>
                    <a:pt x="70679" y="30501"/>
                  </a:lnTo>
                  <a:lnTo>
                    <a:pt x="66390" y="33635"/>
                  </a:lnTo>
                  <a:lnTo>
                    <a:pt x="62203" y="36905"/>
                  </a:lnTo>
                  <a:lnTo>
                    <a:pt x="58121" y="40306"/>
                  </a:lnTo>
                  <a:lnTo>
                    <a:pt x="54150" y="43835"/>
                  </a:lnTo>
                  <a:lnTo>
                    <a:pt x="50294" y="47488"/>
                  </a:lnTo>
                  <a:lnTo>
                    <a:pt x="46555" y="51262"/>
                  </a:lnTo>
                  <a:lnTo>
                    <a:pt x="42938" y="55153"/>
                  </a:lnTo>
                  <a:lnTo>
                    <a:pt x="39446" y="59157"/>
                  </a:lnTo>
                  <a:lnTo>
                    <a:pt x="36084" y="63270"/>
                  </a:lnTo>
                  <a:lnTo>
                    <a:pt x="32853" y="67487"/>
                  </a:lnTo>
                  <a:lnTo>
                    <a:pt x="29759" y="71805"/>
                  </a:lnTo>
                  <a:lnTo>
                    <a:pt x="26803" y="76220"/>
                  </a:lnTo>
                  <a:lnTo>
                    <a:pt x="23989" y="80726"/>
                  </a:lnTo>
                  <a:lnTo>
                    <a:pt x="21320" y="85319"/>
                  </a:lnTo>
                  <a:lnTo>
                    <a:pt x="18797" y="89994"/>
                  </a:lnTo>
                  <a:lnTo>
                    <a:pt x="16425" y="94747"/>
                  </a:lnTo>
                  <a:lnTo>
                    <a:pt x="14205" y="99574"/>
                  </a:lnTo>
                  <a:lnTo>
                    <a:pt x="12140" y="104468"/>
                  </a:lnTo>
                  <a:lnTo>
                    <a:pt x="10230" y="109426"/>
                  </a:lnTo>
                  <a:lnTo>
                    <a:pt x="8480" y="114442"/>
                  </a:lnTo>
                  <a:lnTo>
                    <a:pt x="6890" y="119510"/>
                  </a:lnTo>
                  <a:lnTo>
                    <a:pt x="5461" y="124627"/>
                  </a:lnTo>
                  <a:lnTo>
                    <a:pt x="4196" y="129787"/>
                  </a:lnTo>
                  <a:lnTo>
                    <a:pt x="3096" y="134984"/>
                  </a:lnTo>
                  <a:lnTo>
                    <a:pt x="2161" y="140214"/>
                  </a:lnTo>
                  <a:lnTo>
                    <a:pt x="1393" y="145470"/>
                  </a:lnTo>
                  <a:lnTo>
                    <a:pt x="792" y="150749"/>
                  </a:lnTo>
                  <a:lnTo>
                    <a:pt x="359" y="156043"/>
                  </a:lnTo>
                  <a:lnTo>
                    <a:pt x="95" y="161349"/>
                  </a:lnTo>
                  <a:lnTo>
                    <a:pt x="0" y="166661"/>
                  </a:lnTo>
                  <a:lnTo>
                    <a:pt x="73" y="171973"/>
                  </a:lnTo>
                  <a:lnTo>
                    <a:pt x="315" y="177280"/>
                  </a:lnTo>
                  <a:lnTo>
                    <a:pt x="725" y="182576"/>
                  </a:lnTo>
                  <a:lnTo>
                    <a:pt x="1304" y="187857"/>
                  </a:lnTo>
                  <a:lnTo>
                    <a:pt x="2050" y="193117"/>
                  </a:lnTo>
                  <a:lnTo>
                    <a:pt x="2963" y="198350"/>
                  </a:lnTo>
                  <a:lnTo>
                    <a:pt x="4042" y="203552"/>
                  </a:lnTo>
                  <a:lnTo>
                    <a:pt x="5285" y="208717"/>
                  </a:lnTo>
                  <a:lnTo>
                    <a:pt x="6692" y="213840"/>
                  </a:lnTo>
                  <a:lnTo>
                    <a:pt x="8261" y="218915"/>
                  </a:lnTo>
                  <a:lnTo>
                    <a:pt x="9991" y="223938"/>
                  </a:lnTo>
                  <a:lnTo>
                    <a:pt x="11879" y="228904"/>
                  </a:lnTo>
                  <a:lnTo>
                    <a:pt x="13924" y="233807"/>
                  </a:lnTo>
                  <a:lnTo>
                    <a:pt x="16124" y="238642"/>
                  </a:lnTo>
                  <a:lnTo>
                    <a:pt x="18476" y="243405"/>
                  </a:lnTo>
                  <a:lnTo>
                    <a:pt x="20979" y="248092"/>
                  </a:lnTo>
                  <a:lnTo>
                    <a:pt x="23629" y="252696"/>
                  </a:lnTo>
                  <a:lnTo>
                    <a:pt x="26424" y="257213"/>
                  </a:lnTo>
                  <a:lnTo>
                    <a:pt x="29361" y="261640"/>
                  </a:lnTo>
                  <a:lnTo>
                    <a:pt x="32438" y="265971"/>
                  </a:lnTo>
                  <a:lnTo>
                    <a:pt x="35650" y="270202"/>
                  </a:lnTo>
                  <a:lnTo>
                    <a:pt x="38996" y="274329"/>
                  </a:lnTo>
                  <a:lnTo>
                    <a:pt x="42471" y="278347"/>
                  </a:lnTo>
                  <a:lnTo>
                    <a:pt x="46071" y="282253"/>
                  </a:lnTo>
                  <a:lnTo>
                    <a:pt x="49794" y="286043"/>
                  </a:lnTo>
                  <a:lnTo>
                    <a:pt x="53636" y="289712"/>
                  </a:lnTo>
                  <a:lnTo>
                    <a:pt x="57592" y="293258"/>
                  </a:lnTo>
                  <a:lnTo>
                    <a:pt x="61659" y="296676"/>
                  </a:lnTo>
                  <a:lnTo>
                    <a:pt x="65832" y="299963"/>
                  </a:lnTo>
                  <a:lnTo>
                    <a:pt x="70108" y="303116"/>
                  </a:lnTo>
                  <a:lnTo>
                    <a:pt x="74482" y="306131"/>
                  </a:lnTo>
                  <a:lnTo>
                    <a:pt x="78949" y="309006"/>
                  </a:lnTo>
                  <a:lnTo>
                    <a:pt x="83506" y="311737"/>
                  </a:lnTo>
                  <a:lnTo>
                    <a:pt x="88147" y="314323"/>
                  </a:lnTo>
                  <a:lnTo>
                    <a:pt x="92867" y="316759"/>
                  </a:lnTo>
                  <a:lnTo>
                    <a:pt x="97663" y="319044"/>
                  </a:lnTo>
                  <a:lnTo>
                    <a:pt x="102529" y="321176"/>
                  </a:lnTo>
                  <a:lnTo>
                    <a:pt x="107460" y="323152"/>
                  </a:lnTo>
                  <a:lnTo>
                    <a:pt x="112452" y="324970"/>
                  </a:lnTo>
                  <a:lnTo>
                    <a:pt x="117499" y="326629"/>
                  </a:lnTo>
                  <a:lnTo>
                    <a:pt x="122596" y="328127"/>
                  </a:lnTo>
                  <a:lnTo>
                    <a:pt x="127738" y="329462"/>
                  </a:lnTo>
                  <a:lnTo>
                    <a:pt x="132920" y="330632"/>
                  </a:lnTo>
                  <a:lnTo>
                    <a:pt x="138136" y="331638"/>
                  </a:lnTo>
                  <a:lnTo>
                    <a:pt x="143382" y="332477"/>
                  </a:lnTo>
                  <a:lnTo>
                    <a:pt x="148651" y="333150"/>
                  </a:lnTo>
                  <a:lnTo>
                    <a:pt x="153940" y="333654"/>
                  </a:lnTo>
                  <a:lnTo>
                    <a:pt x="159242" y="333990"/>
                  </a:lnTo>
                  <a:lnTo>
                    <a:pt x="164551" y="334158"/>
                  </a:lnTo>
                  <a:lnTo>
                    <a:pt x="169864" y="334156"/>
                  </a:lnTo>
                  <a:lnTo>
                    <a:pt x="175174" y="333986"/>
                  </a:lnTo>
                  <a:lnTo>
                    <a:pt x="180475" y="333648"/>
                  </a:lnTo>
                  <a:lnTo>
                    <a:pt x="185763" y="333141"/>
                  </a:lnTo>
                  <a:lnTo>
                    <a:pt x="191033" y="332466"/>
                  </a:lnTo>
                  <a:lnTo>
                    <a:pt x="196278" y="331624"/>
                  </a:lnTo>
                  <a:lnTo>
                    <a:pt x="201494" y="330616"/>
                  </a:lnTo>
                  <a:lnTo>
                    <a:pt x="206675" y="329442"/>
                  </a:lnTo>
                  <a:lnTo>
                    <a:pt x="211817" y="328105"/>
                  </a:lnTo>
                  <a:lnTo>
                    <a:pt x="216913" y="326605"/>
                  </a:lnTo>
                  <a:lnTo>
                    <a:pt x="221959" y="324943"/>
                  </a:lnTo>
                  <a:lnTo>
                    <a:pt x="226950" y="323123"/>
                  </a:lnTo>
                  <a:lnTo>
                    <a:pt x="231880" y="321144"/>
                  </a:lnTo>
                  <a:lnTo>
                    <a:pt x="236745" y="319010"/>
                  </a:lnTo>
                  <a:lnTo>
                    <a:pt x="241539" y="316723"/>
                  </a:lnTo>
                  <a:lnTo>
                    <a:pt x="246259" y="314284"/>
                  </a:lnTo>
                  <a:lnTo>
                    <a:pt x="250899" y="311696"/>
                  </a:lnTo>
                  <a:lnTo>
                    <a:pt x="255454" y="308963"/>
                  </a:lnTo>
                  <a:lnTo>
                    <a:pt x="259920" y="306085"/>
                  </a:lnTo>
                  <a:lnTo>
                    <a:pt x="264292" y="303068"/>
                  </a:lnTo>
                  <a:lnTo>
                    <a:pt x="268566" y="299913"/>
                  </a:lnTo>
                  <a:lnTo>
                    <a:pt x="272738" y="296624"/>
                  </a:lnTo>
                  <a:lnTo>
                    <a:pt x="276803" y="293204"/>
                  </a:lnTo>
                  <a:lnTo>
                    <a:pt x="280758" y="289657"/>
                  </a:lnTo>
                  <a:lnTo>
                    <a:pt x="284597" y="285985"/>
                  </a:lnTo>
                  <a:lnTo>
                    <a:pt x="288319" y="282194"/>
                  </a:lnTo>
                  <a:lnTo>
                    <a:pt x="291917" y="278286"/>
                  </a:lnTo>
                  <a:lnTo>
                    <a:pt x="295390" y="274266"/>
                  </a:lnTo>
                  <a:lnTo>
                    <a:pt x="298733" y="270137"/>
                  </a:lnTo>
                  <a:lnTo>
                    <a:pt x="301944" y="265905"/>
                  </a:lnTo>
                  <a:lnTo>
                    <a:pt x="305018" y="261572"/>
                  </a:lnTo>
                  <a:lnTo>
                    <a:pt x="307953" y="257144"/>
                  </a:lnTo>
                  <a:lnTo>
                    <a:pt x="310746" y="252625"/>
                  </a:lnTo>
                  <a:lnTo>
                    <a:pt x="313394" y="248020"/>
                  </a:lnTo>
                  <a:lnTo>
                    <a:pt x="315894" y="243332"/>
                  </a:lnTo>
                  <a:lnTo>
                    <a:pt x="318244" y="238568"/>
                  </a:lnTo>
                  <a:lnTo>
                    <a:pt x="320442" y="233731"/>
                  </a:lnTo>
                  <a:lnTo>
                    <a:pt x="322484" y="228827"/>
                  </a:lnTo>
                  <a:lnTo>
                    <a:pt x="324370" y="223861"/>
                  </a:lnTo>
                  <a:lnTo>
                    <a:pt x="326097" y="218837"/>
                  </a:lnTo>
                  <a:lnTo>
                    <a:pt x="327664" y="213761"/>
                  </a:lnTo>
                  <a:lnTo>
                    <a:pt x="329068" y="208637"/>
                  </a:lnTo>
                  <a:lnTo>
                    <a:pt x="330309" y="203472"/>
                  </a:lnTo>
                  <a:lnTo>
                    <a:pt x="167167" y="1670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62" cy="203628"/>
            </a:xfrm>
            <a:custGeom>
              <a:avLst/>
              <a:pathLst>
                <a:path w="167162" h="203628">
                  <a:moveTo>
                    <a:pt x="163142" y="203628"/>
                  </a:moveTo>
                  <a:lnTo>
                    <a:pt x="164243" y="198298"/>
                  </a:lnTo>
                  <a:lnTo>
                    <a:pt x="165169" y="192935"/>
                  </a:lnTo>
                  <a:lnTo>
                    <a:pt x="165920" y="187545"/>
                  </a:lnTo>
                  <a:lnTo>
                    <a:pt x="166496" y="182133"/>
                  </a:lnTo>
                  <a:lnTo>
                    <a:pt x="166895" y="176705"/>
                  </a:lnTo>
                  <a:lnTo>
                    <a:pt x="167117" y="171268"/>
                  </a:lnTo>
                  <a:lnTo>
                    <a:pt x="167162" y="165825"/>
                  </a:lnTo>
                  <a:lnTo>
                    <a:pt x="167029" y="160385"/>
                  </a:lnTo>
                  <a:lnTo>
                    <a:pt x="166720" y="154951"/>
                  </a:lnTo>
                  <a:lnTo>
                    <a:pt x="166234" y="149531"/>
                  </a:lnTo>
                  <a:lnTo>
                    <a:pt x="165572" y="144129"/>
                  </a:lnTo>
                  <a:lnTo>
                    <a:pt x="164734" y="138751"/>
                  </a:lnTo>
                  <a:lnTo>
                    <a:pt x="163722" y="133404"/>
                  </a:lnTo>
                  <a:lnTo>
                    <a:pt x="162536" y="128092"/>
                  </a:lnTo>
                  <a:lnTo>
                    <a:pt x="161178" y="122822"/>
                  </a:lnTo>
                  <a:lnTo>
                    <a:pt x="159649" y="117599"/>
                  </a:lnTo>
                  <a:lnTo>
                    <a:pt x="157951" y="112428"/>
                  </a:lnTo>
                  <a:lnTo>
                    <a:pt x="156085" y="107316"/>
                  </a:lnTo>
                  <a:lnTo>
                    <a:pt x="154054" y="102266"/>
                  </a:lnTo>
                  <a:lnTo>
                    <a:pt x="151860" y="97286"/>
                  </a:lnTo>
                  <a:lnTo>
                    <a:pt x="149505" y="92380"/>
                  </a:lnTo>
                  <a:lnTo>
                    <a:pt x="146991" y="87553"/>
                  </a:lnTo>
                  <a:lnTo>
                    <a:pt x="144322" y="82810"/>
                  </a:lnTo>
                  <a:lnTo>
                    <a:pt x="141499" y="78157"/>
                  </a:lnTo>
                  <a:lnTo>
                    <a:pt x="138527" y="73598"/>
                  </a:lnTo>
                  <a:lnTo>
                    <a:pt x="135407" y="69138"/>
                  </a:lnTo>
                  <a:lnTo>
                    <a:pt x="132145" y="64782"/>
                  </a:lnTo>
                  <a:lnTo>
                    <a:pt x="128742" y="60535"/>
                  </a:lnTo>
                  <a:lnTo>
                    <a:pt x="125202" y="56400"/>
                  </a:lnTo>
                  <a:lnTo>
                    <a:pt x="121530" y="52384"/>
                  </a:lnTo>
                  <a:lnTo>
                    <a:pt x="117729" y="48488"/>
                  </a:lnTo>
                  <a:lnTo>
                    <a:pt x="113804" y="44719"/>
                  </a:lnTo>
                  <a:lnTo>
                    <a:pt x="109758" y="41079"/>
                  </a:lnTo>
                  <a:lnTo>
                    <a:pt x="105595" y="37573"/>
                  </a:lnTo>
                  <a:lnTo>
                    <a:pt x="101321" y="34205"/>
                  </a:lnTo>
                  <a:lnTo>
                    <a:pt x="96939" y="30977"/>
                  </a:lnTo>
                  <a:lnTo>
                    <a:pt x="92454" y="27893"/>
                  </a:lnTo>
                  <a:lnTo>
                    <a:pt x="87871" y="24958"/>
                  </a:lnTo>
                  <a:lnTo>
                    <a:pt x="83196" y="22173"/>
                  </a:lnTo>
                  <a:lnTo>
                    <a:pt x="78432" y="19541"/>
                  </a:lnTo>
                  <a:lnTo>
                    <a:pt x="73585" y="17066"/>
                  </a:lnTo>
                  <a:lnTo>
                    <a:pt x="68660" y="14751"/>
                  </a:lnTo>
                  <a:lnTo>
                    <a:pt x="63662" y="12596"/>
                  </a:lnTo>
                  <a:lnTo>
                    <a:pt x="58596" y="10606"/>
                  </a:lnTo>
                  <a:lnTo>
                    <a:pt x="53469" y="8781"/>
                  </a:lnTo>
                  <a:lnTo>
                    <a:pt x="48285" y="7125"/>
                  </a:lnTo>
                  <a:lnTo>
                    <a:pt x="43050" y="5638"/>
                  </a:lnTo>
                  <a:lnTo>
                    <a:pt x="37769" y="4322"/>
                  </a:lnTo>
                  <a:lnTo>
                    <a:pt x="32448" y="3179"/>
                  </a:lnTo>
                  <a:lnTo>
                    <a:pt x="27092" y="2210"/>
                  </a:lnTo>
                  <a:lnTo>
                    <a:pt x="21708" y="1415"/>
                  </a:lnTo>
                  <a:lnTo>
                    <a:pt x="16301" y="796"/>
                  </a:lnTo>
                  <a:lnTo>
                    <a:pt x="10877" y="354"/>
                  </a:lnTo>
                  <a:lnTo>
                    <a:pt x="5441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335" y="1681503"/>
              <a:ext cx="12899" cy="167167"/>
            </a:xfrm>
            <a:custGeom>
              <a:avLst/>
              <a:pathLst>
                <a:path w="12899" h="167167">
                  <a:moveTo>
                    <a:pt x="12899" y="0"/>
                  </a:moveTo>
                  <a:lnTo>
                    <a:pt x="0" y="498"/>
                  </a:lnTo>
                  <a:lnTo>
                    <a:pt x="1289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0335" y="1682001"/>
              <a:ext cx="12899" cy="166669"/>
            </a:xfrm>
            <a:custGeom>
              <a:avLst/>
              <a:pathLst>
                <a:path w="12899" h="166669">
                  <a:moveTo>
                    <a:pt x="0" y="0"/>
                  </a:moveTo>
                  <a:lnTo>
                    <a:pt x="12899" y="1666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74" y="1682001"/>
              <a:ext cx="334323" cy="333836"/>
            </a:xfrm>
            <a:custGeom>
              <a:avLst/>
              <a:pathLst>
                <a:path w="334323" h="333836">
                  <a:moveTo>
                    <a:pt x="154261" y="0"/>
                  </a:moveTo>
                  <a:lnTo>
                    <a:pt x="149004" y="490"/>
                  </a:lnTo>
                  <a:lnTo>
                    <a:pt x="143766" y="1146"/>
                  </a:lnTo>
                  <a:lnTo>
                    <a:pt x="138551" y="1967"/>
                  </a:lnTo>
                  <a:lnTo>
                    <a:pt x="133365" y="2953"/>
                  </a:lnTo>
                  <a:lnTo>
                    <a:pt x="128212" y="4101"/>
                  </a:lnTo>
                  <a:lnTo>
                    <a:pt x="123098" y="5412"/>
                  </a:lnTo>
                  <a:lnTo>
                    <a:pt x="118029" y="6884"/>
                  </a:lnTo>
                  <a:lnTo>
                    <a:pt x="113008" y="8515"/>
                  </a:lnTo>
                  <a:lnTo>
                    <a:pt x="108041" y="10304"/>
                  </a:lnTo>
                  <a:lnTo>
                    <a:pt x="103133" y="12249"/>
                  </a:lnTo>
                  <a:lnTo>
                    <a:pt x="98289" y="14347"/>
                  </a:lnTo>
                  <a:lnTo>
                    <a:pt x="93514" y="16598"/>
                  </a:lnTo>
                  <a:lnTo>
                    <a:pt x="88812" y="18998"/>
                  </a:lnTo>
                  <a:lnTo>
                    <a:pt x="84188" y="21546"/>
                  </a:lnTo>
                  <a:lnTo>
                    <a:pt x="79647" y="24238"/>
                  </a:lnTo>
                  <a:lnTo>
                    <a:pt x="75193" y="27072"/>
                  </a:lnTo>
                  <a:lnTo>
                    <a:pt x="70831" y="30046"/>
                  </a:lnTo>
                  <a:lnTo>
                    <a:pt x="66565" y="33156"/>
                  </a:lnTo>
                  <a:lnTo>
                    <a:pt x="62400" y="36399"/>
                  </a:lnTo>
                  <a:lnTo>
                    <a:pt x="58339" y="39771"/>
                  </a:lnTo>
                  <a:lnTo>
                    <a:pt x="54386" y="43271"/>
                  </a:lnTo>
                  <a:lnTo>
                    <a:pt x="50546" y="46893"/>
                  </a:lnTo>
                  <a:lnTo>
                    <a:pt x="46822" y="50635"/>
                  </a:lnTo>
                  <a:lnTo>
                    <a:pt x="43218" y="54493"/>
                  </a:lnTo>
                  <a:lnTo>
                    <a:pt x="39738" y="58462"/>
                  </a:lnTo>
                  <a:lnTo>
                    <a:pt x="36385" y="62540"/>
                  </a:lnTo>
                  <a:lnTo>
                    <a:pt x="33162" y="66721"/>
                  </a:lnTo>
                  <a:lnTo>
                    <a:pt x="30073" y="71002"/>
                  </a:lnTo>
                  <a:lnTo>
                    <a:pt x="27120" y="75378"/>
                  </a:lnTo>
                  <a:lnTo>
                    <a:pt x="24308" y="79846"/>
                  </a:lnTo>
                  <a:lnTo>
                    <a:pt x="21637" y="84400"/>
                  </a:lnTo>
                  <a:lnTo>
                    <a:pt x="19112" y="89036"/>
                  </a:lnTo>
                  <a:lnTo>
                    <a:pt x="16735" y="93749"/>
                  </a:lnTo>
                  <a:lnTo>
                    <a:pt x="14507" y="98535"/>
                  </a:lnTo>
                  <a:lnTo>
                    <a:pt x="12432" y="103390"/>
                  </a:lnTo>
                  <a:lnTo>
                    <a:pt x="10511" y="108307"/>
                  </a:lnTo>
                  <a:lnTo>
                    <a:pt x="8746" y="113282"/>
                  </a:lnTo>
                  <a:lnTo>
                    <a:pt x="7140" y="118311"/>
                  </a:lnTo>
                  <a:lnTo>
                    <a:pt x="5692" y="123388"/>
                  </a:lnTo>
                  <a:lnTo>
                    <a:pt x="4406" y="128508"/>
                  </a:lnTo>
                  <a:lnTo>
                    <a:pt x="3282" y="133666"/>
                  </a:lnTo>
                  <a:lnTo>
                    <a:pt x="2322" y="138857"/>
                  </a:lnTo>
                  <a:lnTo>
                    <a:pt x="1526" y="144076"/>
                  </a:lnTo>
                  <a:lnTo>
                    <a:pt x="895" y="149317"/>
                  </a:lnTo>
                  <a:lnTo>
                    <a:pt x="430" y="154576"/>
                  </a:lnTo>
                  <a:lnTo>
                    <a:pt x="132" y="159846"/>
                  </a:lnTo>
                  <a:lnTo>
                    <a:pt x="0" y="165124"/>
                  </a:lnTo>
                  <a:lnTo>
                    <a:pt x="34" y="170403"/>
                  </a:lnTo>
                  <a:lnTo>
                    <a:pt x="235" y="175678"/>
                  </a:lnTo>
                  <a:lnTo>
                    <a:pt x="603" y="180944"/>
                  </a:lnTo>
                  <a:lnTo>
                    <a:pt x="1137" y="186197"/>
                  </a:lnTo>
                  <a:lnTo>
                    <a:pt x="1836" y="191429"/>
                  </a:lnTo>
                  <a:lnTo>
                    <a:pt x="2701" y="196637"/>
                  </a:lnTo>
                  <a:lnTo>
                    <a:pt x="3729" y="201815"/>
                  </a:lnTo>
                  <a:lnTo>
                    <a:pt x="4920" y="206958"/>
                  </a:lnTo>
                  <a:lnTo>
                    <a:pt x="6273" y="212061"/>
                  </a:lnTo>
                  <a:lnTo>
                    <a:pt x="7787" y="217118"/>
                  </a:lnTo>
                  <a:lnTo>
                    <a:pt x="9459" y="222126"/>
                  </a:lnTo>
                  <a:lnTo>
                    <a:pt x="11289" y="227077"/>
                  </a:lnTo>
                  <a:lnTo>
                    <a:pt x="13274" y="231969"/>
                  </a:lnTo>
                  <a:lnTo>
                    <a:pt x="15413" y="236796"/>
                  </a:lnTo>
                  <a:lnTo>
                    <a:pt x="17703" y="241552"/>
                  </a:lnTo>
                  <a:lnTo>
                    <a:pt x="20142" y="246234"/>
                  </a:lnTo>
                  <a:lnTo>
                    <a:pt x="22728" y="250837"/>
                  </a:lnTo>
                  <a:lnTo>
                    <a:pt x="25457" y="255355"/>
                  </a:lnTo>
                  <a:lnTo>
                    <a:pt x="28328" y="259785"/>
                  </a:lnTo>
                  <a:lnTo>
                    <a:pt x="31338" y="264123"/>
                  </a:lnTo>
                  <a:lnTo>
                    <a:pt x="34483" y="268363"/>
                  </a:lnTo>
                  <a:lnTo>
                    <a:pt x="37760" y="272502"/>
                  </a:lnTo>
                  <a:lnTo>
                    <a:pt x="41166" y="276535"/>
                  </a:lnTo>
                  <a:lnTo>
                    <a:pt x="44698" y="280458"/>
                  </a:lnTo>
                  <a:lnTo>
                    <a:pt x="48352" y="284268"/>
                  </a:lnTo>
                  <a:lnTo>
                    <a:pt x="52125" y="287961"/>
                  </a:lnTo>
                  <a:lnTo>
                    <a:pt x="56012" y="291533"/>
                  </a:lnTo>
                  <a:lnTo>
                    <a:pt x="60010" y="294980"/>
                  </a:lnTo>
                  <a:lnTo>
                    <a:pt x="64115" y="298300"/>
                  </a:lnTo>
                  <a:lnTo>
                    <a:pt x="68323" y="301488"/>
                  </a:lnTo>
                  <a:lnTo>
                    <a:pt x="72629" y="304541"/>
                  </a:lnTo>
                  <a:lnTo>
                    <a:pt x="77030" y="307458"/>
                  </a:lnTo>
                  <a:lnTo>
                    <a:pt x="81520" y="310233"/>
                  </a:lnTo>
                  <a:lnTo>
                    <a:pt x="86096" y="312866"/>
                  </a:lnTo>
                  <a:lnTo>
                    <a:pt x="90753" y="315353"/>
                  </a:lnTo>
                  <a:lnTo>
                    <a:pt x="95486" y="317691"/>
                  </a:lnTo>
                  <a:lnTo>
                    <a:pt x="100290" y="319879"/>
                  </a:lnTo>
                  <a:lnTo>
                    <a:pt x="105162" y="321914"/>
                  </a:lnTo>
                  <a:lnTo>
                    <a:pt x="110094" y="323794"/>
                  </a:lnTo>
                  <a:lnTo>
                    <a:pt x="115084" y="325518"/>
                  </a:lnTo>
                  <a:lnTo>
                    <a:pt x="120126" y="327083"/>
                  </a:lnTo>
                  <a:lnTo>
                    <a:pt x="125215" y="328488"/>
                  </a:lnTo>
                  <a:lnTo>
                    <a:pt x="130345" y="329732"/>
                  </a:lnTo>
                  <a:lnTo>
                    <a:pt x="135513" y="330813"/>
                  </a:lnTo>
                  <a:lnTo>
                    <a:pt x="140711" y="331730"/>
                  </a:lnTo>
                  <a:lnTo>
                    <a:pt x="145937" y="332483"/>
                  </a:lnTo>
                  <a:lnTo>
                    <a:pt x="151183" y="333071"/>
                  </a:lnTo>
                  <a:lnTo>
                    <a:pt x="156445" y="333492"/>
                  </a:lnTo>
                  <a:lnTo>
                    <a:pt x="161718" y="333747"/>
                  </a:lnTo>
                  <a:lnTo>
                    <a:pt x="166996" y="333836"/>
                  </a:lnTo>
                  <a:lnTo>
                    <a:pt x="172275" y="333758"/>
                  </a:lnTo>
                  <a:lnTo>
                    <a:pt x="177548" y="333513"/>
                  </a:lnTo>
                  <a:lnTo>
                    <a:pt x="182812" y="333102"/>
                  </a:lnTo>
                  <a:lnTo>
                    <a:pt x="188059" y="332524"/>
                  </a:lnTo>
                  <a:lnTo>
                    <a:pt x="193286" y="331782"/>
                  </a:lnTo>
                  <a:lnTo>
                    <a:pt x="198486" y="330875"/>
                  </a:lnTo>
                  <a:lnTo>
                    <a:pt x="203656" y="329803"/>
                  </a:lnTo>
                  <a:lnTo>
                    <a:pt x="208789" y="328570"/>
                  </a:lnTo>
                  <a:lnTo>
                    <a:pt x="213880" y="327175"/>
                  </a:lnTo>
                  <a:lnTo>
                    <a:pt x="218925" y="325619"/>
                  </a:lnTo>
                  <a:lnTo>
                    <a:pt x="223918" y="323905"/>
                  </a:lnTo>
                  <a:lnTo>
                    <a:pt x="228855" y="322035"/>
                  </a:lnTo>
                  <a:lnTo>
                    <a:pt x="233730" y="320009"/>
                  </a:lnTo>
                  <a:lnTo>
                    <a:pt x="238538" y="317831"/>
                  </a:lnTo>
                  <a:lnTo>
                    <a:pt x="243276" y="315502"/>
                  </a:lnTo>
                  <a:lnTo>
                    <a:pt x="247937" y="313024"/>
                  </a:lnTo>
                  <a:lnTo>
                    <a:pt x="252518" y="310400"/>
                  </a:lnTo>
                  <a:lnTo>
                    <a:pt x="257014" y="307633"/>
                  </a:lnTo>
                  <a:lnTo>
                    <a:pt x="261421" y="304726"/>
                  </a:lnTo>
                  <a:lnTo>
                    <a:pt x="265733" y="301681"/>
                  </a:lnTo>
                  <a:lnTo>
                    <a:pt x="269947" y="298501"/>
                  </a:lnTo>
                  <a:lnTo>
                    <a:pt x="274058" y="295189"/>
                  </a:lnTo>
                  <a:lnTo>
                    <a:pt x="278063" y="291750"/>
                  </a:lnTo>
                  <a:lnTo>
                    <a:pt x="281958" y="288186"/>
                  </a:lnTo>
                  <a:lnTo>
                    <a:pt x="285737" y="284500"/>
                  </a:lnTo>
                  <a:lnTo>
                    <a:pt x="289399" y="280697"/>
                  </a:lnTo>
                  <a:lnTo>
                    <a:pt x="292938" y="276781"/>
                  </a:lnTo>
                  <a:lnTo>
                    <a:pt x="296353" y="272754"/>
                  </a:lnTo>
                  <a:lnTo>
                    <a:pt x="299638" y="268622"/>
                  </a:lnTo>
                  <a:lnTo>
                    <a:pt x="302791" y="264388"/>
                  </a:lnTo>
                  <a:lnTo>
                    <a:pt x="305809" y="260057"/>
                  </a:lnTo>
                  <a:lnTo>
                    <a:pt x="308689" y="255632"/>
                  </a:lnTo>
                  <a:lnTo>
                    <a:pt x="311427" y="251119"/>
                  </a:lnTo>
                  <a:lnTo>
                    <a:pt x="314022" y="246521"/>
                  </a:lnTo>
                  <a:lnTo>
                    <a:pt x="316470" y="241844"/>
                  </a:lnTo>
                  <a:lnTo>
                    <a:pt x="318769" y="237092"/>
                  </a:lnTo>
                  <a:lnTo>
                    <a:pt x="320918" y="232270"/>
                  </a:lnTo>
                  <a:lnTo>
                    <a:pt x="322912" y="227382"/>
                  </a:lnTo>
                  <a:lnTo>
                    <a:pt x="324752" y="222434"/>
                  </a:lnTo>
                  <a:lnTo>
                    <a:pt x="326434" y="217430"/>
                  </a:lnTo>
                  <a:lnTo>
                    <a:pt x="327957" y="212375"/>
                  </a:lnTo>
                  <a:lnTo>
                    <a:pt x="329320" y="207275"/>
                  </a:lnTo>
                  <a:lnTo>
                    <a:pt x="330522" y="202134"/>
                  </a:lnTo>
                  <a:lnTo>
                    <a:pt x="331560" y="196958"/>
                  </a:lnTo>
                  <a:lnTo>
                    <a:pt x="332435" y="191752"/>
                  </a:lnTo>
                  <a:lnTo>
                    <a:pt x="333144" y="186521"/>
                  </a:lnTo>
                  <a:lnTo>
                    <a:pt x="333688" y="181270"/>
                  </a:lnTo>
                  <a:lnTo>
                    <a:pt x="334066" y="176004"/>
                  </a:lnTo>
                  <a:lnTo>
                    <a:pt x="334278" y="170729"/>
                  </a:lnTo>
                  <a:lnTo>
                    <a:pt x="334323" y="165451"/>
                  </a:lnTo>
                  <a:lnTo>
                    <a:pt x="334201" y="160173"/>
                  </a:lnTo>
                  <a:lnTo>
                    <a:pt x="333913" y="154902"/>
                  </a:lnTo>
                  <a:lnTo>
                    <a:pt x="333458" y="149642"/>
                  </a:lnTo>
                  <a:lnTo>
                    <a:pt x="332837" y="144400"/>
                  </a:lnTo>
                  <a:lnTo>
                    <a:pt x="332052" y="139179"/>
                  </a:lnTo>
                  <a:lnTo>
                    <a:pt x="331101" y="133986"/>
                  </a:lnTo>
                  <a:lnTo>
                    <a:pt x="329988" y="128826"/>
                  </a:lnTo>
                  <a:lnTo>
                    <a:pt x="328712" y="123703"/>
                  </a:lnTo>
                  <a:lnTo>
                    <a:pt x="327274" y="118624"/>
                  </a:lnTo>
                  <a:lnTo>
                    <a:pt x="325677" y="113592"/>
                  </a:lnTo>
                  <a:lnTo>
                    <a:pt x="323922" y="108613"/>
                  </a:lnTo>
                  <a:lnTo>
                    <a:pt x="322011" y="103692"/>
                  </a:lnTo>
                  <a:lnTo>
                    <a:pt x="319945" y="98834"/>
                  </a:lnTo>
                  <a:lnTo>
                    <a:pt x="317727" y="94043"/>
                  </a:lnTo>
                  <a:lnTo>
                    <a:pt x="315359" y="89325"/>
                  </a:lnTo>
                  <a:lnTo>
                    <a:pt x="312843" y="84684"/>
                  </a:lnTo>
                  <a:lnTo>
                    <a:pt x="310181" y="80125"/>
                  </a:lnTo>
                  <a:lnTo>
                    <a:pt x="307377" y="75652"/>
                  </a:lnTo>
                  <a:lnTo>
                    <a:pt x="304434" y="71270"/>
                  </a:lnTo>
                  <a:lnTo>
                    <a:pt x="301353" y="66983"/>
                  </a:lnTo>
                  <a:lnTo>
                    <a:pt x="298138" y="62796"/>
                  </a:lnTo>
                  <a:lnTo>
                    <a:pt x="294793" y="58712"/>
                  </a:lnTo>
                  <a:lnTo>
                    <a:pt x="291321" y="54735"/>
                  </a:lnTo>
                  <a:lnTo>
                    <a:pt x="287724" y="50871"/>
                  </a:lnTo>
                  <a:lnTo>
                    <a:pt x="284008" y="47121"/>
                  </a:lnTo>
                  <a:lnTo>
                    <a:pt x="280175" y="43491"/>
                  </a:lnTo>
                  <a:lnTo>
                    <a:pt x="276229" y="39984"/>
                  </a:lnTo>
                  <a:lnTo>
                    <a:pt x="272174" y="36604"/>
                  </a:lnTo>
                  <a:lnTo>
                    <a:pt x="268015" y="33352"/>
                  </a:lnTo>
                  <a:lnTo>
                    <a:pt x="263755" y="30234"/>
                  </a:lnTo>
                  <a:lnTo>
                    <a:pt x="259399" y="27252"/>
                  </a:lnTo>
                  <a:lnTo>
                    <a:pt x="254951" y="24409"/>
                  </a:lnTo>
                  <a:lnTo>
                    <a:pt x="250415" y="21708"/>
                  </a:lnTo>
                  <a:lnTo>
                    <a:pt x="245796" y="19152"/>
                  </a:lnTo>
                  <a:lnTo>
                    <a:pt x="241099" y="16742"/>
                  </a:lnTo>
                  <a:lnTo>
                    <a:pt x="236328" y="14482"/>
                  </a:lnTo>
                  <a:lnTo>
                    <a:pt x="231488" y="12374"/>
                  </a:lnTo>
                  <a:lnTo>
                    <a:pt x="226584" y="10420"/>
                  </a:lnTo>
                  <a:lnTo>
                    <a:pt x="221621" y="8621"/>
                  </a:lnTo>
                  <a:lnTo>
                    <a:pt x="216603" y="6980"/>
                  </a:lnTo>
                  <a:lnTo>
                    <a:pt x="211536" y="5499"/>
                  </a:lnTo>
                  <a:lnTo>
                    <a:pt x="206425" y="4178"/>
                  </a:lnTo>
                  <a:lnTo>
                    <a:pt x="201275" y="3019"/>
                  </a:lnTo>
                  <a:lnTo>
                    <a:pt x="196090" y="2023"/>
                  </a:lnTo>
                  <a:lnTo>
                    <a:pt x="167160" y="1666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8930" cy="167167"/>
            </a:xfrm>
            <a:custGeom>
              <a:avLst/>
              <a:pathLst>
                <a:path w="28930" h="167167">
                  <a:moveTo>
                    <a:pt x="28930" y="2522"/>
                  </a:moveTo>
                  <a:lnTo>
                    <a:pt x="21745" y="1420"/>
                  </a:lnTo>
                  <a:lnTo>
                    <a:pt x="14520" y="631"/>
                  </a:lnTo>
                  <a:lnTo>
                    <a:pt x="7266" y="15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2" y="1322571"/>
              <a:ext cx="167167" cy="317508"/>
            </a:xfrm>
            <a:custGeom>
              <a:avLst/>
              <a:pathLst>
                <a:path w="167167" h="317508">
                  <a:moveTo>
                    <a:pt x="167167" y="0"/>
                  </a:moveTo>
                  <a:lnTo>
                    <a:pt x="161816" y="85"/>
                  </a:lnTo>
                  <a:lnTo>
                    <a:pt x="156471" y="342"/>
                  </a:lnTo>
                  <a:lnTo>
                    <a:pt x="151137" y="770"/>
                  </a:lnTo>
                  <a:lnTo>
                    <a:pt x="145819" y="1368"/>
                  </a:lnTo>
                  <a:lnTo>
                    <a:pt x="140523" y="2136"/>
                  </a:lnTo>
                  <a:lnTo>
                    <a:pt x="135255" y="3074"/>
                  </a:lnTo>
                  <a:lnTo>
                    <a:pt x="130019" y="4179"/>
                  </a:lnTo>
                  <a:lnTo>
                    <a:pt x="124821" y="5452"/>
                  </a:lnTo>
                  <a:lnTo>
                    <a:pt x="119667" y="6890"/>
                  </a:lnTo>
                  <a:lnTo>
                    <a:pt x="114561" y="8492"/>
                  </a:lnTo>
                  <a:lnTo>
                    <a:pt x="109509" y="10257"/>
                  </a:lnTo>
                  <a:lnTo>
                    <a:pt x="104517" y="12183"/>
                  </a:lnTo>
                  <a:lnTo>
                    <a:pt x="99588" y="14268"/>
                  </a:lnTo>
                  <a:lnTo>
                    <a:pt x="94729" y="16509"/>
                  </a:lnTo>
                  <a:lnTo>
                    <a:pt x="89944" y="18905"/>
                  </a:lnTo>
                  <a:lnTo>
                    <a:pt x="85238" y="21453"/>
                  </a:lnTo>
                  <a:lnTo>
                    <a:pt x="80616" y="24149"/>
                  </a:lnTo>
                  <a:lnTo>
                    <a:pt x="76083" y="26993"/>
                  </a:lnTo>
                  <a:lnTo>
                    <a:pt x="71643" y="29980"/>
                  </a:lnTo>
                  <a:lnTo>
                    <a:pt x="67301" y="33108"/>
                  </a:lnTo>
                  <a:lnTo>
                    <a:pt x="63061" y="36373"/>
                  </a:lnTo>
                  <a:lnTo>
                    <a:pt x="58928" y="39772"/>
                  </a:lnTo>
                  <a:lnTo>
                    <a:pt x="54906" y="43302"/>
                  </a:lnTo>
                  <a:lnTo>
                    <a:pt x="50999" y="46958"/>
                  </a:lnTo>
                  <a:lnTo>
                    <a:pt x="47211" y="50738"/>
                  </a:lnTo>
                  <a:lnTo>
                    <a:pt x="43546" y="54637"/>
                  </a:lnTo>
                  <a:lnTo>
                    <a:pt x="40008" y="58652"/>
                  </a:lnTo>
                  <a:lnTo>
                    <a:pt x="36600" y="62777"/>
                  </a:lnTo>
                  <a:lnTo>
                    <a:pt x="33325" y="67010"/>
                  </a:lnTo>
                  <a:lnTo>
                    <a:pt x="30188" y="71345"/>
                  </a:lnTo>
                  <a:lnTo>
                    <a:pt x="27191" y="75778"/>
                  </a:lnTo>
                  <a:lnTo>
                    <a:pt x="24338" y="80305"/>
                  </a:lnTo>
                  <a:lnTo>
                    <a:pt x="21631" y="84921"/>
                  </a:lnTo>
                  <a:lnTo>
                    <a:pt x="19073" y="89622"/>
                  </a:lnTo>
                  <a:lnTo>
                    <a:pt x="16667" y="94401"/>
                  </a:lnTo>
                  <a:lnTo>
                    <a:pt x="14415" y="99256"/>
                  </a:lnTo>
                  <a:lnTo>
                    <a:pt x="12320" y="104180"/>
                  </a:lnTo>
                  <a:lnTo>
                    <a:pt x="10383" y="109168"/>
                  </a:lnTo>
                  <a:lnTo>
                    <a:pt x="8607" y="114216"/>
                  </a:lnTo>
                  <a:lnTo>
                    <a:pt x="6993" y="119318"/>
                  </a:lnTo>
                  <a:lnTo>
                    <a:pt x="5544" y="124469"/>
                  </a:lnTo>
                  <a:lnTo>
                    <a:pt x="4260" y="129664"/>
                  </a:lnTo>
                  <a:lnTo>
                    <a:pt x="3143" y="134898"/>
                  </a:lnTo>
                  <a:lnTo>
                    <a:pt x="2194" y="140164"/>
                  </a:lnTo>
                  <a:lnTo>
                    <a:pt x="1415" y="145458"/>
                  </a:lnTo>
                  <a:lnTo>
                    <a:pt x="805" y="150775"/>
                  </a:lnTo>
                  <a:lnTo>
                    <a:pt x="365" y="156108"/>
                  </a:lnTo>
                  <a:lnTo>
                    <a:pt x="97" y="161452"/>
                  </a:lnTo>
                  <a:lnTo>
                    <a:pt x="0" y="166803"/>
                  </a:lnTo>
                  <a:lnTo>
                    <a:pt x="73" y="172154"/>
                  </a:lnTo>
                  <a:lnTo>
                    <a:pt x="319" y="177499"/>
                  </a:lnTo>
                  <a:lnTo>
                    <a:pt x="735" y="182834"/>
                  </a:lnTo>
                  <a:lnTo>
                    <a:pt x="1322" y="188153"/>
                  </a:lnTo>
                  <a:lnTo>
                    <a:pt x="2078" y="193451"/>
                  </a:lnTo>
                  <a:lnTo>
                    <a:pt x="3004" y="198721"/>
                  </a:lnTo>
                  <a:lnTo>
                    <a:pt x="4098" y="203959"/>
                  </a:lnTo>
                  <a:lnTo>
                    <a:pt x="5359" y="209160"/>
                  </a:lnTo>
                  <a:lnTo>
                    <a:pt x="6786" y="214317"/>
                  </a:lnTo>
                  <a:lnTo>
                    <a:pt x="8378" y="219426"/>
                  </a:lnTo>
                  <a:lnTo>
                    <a:pt x="10132" y="224482"/>
                  </a:lnTo>
                  <a:lnTo>
                    <a:pt x="12047" y="229479"/>
                  </a:lnTo>
                  <a:lnTo>
                    <a:pt x="14121" y="234412"/>
                  </a:lnTo>
                  <a:lnTo>
                    <a:pt x="16351" y="239276"/>
                  </a:lnTo>
                  <a:lnTo>
                    <a:pt x="18737" y="244066"/>
                  </a:lnTo>
                  <a:lnTo>
                    <a:pt x="21274" y="248778"/>
                  </a:lnTo>
                  <a:lnTo>
                    <a:pt x="23961" y="253405"/>
                  </a:lnTo>
                  <a:lnTo>
                    <a:pt x="26794" y="257945"/>
                  </a:lnTo>
                  <a:lnTo>
                    <a:pt x="29772" y="262391"/>
                  </a:lnTo>
                  <a:lnTo>
                    <a:pt x="32890" y="266740"/>
                  </a:lnTo>
                  <a:lnTo>
                    <a:pt x="36146" y="270987"/>
                  </a:lnTo>
                  <a:lnTo>
                    <a:pt x="39536" y="275127"/>
                  </a:lnTo>
                  <a:lnTo>
                    <a:pt x="43057" y="279157"/>
                  </a:lnTo>
                  <a:lnTo>
                    <a:pt x="46705" y="283072"/>
                  </a:lnTo>
                  <a:lnTo>
                    <a:pt x="50477" y="286868"/>
                  </a:lnTo>
                  <a:lnTo>
                    <a:pt x="54368" y="290542"/>
                  </a:lnTo>
                  <a:lnTo>
                    <a:pt x="58374" y="294089"/>
                  </a:lnTo>
                  <a:lnTo>
                    <a:pt x="62493" y="297506"/>
                  </a:lnTo>
                  <a:lnTo>
                    <a:pt x="66718" y="300790"/>
                  </a:lnTo>
                  <a:lnTo>
                    <a:pt x="71046" y="303936"/>
                  </a:lnTo>
                  <a:lnTo>
                    <a:pt x="75473" y="306943"/>
                  </a:lnTo>
                  <a:lnTo>
                    <a:pt x="79994" y="309806"/>
                  </a:lnTo>
                  <a:lnTo>
                    <a:pt x="84604" y="312523"/>
                  </a:lnTo>
                  <a:lnTo>
                    <a:pt x="89299" y="315091"/>
                  </a:lnTo>
                  <a:lnTo>
                    <a:pt x="94073" y="31750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47945" y="1489739"/>
              <a:ext cx="73093" cy="150340"/>
            </a:xfrm>
            <a:custGeom>
              <a:avLst/>
              <a:pathLst>
                <a:path w="73093" h="150340">
                  <a:moveTo>
                    <a:pt x="0" y="150340"/>
                  </a:moveTo>
                  <a:lnTo>
                    <a:pt x="7309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47945" y="1346773"/>
              <a:ext cx="240252" cy="310128"/>
            </a:xfrm>
            <a:custGeom>
              <a:avLst/>
              <a:pathLst>
                <a:path w="240252" h="310128">
                  <a:moveTo>
                    <a:pt x="0" y="293306"/>
                  </a:moveTo>
                  <a:lnTo>
                    <a:pt x="4811" y="295552"/>
                  </a:lnTo>
                  <a:lnTo>
                    <a:pt x="9691" y="297643"/>
                  </a:lnTo>
                  <a:lnTo>
                    <a:pt x="14636" y="299579"/>
                  </a:lnTo>
                  <a:lnTo>
                    <a:pt x="19639" y="301356"/>
                  </a:lnTo>
                  <a:lnTo>
                    <a:pt x="24696" y="302974"/>
                  </a:lnTo>
                  <a:lnTo>
                    <a:pt x="29802" y="304430"/>
                  </a:lnTo>
                  <a:lnTo>
                    <a:pt x="34952" y="305724"/>
                  </a:lnTo>
                  <a:lnTo>
                    <a:pt x="40140" y="306853"/>
                  </a:lnTo>
                  <a:lnTo>
                    <a:pt x="45361" y="307817"/>
                  </a:lnTo>
                  <a:lnTo>
                    <a:pt x="50611" y="308614"/>
                  </a:lnTo>
                  <a:lnTo>
                    <a:pt x="55883" y="309245"/>
                  </a:lnTo>
                  <a:lnTo>
                    <a:pt x="61172" y="309707"/>
                  </a:lnTo>
                  <a:lnTo>
                    <a:pt x="66474" y="310002"/>
                  </a:lnTo>
                  <a:lnTo>
                    <a:pt x="71782" y="310128"/>
                  </a:lnTo>
                  <a:lnTo>
                    <a:pt x="77091" y="310085"/>
                  </a:lnTo>
                  <a:lnTo>
                    <a:pt x="82397" y="309874"/>
                  </a:lnTo>
                  <a:lnTo>
                    <a:pt x="87693" y="309494"/>
                  </a:lnTo>
                  <a:lnTo>
                    <a:pt x="92974" y="308946"/>
                  </a:lnTo>
                  <a:lnTo>
                    <a:pt x="98235" y="308231"/>
                  </a:lnTo>
                  <a:lnTo>
                    <a:pt x="103471" y="307349"/>
                  </a:lnTo>
                  <a:lnTo>
                    <a:pt x="108677" y="306302"/>
                  </a:lnTo>
                  <a:lnTo>
                    <a:pt x="113846" y="305089"/>
                  </a:lnTo>
                  <a:lnTo>
                    <a:pt x="118974" y="303713"/>
                  </a:lnTo>
                  <a:lnTo>
                    <a:pt x="124056" y="302175"/>
                  </a:lnTo>
                  <a:lnTo>
                    <a:pt x="129087" y="300476"/>
                  </a:lnTo>
                  <a:lnTo>
                    <a:pt x="134061" y="298619"/>
                  </a:lnTo>
                  <a:lnTo>
                    <a:pt x="138973" y="296604"/>
                  </a:lnTo>
                  <a:lnTo>
                    <a:pt x="143819" y="294434"/>
                  </a:lnTo>
                  <a:lnTo>
                    <a:pt x="148594" y="292111"/>
                  </a:lnTo>
                  <a:lnTo>
                    <a:pt x="153293" y="289638"/>
                  </a:lnTo>
                  <a:lnTo>
                    <a:pt x="157910" y="287017"/>
                  </a:lnTo>
                  <a:lnTo>
                    <a:pt x="162442" y="284251"/>
                  </a:lnTo>
                  <a:lnTo>
                    <a:pt x="166884" y="281342"/>
                  </a:lnTo>
                  <a:lnTo>
                    <a:pt x="171231" y="278294"/>
                  </a:lnTo>
                  <a:lnTo>
                    <a:pt x="175480" y="275109"/>
                  </a:lnTo>
                  <a:lnTo>
                    <a:pt x="179625" y="271790"/>
                  </a:lnTo>
                  <a:lnTo>
                    <a:pt x="183662" y="268342"/>
                  </a:lnTo>
                  <a:lnTo>
                    <a:pt x="187588" y="264767"/>
                  </a:lnTo>
                  <a:lnTo>
                    <a:pt x="191399" y="261070"/>
                  </a:lnTo>
                  <a:lnTo>
                    <a:pt x="195090" y="257253"/>
                  </a:lnTo>
                  <a:lnTo>
                    <a:pt x="198658" y="253321"/>
                  </a:lnTo>
                  <a:lnTo>
                    <a:pt x="202099" y="249278"/>
                  </a:lnTo>
                  <a:lnTo>
                    <a:pt x="205411" y="245127"/>
                  </a:lnTo>
                  <a:lnTo>
                    <a:pt x="208588" y="240873"/>
                  </a:lnTo>
                  <a:lnTo>
                    <a:pt x="211629" y="236521"/>
                  </a:lnTo>
                  <a:lnTo>
                    <a:pt x="214531" y="232074"/>
                  </a:lnTo>
                  <a:lnTo>
                    <a:pt x="217289" y="227537"/>
                  </a:lnTo>
                  <a:lnTo>
                    <a:pt x="219902" y="222915"/>
                  </a:lnTo>
                  <a:lnTo>
                    <a:pt x="222367" y="218212"/>
                  </a:lnTo>
                  <a:lnTo>
                    <a:pt x="224682" y="213433"/>
                  </a:lnTo>
                  <a:lnTo>
                    <a:pt x="226843" y="208584"/>
                  </a:lnTo>
                  <a:lnTo>
                    <a:pt x="228850" y="203668"/>
                  </a:lnTo>
                  <a:lnTo>
                    <a:pt x="230699" y="198690"/>
                  </a:lnTo>
                  <a:lnTo>
                    <a:pt x="232389" y="193657"/>
                  </a:lnTo>
                  <a:lnTo>
                    <a:pt x="233919" y="188572"/>
                  </a:lnTo>
                  <a:lnTo>
                    <a:pt x="235286" y="183442"/>
                  </a:lnTo>
                  <a:lnTo>
                    <a:pt x="236489" y="178270"/>
                  </a:lnTo>
                  <a:lnTo>
                    <a:pt x="237528" y="173063"/>
                  </a:lnTo>
                  <a:lnTo>
                    <a:pt x="238401" y="167826"/>
                  </a:lnTo>
                  <a:lnTo>
                    <a:pt x="239107" y="162564"/>
                  </a:lnTo>
                  <a:lnTo>
                    <a:pt x="239646" y="157281"/>
                  </a:lnTo>
                  <a:lnTo>
                    <a:pt x="240017" y="151985"/>
                  </a:lnTo>
                  <a:lnTo>
                    <a:pt x="240219" y="146679"/>
                  </a:lnTo>
                  <a:lnTo>
                    <a:pt x="240252" y="141369"/>
                  </a:lnTo>
                  <a:lnTo>
                    <a:pt x="240117" y="136061"/>
                  </a:lnTo>
                  <a:lnTo>
                    <a:pt x="239814" y="130760"/>
                  </a:lnTo>
                  <a:lnTo>
                    <a:pt x="239342" y="125472"/>
                  </a:lnTo>
                  <a:lnTo>
                    <a:pt x="238703" y="120201"/>
                  </a:lnTo>
                  <a:lnTo>
                    <a:pt x="237896" y="114953"/>
                  </a:lnTo>
                  <a:lnTo>
                    <a:pt x="236924" y="109733"/>
                  </a:lnTo>
                  <a:lnTo>
                    <a:pt x="235785" y="104547"/>
                  </a:lnTo>
                  <a:lnTo>
                    <a:pt x="234483" y="99399"/>
                  </a:lnTo>
                  <a:lnTo>
                    <a:pt x="233018" y="94296"/>
                  </a:lnTo>
                  <a:lnTo>
                    <a:pt x="231392" y="89241"/>
                  </a:lnTo>
                  <a:lnTo>
                    <a:pt x="229606" y="84241"/>
                  </a:lnTo>
                  <a:lnTo>
                    <a:pt x="227662" y="79300"/>
                  </a:lnTo>
                  <a:lnTo>
                    <a:pt x="225562" y="74423"/>
                  </a:lnTo>
                  <a:lnTo>
                    <a:pt x="223308" y="69616"/>
                  </a:lnTo>
                  <a:lnTo>
                    <a:pt x="220903" y="64882"/>
                  </a:lnTo>
                  <a:lnTo>
                    <a:pt x="218349" y="60227"/>
                  </a:lnTo>
                  <a:lnTo>
                    <a:pt x="215648" y="55656"/>
                  </a:lnTo>
                  <a:lnTo>
                    <a:pt x="212803" y="51173"/>
                  </a:lnTo>
                  <a:lnTo>
                    <a:pt x="209818" y="46782"/>
                  </a:lnTo>
                  <a:lnTo>
                    <a:pt x="206694" y="42488"/>
                  </a:lnTo>
                  <a:lnTo>
                    <a:pt x="203436" y="38296"/>
                  </a:lnTo>
                  <a:lnTo>
                    <a:pt x="200046" y="34209"/>
                  </a:lnTo>
                  <a:lnTo>
                    <a:pt x="196528" y="30232"/>
                  </a:lnTo>
                  <a:lnTo>
                    <a:pt x="192885" y="26369"/>
                  </a:lnTo>
                  <a:lnTo>
                    <a:pt x="189122" y="22624"/>
                  </a:lnTo>
                  <a:lnTo>
                    <a:pt x="185241" y="18999"/>
                  </a:lnTo>
                  <a:lnTo>
                    <a:pt x="181248" y="15500"/>
                  </a:lnTo>
                  <a:lnTo>
                    <a:pt x="177145" y="12130"/>
                  </a:lnTo>
                  <a:lnTo>
                    <a:pt x="172938" y="8891"/>
                  </a:lnTo>
                  <a:lnTo>
                    <a:pt x="168629" y="5788"/>
                  </a:lnTo>
                  <a:lnTo>
                    <a:pt x="164225" y="2823"/>
                  </a:lnTo>
                  <a:lnTo>
                    <a:pt x="159728" y="0"/>
                  </a:lnTo>
                  <a:lnTo>
                    <a:pt x="73093" y="1429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86635" cy="167167"/>
            </a:xfrm>
            <a:custGeom>
              <a:avLst/>
              <a:pathLst>
                <a:path w="86635" h="167167">
                  <a:moveTo>
                    <a:pt x="86635" y="24201"/>
                  </a:moveTo>
                  <a:lnTo>
                    <a:pt x="81717" y="21334"/>
                  </a:lnTo>
                  <a:lnTo>
                    <a:pt x="76705" y="18637"/>
                  </a:lnTo>
                  <a:lnTo>
                    <a:pt x="71604" y="16112"/>
                  </a:lnTo>
                  <a:lnTo>
                    <a:pt x="66420" y="13761"/>
                  </a:lnTo>
                  <a:lnTo>
                    <a:pt x="61159" y="11589"/>
                  </a:lnTo>
                  <a:lnTo>
                    <a:pt x="55827" y="9597"/>
                  </a:lnTo>
                  <a:lnTo>
                    <a:pt x="50431" y="7788"/>
                  </a:lnTo>
                  <a:lnTo>
                    <a:pt x="44976" y="6163"/>
                  </a:lnTo>
                  <a:lnTo>
                    <a:pt x="39468" y="4726"/>
                  </a:lnTo>
                  <a:lnTo>
                    <a:pt x="33915" y="3476"/>
                  </a:lnTo>
                  <a:lnTo>
                    <a:pt x="28323" y="2416"/>
                  </a:lnTo>
                  <a:lnTo>
                    <a:pt x="22698" y="1548"/>
                  </a:lnTo>
                  <a:lnTo>
                    <a:pt x="17046" y="871"/>
                  </a:lnTo>
                  <a:lnTo>
                    <a:pt x="11375" y="387"/>
                  </a:lnTo>
                  <a:lnTo>
                    <a:pt x="5691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1" y="1071028"/>
              <a:ext cx="167166" cy="267615"/>
            </a:xfrm>
            <a:custGeom>
              <a:avLst/>
              <a:pathLst>
                <a:path w="167166" h="267615">
                  <a:moveTo>
                    <a:pt x="167166" y="0"/>
                  </a:moveTo>
                  <a:lnTo>
                    <a:pt x="161800" y="86"/>
                  </a:lnTo>
                  <a:lnTo>
                    <a:pt x="156439" y="344"/>
                  </a:lnTo>
                  <a:lnTo>
                    <a:pt x="151089" y="774"/>
                  </a:lnTo>
                  <a:lnTo>
                    <a:pt x="145756" y="1376"/>
                  </a:lnTo>
                  <a:lnTo>
                    <a:pt x="140445" y="2149"/>
                  </a:lnTo>
                  <a:lnTo>
                    <a:pt x="135162" y="3092"/>
                  </a:lnTo>
                  <a:lnTo>
                    <a:pt x="129911" y="4204"/>
                  </a:lnTo>
                  <a:lnTo>
                    <a:pt x="124699" y="5484"/>
                  </a:lnTo>
                  <a:lnTo>
                    <a:pt x="119530" y="6930"/>
                  </a:lnTo>
                  <a:lnTo>
                    <a:pt x="114411" y="8542"/>
                  </a:lnTo>
                  <a:lnTo>
                    <a:pt x="109346" y="10317"/>
                  </a:lnTo>
                  <a:lnTo>
                    <a:pt x="104341" y="12254"/>
                  </a:lnTo>
                  <a:lnTo>
                    <a:pt x="99400" y="14351"/>
                  </a:lnTo>
                  <a:lnTo>
                    <a:pt x="94529" y="16605"/>
                  </a:lnTo>
                  <a:lnTo>
                    <a:pt x="89734" y="19015"/>
                  </a:lnTo>
                  <a:lnTo>
                    <a:pt x="85018" y="21577"/>
                  </a:lnTo>
                  <a:lnTo>
                    <a:pt x="80386" y="24289"/>
                  </a:lnTo>
                  <a:lnTo>
                    <a:pt x="75844" y="27148"/>
                  </a:lnTo>
                  <a:lnTo>
                    <a:pt x="71397" y="30152"/>
                  </a:lnTo>
                  <a:lnTo>
                    <a:pt x="67048" y="33297"/>
                  </a:lnTo>
                  <a:lnTo>
                    <a:pt x="62802" y="36580"/>
                  </a:lnTo>
                  <a:lnTo>
                    <a:pt x="58663" y="39998"/>
                  </a:lnTo>
                  <a:lnTo>
                    <a:pt x="54637" y="43546"/>
                  </a:lnTo>
                  <a:lnTo>
                    <a:pt x="50727" y="47222"/>
                  </a:lnTo>
                  <a:lnTo>
                    <a:pt x="46936" y="51022"/>
                  </a:lnTo>
                  <a:lnTo>
                    <a:pt x="43270" y="54942"/>
                  </a:lnTo>
                  <a:lnTo>
                    <a:pt x="39731" y="58977"/>
                  </a:lnTo>
                  <a:lnTo>
                    <a:pt x="36323" y="63123"/>
                  </a:lnTo>
                  <a:lnTo>
                    <a:pt x="33051" y="67377"/>
                  </a:lnTo>
                  <a:lnTo>
                    <a:pt x="29917" y="71734"/>
                  </a:lnTo>
                  <a:lnTo>
                    <a:pt x="26924" y="76189"/>
                  </a:lnTo>
                  <a:lnTo>
                    <a:pt x="24076" y="80738"/>
                  </a:lnTo>
                  <a:lnTo>
                    <a:pt x="21375" y="85376"/>
                  </a:lnTo>
                  <a:lnTo>
                    <a:pt x="18824" y="90098"/>
                  </a:lnTo>
                  <a:lnTo>
                    <a:pt x="16427" y="94900"/>
                  </a:lnTo>
                  <a:lnTo>
                    <a:pt x="14184" y="99776"/>
                  </a:lnTo>
                  <a:lnTo>
                    <a:pt x="12100" y="104722"/>
                  </a:lnTo>
                  <a:lnTo>
                    <a:pt x="10175" y="109732"/>
                  </a:lnTo>
                  <a:lnTo>
                    <a:pt x="8412" y="114802"/>
                  </a:lnTo>
                  <a:lnTo>
                    <a:pt x="6813" y="119925"/>
                  </a:lnTo>
                  <a:lnTo>
                    <a:pt x="5379" y="125097"/>
                  </a:lnTo>
                  <a:lnTo>
                    <a:pt x="4112" y="130312"/>
                  </a:lnTo>
                  <a:lnTo>
                    <a:pt x="3013" y="135565"/>
                  </a:lnTo>
                  <a:lnTo>
                    <a:pt x="2083" y="140851"/>
                  </a:lnTo>
                  <a:lnTo>
                    <a:pt x="1324" y="146164"/>
                  </a:lnTo>
                  <a:lnTo>
                    <a:pt x="735" y="151499"/>
                  </a:lnTo>
                  <a:lnTo>
                    <a:pt x="318" y="156850"/>
                  </a:lnTo>
                  <a:lnTo>
                    <a:pt x="72" y="162211"/>
                  </a:lnTo>
                  <a:lnTo>
                    <a:pt x="0" y="167578"/>
                  </a:lnTo>
                  <a:lnTo>
                    <a:pt x="99" y="172944"/>
                  </a:lnTo>
                  <a:lnTo>
                    <a:pt x="370" y="178304"/>
                  </a:lnTo>
                  <a:lnTo>
                    <a:pt x="814" y="183653"/>
                  </a:lnTo>
                  <a:lnTo>
                    <a:pt x="1429" y="188984"/>
                  </a:lnTo>
                  <a:lnTo>
                    <a:pt x="2215" y="194294"/>
                  </a:lnTo>
                  <a:lnTo>
                    <a:pt x="3170" y="199575"/>
                  </a:lnTo>
                  <a:lnTo>
                    <a:pt x="4295" y="204823"/>
                  </a:lnTo>
                  <a:lnTo>
                    <a:pt x="5588" y="210032"/>
                  </a:lnTo>
                  <a:lnTo>
                    <a:pt x="7047" y="215197"/>
                  </a:lnTo>
                  <a:lnTo>
                    <a:pt x="8672" y="220312"/>
                  </a:lnTo>
                  <a:lnTo>
                    <a:pt x="10460" y="225373"/>
                  </a:lnTo>
                  <a:lnTo>
                    <a:pt x="12409" y="230373"/>
                  </a:lnTo>
                  <a:lnTo>
                    <a:pt x="14518" y="235309"/>
                  </a:lnTo>
                  <a:lnTo>
                    <a:pt x="16784" y="240174"/>
                  </a:lnTo>
                  <a:lnTo>
                    <a:pt x="19205" y="244964"/>
                  </a:lnTo>
                  <a:lnTo>
                    <a:pt x="21779" y="249673"/>
                  </a:lnTo>
                  <a:lnTo>
                    <a:pt x="24502" y="254298"/>
                  </a:lnTo>
                  <a:lnTo>
                    <a:pt x="27373" y="258833"/>
                  </a:lnTo>
                  <a:lnTo>
                    <a:pt x="30387" y="263273"/>
                  </a:lnTo>
                  <a:lnTo>
                    <a:pt x="33543" y="26761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11635" y="1238196"/>
              <a:ext cx="133623" cy="100447"/>
            </a:xfrm>
            <a:custGeom>
              <a:avLst/>
              <a:pathLst>
                <a:path w="133623" h="100447">
                  <a:moveTo>
                    <a:pt x="0" y="100447"/>
                  </a:moveTo>
                  <a:lnTo>
                    <a:pt x="13362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11635" y="1179628"/>
              <a:ext cx="300788" cy="225733"/>
            </a:xfrm>
            <a:custGeom>
              <a:avLst/>
              <a:pathLst>
                <a:path w="300788" h="225733">
                  <a:moveTo>
                    <a:pt x="0" y="159015"/>
                  </a:moveTo>
                  <a:lnTo>
                    <a:pt x="3290" y="163249"/>
                  </a:lnTo>
                  <a:lnTo>
                    <a:pt x="6714" y="167375"/>
                  </a:lnTo>
                  <a:lnTo>
                    <a:pt x="10269" y="171389"/>
                  </a:lnTo>
                  <a:lnTo>
                    <a:pt x="13951" y="175288"/>
                  </a:lnTo>
                  <a:lnTo>
                    <a:pt x="17756" y="179066"/>
                  </a:lnTo>
                  <a:lnTo>
                    <a:pt x="21681" y="182720"/>
                  </a:lnTo>
                  <a:lnTo>
                    <a:pt x="25720" y="186246"/>
                  </a:lnTo>
                  <a:lnTo>
                    <a:pt x="29871" y="189641"/>
                  </a:lnTo>
                  <a:lnTo>
                    <a:pt x="34128" y="192901"/>
                  </a:lnTo>
                  <a:lnTo>
                    <a:pt x="38487" y="196023"/>
                  </a:lnTo>
                  <a:lnTo>
                    <a:pt x="42945" y="199004"/>
                  </a:lnTo>
                  <a:lnTo>
                    <a:pt x="47496" y="201840"/>
                  </a:lnTo>
                  <a:lnTo>
                    <a:pt x="52135" y="204528"/>
                  </a:lnTo>
                  <a:lnTo>
                    <a:pt x="56858" y="207067"/>
                  </a:lnTo>
                  <a:lnTo>
                    <a:pt x="61661" y="209452"/>
                  </a:lnTo>
                  <a:lnTo>
                    <a:pt x="66537" y="211683"/>
                  </a:lnTo>
                  <a:lnTo>
                    <a:pt x="71482" y="213756"/>
                  </a:lnTo>
                  <a:lnTo>
                    <a:pt x="76492" y="215669"/>
                  </a:lnTo>
                  <a:lnTo>
                    <a:pt x="81560" y="217420"/>
                  </a:lnTo>
                  <a:lnTo>
                    <a:pt x="86681" y="219009"/>
                  </a:lnTo>
                  <a:lnTo>
                    <a:pt x="91851" y="220432"/>
                  </a:lnTo>
                  <a:lnTo>
                    <a:pt x="97064" y="221688"/>
                  </a:lnTo>
                  <a:lnTo>
                    <a:pt x="102314" y="222777"/>
                  </a:lnTo>
                  <a:lnTo>
                    <a:pt x="107597" y="223696"/>
                  </a:lnTo>
                  <a:lnTo>
                    <a:pt x="112907" y="224446"/>
                  </a:lnTo>
                  <a:lnTo>
                    <a:pt x="118237" y="225025"/>
                  </a:lnTo>
                  <a:lnTo>
                    <a:pt x="123584" y="225433"/>
                  </a:lnTo>
                  <a:lnTo>
                    <a:pt x="128941" y="225669"/>
                  </a:lnTo>
                  <a:lnTo>
                    <a:pt x="134303" y="225733"/>
                  </a:lnTo>
                  <a:lnTo>
                    <a:pt x="139664" y="225625"/>
                  </a:lnTo>
                  <a:lnTo>
                    <a:pt x="145019" y="225346"/>
                  </a:lnTo>
                  <a:lnTo>
                    <a:pt x="150362" y="224894"/>
                  </a:lnTo>
                  <a:lnTo>
                    <a:pt x="155688" y="224272"/>
                  </a:lnTo>
                  <a:lnTo>
                    <a:pt x="160991" y="223479"/>
                  </a:lnTo>
                  <a:lnTo>
                    <a:pt x="166266" y="222517"/>
                  </a:lnTo>
                  <a:lnTo>
                    <a:pt x="171507" y="221385"/>
                  </a:lnTo>
                  <a:lnTo>
                    <a:pt x="176710" y="220086"/>
                  </a:lnTo>
                  <a:lnTo>
                    <a:pt x="181868" y="218621"/>
                  </a:lnTo>
                  <a:lnTo>
                    <a:pt x="186977" y="216992"/>
                  </a:lnTo>
                  <a:lnTo>
                    <a:pt x="192030" y="215199"/>
                  </a:lnTo>
                  <a:lnTo>
                    <a:pt x="197024" y="213245"/>
                  </a:lnTo>
                  <a:lnTo>
                    <a:pt x="201952" y="211132"/>
                  </a:lnTo>
                  <a:lnTo>
                    <a:pt x="206810" y="208862"/>
                  </a:lnTo>
                  <a:lnTo>
                    <a:pt x="211593" y="206438"/>
                  </a:lnTo>
                  <a:lnTo>
                    <a:pt x="216295" y="203861"/>
                  </a:lnTo>
                  <a:lnTo>
                    <a:pt x="220913" y="201135"/>
                  </a:lnTo>
                  <a:lnTo>
                    <a:pt x="225440" y="198262"/>
                  </a:lnTo>
                  <a:lnTo>
                    <a:pt x="229873" y="195245"/>
                  </a:lnTo>
                  <a:lnTo>
                    <a:pt x="234207" y="192088"/>
                  </a:lnTo>
                  <a:lnTo>
                    <a:pt x="238438" y="188793"/>
                  </a:lnTo>
                  <a:lnTo>
                    <a:pt x="242561" y="185364"/>
                  </a:lnTo>
                  <a:lnTo>
                    <a:pt x="246571" y="181805"/>
                  </a:lnTo>
                  <a:lnTo>
                    <a:pt x="250466" y="178119"/>
                  </a:lnTo>
                  <a:lnTo>
                    <a:pt x="254240" y="174310"/>
                  </a:lnTo>
                  <a:lnTo>
                    <a:pt x="257890" y="170382"/>
                  </a:lnTo>
                  <a:lnTo>
                    <a:pt x="261412" y="166339"/>
                  </a:lnTo>
                  <a:lnTo>
                    <a:pt x="264803" y="162185"/>
                  </a:lnTo>
                  <a:lnTo>
                    <a:pt x="268059" y="157925"/>
                  </a:lnTo>
                  <a:lnTo>
                    <a:pt x="271176" y="153562"/>
                  </a:lnTo>
                  <a:lnTo>
                    <a:pt x="274152" y="149101"/>
                  </a:lnTo>
                  <a:lnTo>
                    <a:pt x="276984" y="144548"/>
                  </a:lnTo>
                  <a:lnTo>
                    <a:pt x="279668" y="139905"/>
                  </a:lnTo>
                  <a:lnTo>
                    <a:pt x="282201" y="135180"/>
                  </a:lnTo>
                  <a:lnTo>
                    <a:pt x="284582" y="130375"/>
                  </a:lnTo>
                  <a:lnTo>
                    <a:pt x="286807" y="125496"/>
                  </a:lnTo>
                  <a:lnTo>
                    <a:pt x="288875" y="120549"/>
                  </a:lnTo>
                  <a:lnTo>
                    <a:pt x="290783" y="115538"/>
                  </a:lnTo>
                  <a:lnTo>
                    <a:pt x="292529" y="110468"/>
                  </a:lnTo>
                  <a:lnTo>
                    <a:pt x="294112" y="105345"/>
                  </a:lnTo>
                  <a:lnTo>
                    <a:pt x="295530" y="100173"/>
                  </a:lnTo>
                  <a:lnTo>
                    <a:pt x="296781" y="94959"/>
                  </a:lnTo>
                  <a:lnTo>
                    <a:pt x="297864" y="89708"/>
                  </a:lnTo>
                  <a:lnTo>
                    <a:pt x="298779" y="84424"/>
                  </a:lnTo>
                  <a:lnTo>
                    <a:pt x="299523" y="79114"/>
                  </a:lnTo>
                  <a:lnTo>
                    <a:pt x="300097" y="73782"/>
                  </a:lnTo>
                  <a:lnTo>
                    <a:pt x="300499" y="68435"/>
                  </a:lnTo>
                  <a:lnTo>
                    <a:pt x="300730" y="63078"/>
                  </a:lnTo>
                  <a:lnTo>
                    <a:pt x="300788" y="57716"/>
                  </a:lnTo>
                  <a:lnTo>
                    <a:pt x="300675" y="52355"/>
                  </a:lnTo>
                  <a:lnTo>
                    <a:pt x="300390" y="47001"/>
                  </a:lnTo>
                  <a:lnTo>
                    <a:pt x="299933" y="41658"/>
                  </a:lnTo>
                  <a:lnTo>
                    <a:pt x="299305" y="36333"/>
                  </a:lnTo>
                  <a:lnTo>
                    <a:pt x="298507" y="31030"/>
                  </a:lnTo>
                  <a:lnTo>
                    <a:pt x="297539" y="25756"/>
                  </a:lnTo>
                  <a:lnTo>
                    <a:pt x="296402" y="20516"/>
                  </a:lnTo>
                  <a:lnTo>
                    <a:pt x="295098" y="15315"/>
                  </a:lnTo>
                  <a:lnTo>
                    <a:pt x="293628" y="10158"/>
                  </a:lnTo>
                  <a:lnTo>
                    <a:pt x="291993" y="5051"/>
                  </a:lnTo>
                  <a:lnTo>
                    <a:pt x="290195" y="0"/>
                  </a:lnTo>
                  <a:lnTo>
                    <a:pt x="133623" y="585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56571" cy="167167"/>
            </a:xfrm>
            <a:custGeom>
              <a:avLst/>
              <a:pathLst>
                <a:path w="156571" h="167167">
                  <a:moveTo>
                    <a:pt x="156571" y="108599"/>
                  </a:moveTo>
                  <a:lnTo>
                    <a:pt x="154568" y="103499"/>
                  </a:lnTo>
                  <a:lnTo>
                    <a:pt x="152398" y="98468"/>
                  </a:lnTo>
                  <a:lnTo>
                    <a:pt x="150065" y="93510"/>
                  </a:lnTo>
                  <a:lnTo>
                    <a:pt x="147570" y="88631"/>
                  </a:lnTo>
                  <a:lnTo>
                    <a:pt x="144917" y="83837"/>
                  </a:lnTo>
                  <a:lnTo>
                    <a:pt x="142108" y="79132"/>
                  </a:lnTo>
                  <a:lnTo>
                    <a:pt x="139147" y="74522"/>
                  </a:lnTo>
                  <a:lnTo>
                    <a:pt x="136035" y="70012"/>
                  </a:lnTo>
                  <a:lnTo>
                    <a:pt x="132778" y="65605"/>
                  </a:lnTo>
                  <a:lnTo>
                    <a:pt x="129378" y="61308"/>
                  </a:lnTo>
                  <a:lnTo>
                    <a:pt x="125839" y="57125"/>
                  </a:lnTo>
                  <a:lnTo>
                    <a:pt x="122165" y="53060"/>
                  </a:lnTo>
                  <a:lnTo>
                    <a:pt x="118360" y="49117"/>
                  </a:lnTo>
                  <a:lnTo>
                    <a:pt x="114427" y="45301"/>
                  </a:lnTo>
                  <a:lnTo>
                    <a:pt x="110372" y="41617"/>
                  </a:lnTo>
                  <a:lnTo>
                    <a:pt x="106198" y="38067"/>
                  </a:lnTo>
                  <a:lnTo>
                    <a:pt x="101910" y="34656"/>
                  </a:lnTo>
                  <a:lnTo>
                    <a:pt x="97512" y="31387"/>
                  </a:lnTo>
                  <a:lnTo>
                    <a:pt x="93010" y="28264"/>
                  </a:lnTo>
                  <a:lnTo>
                    <a:pt x="88407" y="25290"/>
                  </a:lnTo>
                  <a:lnTo>
                    <a:pt x="83710" y="22469"/>
                  </a:lnTo>
                  <a:lnTo>
                    <a:pt x="78923" y="19803"/>
                  </a:lnTo>
                  <a:lnTo>
                    <a:pt x="74051" y="17296"/>
                  </a:lnTo>
                  <a:lnTo>
                    <a:pt x="69099" y="14949"/>
                  </a:lnTo>
                  <a:lnTo>
                    <a:pt x="64073" y="12766"/>
                  </a:lnTo>
                  <a:lnTo>
                    <a:pt x="58978" y="10749"/>
                  </a:lnTo>
                  <a:lnTo>
                    <a:pt x="53820" y="8900"/>
                  </a:lnTo>
                  <a:lnTo>
                    <a:pt x="48604" y="7222"/>
                  </a:lnTo>
                  <a:lnTo>
                    <a:pt x="43336" y="5715"/>
                  </a:lnTo>
                  <a:lnTo>
                    <a:pt x="38022" y="4381"/>
                  </a:lnTo>
                  <a:lnTo>
                    <a:pt x="32666" y="3222"/>
                  </a:lnTo>
                  <a:lnTo>
                    <a:pt x="27275" y="2240"/>
                  </a:lnTo>
                  <a:lnTo>
                    <a:pt x="21856" y="1434"/>
                  </a:lnTo>
                  <a:lnTo>
                    <a:pt x="16412" y="807"/>
                  </a:lnTo>
                  <a:lnTo>
                    <a:pt x="10951" y="359"/>
                  </a:lnTo>
                  <a:lnTo>
                    <a:pt x="5478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6796" y="941493"/>
              <a:ext cx="86747" cy="167167"/>
            </a:xfrm>
            <a:custGeom>
              <a:avLst/>
              <a:pathLst>
                <a:path w="86747" h="167167">
                  <a:moveTo>
                    <a:pt x="86747" y="0"/>
                  </a:moveTo>
                  <a:lnTo>
                    <a:pt x="81048" y="97"/>
                  </a:lnTo>
                  <a:lnTo>
                    <a:pt x="75355" y="388"/>
                  </a:lnTo>
                  <a:lnTo>
                    <a:pt x="69676" y="873"/>
                  </a:lnTo>
                  <a:lnTo>
                    <a:pt x="64016" y="1552"/>
                  </a:lnTo>
                  <a:lnTo>
                    <a:pt x="58383" y="2423"/>
                  </a:lnTo>
                  <a:lnTo>
                    <a:pt x="52783" y="3486"/>
                  </a:lnTo>
                  <a:lnTo>
                    <a:pt x="47222" y="4739"/>
                  </a:lnTo>
                  <a:lnTo>
                    <a:pt x="41708" y="6181"/>
                  </a:lnTo>
                  <a:lnTo>
                    <a:pt x="36245" y="7810"/>
                  </a:lnTo>
                  <a:lnTo>
                    <a:pt x="30842" y="9625"/>
                  </a:lnTo>
                  <a:lnTo>
                    <a:pt x="25503" y="11622"/>
                  </a:lnTo>
                  <a:lnTo>
                    <a:pt x="20236" y="13801"/>
                  </a:lnTo>
                  <a:lnTo>
                    <a:pt x="15046" y="16157"/>
                  </a:lnTo>
                  <a:lnTo>
                    <a:pt x="9939" y="18690"/>
                  </a:lnTo>
                  <a:lnTo>
                    <a:pt x="4922" y="21395"/>
                  </a:lnTo>
                  <a:lnTo>
                    <a:pt x="0" y="24269"/>
                  </a:lnTo>
                  <a:lnTo>
                    <a:pt x="867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6796" y="965762"/>
              <a:ext cx="86747" cy="142897"/>
            </a:xfrm>
            <a:custGeom>
              <a:avLst/>
              <a:pathLst>
                <a:path w="86747" h="142897">
                  <a:moveTo>
                    <a:pt x="0" y="0"/>
                  </a:moveTo>
                  <a:lnTo>
                    <a:pt x="86747" y="1428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86" y="946788"/>
              <a:ext cx="334310" cy="329038"/>
            </a:xfrm>
            <a:custGeom>
              <a:avLst/>
              <a:pathLst>
                <a:path w="334310" h="329038">
                  <a:moveTo>
                    <a:pt x="80410" y="18974"/>
                  </a:moveTo>
                  <a:lnTo>
                    <a:pt x="75923" y="21796"/>
                  </a:lnTo>
                  <a:lnTo>
                    <a:pt x="71529" y="24759"/>
                  </a:lnTo>
                  <a:lnTo>
                    <a:pt x="67230" y="27859"/>
                  </a:lnTo>
                  <a:lnTo>
                    <a:pt x="63032" y="31094"/>
                  </a:lnTo>
                  <a:lnTo>
                    <a:pt x="58939" y="34461"/>
                  </a:lnTo>
                  <a:lnTo>
                    <a:pt x="54954" y="37956"/>
                  </a:lnTo>
                  <a:lnTo>
                    <a:pt x="51082" y="41575"/>
                  </a:lnTo>
                  <a:lnTo>
                    <a:pt x="47327" y="45315"/>
                  </a:lnTo>
                  <a:lnTo>
                    <a:pt x="43692" y="49173"/>
                  </a:lnTo>
                  <a:lnTo>
                    <a:pt x="40181" y="53143"/>
                  </a:lnTo>
                  <a:lnTo>
                    <a:pt x="36798" y="57223"/>
                  </a:lnTo>
                  <a:lnTo>
                    <a:pt x="33546" y="61408"/>
                  </a:lnTo>
                  <a:lnTo>
                    <a:pt x="30429" y="65695"/>
                  </a:lnTo>
                  <a:lnTo>
                    <a:pt x="27448" y="70077"/>
                  </a:lnTo>
                  <a:lnTo>
                    <a:pt x="24609" y="74552"/>
                  </a:lnTo>
                  <a:lnTo>
                    <a:pt x="21912" y="79115"/>
                  </a:lnTo>
                  <a:lnTo>
                    <a:pt x="19362" y="83761"/>
                  </a:lnTo>
                  <a:lnTo>
                    <a:pt x="16960" y="88486"/>
                  </a:lnTo>
                  <a:lnTo>
                    <a:pt x="14709" y="93284"/>
                  </a:lnTo>
                  <a:lnTo>
                    <a:pt x="12611" y="98152"/>
                  </a:lnTo>
                  <a:lnTo>
                    <a:pt x="10669" y="103083"/>
                  </a:lnTo>
                  <a:lnTo>
                    <a:pt x="8884" y="108073"/>
                  </a:lnTo>
                  <a:lnTo>
                    <a:pt x="7258" y="113118"/>
                  </a:lnTo>
                  <a:lnTo>
                    <a:pt x="5792" y="118211"/>
                  </a:lnTo>
                  <a:lnTo>
                    <a:pt x="4489" y="123349"/>
                  </a:lnTo>
                  <a:lnTo>
                    <a:pt x="3350" y="128525"/>
                  </a:lnTo>
                  <a:lnTo>
                    <a:pt x="2375" y="133735"/>
                  </a:lnTo>
                  <a:lnTo>
                    <a:pt x="1566" y="138973"/>
                  </a:lnTo>
                  <a:lnTo>
                    <a:pt x="923" y="144234"/>
                  </a:lnTo>
                  <a:lnTo>
                    <a:pt x="448" y="149512"/>
                  </a:lnTo>
                  <a:lnTo>
                    <a:pt x="140" y="154803"/>
                  </a:lnTo>
                  <a:lnTo>
                    <a:pt x="0" y="160102"/>
                  </a:lnTo>
                  <a:lnTo>
                    <a:pt x="27" y="165402"/>
                  </a:lnTo>
                  <a:lnTo>
                    <a:pt x="223" y="170698"/>
                  </a:lnTo>
                  <a:lnTo>
                    <a:pt x="587" y="175986"/>
                  </a:lnTo>
                  <a:lnTo>
                    <a:pt x="1118" y="181259"/>
                  </a:lnTo>
                  <a:lnTo>
                    <a:pt x="1816" y="186513"/>
                  </a:lnTo>
                  <a:lnTo>
                    <a:pt x="2680" y="191742"/>
                  </a:lnTo>
                  <a:lnTo>
                    <a:pt x="3710" y="196941"/>
                  </a:lnTo>
                  <a:lnTo>
                    <a:pt x="4904" y="202105"/>
                  </a:lnTo>
                  <a:lnTo>
                    <a:pt x="6261" y="207229"/>
                  </a:lnTo>
                  <a:lnTo>
                    <a:pt x="7780" y="212306"/>
                  </a:lnTo>
                  <a:lnTo>
                    <a:pt x="9458" y="217333"/>
                  </a:lnTo>
                  <a:lnTo>
                    <a:pt x="11296" y="222305"/>
                  </a:lnTo>
                  <a:lnTo>
                    <a:pt x="13290" y="227215"/>
                  </a:lnTo>
                  <a:lnTo>
                    <a:pt x="15439" y="232060"/>
                  </a:lnTo>
                  <a:lnTo>
                    <a:pt x="17740" y="236835"/>
                  </a:lnTo>
                  <a:lnTo>
                    <a:pt x="20192" y="241534"/>
                  </a:lnTo>
                  <a:lnTo>
                    <a:pt x="22791" y="246153"/>
                  </a:lnTo>
                  <a:lnTo>
                    <a:pt x="25535" y="250687"/>
                  </a:lnTo>
                  <a:lnTo>
                    <a:pt x="28422" y="255132"/>
                  </a:lnTo>
                  <a:lnTo>
                    <a:pt x="31448" y="259483"/>
                  </a:lnTo>
                  <a:lnTo>
                    <a:pt x="34611" y="263736"/>
                  </a:lnTo>
                  <a:lnTo>
                    <a:pt x="37907" y="267887"/>
                  </a:lnTo>
                  <a:lnTo>
                    <a:pt x="41332" y="271931"/>
                  </a:lnTo>
                  <a:lnTo>
                    <a:pt x="44885" y="275865"/>
                  </a:lnTo>
                  <a:lnTo>
                    <a:pt x="48560" y="279684"/>
                  </a:lnTo>
                  <a:lnTo>
                    <a:pt x="52354" y="283384"/>
                  </a:lnTo>
                  <a:lnTo>
                    <a:pt x="56264" y="286962"/>
                  </a:lnTo>
                  <a:lnTo>
                    <a:pt x="60285" y="290415"/>
                  </a:lnTo>
                  <a:lnTo>
                    <a:pt x="64414" y="293738"/>
                  </a:lnTo>
                  <a:lnTo>
                    <a:pt x="68646" y="296929"/>
                  </a:lnTo>
                  <a:lnTo>
                    <a:pt x="72977" y="299984"/>
                  </a:lnTo>
                  <a:lnTo>
                    <a:pt x="77403" y="302900"/>
                  </a:lnTo>
                  <a:lnTo>
                    <a:pt x="81918" y="305675"/>
                  </a:lnTo>
                  <a:lnTo>
                    <a:pt x="86520" y="308305"/>
                  </a:lnTo>
                  <a:lnTo>
                    <a:pt x="91203" y="310788"/>
                  </a:lnTo>
                  <a:lnTo>
                    <a:pt x="95962" y="313121"/>
                  </a:lnTo>
                  <a:lnTo>
                    <a:pt x="100792" y="315302"/>
                  </a:lnTo>
                  <a:lnTo>
                    <a:pt x="105689" y="317328"/>
                  </a:lnTo>
                  <a:lnTo>
                    <a:pt x="110648" y="319199"/>
                  </a:lnTo>
                  <a:lnTo>
                    <a:pt x="115664" y="320911"/>
                  </a:lnTo>
                  <a:lnTo>
                    <a:pt x="120732" y="322464"/>
                  </a:lnTo>
                  <a:lnTo>
                    <a:pt x="125846" y="323855"/>
                  </a:lnTo>
                  <a:lnTo>
                    <a:pt x="131002" y="325083"/>
                  </a:lnTo>
                  <a:lnTo>
                    <a:pt x="136194" y="326147"/>
                  </a:lnTo>
                  <a:lnTo>
                    <a:pt x="141417" y="327046"/>
                  </a:lnTo>
                  <a:lnTo>
                    <a:pt x="146667" y="327779"/>
                  </a:lnTo>
                  <a:lnTo>
                    <a:pt x="151936" y="328345"/>
                  </a:lnTo>
                  <a:lnTo>
                    <a:pt x="157221" y="328744"/>
                  </a:lnTo>
                  <a:lnTo>
                    <a:pt x="162516" y="328975"/>
                  </a:lnTo>
                  <a:lnTo>
                    <a:pt x="167816" y="329038"/>
                  </a:lnTo>
                  <a:lnTo>
                    <a:pt x="173115" y="328933"/>
                  </a:lnTo>
                  <a:lnTo>
                    <a:pt x="178408" y="328661"/>
                  </a:lnTo>
                  <a:lnTo>
                    <a:pt x="183690" y="328220"/>
                  </a:lnTo>
                  <a:lnTo>
                    <a:pt x="188955" y="327612"/>
                  </a:lnTo>
                  <a:lnTo>
                    <a:pt x="194198" y="326838"/>
                  </a:lnTo>
                  <a:lnTo>
                    <a:pt x="199414" y="325898"/>
                  </a:lnTo>
                  <a:lnTo>
                    <a:pt x="204598" y="324793"/>
                  </a:lnTo>
                  <a:lnTo>
                    <a:pt x="209744" y="323524"/>
                  </a:lnTo>
                  <a:lnTo>
                    <a:pt x="214847" y="322093"/>
                  </a:lnTo>
                  <a:lnTo>
                    <a:pt x="219902" y="320501"/>
                  </a:lnTo>
                  <a:lnTo>
                    <a:pt x="224904" y="318749"/>
                  </a:lnTo>
                  <a:lnTo>
                    <a:pt x="229849" y="316839"/>
                  </a:lnTo>
                  <a:lnTo>
                    <a:pt x="234730" y="314774"/>
                  </a:lnTo>
                  <a:lnTo>
                    <a:pt x="239543" y="312555"/>
                  </a:lnTo>
                  <a:lnTo>
                    <a:pt x="244283" y="310185"/>
                  </a:lnTo>
                  <a:lnTo>
                    <a:pt x="248946" y="307665"/>
                  </a:lnTo>
                  <a:lnTo>
                    <a:pt x="253527" y="304999"/>
                  </a:lnTo>
                  <a:lnTo>
                    <a:pt x="258021" y="302189"/>
                  </a:lnTo>
                  <a:lnTo>
                    <a:pt x="262423" y="299238"/>
                  </a:lnTo>
                  <a:lnTo>
                    <a:pt x="266730" y="296149"/>
                  </a:lnTo>
                  <a:lnTo>
                    <a:pt x="270937" y="292925"/>
                  </a:lnTo>
                  <a:lnTo>
                    <a:pt x="275039" y="289569"/>
                  </a:lnTo>
                  <a:lnTo>
                    <a:pt x="279033" y="286085"/>
                  </a:lnTo>
                  <a:lnTo>
                    <a:pt x="282915" y="282476"/>
                  </a:lnTo>
                  <a:lnTo>
                    <a:pt x="286680" y="278746"/>
                  </a:lnTo>
                  <a:lnTo>
                    <a:pt x="290325" y="274898"/>
                  </a:lnTo>
                  <a:lnTo>
                    <a:pt x="293846" y="270936"/>
                  </a:lnTo>
                  <a:lnTo>
                    <a:pt x="297240" y="266865"/>
                  </a:lnTo>
                  <a:lnTo>
                    <a:pt x="300503" y="262689"/>
                  </a:lnTo>
                  <a:lnTo>
                    <a:pt x="303632" y="258411"/>
                  </a:lnTo>
                  <a:lnTo>
                    <a:pt x="306624" y="254036"/>
                  </a:lnTo>
                  <a:lnTo>
                    <a:pt x="309475" y="249569"/>
                  </a:lnTo>
                  <a:lnTo>
                    <a:pt x="312184" y="245013"/>
                  </a:lnTo>
                  <a:lnTo>
                    <a:pt x="314747" y="240374"/>
                  </a:lnTo>
                  <a:lnTo>
                    <a:pt x="317161" y="235655"/>
                  </a:lnTo>
                  <a:lnTo>
                    <a:pt x="319425" y="230863"/>
                  </a:lnTo>
                  <a:lnTo>
                    <a:pt x="321535" y="226001"/>
                  </a:lnTo>
                  <a:lnTo>
                    <a:pt x="323490" y="221075"/>
                  </a:lnTo>
                  <a:lnTo>
                    <a:pt x="325289" y="216089"/>
                  </a:lnTo>
                  <a:lnTo>
                    <a:pt x="326928" y="211049"/>
                  </a:lnTo>
                  <a:lnTo>
                    <a:pt x="328407" y="205959"/>
                  </a:lnTo>
                  <a:lnTo>
                    <a:pt x="329723" y="200826"/>
                  </a:lnTo>
                  <a:lnTo>
                    <a:pt x="330876" y="195652"/>
                  </a:lnTo>
                  <a:lnTo>
                    <a:pt x="331865" y="190445"/>
                  </a:lnTo>
                  <a:lnTo>
                    <a:pt x="332688" y="185210"/>
                  </a:lnTo>
                  <a:lnTo>
                    <a:pt x="333345" y="179950"/>
                  </a:lnTo>
                  <a:lnTo>
                    <a:pt x="333834" y="174673"/>
                  </a:lnTo>
                  <a:lnTo>
                    <a:pt x="334156" y="169383"/>
                  </a:lnTo>
                  <a:lnTo>
                    <a:pt x="334310" y="164085"/>
                  </a:lnTo>
                  <a:lnTo>
                    <a:pt x="334296" y="158785"/>
                  </a:lnTo>
                  <a:lnTo>
                    <a:pt x="334115" y="153488"/>
                  </a:lnTo>
                  <a:lnTo>
                    <a:pt x="333765" y="148199"/>
                  </a:lnTo>
                  <a:lnTo>
                    <a:pt x="333248" y="142924"/>
                  </a:lnTo>
                  <a:lnTo>
                    <a:pt x="332564" y="137669"/>
                  </a:lnTo>
                  <a:lnTo>
                    <a:pt x="331713" y="132437"/>
                  </a:lnTo>
                  <a:lnTo>
                    <a:pt x="330697" y="127235"/>
                  </a:lnTo>
                  <a:lnTo>
                    <a:pt x="329517" y="122068"/>
                  </a:lnTo>
                  <a:lnTo>
                    <a:pt x="328174" y="116941"/>
                  </a:lnTo>
                  <a:lnTo>
                    <a:pt x="326668" y="111860"/>
                  </a:lnTo>
                  <a:lnTo>
                    <a:pt x="325003" y="106828"/>
                  </a:lnTo>
                  <a:lnTo>
                    <a:pt x="323178" y="101852"/>
                  </a:lnTo>
                  <a:lnTo>
                    <a:pt x="321197" y="96936"/>
                  </a:lnTo>
                  <a:lnTo>
                    <a:pt x="319061" y="92085"/>
                  </a:lnTo>
                  <a:lnTo>
                    <a:pt x="316773" y="87305"/>
                  </a:lnTo>
                  <a:lnTo>
                    <a:pt x="314334" y="82599"/>
                  </a:lnTo>
                  <a:lnTo>
                    <a:pt x="311747" y="77974"/>
                  </a:lnTo>
                  <a:lnTo>
                    <a:pt x="309014" y="73432"/>
                  </a:lnTo>
                  <a:lnTo>
                    <a:pt x="306139" y="68979"/>
                  </a:lnTo>
                  <a:lnTo>
                    <a:pt x="303125" y="64620"/>
                  </a:lnTo>
                  <a:lnTo>
                    <a:pt x="299973" y="60359"/>
                  </a:lnTo>
                  <a:lnTo>
                    <a:pt x="296688" y="56199"/>
                  </a:lnTo>
                  <a:lnTo>
                    <a:pt x="293273" y="52146"/>
                  </a:lnTo>
                  <a:lnTo>
                    <a:pt x="289731" y="48203"/>
                  </a:lnTo>
                  <a:lnTo>
                    <a:pt x="286066" y="44375"/>
                  </a:lnTo>
                  <a:lnTo>
                    <a:pt x="282282" y="40664"/>
                  </a:lnTo>
                  <a:lnTo>
                    <a:pt x="278382" y="37076"/>
                  </a:lnTo>
                  <a:lnTo>
                    <a:pt x="274369" y="33612"/>
                  </a:lnTo>
                  <a:lnTo>
                    <a:pt x="270250" y="30278"/>
                  </a:lnTo>
                  <a:lnTo>
                    <a:pt x="266026" y="27076"/>
                  </a:lnTo>
                  <a:lnTo>
                    <a:pt x="261703" y="24010"/>
                  </a:lnTo>
                  <a:lnTo>
                    <a:pt x="257285" y="21082"/>
                  </a:lnTo>
                  <a:lnTo>
                    <a:pt x="252777" y="18295"/>
                  </a:lnTo>
                  <a:lnTo>
                    <a:pt x="248182" y="15653"/>
                  </a:lnTo>
                  <a:lnTo>
                    <a:pt x="243506" y="13158"/>
                  </a:lnTo>
                  <a:lnTo>
                    <a:pt x="238753" y="10813"/>
                  </a:lnTo>
                  <a:lnTo>
                    <a:pt x="233928" y="8619"/>
                  </a:lnTo>
                  <a:lnTo>
                    <a:pt x="229037" y="6579"/>
                  </a:lnTo>
                  <a:lnTo>
                    <a:pt x="224083" y="4696"/>
                  </a:lnTo>
                  <a:lnTo>
                    <a:pt x="219071" y="2970"/>
                  </a:lnTo>
                  <a:lnTo>
                    <a:pt x="214008" y="1404"/>
                  </a:lnTo>
                  <a:lnTo>
                    <a:pt x="208897" y="0"/>
                  </a:lnTo>
                  <a:lnTo>
                    <a:pt x="167158" y="1618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1739" cy="167167"/>
            </a:xfrm>
            <a:custGeom>
              <a:avLst/>
              <a:pathLst>
                <a:path w="41739" h="167167">
                  <a:moveTo>
                    <a:pt x="41739" y="5294"/>
                  </a:moveTo>
                  <a:lnTo>
                    <a:pt x="35878" y="3895"/>
                  </a:lnTo>
                  <a:lnTo>
                    <a:pt x="29969" y="2708"/>
                  </a:lnTo>
                  <a:lnTo>
                    <a:pt x="24022" y="1735"/>
                  </a:lnTo>
                  <a:lnTo>
                    <a:pt x="18044" y="976"/>
                  </a:lnTo>
                  <a:lnTo>
                    <a:pt x="12042" y="434"/>
                  </a:lnTo>
                  <a:lnTo>
                    <a:pt x="6025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8745" y="941493"/>
              <a:ext cx="47470" cy="167167"/>
            </a:xfrm>
            <a:custGeom>
              <a:avLst/>
              <a:pathLst>
                <a:path w="47470" h="167167">
                  <a:moveTo>
                    <a:pt x="47470" y="0"/>
                  </a:moveTo>
                  <a:lnTo>
                    <a:pt x="41455" y="108"/>
                  </a:lnTo>
                  <a:lnTo>
                    <a:pt x="35447" y="432"/>
                  </a:lnTo>
                  <a:lnTo>
                    <a:pt x="29455" y="973"/>
                  </a:lnTo>
                  <a:lnTo>
                    <a:pt x="23487" y="1729"/>
                  </a:lnTo>
                  <a:lnTo>
                    <a:pt x="17549" y="2699"/>
                  </a:lnTo>
                  <a:lnTo>
                    <a:pt x="11650" y="3882"/>
                  </a:lnTo>
                  <a:lnTo>
                    <a:pt x="5798" y="5277"/>
                  </a:lnTo>
                  <a:lnTo>
                    <a:pt x="0" y="6881"/>
                  </a:lnTo>
                  <a:lnTo>
                    <a:pt x="4747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8745" y="948375"/>
              <a:ext cx="47470" cy="160285"/>
            </a:xfrm>
            <a:custGeom>
              <a:avLst/>
              <a:pathLst>
                <a:path w="47470" h="160285">
                  <a:moveTo>
                    <a:pt x="0" y="0"/>
                  </a:moveTo>
                  <a:lnTo>
                    <a:pt x="47470" y="1602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9" y="948375"/>
              <a:ext cx="167166" cy="327448"/>
            </a:xfrm>
            <a:custGeom>
              <a:avLst/>
              <a:pathLst>
                <a:path w="167166" h="327448">
                  <a:moveTo>
                    <a:pt x="119696" y="0"/>
                  </a:moveTo>
                  <a:lnTo>
                    <a:pt x="114594" y="1599"/>
                  </a:lnTo>
                  <a:lnTo>
                    <a:pt x="109547" y="3362"/>
                  </a:lnTo>
                  <a:lnTo>
                    <a:pt x="104558" y="5284"/>
                  </a:lnTo>
                  <a:lnTo>
                    <a:pt x="99634" y="7366"/>
                  </a:lnTo>
                  <a:lnTo>
                    <a:pt x="94778" y="9604"/>
                  </a:lnTo>
                  <a:lnTo>
                    <a:pt x="89997" y="11995"/>
                  </a:lnTo>
                  <a:lnTo>
                    <a:pt x="85294" y="14539"/>
                  </a:lnTo>
                  <a:lnTo>
                    <a:pt x="80676" y="17231"/>
                  </a:lnTo>
                  <a:lnTo>
                    <a:pt x="76145" y="20070"/>
                  </a:lnTo>
                  <a:lnTo>
                    <a:pt x="71708" y="23053"/>
                  </a:lnTo>
                  <a:lnTo>
                    <a:pt x="67369" y="26175"/>
                  </a:lnTo>
                  <a:lnTo>
                    <a:pt x="63131" y="29435"/>
                  </a:lnTo>
                  <a:lnTo>
                    <a:pt x="59000" y="32829"/>
                  </a:lnTo>
                  <a:lnTo>
                    <a:pt x="54980" y="36353"/>
                  </a:lnTo>
                  <a:lnTo>
                    <a:pt x="51074" y="40004"/>
                  </a:lnTo>
                  <a:lnTo>
                    <a:pt x="47287" y="43778"/>
                  </a:lnTo>
                  <a:lnTo>
                    <a:pt x="43623" y="47671"/>
                  </a:lnTo>
                  <a:lnTo>
                    <a:pt x="40085" y="51679"/>
                  </a:lnTo>
                  <a:lnTo>
                    <a:pt x="36677" y="55798"/>
                  </a:lnTo>
                  <a:lnTo>
                    <a:pt x="33402" y="60024"/>
                  </a:lnTo>
                  <a:lnTo>
                    <a:pt x="30265" y="64353"/>
                  </a:lnTo>
                  <a:lnTo>
                    <a:pt x="27267" y="68780"/>
                  </a:lnTo>
                  <a:lnTo>
                    <a:pt x="24412" y="73300"/>
                  </a:lnTo>
                  <a:lnTo>
                    <a:pt x="21704" y="77910"/>
                  </a:lnTo>
                  <a:lnTo>
                    <a:pt x="19144" y="82603"/>
                  </a:lnTo>
                  <a:lnTo>
                    <a:pt x="16736" y="87376"/>
                  </a:lnTo>
                  <a:lnTo>
                    <a:pt x="14481" y="92224"/>
                  </a:lnTo>
                  <a:lnTo>
                    <a:pt x="12383" y="97141"/>
                  </a:lnTo>
                  <a:lnTo>
                    <a:pt x="10443" y="102123"/>
                  </a:lnTo>
                  <a:lnTo>
                    <a:pt x="8663" y="107165"/>
                  </a:lnTo>
                  <a:lnTo>
                    <a:pt x="7045" y="112260"/>
                  </a:lnTo>
                  <a:lnTo>
                    <a:pt x="5592" y="117405"/>
                  </a:lnTo>
                  <a:lnTo>
                    <a:pt x="4303" y="122594"/>
                  </a:lnTo>
                  <a:lnTo>
                    <a:pt x="3181" y="127821"/>
                  </a:lnTo>
                  <a:lnTo>
                    <a:pt x="2227" y="133082"/>
                  </a:lnTo>
                  <a:lnTo>
                    <a:pt x="1441" y="138370"/>
                  </a:lnTo>
                  <a:lnTo>
                    <a:pt x="825" y="143681"/>
                  </a:lnTo>
                  <a:lnTo>
                    <a:pt x="379" y="149008"/>
                  </a:lnTo>
                  <a:lnTo>
                    <a:pt x="104" y="154347"/>
                  </a:lnTo>
                  <a:lnTo>
                    <a:pt x="0" y="159693"/>
                  </a:lnTo>
                  <a:lnTo>
                    <a:pt x="66" y="165039"/>
                  </a:lnTo>
                  <a:lnTo>
                    <a:pt x="303" y="170380"/>
                  </a:lnTo>
                  <a:lnTo>
                    <a:pt x="712" y="175710"/>
                  </a:lnTo>
                  <a:lnTo>
                    <a:pt x="1290" y="181025"/>
                  </a:lnTo>
                  <a:lnTo>
                    <a:pt x="2038" y="186319"/>
                  </a:lnTo>
                  <a:lnTo>
                    <a:pt x="2955" y="191586"/>
                  </a:lnTo>
                  <a:lnTo>
                    <a:pt x="4040" y="196821"/>
                  </a:lnTo>
                  <a:lnTo>
                    <a:pt x="5292" y="202019"/>
                  </a:lnTo>
                  <a:lnTo>
                    <a:pt x="6709" y="207174"/>
                  </a:lnTo>
                  <a:lnTo>
                    <a:pt x="8290" y="212281"/>
                  </a:lnTo>
                  <a:lnTo>
                    <a:pt x="10034" y="217335"/>
                  </a:lnTo>
                  <a:lnTo>
                    <a:pt x="11939" y="222330"/>
                  </a:lnTo>
                  <a:lnTo>
                    <a:pt x="14002" y="227262"/>
                  </a:lnTo>
                  <a:lnTo>
                    <a:pt x="16222" y="232126"/>
                  </a:lnTo>
                  <a:lnTo>
                    <a:pt x="18597" y="236916"/>
                  </a:lnTo>
                  <a:lnTo>
                    <a:pt x="21123" y="241627"/>
                  </a:lnTo>
                  <a:lnTo>
                    <a:pt x="23799" y="246256"/>
                  </a:lnTo>
                  <a:lnTo>
                    <a:pt x="26622" y="250796"/>
                  </a:lnTo>
                  <a:lnTo>
                    <a:pt x="29588" y="255244"/>
                  </a:lnTo>
                  <a:lnTo>
                    <a:pt x="32695" y="259595"/>
                  </a:lnTo>
                  <a:lnTo>
                    <a:pt x="35939" y="263845"/>
                  </a:lnTo>
                  <a:lnTo>
                    <a:pt x="39318" y="267988"/>
                  </a:lnTo>
                  <a:lnTo>
                    <a:pt x="42827" y="272021"/>
                  </a:lnTo>
                  <a:lnTo>
                    <a:pt x="46464" y="275940"/>
                  </a:lnTo>
                  <a:lnTo>
                    <a:pt x="50224" y="279741"/>
                  </a:lnTo>
                  <a:lnTo>
                    <a:pt x="54104" y="283419"/>
                  </a:lnTo>
                  <a:lnTo>
                    <a:pt x="58099" y="286971"/>
                  </a:lnTo>
                  <a:lnTo>
                    <a:pt x="62206" y="290394"/>
                  </a:lnTo>
                  <a:lnTo>
                    <a:pt x="66420" y="293684"/>
                  </a:lnTo>
                  <a:lnTo>
                    <a:pt x="70738" y="296838"/>
                  </a:lnTo>
                  <a:lnTo>
                    <a:pt x="75153" y="299851"/>
                  </a:lnTo>
                  <a:lnTo>
                    <a:pt x="79664" y="302722"/>
                  </a:lnTo>
                  <a:lnTo>
                    <a:pt x="84263" y="305447"/>
                  </a:lnTo>
                  <a:lnTo>
                    <a:pt x="88947" y="308024"/>
                  </a:lnTo>
                  <a:lnTo>
                    <a:pt x="93712" y="310450"/>
                  </a:lnTo>
                  <a:lnTo>
                    <a:pt x="98551" y="312722"/>
                  </a:lnTo>
                  <a:lnTo>
                    <a:pt x="103461" y="314838"/>
                  </a:lnTo>
                  <a:lnTo>
                    <a:pt x="108436" y="316796"/>
                  </a:lnTo>
                  <a:lnTo>
                    <a:pt x="113471" y="318594"/>
                  </a:lnTo>
                  <a:lnTo>
                    <a:pt x="118560" y="320230"/>
                  </a:lnTo>
                  <a:lnTo>
                    <a:pt x="123700" y="321703"/>
                  </a:lnTo>
                  <a:lnTo>
                    <a:pt x="128884" y="323010"/>
                  </a:lnTo>
                  <a:lnTo>
                    <a:pt x="134107" y="324151"/>
                  </a:lnTo>
                  <a:lnTo>
                    <a:pt x="139364" y="325125"/>
                  </a:lnTo>
                  <a:lnTo>
                    <a:pt x="144649" y="325929"/>
                  </a:lnTo>
                  <a:lnTo>
                    <a:pt x="149958" y="326565"/>
                  </a:lnTo>
                  <a:lnTo>
                    <a:pt x="155284" y="327030"/>
                  </a:lnTo>
                  <a:lnTo>
                    <a:pt x="160622" y="327325"/>
                  </a:lnTo>
                  <a:lnTo>
                    <a:pt x="165967" y="327448"/>
                  </a:lnTo>
                  <a:lnTo>
                    <a:pt x="167166" y="1602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85016" y="941493"/>
              <a:ext cx="168353" cy="334330"/>
            </a:xfrm>
            <a:custGeom>
              <a:avLst/>
              <a:pathLst>
                <a:path w="168353" h="334330">
                  <a:moveTo>
                    <a:pt x="0" y="334330"/>
                  </a:moveTo>
                  <a:lnTo>
                    <a:pt x="5316" y="334284"/>
                  </a:lnTo>
                  <a:lnTo>
                    <a:pt x="10628" y="334068"/>
                  </a:lnTo>
                  <a:lnTo>
                    <a:pt x="15931" y="333684"/>
                  </a:lnTo>
                  <a:lnTo>
                    <a:pt x="21219" y="333131"/>
                  </a:lnTo>
                  <a:lnTo>
                    <a:pt x="26486" y="332411"/>
                  </a:lnTo>
                  <a:lnTo>
                    <a:pt x="31728" y="331523"/>
                  </a:lnTo>
                  <a:lnTo>
                    <a:pt x="36940" y="330469"/>
                  </a:lnTo>
                  <a:lnTo>
                    <a:pt x="42115" y="329250"/>
                  </a:lnTo>
                  <a:lnTo>
                    <a:pt x="47248" y="327867"/>
                  </a:lnTo>
                  <a:lnTo>
                    <a:pt x="52335" y="326321"/>
                  </a:lnTo>
                  <a:lnTo>
                    <a:pt x="57370" y="324614"/>
                  </a:lnTo>
                  <a:lnTo>
                    <a:pt x="62349" y="322748"/>
                  </a:lnTo>
                  <a:lnTo>
                    <a:pt x="67266" y="320725"/>
                  </a:lnTo>
                  <a:lnTo>
                    <a:pt x="72115" y="318547"/>
                  </a:lnTo>
                  <a:lnTo>
                    <a:pt x="76893" y="316215"/>
                  </a:lnTo>
                  <a:lnTo>
                    <a:pt x="81595" y="313732"/>
                  </a:lnTo>
                  <a:lnTo>
                    <a:pt x="86215" y="311102"/>
                  </a:lnTo>
                  <a:lnTo>
                    <a:pt x="90749" y="308325"/>
                  </a:lnTo>
                  <a:lnTo>
                    <a:pt x="95193" y="305406"/>
                  </a:lnTo>
                  <a:lnTo>
                    <a:pt x="99541" y="302347"/>
                  </a:lnTo>
                  <a:lnTo>
                    <a:pt x="103790" y="299151"/>
                  </a:lnTo>
                  <a:lnTo>
                    <a:pt x="107936" y="295822"/>
                  </a:lnTo>
                  <a:lnTo>
                    <a:pt x="111973" y="292363"/>
                  </a:lnTo>
                  <a:lnTo>
                    <a:pt x="115898" y="288777"/>
                  </a:lnTo>
                  <a:lnTo>
                    <a:pt x="119707" y="285068"/>
                  </a:lnTo>
                  <a:lnTo>
                    <a:pt x="123397" y="281240"/>
                  </a:lnTo>
                  <a:lnTo>
                    <a:pt x="126963" y="277296"/>
                  </a:lnTo>
                  <a:lnTo>
                    <a:pt x="130401" y="273241"/>
                  </a:lnTo>
                  <a:lnTo>
                    <a:pt x="133709" y="269079"/>
                  </a:lnTo>
                  <a:lnTo>
                    <a:pt x="136883" y="264813"/>
                  </a:lnTo>
                  <a:lnTo>
                    <a:pt x="139919" y="260449"/>
                  </a:lnTo>
                  <a:lnTo>
                    <a:pt x="142816" y="255990"/>
                  </a:lnTo>
                  <a:lnTo>
                    <a:pt x="145569" y="251442"/>
                  </a:lnTo>
                  <a:lnTo>
                    <a:pt x="148176" y="246808"/>
                  </a:lnTo>
                  <a:lnTo>
                    <a:pt x="150634" y="242094"/>
                  </a:lnTo>
                  <a:lnTo>
                    <a:pt x="152941" y="237304"/>
                  </a:lnTo>
                  <a:lnTo>
                    <a:pt x="155095" y="232443"/>
                  </a:lnTo>
                  <a:lnTo>
                    <a:pt x="157093" y="227516"/>
                  </a:lnTo>
                  <a:lnTo>
                    <a:pt x="158933" y="222528"/>
                  </a:lnTo>
                  <a:lnTo>
                    <a:pt x="160614" y="217484"/>
                  </a:lnTo>
                  <a:lnTo>
                    <a:pt x="162133" y="212389"/>
                  </a:lnTo>
                  <a:lnTo>
                    <a:pt x="163490" y="207249"/>
                  </a:lnTo>
                  <a:lnTo>
                    <a:pt x="164682" y="202068"/>
                  </a:lnTo>
                  <a:lnTo>
                    <a:pt x="165709" y="196851"/>
                  </a:lnTo>
                  <a:lnTo>
                    <a:pt x="166570" y="191605"/>
                  </a:lnTo>
                  <a:lnTo>
                    <a:pt x="167264" y="186333"/>
                  </a:lnTo>
                  <a:lnTo>
                    <a:pt x="167789" y="181043"/>
                  </a:lnTo>
                  <a:lnTo>
                    <a:pt x="168146" y="175738"/>
                  </a:lnTo>
                  <a:lnTo>
                    <a:pt x="168334" y="170425"/>
                  </a:lnTo>
                  <a:lnTo>
                    <a:pt x="168353" y="165108"/>
                  </a:lnTo>
                  <a:lnTo>
                    <a:pt x="168203" y="159794"/>
                  </a:lnTo>
                  <a:lnTo>
                    <a:pt x="167885" y="154487"/>
                  </a:lnTo>
                  <a:lnTo>
                    <a:pt x="167397" y="149192"/>
                  </a:lnTo>
                  <a:lnTo>
                    <a:pt x="166741" y="143916"/>
                  </a:lnTo>
                  <a:lnTo>
                    <a:pt x="165918" y="138664"/>
                  </a:lnTo>
                  <a:lnTo>
                    <a:pt x="164928" y="133440"/>
                  </a:lnTo>
                  <a:lnTo>
                    <a:pt x="163773" y="128250"/>
                  </a:lnTo>
                  <a:lnTo>
                    <a:pt x="162453" y="123100"/>
                  </a:lnTo>
                  <a:lnTo>
                    <a:pt x="160970" y="117994"/>
                  </a:lnTo>
                  <a:lnTo>
                    <a:pt x="159326" y="112938"/>
                  </a:lnTo>
                  <a:lnTo>
                    <a:pt x="157521" y="107937"/>
                  </a:lnTo>
                  <a:lnTo>
                    <a:pt x="155559" y="102996"/>
                  </a:lnTo>
                  <a:lnTo>
                    <a:pt x="153440" y="98120"/>
                  </a:lnTo>
                  <a:lnTo>
                    <a:pt x="151167" y="93314"/>
                  </a:lnTo>
                  <a:lnTo>
                    <a:pt x="148743" y="88582"/>
                  </a:lnTo>
                  <a:lnTo>
                    <a:pt x="146169" y="83930"/>
                  </a:lnTo>
                  <a:lnTo>
                    <a:pt x="143449" y="79362"/>
                  </a:lnTo>
                  <a:lnTo>
                    <a:pt x="140585" y="74882"/>
                  </a:lnTo>
                  <a:lnTo>
                    <a:pt x="137580" y="70497"/>
                  </a:lnTo>
                  <a:lnTo>
                    <a:pt x="134437" y="66208"/>
                  </a:lnTo>
                  <a:lnTo>
                    <a:pt x="131159" y="62023"/>
                  </a:lnTo>
                  <a:lnTo>
                    <a:pt x="127749" y="57943"/>
                  </a:lnTo>
                  <a:lnTo>
                    <a:pt x="124212" y="53974"/>
                  </a:lnTo>
                  <a:lnTo>
                    <a:pt x="120550" y="50119"/>
                  </a:lnTo>
                  <a:lnTo>
                    <a:pt x="116768" y="46383"/>
                  </a:lnTo>
                  <a:lnTo>
                    <a:pt x="112868" y="42769"/>
                  </a:lnTo>
                  <a:lnTo>
                    <a:pt x="108856" y="39281"/>
                  </a:lnTo>
                  <a:lnTo>
                    <a:pt x="104735" y="35922"/>
                  </a:lnTo>
                  <a:lnTo>
                    <a:pt x="100509" y="32696"/>
                  </a:lnTo>
                  <a:lnTo>
                    <a:pt x="96182" y="29606"/>
                  </a:lnTo>
                  <a:lnTo>
                    <a:pt x="91760" y="26655"/>
                  </a:lnTo>
                  <a:lnTo>
                    <a:pt x="87245" y="23846"/>
                  </a:lnTo>
                  <a:lnTo>
                    <a:pt x="82644" y="21182"/>
                  </a:lnTo>
                  <a:lnTo>
                    <a:pt x="77961" y="18666"/>
                  </a:lnTo>
                  <a:lnTo>
                    <a:pt x="73200" y="16300"/>
                  </a:lnTo>
                  <a:lnTo>
                    <a:pt x="68365" y="14087"/>
                  </a:lnTo>
                  <a:lnTo>
                    <a:pt x="63463" y="12028"/>
                  </a:lnTo>
                  <a:lnTo>
                    <a:pt x="58499" y="10127"/>
                  </a:lnTo>
                  <a:lnTo>
                    <a:pt x="53476" y="8384"/>
                  </a:lnTo>
                  <a:lnTo>
                    <a:pt x="48400" y="6802"/>
                  </a:lnTo>
                  <a:lnTo>
                    <a:pt x="43276" y="5382"/>
                  </a:lnTo>
                  <a:lnTo>
                    <a:pt x="38110" y="4126"/>
                  </a:lnTo>
                  <a:lnTo>
                    <a:pt x="32907" y="3034"/>
                  </a:lnTo>
                  <a:lnTo>
                    <a:pt x="27671" y="2109"/>
                  </a:lnTo>
                  <a:lnTo>
                    <a:pt x="22409" y="1351"/>
                  </a:lnTo>
                  <a:lnTo>
                    <a:pt x="17125" y="760"/>
                  </a:lnTo>
                  <a:lnTo>
                    <a:pt x="11825" y="338"/>
                  </a:lnTo>
                  <a:lnTo>
                    <a:pt x="6515" y="84"/>
                  </a:lnTo>
                  <a:lnTo>
                    <a:pt x="1199" y="0"/>
                  </a:lnTo>
                  <a:lnTo>
                    <a:pt x="119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35" y="1071028"/>
              <a:ext cx="167165" cy="167167"/>
            </a:xfrm>
            <a:custGeom>
              <a:avLst/>
              <a:pathLst>
                <a:path w="167165" h="167167">
                  <a:moveTo>
                    <a:pt x="167165" y="0"/>
                  </a:moveTo>
                  <a:lnTo>
                    <a:pt x="161710" y="89"/>
                  </a:lnTo>
                  <a:lnTo>
                    <a:pt x="156261" y="356"/>
                  </a:lnTo>
                  <a:lnTo>
                    <a:pt x="150824" y="800"/>
                  </a:lnTo>
                  <a:lnTo>
                    <a:pt x="145403" y="1422"/>
                  </a:lnTo>
                  <a:lnTo>
                    <a:pt x="140006" y="2220"/>
                  </a:lnTo>
                  <a:lnTo>
                    <a:pt x="134638" y="3195"/>
                  </a:lnTo>
                  <a:lnTo>
                    <a:pt x="129305" y="4343"/>
                  </a:lnTo>
                  <a:lnTo>
                    <a:pt x="124012" y="5666"/>
                  </a:lnTo>
                  <a:lnTo>
                    <a:pt x="118765" y="7160"/>
                  </a:lnTo>
                  <a:lnTo>
                    <a:pt x="113569" y="8824"/>
                  </a:lnTo>
                  <a:lnTo>
                    <a:pt x="108431" y="10658"/>
                  </a:lnTo>
                  <a:lnTo>
                    <a:pt x="103355" y="12658"/>
                  </a:lnTo>
                  <a:lnTo>
                    <a:pt x="98347" y="14822"/>
                  </a:lnTo>
                  <a:lnTo>
                    <a:pt x="93412" y="17149"/>
                  </a:lnTo>
                  <a:lnTo>
                    <a:pt x="88556" y="19636"/>
                  </a:lnTo>
                  <a:lnTo>
                    <a:pt x="83783" y="22279"/>
                  </a:lnTo>
                  <a:lnTo>
                    <a:pt x="79100" y="25078"/>
                  </a:lnTo>
                  <a:lnTo>
                    <a:pt x="74510" y="28027"/>
                  </a:lnTo>
                  <a:lnTo>
                    <a:pt x="70019" y="31125"/>
                  </a:lnTo>
                  <a:lnTo>
                    <a:pt x="65631" y="34367"/>
                  </a:lnTo>
                  <a:lnTo>
                    <a:pt x="61352" y="37751"/>
                  </a:lnTo>
                  <a:lnTo>
                    <a:pt x="57185" y="41273"/>
                  </a:lnTo>
                  <a:lnTo>
                    <a:pt x="53136" y="44929"/>
                  </a:lnTo>
                  <a:lnTo>
                    <a:pt x="49207" y="48715"/>
                  </a:lnTo>
                  <a:lnTo>
                    <a:pt x="45405" y="52627"/>
                  </a:lnTo>
                  <a:lnTo>
                    <a:pt x="41732" y="56662"/>
                  </a:lnTo>
                  <a:lnTo>
                    <a:pt x="38193" y="60814"/>
                  </a:lnTo>
                  <a:lnTo>
                    <a:pt x="34791" y="65079"/>
                  </a:lnTo>
                  <a:lnTo>
                    <a:pt x="31530" y="69453"/>
                  </a:lnTo>
                  <a:lnTo>
                    <a:pt x="28414" y="73931"/>
                  </a:lnTo>
                  <a:lnTo>
                    <a:pt x="25445" y="78509"/>
                  </a:lnTo>
                  <a:lnTo>
                    <a:pt x="22628" y="83180"/>
                  </a:lnTo>
                  <a:lnTo>
                    <a:pt x="19964" y="87942"/>
                  </a:lnTo>
                  <a:lnTo>
                    <a:pt x="17457" y="92787"/>
                  </a:lnTo>
                  <a:lnTo>
                    <a:pt x="15110" y="97712"/>
                  </a:lnTo>
                  <a:lnTo>
                    <a:pt x="12924" y="102711"/>
                  </a:lnTo>
                  <a:lnTo>
                    <a:pt x="10903" y="107779"/>
                  </a:lnTo>
                  <a:lnTo>
                    <a:pt x="9048" y="112910"/>
                  </a:lnTo>
                  <a:lnTo>
                    <a:pt x="7362" y="118098"/>
                  </a:lnTo>
                  <a:lnTo>
                    <a:pt x="5846" y="123339"/>
                  </a:lnTo>
                  <a:lnTo>
                    <a:pt x="4501" y="128627"/>
                  </a:lnTo>
                  <a:lnTo>
                    <a:pt x="3330" y="133955"/>
                  </a:lnTo>
                  <a:lnTo>
                    <a:pt x="2334" y="139319"/>
                  </a:lnTo>
                  <a:lnTo>
                    <a:pt x="1513" y="144713"/>
                  </a:lnTo>
                  <a:lnTo>
                    <a:pt x="868" y="150130"/>
                  </a:lnTo>
                  <a:lnTo>
                    <a:pt x="401" y="155566"/>
                  </a:lnTo>
                  <a:lnTo>
                    <a:pt x="111" y="161014"/>
                  </a:lnTo>
                  <a:lnTo>
                    <a:pt x="0" y="166469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335" y="1237498"/>
              <a:ext cx="167165" cy="698"/>
            </a:xfrm>
            <a:custGeom>
              <a:avLst/>
              <a:pathLst>
                <a:path w="167165" h="698">
                  <a:moveTo>
                    <a:pt x="0" y="0"/>
                  </a:moveTo>
                  <a:lnTo>
                    <a:pt x="167165" y="6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35" y="1073579"/>
              <a:ext cx="334333" cy="331769"/>
            </a:xfrm>
            <a:custGeom>
              <a:avLst/>
              <a:pathLst>
                <a:path w="334333" h="331769">
                  <a:moveTo>
                    <a:pt x="0" y="163918"/>
                  </a:moveTo>
                  <a:lnTo>
                    <a:pt x="62" y="169226"/>
                  </a:lnTo>
                  <a:lnTo>
                    <a:pt x="292" y="174530"/>
                  </a:lnTo>
                  <a:lnTo>
                    <a:pt x="691" y="179824"/>
                  </a:lnTo>
                  <a:lnTo>
                    <a:pt x="1258" y="185103"/>
                  </a:lnTo>
                  <a:lnTo>
                    <a:pt x="1992" y="190361"/>
                  </a:lnTo>
                  <a:lnTo>
                    <a:pt x="2893" y="195593"/>
                  </a:lnTo>
                  <a:lnTo>
                    <a:pt x="3960" y="200794"/>
                  </a:lnTo>
                  <a:lnTo>
                    <a:pt x="5191" y="205958"/>
                  </a:lnTo>
                  <a:lnTo>
                    <a:pt x="6585" y="211081"/>
                  </a:lnTo>
                  <a:lnTo>
                    <a:pt x="8142" y="216156"/>
                  </a:lnTo>
                  <a:lnTo>
                    <a:pt x="9859" y="221180"/>
                  </a:lnTo>
                  <a:lnTo>
                    <a:pt x="11734" y="226147"/>
                  </a:lnTo>
                  <a:lnTo>
                    <a:pt x="13766" y="231051"/>
                  </a:lnTo>
                  <a:lnTo>
                    <a:pt x="15953" y="235889"/>
                  </a:lnTo>
                  <a:lnTo>
                    <a:pt x="18293" y="240655"/>
                  </a:lnTo>
                  <a:lnTo>
                    <a:pt x="20782" y="245344"/>
                  </a:lnTo>
                  <a:lnTo>
                    <a:pt x="23420" y="249951"/>
                  </a:lnTo>
                  <a:lnTo>
                    <a:pt x="26202" y="254473"/>
                  </a:lnTo>
                  <a:lnTo>
                    <a:pt x="29126" y="258904"/>
                  </a:lnTo>
                  <a:lnTo>
                    <a:pt x="32190" y="263239"/>
                  </a:lnTo>
                  <a:lnTo>
                    <a:pt x="35390" y="267476"/>
                  </a:lnTo>
                  <a:lnTo>
                    <a:pt x="38722" y="271608"/>
                  </a:lnTo>
                  <a:lnTo>
                    <a:pt x="42185" y="275633"/>
                  </a:lnTo>
                  <a:lnTo>
                    <a:pt x="45773" y="279546"/>
                  </a:lnTo>
                  <a:lnTo>
                    <a:pt x="49484" y="283342"/>
                  </a:lnTo>
                  <a:lnTo>
                    <a:pt x="53313" y="287020"/>
                  </a:lnTo>
                  <a:lnTo>
                    <a:pt x="57257" y="290573"/>
                  </a:lnTo>
                  <a:lnTo>
                    <a:pt x="61313" y="294000"/>
                  </a:lnTo>
                  <a:lnTo>
                    <a:pt x="65474" y="297296"/>
                  </a:lnTo>
                  <a:lnTo>
                    <a:pt x="69739" y="300458"/>
                  </a:lnTo>
                  <a:lnTo>
                    <a:pt x="74102" y="303483"/>
                  </a:lnTo>
                  <a:lnTo>
                    <a:pt x="78558" y="306368"/>
                  </a:lnTo>
                  <a:lnTo>
                    <a:pt x="83104" y="309110"/>
                  </a:lnTo>
                  <a:lnTo>
                    <a:pt x="87735" y="311707"/>
                  </a:lnTo>
                  <a:lnTo>
                    <a:pt x="92446" y="314155"/>
                  </a:lnTo>
                  <a:lnTo>
                    <a:pt x="97232" y="316452"/>
                  </a:lnTo>
                  <a:lnTo>
                    <a:pt x="102089" y="318596"/>
                  </a:lnTo>
                  <a:lnTo>
                    <a:pt x="107011" y="320585"/>
                  </a:lnTo>
                  <a:lnTo>
                    <a:pt x="111994" y="322417"/>
                  </a:lnTo>
                  <a:lnTo>
                    <a:pt x="117033" y="324089"/>
                  </a:lnTo>
                  <a:lnTo>
                    <a:pt x="122122" y="325601"/>
                  </a:lnTo>
                  <a:lnTo>
                    <a:pt x="127257" y="326950"/>
                  </a:lnTo>
                  <a:lnTo>
                    <a:pt x="132432" y="328135"/>
                  </a:lnTo>
                  <a:lnTo>
                    <a:pt x="137642" y="329156"/>
                  </a:lnTo>
                  <a:lnTo>
                    <a:pt x="142881" y="330010"/>
                  </a:lnTo>
                  <a:lnTo>
                    <a:pt x="148146" y="330698"/>
                  </a:lnTo>
                  <a:lnTo>
                    <a:pt x="153429" y="331218"/>
                  </a:lnTo>
                  <a:lnTo>
                    <a:pt x="158726" y="331570"/>
                  </a:lnTo>
                  <a:lnTo>
                    <a:pt x="164032" y="331754"/>
                  </a:lnTo>
                  <a:lnTo>
                    <a:pt x="169341" y="331769"/>
                  </a:lnTo>
                  <a:lnTo>
                    <a:pt x="174648" y="331616"/>
                  </a:lnTo>
                  <a:lnTo>
                    <a:pt x="179947" y="331294"/>
                  </a:lnTo>
                  <a:lnTo>
                    <a:pt x="185233" y="330804"/>
                  </a:lnTo>
                  <a:lnTo>
                    <a:pt x="190501" y="330147"/>
                  </a:lnTo>
                  <a:lnTo>
                    <a:pt x="195746" y="329322"/>
                  </a:lnTo>
                  <a:lnTo>
                    <a:pt x="200962" y="328332"/>
                  </a:lnTo>
                  <a:lnTo>
                    <a:pt x="206143" y="327176"/>
                  </a:lnTo>
                  <a:lnTo>
                    <a:pt x="211286" y="325856"/>
                  </a:lnTo>
                  <a:lnTo>
                    <a:pt x="216384" y="324374"/>
                  </a:lnTo>
                  <a:lnTo>
                    <a:pt x="221432" y="322730"/>
                  </a:lnTo>
                  <a:lnTo>
                    <a:pt x="226425" y="320927"/>
                  </a:lnTo>
                  <a:lnTo>
                    <a:pt x="231359" y="318967"/>
                  </a:lnTo>
                  <a:lnTo>
                    <a:pt x="236228" y="316851"/>
                  </a:lnTo>
                  <a:lnTo>
                    <a:pt x="241027" y="314581"/>
                  </a:lnTo>
                  <a:lnTo>
                    <a:pt x="245752" y="312160"/>
                  </a:lnTo>
                  <a:lnTo>
                    <a:pt x="250397" y="309590"/>
                  </a:lnTo>
                  <a:lnTo>
                    <a:pt x="254959" y="306874"/>
                  </a:lnTo>
                  <a:lnTo>
                    <a:pt x="259432" y="304014"/>
                  </a:lnTo>
                  <a:lnTo>
                    <a:pt x="263812" y="301014"/>
                  </a:lnTo>
                  <a:lnTo>
                    <a:pt x="268095" y="297876"/>
                  </a:lnTo>
                  <a:lnTo>
                    <a:pt x="272275" y="294604"/>
                  </a:lnTo>
                  <a:lnTo>
                    <a:pt x="276350" y="291201"/>
                  </a:lnTo>
                  <a:lnTo>
                    <a:pt x="280315" y="287670"/>
                  </a:lnTo>
                  <a:lnTo>
                    <a:pt x="284165" y="284015"/>
                  </a:lnTo>
                  <a:lnTo>
                    <a:pt x="287897" y="280239"/>
                  </a:lnTo>
                  <a:lnTo>
                    <a:pt x="291508" y="276347"/>
                  </a:lnTo>
                  <a:lnTo>
                    <a:pt x="294993" y="272343"/>
                  </a:lnTo>
                  <a:lnTo>
                    <a:pt x="298350" y="268229"/>
                  </a:lnTo>
                  <a:lnTo>
                    <a:pt x="301574" y="264011"/>
                  </a:lnTo>
                  <a:lnTo>
                    <a:pt x="304662" y="259693"/>
                  </a:lnTo>
                  <a:lnTo>
                    <a:pt x="307612" y="255279"/>
                  </a:lnTo>
                  <a:lnTo>
                    <a:pt x="310420" y="250773"/>
                  </a:lnTo>
                  <a:lnTo>
                    <a:pt x="313084" y="246181"/>
                  </a:lnTo>
                  <a:lnTo>
                    <a:pt x="315600" y="241506"/>
                  </a:lnTo>
                  <a:lnTo>
                    <a:pt x="317967" y="236754"/>
                  </a:lnTo>
                  <a:lnTo>
                    <a:pt x="320182" y="231929"/>
                  </a:lnTo>
                  <a:lnTo>
                    <a:pt x="322242" y="227036"/>
                  </a:lnTo>
                  <a:lnTo>
                    <a:pt x="324146" y="222080"/>
                  </a:lnTo>
                  <a:lnTo>
                    <a:pt x="325891" y="217067"/>
                  </a:lnTo>
                  <a:lnTo>
                    <a:pt x="327477" y="212000"/>
                  </a:lnTo>
                  <a:lnTo>
                    <a:pt x="328901" y="206885"/>
                  </a:lnTo>
                  <a:lnTo>
                    <a:pt x="330161" y="201728"/>
                  </a:lnTo>
                  <a:lnTo>
                    <a:pt x="331258" y="196534"/>
                  </a:lnTo>
                  <a:lnTo>
                    <a:pt x="332188" y="191307"/>
                  </a:lnTo>
                  <a:lnTo>
                    <a:pt x="332953" y="186053"/>
                  </a:lnTo>
                  <a:lnTo>
                    <a:pt x="333550" y="180778"/>
                  </a:lnTo>
                  <a:lnTo>
                    <a:pt x="333979" y="175486"/>
                  </a:lnTo>
                  <a:lnTo>
                    <a:pt x="334240" y="170184"/>
                  </a:lnTo>
                  <a:lnTo>
                    <a:pt x="334333" y="164876"/>
                  </a:lnTo>
                  <a:lnTo>
                    <a:pt x="334257" y="159567"/>
                  </a:lnTo>
                  <a:lnTo>
                    <a:pt x="334012" y="154264"/>
                  </a:lnTo>
                  <a:lnTo>
                    <a:pt x="333599" y="148971"/>
                  </a:lnTo>
                  <a:lnTo>
                    <a:pt x="333018" y="143694"/>
                  </a:lnTo>
                  <a:lnTo>
                    <a:pt x="332270" y="138438"/>
                  </a:lnTo>
                  <a:lnTo>
                    <a:pt x="331356" y="133208"/>
                  </a:lnTo>
                  <a:lnTo>
                    <a:pt x="330276" y="128010"/>
                  </a:lnTo>
                  <a:lnTo>
                    <a:pt x="329031" y="122849"/>
                  </a:lnTo>
                  <a:lnTo>
                    <a:pt x="327623" y="117730"/>
                  </a:lnTo>
                  <a:lnTo>
                    <a:pt x="326054" y="112659"/>
                  </a:lnTo>
                  <a:lnTo>
                    <a:pt x="324324" y="107640"/>
                  </a:lnTo>
                  <a:lnTo>
                    <a:pt x="322435" y="102678"/>
                  </a:lnTo>
                  <a:lnTo>
                    <a:pt x="320390" y="97779"/>
                  </a:lnTo>
                  <a:lnTo>
                    <a:pt x="318190" y="92947"/>
                  </a:lnTo>
                  <a:lnTo>
                    <a:pt x="315838" y="88187"/>
                  </a:lnTo>
                  <a:lnTo>
                    <a:pt x="313336" y="83505"/>
                  </a:lnTo>
                  <a:lnTo>
                    <a:pt x="310687" y="78904"/>
                  </a:lnTo>
                  <a:lnTo>
                    <a:pt x="307893" y="74390"/>
                  </a:lnTo>
                  <a:lnTo>
                    <a:pt x="304957" y="69967"/>
                  </a:lnTo>
                  <a:lnTo>
                    <a:pt x="301882" y="65639"/>
                  </a:lnTo>
                  <a:lnTo>
                    <a:pt x="298671" y="61411"/>
                  </a:lnTo>
                  <a:lnTo>
                    <a:pt x="295327" y="57287"/>
                  </a:lnTo>
                  <a:lnTo>
                    <a:pt x="291855" y="53272"/>
                  </a:lnTo>
                  <a:lnTo>
                    <a:pt x="288256" y="49368"/>
                  </a:lnTo>
                  <a:lnTo>
                    <a:pt x="284535" y="45581"/>
                  </a:lnTo>
                  <a:lnTo>
                    <a:pt x="280696" y="41914"/>
                  </a:lnTo>
                  <a:lnTo>
                    <a:pt x="276743" y="38371"/>
                  </a:lnTo>
                  <a:lnTo>
                    <a:pt x="272679" y="34955"/>
                  </a:lnTo>
                  <a:lnTo>
                    <a:pt x="268508" y="31670"/>
                  </a:lnTo>
                  <a:lnTo>
                    <a:pt x="264235" y="28519"/>
                  </a:lnTo>
                  <a:lnTo>
                    <a:pt x="259865" y="25505"/>
                  </a:lnTo>
                  <a:lnTo>
                    <a:pt x="255401" y="22632"/>
                  </a:lnTo>
                  <a:lnTo>
                    <a:pt x="250847" y="19902"/>
                  </a:lnTo>
                  <a:lnTo>
                    <a:pt x="246210" y="17317"/>
                  </a:lnTo>
                  <a:lnTo>
                    <a:pt x="241493" y="14882"/>
                  </a:lnTo>
                  <a:lnTo>
                    <a:pt x="236701" y="12597"/>
                  </a:lnTo>
                  <a:lnTo>
                    <a:pt x="231838" y="10465"/>
                  </a:lnTo>
                  <a:lnTo>
                    <a:pt x="226911" y="8490"/>
                  </a:lnTo>
                  <a:lnTo>
                    <a:pt x="221923" y="6671"/>
                  </a:lnTo>
                  <a:lnTo>
                    <a:pt x="216880" y="5012"/>
                  </a:lnTo>
                  <a:lnTo>
                    <a:pt x="211786" y="3514"/>
                  </a:lnTo>
                  <a:lnTo>
                    <a:pt x="206648" y="2178"/>
                  </a:lnTo>
                  <a:lnTo>
                    <a:pt x="201470" y="1006"/>
                  </a:lnTo>
                  <a:lnTo>
                    <a:pt x="196258" y="0"/>
                  </a:lnTo>
                  <a:lnTo>
                    <a:pt x="167165" y="1646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29092" cy="167167"/>
            </a:xfrm>
            <a:custGeom>
              <a:avLst/>
              <a:pathLst>
                <a:path w="29092" h="167167">
                  <a:moveTo>
                    <a:pt x="29092" y="2550"/>
                  </a:moveTo>
                  <a:lnTo>
                    <a:pt x="21867" y="1436"/>
                  </a:lnTo>
                  <a:lnTo>
                    <a:pt x="14601" y="638"/>
                  </a:lnTo>
                  <a:lnTo>
                    <a:pt x="7307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6047" y="1322571"/>
              <a:ext cx="52673" cy="167167"/>
            </a:xfrm>
            <a:custGeom>
              <a:avLst/>
              <a:pathLst>
                <a:path w="52673" h="167167">
                  <a:moveTo>
                    <a:pt x="52673" y="0"/>
                  </a:moveTo>
                  <a:lnTo>
                    <a:pt x="46720" y="106"/>
                  </a:lnTo>
                  <a:lnTo>
                    <a:pt x="40775" y="423"/>
                  </a:lnTo>
                  <a:lnTo>
                    <a:pt x="34845" y="953"/>
                  </a:lnTo>
                  <a:lnTo>
                    <a:pt x="28937" y="1693"/>
                  </a:lnTo>
                  <a:lnTo>
                    <a:pt x="23060" y="2643"/>
                  </a:lnTo>
                  <a:lnTo>
                    <a:pt x="17220" y="3802"/>
                  </a:lnTo>
                  <a:lnTo>
                    <a:pt x="11425" y="5168"/>
                  </a:lnTo>
                  <a:lnTo>
                    <a:pt x="5682" y="6740"/>
                  </a:lnTo>
                  <a:lnTo>
                    <a:pt x="0" y="8515"/>
                  </a:lnTo>
                  <a:lnTo>
                    <a:pt x="5267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36047" y="1331087"/>
              <a:ext cx="52673" cy="158651"/>
            </a:xfrm>
            <a:custGeom>
              <a:avLst/>
              <a:pathLst>
                <a:path w="52673" h="158651">
                  <a:moveTo>
                    <a:pt x="0" y="0"/>
                  </a:moveTo>
                  <a:lnTo>
                    <a:pt x="52673" y="1586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69" y="1331087"/>
              <a:ext cx="334301" cy="325819"/>
            </a:xfrm>
            <a:custGeom>
              <a:avLst/>
              <a:pathLst>
                <a:path w="334301" h="325819">
                  <a:moveTo>
                    <a:pt x="114477" y="0"/>
                  </a:moveTo>
                  <a:lnTo>
                    <a:pt x="109475" y="1749"/>
                  </a:lnTo>
                  <a:lnTo>
                    <a:pt x="104532" y="3655"/>
                  </a:lnTo>
                  <a:lnTo>
                    <a:pt x="99651" y="5718"/>
                  </a:lnTo>
                  <a:lnTo>
                    <a:pt x="94838" y="7934"/>
                  </a:lnTo>
                  <a:lnTo>
                    <a:pt x="90098" y="10301"/>
                  </a:lnTo>
                  <a:lnTo>
                    <a:pt x="85435" y="12818"/>
                  </a:lnTo>
                  <a:lnTo>
                    <a:pt x="80854" y="15481"/>
                  </a:lnTo>
                  <a:lnTo>
                    <a:pt x="76360" y="18288"/>
                  </a:lnTo>
                  <a:lnTo>
                    <a:pt x="71957" y="21235"/>
                  </a:lnTo>
                  <a:lnTo>
                    <a:pt x="67650" y="24321"/>
                  </a:lnTo>
                  <a:lnTo>
                    <a:pt x="63442" y="27542"/>
                  </a:lnTo>
                  <a:lnTo>
                    <a:pt x="59339" y="30895"/>
                  </a:lnTo>
                  <a:lnTo>
                    <a:pt x="55345" y="34376"/>
                  </a:lnTo>
                  <a:lnTo>
                    <a:pt x="51462" y="37982"/>
                  </a:lnTo>
                  <a:lnTo>
                    <a:pt x="47696" y="41709"/>
                  </a:lnTo>
                  <a:lnTo>
                    <a:pt x="44050" y="45553"/>
                  </a:lnTo>
                  <a:lnTo>
                    <a:pt x="40527" y="49512"/>
                  </a:lnTo>
                  <a:lnTo>
                    <a:pt x="37132" y="53579"/>
                  </a:lnTo>
                  <a:lnTo>
                    <a:pt x="33867" y="57753"/>
                  </a:lnTo>
                  <a:lnTo>
                    <a:pt x="30737" y="62028"/>
                  </a:lnTo>
                  <a:lnTo>
                    <a:pt x="27743" y="66399"/>
                  </a:lnTo>
                  <a:lnTo>
                    <a:pt x="24889" y="70864"/>
                  </a:lnTo>
                  <a:lnTo>
                    <a:pt x="22178" y="75417"/>
                  </a:lnTo>
                  <a:lnTo>
                    <a:pt x="19613" y="80053"/>
                  </a:lnTo>
                  <a:lnTo>
                    <a:pt x="17196" y="84768"/>
                  </a:lnTo>
                  <a:lnTo>
                    <a:pt x="14930" y="89558"/>
                  </a:lnTo>
                  <a:lnTo>
                    <a:pt x="12817" y="94417"/>
                  </a:lnTo>
                  <a:lnTo>
                    <a:pt x="10859" y="99340"/>
                  </a:lnTo>
                  <a:lnTo>
                    <a:pt x="9057" y="104323"/>
                  </a:lnTo>
                  <a:lnTo>
                    <a:pt x="7415" y="109361"/>
                  </a:lnTo>
                  <a:lnTo>
                    <a:pt x="5933" y="114448"/>
                  </a:lnTo>
                  <a:lnTo>
                    <a:pt x="4613" y="119580"/>
                  </a:lnTo>
                  <a:lnTo>
                    <a:pt x="3457" y="124750"/>
                  </a:lnTo>
                  <a:lnTo>
                    <a:pt x="2464" y="129955"/>
                  </a:lnTo>
                  <a:lnTo>
                    <a:pt x="1638" y="135189"/>
                  </a:lnTo>
                  <a:lnTo>
                    <a:pt x="977" y="140446"/>
                  </a:lnTo>
                  <a:lnTo>
                    <a:pt x="484" y="145722"/>
                  </a:lnTo>
                  <a:lnTo>
                    <a:pt x="158" y="151011"/>
                  </a:lnTo>
                  <a:lnTo>
                    <a:pt x="0" y="156307"/>
                  </a:lnTo>
                  <a:lnTo>
                    <a:pt x="9" y="161605"/>
                  </a:lnTo>
                  <a:lnTo>
                    <a:pt x="187" y="166901"/>
                  </a:lnTo>
                  <a:lnTo>
                    <a:pt x="532" y="172188"/>
                  </a:lnTo>
                  <a:lnTo>
                    <a:pt x="1045" y="177462"/>
                  </a:lnTo>
                  <a:lnTo>
                    <a:pt x="1724" y="182717"/>
                  </a:lnTo>
                  <a:lnTo>
                    <a:pt x="2570" y="187948"/>
                  </a:lnTo>
                  <a:lnTo>
                    <a:pt x="3581" y="193149"/>
                  </a:lnTo>
                  <a:lnTo>
                    <a:pt x="4757" y="198315"/>
                  </a:lnTo>
                  <a:lnTo>
                    <a:pt x="6095" y="203442"/>
                  </a:lnTo>
                  <a:lnTo>
                    <a:pt x="7596" y="208524"/>
                  </a:lnTo>
                  <a:lnTo>
                    <a:pt x="9257" y="213556"/>
                  </a:lnTo>
                  <a:lnTo>
                    <a:pt x="11076" y="218532"/>
                  </a:lnTo>
                  <a:lnTo>
                    <a:pt x="13052" y="223448"/>
                  </a:lnTo>
                  <a:lnTo>
                    <a:pt x="15183" y="228300"/>
                  </a:lnTo>
                  <a:lnTo>
                    <a:pt x="17467" y="233081"/>
                  </a:lnTo>
                  <a:lnTo>
                    <a:pt x="19901" y="237787"/>
                  </a:lnTo>
                  <a:lnTo>
                    <a:pt x="22483" y="242414"/>
                  </a:lnTo>
                  <a:lnTo>
                    <a:pt x="25210" y="246957"/>
                  </a:lnTo>
                  <a:lnTo>
                    <a:pt x="28080" y="251411"/>
                  </a:lnTo>
                  <a:lnTo>
                    <a:pt x="31090" y="255772"/>
                  </a:lnTo>
                  <a:lnTo>
                    <a:pt x="34236" y="260035"/>
                  </a:lnTo>
                  <a:lnTo>
                    <a:pt x="37516" y="264197"/>
                  </a:lnTo>
                  <a:lnTo>
                    <a:pt x="40926" y="268252"/>
                  </a:lnTo>
                  <a:lnTo>
                    <a:pt x="44463" y="272198"/>
                  </a:lnTo>
                  <a:lnTo>
                    <a:pt x="48123" y="276029"/>
                  </a:lnTo>
                  <a:lnTo>
                    <a:pt x="51903" y="279742"/>
                  </a:lnTo>
                  <a:lnTo>
                    <a:pt x="55798" y="283334"/>
                  </a:lnTo>
                  <a:lnTo>
                    <a:pt x="59806" y="286800"/>
                  </a:lnTo>
                  <a:lnTo>
                    <a:pt x="63921" y="290138"/>
                  </a:lnTo>
                  <a:lnTo>
                    <a:pt x="68140" y="293343"/>
                  </a:lnTo>
                  <a:lnTo>
                    <a:pt x="72459" y="296414"/>
                  </a:lnTo>
                  <a:lnTo>
                    <a:pt x="76872" y="299345"/>
                  </a:lnTo>
                  <a:lnTo>
                    <a:pt x="81376" y="302136"/>
                  </a:lnTo>
                  <a:lnTo>
                    <a:pt x="85967" y="304782"/>
                  </a:lnTo>
                  <a:lnTo>
                    <a:pt x="90639" y="307282"/>
                  </a:lnTo>
                  <a:lnTo>
                    <a:pt x="95388" y="309632"/>
                  </a:lnTo>
                  <a:lnTo>
                    <a:pt x="100209" y="311830"/>
                  </a:lnTo>
                  <a:lnTo>
                    <a:pt x="105097" y="313875"/>
                  </a:lnTo>
                  <a:lnTo>
                    <a:pt x="110048" y="315764"/>
                  </a:lnTo>
                  <a:lnTo>
                    <a:pt x="115056" y="317494"/>
                  </a:lnTo>
                  <a:lnTo>
                    <a:pt x="120116" y="319066"/>
                  </a:lnTo>
                  <a:lnTo>
                    <a:pt x="125223" y="320476"/>
                  </a:lnTo>
                  <a:lnTo>
                    <a:pt x="130373" y="321723"/>
                  </a:lnTo>
                  <a:lnTo>
                    <a:pt x="135560" y="322807"/>
                  </a:lnTo>
                  <a:lnTo>
                    <a:pt x="140778" y="323726"/>
                  </a:lnTo>
                  <a:lnTo>
                    <a:pt x="146023" y="324478"/>
                  </a:lnTo>
                  <a:lnTo>
                    <a:pt x="151289" y="325065"/>
                  </a:lnTo>
                  <a:lnTo>
                    <a:pt x="156571" y="325484"/>
                  </a:lnTo>
                  <a:lnTo>
                    <a:pt x="161864" y="325735"/>
                  </a:lnTo>
                  <a:lnTo>
                    <a:pt x="167162" y="325819"/>
                  </a:lnTo>
                  <a:lnTo>
                    <a:pt x="172460" y="325735"/>
                  </a:lnTo>
                  <a:lnTo>
                    <a:pt x="177752" y="325482"/>
                  </a:lnTo>
                  <a:lnTo>
                    <a:pt x="183034" y="325063"/>
                  </a:lnTo>
                  <a:lnTo>
                    <a:pt x="188300" y="324476"/>
                  </a:lnTo>
                  <a:lnTo>
                    <a:pt x="193545" y="323722"/>
                  </a:lnTo>
                  <a:lnTo>
                    <a:pt x="198763" y="322803"/>
                  </a:lnTo>
                  <a:lnTo>
                    <a:pt x="203950" y="321718"/>
                  </a:lnTo>
                  <a:lnTo>
                    <a:pt x="209099" y="320470"/>
                  </a:lnTo>
                  <a:lnTo>
                    <a:pt x="214206" y="319059"/>
                  </a:lnTo>
                  <a:lnTo>
                    <a:pt x="219267" y="317487"/>
                  </a:lnTo>
                  <a:lnTo>
                    <a:pt x="224274" y="315756"/>
                  </a:lnTo>
                  <a:lnTo>
                    <a:pt x="229225" y="313867"/>
                  </a:lnTo>
                  <a:lnTo>
                    <a:pt x="234113" y="311821"/>
                  </a:lnTo>
                  <a:lnTo>
                    <a:pt x="238933" y="309622"/>
                  </a:lnTo>
                  <a:lnTo>
                    <a:pt x="243682" y="307271"/>
                  </a:lnTo>
                  <a:lnTo>
                    <a:pt x="248354" y="304771"/>
                  </a:lnTo>
                  <a:lnTo>
                    <a:pt x="252944" y="302124"/>
                  </a:lnTo>
                  <a:lnTo>
                    <a:pt x="257448" y="299333"/>
                  </a:lnTo>
                  <a:lnTo>
                    <a:pt x="261861" y="296401"/>
                  </a:lnTo>
                  <a:lnTo>
                    <a:pt x="266179" y="293330"/>
                  </a:lnTo>
                  <a:lnTo>
                    <a:pt x="270397" y="290124"/>
                  </a:lnTo>
                  <a:lnTo>
                    <a:pt x="274512" y="286786"/>
                  </a:lnTo>
                  <a:lnTo>
                    <a:pt x="278519" y="283319"/>
                  </a:lnTo>
                  <a:lnTo>
                    <a:pt x="282414" y="279727"/>
                  </a:lnTo>
                  <a:lnTo>
                    <a:pt x="286193" y="276013"/>
                  </a:lnTo>
                  <a:lnTo>
                    <a:pt x="289853" y="272181"/>
                  </a:lnTo>
                  <a:lnTo>
                    <a:pt x="293390" y="268235"/>
                  </a:lnTo>
                  <a:lnTo>
                    <a:pt x="296799" y="264180"/>
                  </a:lnTo>
                  <a:lnTo>
                    <a:pt x="300078" y="260018"/>
                  </a:lnTo>
                  <a:lnTo>
                    <a:pt x="303224" y="255754"/>
                  </a:lnTo>
                  <a:lnTo>
                    <a:pt x="306233" y="251393"/>
                  </a:lnTo>
                  <a:lnTo>
                    <a:pt x="309103" y="246938"/>
                  </a:lnTo>
                  <a:lnTo>
                    <a:pt x="311829" y="242395"/>
                  </a:lnTo>
                  <a:lnTo>
                    <a:pt x="314411" y="237768"/>
                  </a:lnTo>
                  <a:lnTo>
                    <a:pt x="316844" y="233061"/>
                  </a:lnTo>
                  <a:lnTo>
                    <a:pt x="319127" y="228279"/>
                  </a:lnTo>
                  <a:lnTo>
                    <a:pt x="321257" y="223428"/>
                  </a:lnTo>
                  <a:lnTo>
                    <a:pt x="323233" y="218511"/>
                  </a:lnTo>
                  <a:lnTo>
                    <a:pt x="325052" y="213535"/>
                  </a:lnTo>
                  <a:lnTo>
                    <a:pt x="326712" y="208503"/>
                  </a:lnTo>
                  <a:lnTo>
                    <a:pt x="328212" y="203421"/>
                  </a:lnTo>
                  <a:lnTo>
                    <a:pt x="329549" y="198294"/>
                  </a:lnTo>
                  <a:lnTo>
                    <a:pt x="330724" y="193127"/>
                  </a:lnTo>
                  <a:lnTo>
                    <a:pt x="331735" y="187926"/>
                  </a:lnTo>
                  <a:lnTo>
                    <a:pt x="332580" y="182695"/>
                  </a:lnTo>
                  <a:lnTo>
                    <a:pt x="333259" y="177440"/>
                  </a:lnTo>
                  <a:lnTo>
                    <a:pt x="333771" y="172166"/>
                  </a:lnTo>
                  <a:lnTo>
                    <a:pt x="334115" y="166879"/>
                  </a:lnTo>
                  <a:lnTo>
                    <a:pt x="334292" y="161583"/>
                  </a:lnTo>
                  <a:lnTo>
                    <a:pt x="334301" y="156285"/>
                  </a:lnTo>
                  <a:lnTo>
                    <a:pt x="334142" y="150988"/>
                  </a:lnTo>
                  <a:lnTo>
                    <a:pt x="333815" y="145700"/>
                  </a:lnTo>
                  <a:lnTo>
                    <a:pt x="333321" y="140424"/>
                  </a:lnTo>
                  <a:lnTo>
                    <a:pt x="332660" y="135167"/>
                  </a:lnTo>
                  <a:lnTo>
                    <a:pt x="331833" y="129934"/>
                  </a:lnTo>
                  <a:lnTo>
                    <a:pt x="330840" y="124729"/>
                  </a:lnTo>
                  <a:lnTo>
                    <a:pt x="329683" y="119558"/>
                  </a:lnTo>
                  <a:lnTo>
                    <a:pt x="328362" y="114427"/>
                  </a:lnTo>
                  <a:lnTo>
                    <a:pt x="326879" y="109340"/>
                  </a:lnTo>
                  <a:lnTo>
                    <a:pt x="325236" y="104302"/>
                  </a:lnTo>
                  <a:lnTo>
                    <a:pt x="323434" y="99319"/>
                  </a:lnTo>
                  <a:lnTo>
                    <a:pt x="321476" y="94396"/>
                  </a:lnTo>
                  <a:lnTo>
                    <a:pt x="319362" y="89538"/>
                  </a:lnTo>
                  <a:lnTo>
                    <a:pt x="317095" y="84748"/>
                  </a:lnTo>
                  <a:lnTo>
                    <a:pt x="314677" y="80033"/>
                  </a:lnTo>
                  <a:lnTo>
                    <a:pt x="312112" y="75397"/>
                  </a:lnTo>
                  <a:lnTo>
                    <a:pt x="309400" y="70845"/>
                  </a:lnTo>
                  <a:lnTo>
                    <a:pt x="306546" y="66381"/>
                  </a:lnTo>
                  <a:lnTo>
                    <a:pt x="303552" y="62009"/>
                  </a:lnTo>
                  <a:lnTo>
                    <a:pt x="300420" y="57735"/>
                  </a:lnTo>
                  <a:lnTo>
                    <a:pt x="297155" y="53562"/>
                  </a:lnTo>
                  <a:lnTo>
                    <a:pt x="293759" y="49495"/>
                  </a:lnTo>
                  <a:lnTo>
                    <a:pt x="290236" y="45537"/>
                  </a:lnTo>
                  <a:lnTo>
                    <a:pt x="286589" y="41693"/>
                  </a:lnTo>
                  <a:lnTo>
                    <a:pt x="282823" y="37966"/>
                  </a:lnTo>
                  <a:lnTo>
                    <a:pt x="278940" y="34361"/>
                  </a:lnTo>
                  <a:lnTo>
                    <a:pt x="274945" y="30881"/>
                  </a:lnTo>
                  <a:lnTo>
                    <a:pt x="270841" y="27529"/>
                  </a:lnTo>
                  <a:lnTo>
                    <a:pt x="266633" y="24308"/>
                  </a:lnTo>
                  <a:lnTo>
                    <a:pt x="262326" y="21223"/>
                  </a:lnTo>
                  <a:lnTo>
                    <a:pt x="257923" y="18276"/>
                  </a:lnTo>
                  <a:lnTo>
                    <a:pt x="253428" y="15469"/>
                  </a:lnTo>
                  <a:lnTo>
                    <a:pt x="248847" y="12807"/>
                  </a:lnTo>
                  <a:lnTo>
                    <a:pt x="167150" y="1586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81696" cy="167167"/>
            </a:xfrm>
            <a:custGeom>
              <a:avLst/>
              <a:pathLst>
                <a:path w="81696" h="167167">
                  <a:moveTo>
                    <a:pt x="81696" y="21322"/>
                  </a:moveTo>
                  <a:lnTo>
                    <a:pt x="76685" y="18626"/>
                  </a:lnTo>
                  <a:lnTo>
                    <a:pt x="71585" y="16103"/>
                  </a:lnTo>
                  <a:lnTo>
                    <a:pt x="66402" y="13754"/>
                  </a:lnTo>
                  <a:lnTo>
                    <a:pt x="61142" y="11583"/>
                  </a:lnTo>
                  <a:lnTo>
                    <a:pt x="55812" y="9592"/>
                  </a:lnTo>
                  <a:lnTo>
                    <a:pt x="50417" y="7784"/>
                  </a:lnTo>
                  <a:lnTo>
                    <a:pt x="44963" y="6160"/>
                  </a:lnTo>
                  <a:lnTo>
                    <a:pt x="39457" y="4723"/>
                  </a:lnTo>
                  <a:lnTo>
                    <a:pt x="33906" y="3474"/>
                  </a:lnTo>
                  <a:lnTo>
                    <a:pt x="28315" y="2415"/>
                  </a:lnTo>
                  <a:lnTo>
                    <a:pt x="22691" y="1547"/>
                  </a:lnTo>
                  <a:lnTo>
                    <a:pt x="17041" y="870"/>
                  </a:lnTo>
                  <a:lnTo>
                    <a:pt x="11372" y="387"/>
                  </a:lnTo>
                  <a:lnTo>
                    <a:pt x="5689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67020" y="1681503"/>
              <a:ext cx="19504" cy="167167"/>
            </a:xfrm>
            <a:custGeom>
              <a:avLst/>
              <a:pathLst>
                <a:path w="19504" h="167167">
                  <a:moveTo>
                    <a:pt x="19504" y="0"/>
                  </a:moveTo>
                  <a:lnTo>
                    <a:pt x="9735" y="285"/>
                  </a:lnTo>
                  <a:lnTo>
                    <a:pt x="0" y="1141"/>
                  </a:lnTo>
                  <a:lnTo>
                    <a:pt x="1950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67020" y="1682645"/>
              <a:ext cx="19504" cy="166025"/>
            </a:xfrm>
            <a:custGeom>
              <a:avLst/>
              <a:pathLst>
                <a:path w="19504" h="166025">
                  <a:moveTo>
                    <a:pt x="0" y="0"/>
                  </a:moveTo>
                  <a:lnTo>
                    <a:pt x="19504" y="1660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83050" y="1682645"/>
              <a:ext cx="103474" cy="166025"/>
            </a:xfrm>
            <a:custGeom>
              <a:avLst/>
              <a:pathLst>
                <a:path w="103474" h="166025">
                  <a:moveTo>
                    <a:pt x="83969" y="0"/>
                  </a:moveTo>
                  <a:lnTo>
                    <a:pt x="78270" y="769"/>
                  </a:lnTo>
                  <a:lnTo>
                    <a:pt x="72600" y="1734"/>
                  </a:lnTo>
                  <a:lnTo>
                    <a:pt x="66966" y="2893"/>
                  </a:lnTo>
                  <a:lnTo>
                    <a:pt x="61376" y="4245"/>
                  </a:lnTo>
                  <a:lnTo>
                    <a:pt x="55836" y="5789"/>
                  </a:lnTo>
                  <a:lnTo>
                    <a:pt x="50352" y="7523"/>
                  </a:lnTo>
                  <a:lnTo>
                    <a:pt x="44931" y="9444"/>
                  </a:lnTo>
                  <a:lnTo>
                    <a:pt x="39579" y="11550"/>
                  </a:lnTo>
                  <a:lnTo>
                    <a:pt x="34303" y="13840"/>
                  </a:lnTo>
                  <a:lnTo>
                    <a:pt x="29109" y="16309"/>
                  </a:lnTo>
                  <a:lnTo>
                    <a:pt x="24003" y="18956"/>
                  </a:lnTo>
                  <a:lnTo>
                    <a:pt x="18991" y="21777"/>
                  </a:lnTo>
                  <a:lnTo>
                    <a:pt x="14078" y="24769"/>
                  </a:lnTo>
                  <a:lnTo>
                    <a:pt x="9272" y="27927"/>
                  </a:lnTo>
                  <a:lnTo>
                    <a:pt x="4577" y="31250"/>
                  </a:lnTo>
                  <a:lnTo>
                    <a:pt x="0" y="34731"/>
                  </a:lnTo>
                  <a:lnTo>
                    <a:pt x="103474" y="1660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76" y="1681503"/>
              <a:ext cx="334295" cy="334334"/>
            </a:xfrm>
            <a:custGeom>
              <a:avLst/>
              <a:pathLst>
                <a:path w="334295" h="334334">
                  <a:moveTo>
                    <a:pt x="63674" y="35873"/>
                  </a:moveTo>
                  <a:lnTo>
                    <a:pt x="59561" y="39222"/>
                  </a:lnTo>
                  <a:lnTo>
                    <a:pt x="55557" y="42699"/>
                  </a:lnTo>
                  <a:lnTo>
                    <a:pt x="51664" y="46301"/>
                  </a:lnTo>
                  <a:lnTo>
                    <a:pt x="47889" y="50026"/>
                  </a:lnTo>
                  <a:lnTo>
                    <a:pt x="44233" y="53868"/>
                  </a:lnTo>
                  <a:lnTo>
                    <a:pt x="40700" y="57824"/>
                  </a:lnTo>
                  <a:lnTo>
                    <a:pt x="37295" y="61890"/>
                  </a:lnTo>
                  <a:lnTo>
                    <a:pt x="34021" y="66062"/>
                  </a:lnTo>
                  <a:lnTo>
                    <a:pt x="30881" y="70336"/>
                  </a:lnTo>
                  <a:lnTo>
                    <a:pt x="27878" y="74708"/>
                  </a:lnTo>
                  <a:lnTo>
                    <a:pt x="25015" y="79172"/>
                  </a:lnTo>
                  <a:lnTo>
                    <a:pt x="22295" y="83725"/>
                  </a:lnTo>
                  <a:lnTo>
                    <a:pt x="19721" y="88362"/>
                  </a:lnTo>
                  <a:lnTo>
                    <a:pt x="17295" y="93078"/>
                  </a:lnTo>
                  <a:lnTo>
                    <a:pt x="15021" y="97869"/>
                  </a:lnTo>
                  <a:lnTo>
                    <a:pt x="12899" y="102730"/>
                  </a:lnTo>
                  <a:lnTo>
                    <a:pt x="10932" y="107656"/>
                  </a:lnTo>
                  <a:lnTo>
                    <a:pt x="9123" y="112641"/>
                  </a:lnTo>
                  <a:lnTo>
                    <a:pt x="7473" y="117681"/>
                  </a:lnTo>
                  <a:lnTo>
                    <a:pt x="5984" y="122771"/>
                  </a:lnTo>
                  <a:lnTo>
                    <a:pt x="4656" y="127906"/>
                  </a:lnTo>
                  <a:lnTo>
                    <a:pt x="3493" y="133081"/>
                  </a:lnTo>
                  <a:lnTo>
                    <a:pt x="2494" y="138289"/>
                  </a:lnTo>
                  <a:lnTo>
                    <a:pt x="1661" y="143527"/>
                  </a:lnTo>
                  <a:lnTo>
                    <a:pt x="994" y="148788"/>
                  </a:lnTo>
                  <a:lnTo>
                    <a:pt x="495" y="154068"/>
                  </a:lnTo>
                  <a:lnTo>
                    <a:pt x="163" y="159362"/>
                  </a:lnTo>
                  <a:lnTo>
                    <a:pt x="0" y="164663"/>
                  </a:lnTo>
                  <a:lnTo>
                    <a:pt x="4" y="169966"/>
                  </a:lnTo>
                  <a:lnTo>
                    <a:pt x="177" y="175267"/>
                  </a:lnTo>
                  <a:lnTo>
                    <a:pt x="518" y="180559"/>
                  </a:lnTo>
                  <a:lnTo>
                    <a:pt x="1027" y="185839"/>
                  </a:lnTo>
                  <a:lnTo>
                    <a:pt x="1703" y="191099"/>
                  </a:lnTo>
                  <a:lnTo>
                    <a:pt x="2545" y="196335"/>
                  </a:lnTo>
                  <a:lnTo>
                    <a:pt x="3553" y="201542"/>
                  </a:lnTo>
                  <a:lnTo>
                    <a:pt x="4726" y="206714"/>
                  </a:lnTo>
                  <a:lnTo>
                    <a:pt x="6062" y="211847"/>
                  </a:lnTo>
                  <a:lnTo>
                    <a:pt x="7561" y="216934"/>
                  </a:lnTo>
                  <a:lnTo>
                    <a:pt x="9220" y="221972"/>
                  </a:lnTo>
                  <a:lnTo>
                    <a:pt x="11038" y="226954"/>
                  </a:lnTo>
                  <a:lnTo>
                    <a:pt x="13013" y="231876"/>
                  </a:lnTo>
                  <a:lnTo>
                    <a:pt x="15143" y="236733"/>
                  </a:lnTo>
                  <a:lnTo>
                    <a:pt x="17426" y="241520"/>
                  </a:lnTo>
                  <a:lnTo>
                    <a:pt x="19860" y="246232"/>
                  </a:lnTo>
                  <a:lnTo>
                    <a:pt x="22442" y="250864"/>
                  </a:lnTo>
                  <a:lnTo>
                    <a:pt x="25170" y="255412"/>
                  </a:lnTo>
                  <a:lnTo>
                    <a:pt x="28041" y="259872"/>
                  </a:lnTo>
                  <a:lnTo>
                    <a:pt x="31052" y="264238"/>
                  </a:lnTo>
                  <a:lnTo>
                    <a:pt x="34200" y="268506"/>
                  </a:lnTo>
                  <a:lnTo>
                    <a:pt x="37481" y="272673"/>
                  </a:lnTo>
                  <a:lnTo>
                    <a:pt x="40893" y="276733"/>
                  </a:lnTo>
                  <a:lnTo>
                    <a:pt x="44433" y="280683"/>
                  </a:lnTo>
                  <a:lnTo>
                    <a:pt x="48095" y="284518"/>
                  </a:lnTo>
                  <a:lnTo>
                    <a:pt x="51878" y="288236"/>
                  </a:lnTo>
                  <a:lnTo>
                    <a:pt x="55776" y="291832"/>
                  </a:lnTo>
                  <a:lnTo>
                    <a:pt x="59787" y="295302"/>
                  </a:lnTo>
                  <a:lnTo>
                    <a:pt x="63906" y="298643"/>
                  </a:lnTo>
                  <a:lnTo>
                    <a:pt x="68128" y="301852"/>
                  </a:lnTo>
                  <a:lnTo>
                    <a:pt x="72451" y="304925"/>
                  </a:lnTo>
                  <a:lnTo>
                    <a:pt x="76868" y="307860"/>
                  </a:lnTo>
                  <a:lnTo>
                    <a:pt x="81377" y="310653"/>
                  </a:lnTo>
                  <a:lnTo>
                    <a:pt x="85972" y="313302"/>
                  </a:lnTo>
                  <a:lnTo>
                    <a:pt x="90648" y="315803"/>
                  </a:lnTo>
                  <a:lnTo>
                    <a:pt x="95402" y="318155"/>
                  </a:lnTo>
                  <a:lnTo>
                    <a:pt x="100228" y="320355"/>
                  </a:lnTo>
                  <a:lnTo>
                    <a:pt x="105121" y="322401"/>
                  </a:lnTo>
                  <a:lnTo>
                    <a:pt x="110076" y="324290"/>
                  </a:lnTo>
                  <a:lnTo>
                    <a:pt x="115089" y="326022"/>
                  </a:lnTo>
                  <a:lnTo>
                    <a:pt x="120155" y="327593"/>
                  </a:lnTo>
                  <a:lnTo>
                    <a:pt x="125267" y="329003"/>
                  </a:lnTo>
                  <a:lnTo>
                    <a:pt x="130422" y="330250"/>
                  </a:lnTo>
                  <a:lnTo>
                    <a:pt x="135614" y="331333"/>
                  </a:lnTo>
                  <a:lnTo>
                    <a:pt x="140837" y="332251"/>
                  </a:lnTo>
                  <a:lnTo>
                    <a:pt x="146087" y="333002"/>
                  </a:lnTo>
                  <a:lnTo>
                    <a:pt x="151359" y="333587"/>
                  </a:lnTo>
                  <a:lnTo>
                    <a:pt x="156646" y="334004"/>
                  </a:lnTo>
                  <a:lnTo>
                    <a:pt x="161944" y="334253"/>
                  </a:lnTo>
                  <a:lnTo>
                    <a:pt x="167246" y="334334"/>
                  </a:lnTo>
                  <a:lnTo>
                    <a:pt x="172549" y="334247"/>
                  </a:lnTo>
                  <a:lnTo>
                    <a:pt x="177847" y="333992"/>
                  </a:lnTo>
                  <a:lnTo>
                    <a:pt x="183133" y="333568"/>
                  </a:lnTo>
                  <a:lnTo>
                    <a:pt x="188404" y="332978"/>
                  </a:lnTo>
                  <a:lnTo>
                    <a:pt x="193653" y="332220"/>
                  </a:lnTo>
                  <a:lnTo>
                    <a:pt x="198875" y="331296"/>
                  </a:lnTo>
                  <a:lnTo>
                    <a:pt x="204066" y="330207"/>
                  </a:lnTo>
                  <a:lnTo>
                    <a:pt x="209219" y="328954"/>
                  </a:lnTo>
                  <a:lnTo>
                    <a:pt x="214330" y="327538"/>
                  </a:lnTo>
                  <a:lnTo>
                    <a:pt x="219394" y="325960"/>
                  </a:lnTo>
                  <a:lnTo>
                    <a:pt x="224405" y="324223"/>
                  </a:lnTo>
                  <a:lnTo>
                    <a:pt x="229358" y="322328"/>
                  </a:lnTo>
                  <a:lnTo>
                    <a:pt x="234249" y="320276"/>
                  </a:lnTo>
                  <a:lnTo>
                    <a:pt x="239072" y="318071"/>
                  </a:lnTo>
                  <a:lnTo>
                    <a:pt x="243823" y="315713"/>
                  </a:lnTo>
                  <a:lnTo>
                    <a:pt x="248496" y="313206"/>
                  </a:lnTo>
                  <a:lnTo>
                    <a:pt x="253088" y="310552"/>
                  </a:lnTo>
                  <a:lnTo>
                    <a:pt x="257593" y="307754"/>
                  </a:lnTo>
                  <a:lnTo>
                    <a:pt x="262008" y="304814"/>
                  </a:lnTo>
                  <a:lnTo>
                    <a:pt x="266326" y="301735"/>
                  </a:lnTo>
                  <a:lnTo>
                    <a:pt x="270545" y="298522"/>
                  </a:lnTo>
                  <a:lnTo>
                    <a:pt x="274660" y="295175"/>
                  </a:lnTo>
                  <a:lnTo>
                    <a:pt x="278666" y="291701"/>
                  </a:lnTo>
                  <a:lnTo>
                    <a:pt x="282561" y="288100"/>
                  </a:lnTo>
                  <a:lnTo>
                    <a:pt x="286339" y="284378"/>
                  </a:lnTo>
                  <a:lnTo>
                    <a:pt x="289997" y="280538"/>
                  </a:lnTo>
                  <a:lnTo>
                    <a:pt x="293532" y="276584"/>
                  </a:lnTo>
                  <a:lnTo>
                    <a:pt x="296939" y="272520"/>
                  </a:lnTo>
                  <a:lnTo>
                    <a:pt x="300216" y="268350"/>
                  </a:lnTo>
                  <a:lnTo>
                    <a:pt x="303358" y="264078"/>
                  </a:lnTo>
                  <a:lnTo>
                    <a:pt x="306364" y="259708"/>
                  </a:lnTo>
                  <a:lnTo>
                    <a:pt x="309230" y="255245"/>
                  </a:lnTo>
                  <a:lnTo>
                    <a:pt x="311952" y="250694"/>
                  </a:lnTo>
                  <a:lnTo>
                    <a:pt x="314529" y="246058"/>
                  </a:lnTo>
                  <a:lnTo>
                    <a:pt x="316957" y="241343"/>
                  </a:lnTo>
                  <a:lnTo>
                    <a:pt x="319235" y="236554"/>
                  </a:lnTo>
                  <a:lnTo>
                    <a:pt x="321360" y="231694"/>
                  </a:lnTo>
                  <a:lnTo>
                    <a:pt x="323329" y="226770"/>
                  </a:lnTo>
                  <a:lnTo>
                    <a:pt x="325141" y="221786"/>
                  </a:lnTo>
                  <a:lnTo>
                    <a:pt x="326794" y="216746"/>
                  </a:lnTo>
                  <a:lnTo>
                    <a:pt x="328287" y="211657"/>
                  </a:lnTo>
                  <a:lnTo>
                    <a:pt x="329617" y="206523"/>
                  </a:lnTo>
                  <a:lnTo>
                    <a:pt x="330783" y="201350"/>
                  </a:lnTo>
                  <a:lnTo>
                    <a:pt x="331785" y="196141"/>
                  </a:lnTo>
                  <a:lnTo>
                    <a:pt x="332622" y="190904"/>
                  </a:lnTo>
                  <a:lnTo>
                    <a:pt x="333291" y="185643"/>
                  </a:lnTo>
                  <a:lnTo>
                    <a:pt x="333794" y="180363"/>
                  </a:lnTo>
                  <a:lnTo>
                    <a:pt x="334129" y="175071"/>
                  </a:lnTo>
                  <a:lnTo>
                    <a:pt x="334295" y="169770"/>
                  </a:lnTo>
                  <a:lnTo>
                    <a:pt x="334294" y="164466"/>
                  </a:lnTo>
                  <a:lnTo>
                    <a:pt x="334124" y="159165"/>
                  </a:lnTo>
                  <a:lnTo>
                    <a:pt x="333786" y="153872"/>
                  </a:lnTo>
                  <a:lnTo>
                    <a:pt x="333281" y="148593"/>
                  </a:lnTo>
                  <a:lnTo>
                    <a:pt x="332608" y="143332"/>
                  </a:lnTo>
                  <a:lnTo>
                    <a:pt x="331768" y="138096"/>
                  </a:lnTo>
                  <a:lnTo>
                    <a:pt x="330763" y="132888"/>
                  </a:lnTo>
                  <a:lnTo>
                    <a:pt x="329594" y="127715"/>
                  </a:lnTo>
                  <a:lnTo>
                    <a:pt x="328260" y="122582"/>
                  </a:lnTo>
                  <a:lnTo>
                    <a:pt x="326765" y="117494"/>
                  </a:lnTo>
                  <a:lnTo>
                    <a:pt x="325109" y="112455"/>
                  </a:lnTo>
                  <a:lnTo>
                    <a:pt x="323294" y="107472"/>
                  </a:lnTo>
                  <a:lnTo>
                    <a:pt x="321322" y="102549"/>
                  </a:lnTo>
                  <a:lnTo>
                    <a:pt x="319194" y="97691"/>
                  </a:lnTo>
                  <a:lnTo>
                    <a:pt x="316914" y="92902"/>
                  </a:lnTo>
                  <a:lnTo>
                    <a:pt x="314483" y="88189"/>
                  </a:lnTo>
                  <a:lnTo>
                    <a:pt x="311903" y="83555"/>
                  </a:lnTo>
                  <a:lnTo>
                    <a:pt x="309178" y="79005"/>
                  </a:lnTo>
                  <a:lnTo>
                    <a:pt x="306310" y="74544"/>
                  </a:lnTo>
                  <a:lnTo>
                    <a:pt x="303301" y="70176"/>
                  </a:lnTo>
                  <a:lnTo>
                    <a:pt x="300156" y="65906"/>
                  </a:lnTo>
                  <a:lnTo>
                    <a:pt x="296877" y="61737"/>
                  </a:lnTo>
                  <a:lnTo>
                    <a:pt x="293467" y="57675"/>
                  </a:lnTo>
                  <a:lnTo>
                    <a:pt x="289930" y="53723"/>
                  </a:lnTo>
                  <a:lnTo>
                    <a:pt x="286270" y="49885"/>
                  </a:lnTo>
                  <a:lnTo>
                    <a:pt x="282490" y="46166"/>
                  </a:lnTo>
                  <a:lnTo>
                    <a:pt x="278593" y="42568"/>
                  </a:lnTo>
                  <a:lnTo>
                    <a:pt x="274585" y="39095"/>
                  </a:lnTo>
                  <a:lnTo>
                    <a:pt x="270468" y="35752"/>
                  </a:lnTo>
                  <a:lnTo>
                    <a:pt x="266247" y="32540"/>
                  </a:lnTo>
                  <a:lnTo>
                    <a:pt x="261927" y="29464"/>
                  </a:lnTo>
                  <a:lnTo>
                    <a:pt x="257511" y="26527"/>
                  </a:lnTo>
                  <a:lnTo>
                    <a:pt x="253004" y="23731"/>
                  </a:lnTo>
                  <a:lnTo>
                    <a:pt x="248411" y="21080"/>
                  </a:lnTo>
                  <a:lnTo>
                    <a:pt x="243736" y="18576"/>
                  </a:lnTo>
                  <a:lnTo>
                    <a:pt x="238983" y="16221"/>
                  </a:lnTo>
                  <a:lnTo>
                    <a:pt x="234159" y="14018"/>
                  </a:lnTo>
                  <a:lnTo>
                    <a:pt x="229267" y="11970"/>
                  </a:lnTo>
                  <a:lnTo>
                    <a:pt x="224313" y="10077"/>
                  </a:lnTo>
                  <a:lnTo>
                    <a:pt x="219301" y="8343"/>
                  </a:lnTo>
                  <a:lnTo>
                    <a:pt x="214236" y="6768"/>
                  </a:lnTo>
                  <a:lnTo>
                    <a:pt x="209124" y="5355"/>
                  </a:lnTo>
                  <a:lnTo>
                    <a:pt x="203970" y="4105"/>
                  </a:lnTo>
                  <a:lnTo>
                    <a:pt x="198779" y="3019"/>
                  </a:lnTo>
                  <a:lnTo>
                    <a:pt x="193556" y="2099"/>
                  </a:lnTo>
                  <a:lnTo>
                    <a:pt x="188306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1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9095" y="2126963"/>
              <a:ext cx="32192" cy="167167"/>
            </a:xfrm>
            <a:custGeom>
              <a:avLst/>
              <a:pathLst>
                <a:path w="32192" h="167167">
                  <a:moveTo>
                    <a:pt x="32192" y="0"/>
                  </a:moveTo>
                  <a:lnTo>
                    <a:pt x="25715" y="125"/>
                  </a:lnTo>
                  <a:lnTo>
                    <a:pt x="19247" y="501"/>
                  </a:lnTo>
                  <a:lnTo>
                    <a:pt x="12799" y="1128"/>
                  </a:lnTo>
                  <a:lnTo>
                    <a:pt x="6380" y="2004"/>
                  </a:lnTo>
                  <a:lnTo>
                    <a:pt x="0" y="3129"/>
                  </a:lnTo>
                  <a:lnTo>
                    <a:pt x="3219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9095" y="2130092"/>
              <a:ext cx="32192" cy="164038"/>
            </a:xfrm>
            <a:custGeom>
              <a:avLst/>
              <a:pathLst>
                <a:path w="32192" h="164038">
                  <a:moveTo>
                    <a:pt x="0" y="0"/>
                  </a:moveTo>
                  <a:lnTo>
                    <a:pt x="32192" y="164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9095" y="2130092"/>
              <a:ext cx="32192" cy="164038"/>
            </a:xfrm>
            <a:custGeom>
              <a:avLst/>
              <a:pathLst>
                <a:path w="32192" h="164038">
                  <a:moveTo>
                    <a:pt x="0" y="0"/>
                  </a:moveTo>
                  <a:lnTo>
                    <a:pt x="32192" y="164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9095" y="2130092"/>
              <a:ext cx="32192" cy="164038"/>
            </a:xfrm>
            <a:custGeom>
              <a:avLst/>
              <a:pathLst>
                <a:path w="32192" h="164038">
                  <a:moveTo>
                    <a:pt x="0" y="0"/>
                  </a:moveTo>
                  <a:lnTo>
                    <a:pt x="32192" y="164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9095" y="2130092"/>
              <a:ext cx="32192" cy="164038"/>
            </a:xfrm>
            <a:custGeom>
              <a:avLst/>
              <a:pathLst>
                <a:path w="32192" h="164038">
                  <a:moveTo>
                    <a:pt x="0" y="0"/>
                  </a:moveTo>
                  <a:lnTo>
                    <a:pt x="32192" y="164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9095" y="2130092"/>
              <a:ext cx="32192" cy="164038"/>
            </a:xfrm>
            <a:custGeom>
              <a:avLst/>
              <a:pathLst>
                <a:path w="32192" h="164038">
                  <a:moveTo>
                    <a:pt x="0" y="0"/>
                  </a:moveTo>
                  <a:lnTo>
                    <a:pt x="32192" y="1640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9095" y="2130092"/>
              <a:ext cx="32192" cy="164038"/>
            </a:xfrm>
            <a:custGeom>
              <a:avLst/>
              <a:pathLst>
                <a:path w="32192" h="164038">
                  <a:moveTo>
                    <a:pt x="0" y="0"/>
                  </a:moveTo>
                  <a:lnTo>
                    <a:pt x="32192" y="1640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9095" y="2130092"/>
              <a:ext cx="32192" cy="164038"/>
            </a:xfrm>
            <a:custGeom>
              <a:avLst/>
              <a:pathLst>
                <a:path w="32192" h="164038">
                  <a:moveTo>
                    <a:pt x="0" y="0"/>
                  </a:moveTo>
                  <a:lnTo>
                    <a:pt x="32192" y="1640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9095" y="2130092"/>
              <a:ext cx="32192" cy="164038"/>
            </a:xfrm>
            <a:custGeom>
              <a:avLst/>
              <a:pathLst>
                <a:path w="32192" h="164038">
                  <a:moveTo>
                    <a:pt x="0" y="0"/>
                  </a:moveTo>
                  <a:lnTo>
                    <a:pt x="32192" y="1640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9095" y="2130092"/>
              <a:ext cx="32192" cy="164038"/>
            </a:xfrm>
            <a:custGeom>
              <a:avLst/>
              <a:pathLst>
                <a:path w="32192" h="164038">
                  <a:moveTo>
                    <a:pt x="0" y="0"/>
                  </a:moveTo>
                  <a:lnTo>
                    <a:pt x="32192" y="164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9095" y="2130092"/>
              <a:ext cx="32192" cy="164038"/>
            </a:xfrm>
            <a:custGeom>
              <a:avLst/>
              <a:pathLst>
                <a:path w="32192" h="164038">
                  <a:moveTo>
                    <a:pt x="0" y="0"/>
                  </a:moveTo>
                  <a:lnTo>
                    <a:pt x="32192" y="164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9095" y="2130092"/>
              <a:ext cx="32192" cy="164038"/>
            </a:xfrm>
            <a:custGeom>
              <a:avLst/>
              <a:pathLst>
                <a:path w="32192" h="164038">
                  <a:moveTo>
                    <a:pt x="0" y="0"/>
                  </a:moveTo>
                  <a:lnTo>
                    <a:pt x="32192" y="164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9095" y="2130092"/>
              <a:ext cx="32192" cy="164038"/>
            </a:xfrm>
            <a:custGeom>
              <a:avLst/>
              <a:pathLst>
                <a:path w="32192" h="164038">
                  <a:moveTo>
                    <a:pt x="0" y="0"/>
                  </a:moveTo>
                  <a:lnTo>
                    <a:pt x="32192" y="164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9095" y="2130092"/>
              <a:ext cx="32192" cy="164038"/>
            </a:xfrm>
            <a:custGeom>
              <a:avLst/>
              <a:pathLst>
                <a:path w="32192" h="164038">
                  <a:moveTo>
                    <a:pt x="0" y="0"/>
                  </a:moveTo>
                  <a:lnTo>
                    <a:pt x="32192" y="1640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9095" y="2130092"/>
              <a:ext cx="32192" cy="164038"/>
            </a:xfrm>
            <a:custGeom>
              <a:avLst/>
              <a:pathLst>
                <a:path w="32192" h="164038">
                  <a:moveTo>
                    <a:pt x="0" y="0"/>
                  </a:moveTo>
                  <a:lnTo>
                    <a:pt x="32192" y="1640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40" y="2127880"/>
              <a:ext cx="334307" cy="333417"/>
            </a:xfrm>
            <a:custGeom>
              <a:avLst/>
              <a:pathLst>
                <a:path w="334307" h="333417">
                  <a:moveTo>
                    <a:pt x="134954" y="2212"/>
                  </a:moveTo>
                  <a:lnTo>
                    <a:pt x="129777" y="3314"/>
                  </a:lnTo>
                  <a:lnTo>
                    <a:pt x="124637" y="4578"/>
                  </a:lnTo>
                  <a:lnTo>
                    <a:pt x="119540" y="6005"/>
                  </a:lnTo>
                  <a:lnTo>
                    <a:pt x="114491" y="7593"/>
                  </a:lnTo>
                  <a:lnTo>
                    <a:pt x="109494" y="9339"/>
                  </a:lnTo>
                  <a:lnTo>
                    <a:pt x="104555" y="11243"/>
                  </a:lnTo>
                  <a:lnTo>
                    <a:pt x="99679" y="13303"/>
                  </a:lnTo>
                  <a:lnTo>
                    <a:pt x="94871" y="15515"/>
                  </a:lnTo>
                  <a:lnTo>
                    <a:pt x="90135" y="17879"/>
                  </a:lnTo>
                  <a:lnTo>
                    <a:pt x="85476" y="20392"/>
                  </a:lnTo>
                  <a:lnTo>
                    <a:pt x="80899" y="23050"/>
                  </a:lnTo>
                  <a:lnTo>
                    <a:pt x="76409" y="25853"/>
                  </a:lnTo>
                  <a:lnTo>
                    <a:pt x="72009" y="28796"/>
                  </a:lnTo>
                  <a:lnTo>
                    <a:pt x="67705" y="31877"/>
                  </a:lnTo>
                  <a:lnTo>
                    <a:pt x="63501" y="35092"/>
                  </a:lnTo>
                  <a:lnTo>
                    <a:pt x="59401" y="38440"/>
                  </a:lnTo>
                  <a:lnTo>
                    <a:pt x="55408" y="41915"/>
                  </a:lnTo>
                  <a:lnTo>
                    <a:pt x="51528" y="45515"/>
                  </a:lnTo>
                  <a:lnTo>
                    <a:pt x="47763" y="49236"/>
                  </a:lnTo>
                  <a:lnTo>
                    <a:pt x="44118" y="53074"/>
                  </a:lnTo>
                  <a:lnTo>
                    <a:pt x="40597" y="57026"/>
                  </a:lnTo>
                  <a:lnTo>
                    <a:pt x="37202" y="61087"/>
                  </a:lnTo>
                  <a:lnTo>
                    <a:pt x="33938" y="65254"/>
                  </a:lnTo>
                  <a:lnTo>
                    <a:pt x="30807" y="69522"/>
                  </a:lnTo>
                  <a:lnTo>
                    <a:pt x="27813" y="73887"/>
                  </a:lnTo>
                  <a:lnTo>
                    <a:pt x="24959" y="78344"/>
                  </a:lnTo>
                  <a:lnTo>
                    <a:pt x="22247" y="82890"/>
                  </a:lnTo>
                  <a:lnTo>
                    <a:pt x="19681" y="87519"/>
                  </a:lnTo>
                  <a:lnTo>
                    <a:pt x="17262" y="92227"/>
                  </a:lnTo>
                  <a:lnTo>
                    <a:pt x="14994" y="97010"/>
                  </a:lnTo>
                  <a:lnTo>
                    <a:pt x="12878" y="101861"/>
                  </a:lnTo>
                  <a:lnTo>
                    <a:pt x="10917" y="106778"/>
                  </a:lnTo>
                  <a:lnTo>
                    <a:pt x="9112" y="111754"/>
                  </a:lnTo>
                  <a:lnTo>
                    <a:pt x="7466" y="116784"/>
                  </a:lnTo>
                  <a:lnTo>
                    <a:pt x="5980" y="121865"/>
                  </a:lnTo>
                  <a:lnTo>
                    <a:pt x="4655" y="126989"/>
                  </a:lnTo>
                  <a:lnTo>
                    <a:pt x="3494" y="132153"/>
                  </a:lnTo>
                  <a:lnTo>
                    <a:pt x="2496" y="137352"/>
                  </a:lnTo>
                  <a:lnTo>
                    <a:pt x="1664" y="142579"/>
                  </a:lnTo>
                  <a:lnTo>
                    <a:pt x="998" y="147830"/>
                  </a:lnTo>
                  <a:lnTo>
                    <a:pt x="498" y="153099"/>
                  </a:lnTo>
                  <a:lnTo>
                    <a:pt x="165" y="158382"/>
                  </a:lnTo>
                  <a:lnTo>
                    <a:pt x="0" y="163672"/>
                  </a:lnTo>
                  <a:lnTo>
                    <a:pt x="2" y="168966"/>
                  </a:lnTo>
                  <a:lnTo>
                    <a:pt x="171" y="174256"/>
                  </a:lnTo>
                  <a:lnTo>
                    <a:pt x="509" y="179538"/>
                  </a:lnTo>
                  <a:lnTo>
                    <a:pt x="1013" y="184807"/>
                  </a:lnTo>
                  <a:lnTo>
                    <a:pt x="1684" y="190058"/>
                  </a:lnTo>
                  <a:lnTo>
                    <a:pt x="2520" y="195284"/>
                  </a:lnTo>
                  <a:lnTo>
                    <a:pt x="3522" y="200482"/>
                  </a:lnTo>
                  <a:lnTo>
                    <a:pt x="4688" y="205645"/>
                  </a:lnTo>
                  <a:lnTo>
                    <a:pt x="6016" y="210768"/>
                  </a:lnTo>
                  <a:lnTo>
                    <a:pt x="7507" y="215847"/>
                  </a:lnTo>
                  <a:lnTo>
                    <a:pt x="9157" y="220877"/>
                  </a:lnTo>
                  <a:lnTo>
                    <a:pt x="10965" y="225851"/>
                  </a:lnTo>
                  <a:lnTo>
                    <a:pt x="12931" y="230766"/>
                  </a:lnTo>
                  <a:lnTo>
                    <a:pt x="15050" y="235616"/>
                  </a:lnTo>
                  <a:lnTo>
                    <a:pt x="17323" y="240397"/>
                  </a:lnTo>
                  <a:lnTo>
                    <a:pt x="19745" y="245103"/>
                  </a:lnTo>
                  <a:lnTo>
                    <a:pt x="22316" y="249730"/>
                  </a:lnTo>
                  <a:lnTo>
                    <a:pt x="25031" y="254273"/>
                  </a:lnTo>
                  <a:lnTo>
                    <a:pt x="27889" y="258729"/>
                  </a:lnTo>
                  <a:lnTo>
                    <a:pt x="30887" y="263091"/>
                  </a:lnTo>
                  <a:lnTo>
                    <a:pt x="34021" y="267356"/>
                  </a:lnTo>
                  <a:lnTo>
                    <a:pt x="37289" y="271520"/>
                  </a:lnTo>
                  <a:lnTo>
                    <a:pt x="40687" y="275579"/>
                  </a:lnTo>
                  <a:lnTo>
                    <a:pt x="44211" y="279528"/>
                  </a:lnTo>
                  <a:lnTo>
                    <a:pt x="47859" y="283363"/>
                  </a:lnTo>
                  <a:lnTo>
                    <a:pt x="51627" y="287081"/>
                  </a:lnTo>
                  <a:lnTo>
                    <a:pt x="55510" y="290678"/>
                  </a:lnTo>
                  <a:lnTo>
                    <a:pt x="59505" y="294150"/>
                  </a:lnTo>
                  <a:lnTo>
                    <a:pt x="63608" y="297493"/>
                  </a:lnTo>
                  <a:lnTo>
                    <a:pt x="67815" y="300706"/>
                  </a:lnTo>
                  <a:lnTo>
                    <a:pt x="72122" y="303783"/>
                  </a:lnTo>
                  <a:lnTo>
                    <a:pt x="76524" y="306723"/>
                  </a:lnTo>
                  <a:lnTo>
                    <a:pt x="81017" y="309521"/>
                  </a:lnTo>
                  <a:lnTo>
                    <a:pt x="85596" y="312176"/>
                  </a:lnTo>
                  <a:lnTo>
                    <a:pt x="90256" y="314685"/>
                  </a:lnTo>
                  <a:lnTo>
                    <a:pt x="94994" y="317045"/>
                  </a:lnTo>
                  <a:lnTo>
                    <a:pt x="99805" y="319254"/>
                  </a:lnTo>
                  <a:lnTo>
                    <a:pt x="104682" y="321309"/>
                  </a:lnTo>
                  <a:lnTo>
                    <a:pt x="109623" y="323209"/>
                  </a:lnTo>
                  <a:lnTo>
                    <a:pt x="114621" y="324951"/>
                  </a:lnTo>
                  <a:lnTo>
                    <a:pt x="119671" y="326535"/>
                  </a:lnTo>
                  <a:lnTo>
                    <a:pt x="124770" y="327957"/>
                  </a:lnTo>
                  <a:lnTo>
                    <a:pt x="129911" y="329218"/>
                  </a:lnTo>
                  <a:lnTo>
                    <a:pt x="135089" y="330315"/>
                  </a:lnTo>
                  <a:lnTo>
                    <a:pt x="140299" y="331248"/>
                  </a:lnTo>
                  <a:lnTo>
                    <a:pt x="145536" y="332015"/>
                  </a:lnTo>
                  <a:lnTo>
                    <a:pt x="150795" y="332616"/>
                  </a:lnTo>
                  <a:lnTo>
                    <a:pt x="156070" y="333051"/>
                  </a:lnTo>
                  <a:lnTo>
                    <a:pt x="161357" y="333318"/>
                  </a:lnTo>
                  <a:lnTo>
                    <a:pt x="166649" y="333417"/>
                  </a:lnTo>
                  <a:lnTo>
                    <a:pt x="171941" y="333349"/>
                  </a:lnTo>
                  <a:lnTo>
                    <a:pt x="177229" y="333114"/>
                  </a:lnTo>
                  <a:lnTo>
                    <a:pt x="182507" y="332711"/>
                  </a:lnTo>
                  <a:lnTo>
                    <a:pt x="187769" y="332141"/>
                  </a:lnTo>
                  <a:lnTo>
                    <a:pt x="193011" y="331405"/>
                  </a:lnTo>
                  <a:lnTo>
                    <a:pt x="198227" y="330503"/>
                  </a:lnTo>
                  <a:lnTo>
                    <a:pt x="203411" y="329437"/>
                  </a:lnTo>
                  <a:lnTo>
                    <a:pt x="208560" y="328207"/>
                  </a:lnTo>
                  <a:lnTo>
                    <a:pt x="213666" y="326815"/>
                  </a:lnTo>
                  <a:lnTo>
                    <a:pt x="218726" y="325262"/>
                  </a:lnTo>
                  <a:lnTo>
                    <a:pt x="223735" y="323549"/>
                  </a:lnTo>
                  <a:lnTo>
                    <a:pt x="228686" y="321679"/>
                  </a:lnTo>
                  <a:lnTo>
                    <a:pt x="233576" y="319652"/>
                  </a:lnTo>
                  <a:lnTo>
                    <a:pt x="238400" y="317472"/>
                  </a:lnTo>
                  <a:lnTo>
                    <a:pt x="243151" y="315141"/>
                  </a:lnTo>
                  <a:lnTo>
                    <a:pt x="247827" y="312660"/>
                  </a:lnTo>
                  <a:lnTo>
                    <a:pt x="252422" y="310032"/>
                  </a:lnTo>
                  <a:lnTo>
                    <a:pt x="256931" y="307260"/>
                  </a:lnTo>
                  <a:lnTo>
                    <a:pt x="261351" y="304347"/>
                  </a:lnTo>
                  <a:lnTo>
                    <a:pt x="265675" y="301295"/>
                  </a:lnTo>
                  <a:lnTo>
                    <a:pt x="269901" y="298108"/>
                  </a:lnTo>
                  <a:lnTo>
                    <a:pt x="274024" y="294789"/>
                  </a:lnTo>
                  <a:lnTo>
                    <a:pt x="278040" y="291341"/>
                  </a:lnTo>
                  <a:lnTo>
                    <a:pt x="281945" y="287768"/>
                  </a:lnTo>
                  <a:lnTo>
                    <a:pt x="285735" y="284072"/>
                  </a:lnTo>
                  <a:lnTo>
                    <a:pt x="289405" y="280259"/>
                  </a:lnTo>
                  <a:lnTo>
                    <a:pt x="292954" y="276331"/>
                  </a:lnTo>
                  <a:lnTo>
                    <a:pt x="296376" y="272293"/>
                  </a:lnTo>
                  <a:lnTo>
                    <a:pt x="299668" y="268148"/>
                  </a:lnTo>
                  <a:lnTo>
                    <a:pt x="302828" y="263902"/>
                  </a:lnTo>
                  <a:lnTo>
                    <a:pt x="305851" y="259557"/>
                  </a:lnTo>
                  <a:lnTo>
                    <a:pt x="308736" y="255119"/>
                  </a:lnTo>
                  <a:lnTo>
                    <a:pt x="311478" y="250592"/>
                  </a:lnTo>
                  <a:lnTo>
                    <a:pt x="314076" y="245980"/>
                  </a:lnTo>
                  <a:lnTo>
                    <a:pt x="316527" y="241288"/>
                  </a:lnTo>
                  <a:lnTo>
                    <a:pt x="318827" y="236522"/>
                  </a:lnTo>
                  <a:lnTo>
                    <a:pt x="320976" y="231684"/>
                  </a:lnTo>
                  <a:lnTo>
                    <a:pt x="322971" y="226781"/>
                  </a:lnTo>
                  <a:lnTo>
                    <a:pt x="324809" y="221818"/>
                  </a:lnTo>
                  <a:lnTo>
                    <a:pt x="326489" y="216798"/>
                  </a:lnTo>
                  <a:lnTo>
                    <a:pt x="328010" y="211728"/>
                  </a:lnTo>
                  <a:lnTo>
                    <a:pt x="329369" y="206613"/>
                  </a:lnTo>
                  <a:lnTo>
                    <a:pt x="330565" y="201457"/>
                  </a:lnTo>
                  <a:lnTo>
                    <a:pt x="331598" y="196265"/>
                  </a:lnTo>
                  <a:lnTo>
                    <a:pt x="332466" y="191044"/>
                  </a:lnTo>
                  <a:lnTo>
                    <a:pt x="333168" y="185797"/>
                  </a:lnTo>
                  <a:lnTo>
                    <a:pt x="333703" y="180531"/>
                  </a:lnTo>
                  <a:lnTo>
                    <a:pt x="334072" y="175251"/>
                  </a:lnTo>
                  <a:lnTo>
                    <a:pt x="334273" y="169962"/>
                  </a:lnTo>
                  <a:lnTo>
                    <a:pt x="334307" y="164669"/>
                  </a:lnTo>
                  <a:lnTo>
                    <a:pt x="334173" y="159378"/>
                  </a:lnTo>
                  <a:lnTo>
                    <a:pt x="333872" y="154093"/>
                  </a:lnTo>
                  <a:lnTo>
                    <a:pt x="333403" y="148821"/>
                  </a:lnTo>
                  <a:lnTo>
                    <a:pt x="332768" y="143566"/>
                  </a:lnTo>
                  <a:lnTo>
                    <a:pt x="331967" y="138334"/>
                  </a:lnTo>
                  <a:lnTo>
                    <a:pt x="331001" y="133130"/>
                  </a:lnTo>
                  <a:lnTo>
                    <a:pt x="329870" y="127959"/>
                  </a:lnTo>
                  <a:lnTo>
                    <a:pt x="328576" y="122826"/>
                  </a:lnTo>
                  <a:lnTo>
                    <a:pt x="327120" y="117737"/>
                  </a:lnTo>
                  <a:lnTo>
                    <a:pt x="325504" y="112697"/>
                  </a:lnTo>
                  <a:lnTo>
                    <a:pt x="323729" y="107710"/>
                  </a:lnTo>
                  <a:lnTo>
                    <a:pt x="321797" y="102782"/>
                  </a:lnTo>
                  <a:lnTo>
                    <a:pt x="319711" y="97918"/>
                  </a:lnTo>
                  <a:lnTo>
                    <a:pt x="317471" y="93122"/>
                  </a:lnTo>
                  <a:lnTo>
                    <a:pt x="315080" y="88400"/>
                  </a:lnTo>
                  <a:lnTo>
                    <a:pt x="312541" y="83755"/>
                  </a:lnTo>
                  <a:lnTo>
                    <a:pt x="309857" y="79193"/>
                  </a:lnTo>
                  <a:lnTo>
                    <a:pt x="307029" y="74719"/>
                  </a:lnTo>
                  <a:lnTo>
                    <a:pt x="304061" y="70336"/>
                  </a:lnTo>
                  <a:lnTo>
                    <a:pt x="300956" y="66050"/>
                  </a:lnTo>
                  <a:lnTo>
                    <a:pt x="297716" y="61864"/>
                  </a:lnTo>
                  <a:lnTo>
                    <a:pt x="294346" y="57782"/>
                  </a:lnTo>
                  <a:lnTo>
                    <a:pt x="290848" y="53810"/>
                  </a:lnTo>
                  <a:lnTo>
                    <a:pt x="287226" y="49950"/>
                  </a:lnTo>
                  <a:lnTo>
                    <a:pt x="283484" y="46206"/>
                  </a:lnTo>
                  <a:lnTo>
                    <a:pt x="279625" y="42583"/>
                  </a:lnTo>
                  <a:lnTo>
                    <a:pt x="275654" y="39084"/>
                  </a:lnTo>
                  <a:lnTo>
                    <a:pt x="271573" y="35713"/>
                  </a:lnTo>
                  <a:lnTo>
                    <a:pt x="267388" y="32472"/>
                  </a:lnTo>
                  <a:lnTo>
                    <a:pt x="263102" y="29366"/>
                  </a:lnTo>
                  <a:lnTo>
                    <a:pt x="258721" y="26396"/>
                  </a:lnTo>
                  <a:lnTo>
                    <a:pt x="254247" y="23567"/>
                  </a:lnTo>
                  <a:lnTo>
                    <a:pt x="249686" y="20881"/>
                  </a:lnTo>
                  <a:lnTo>
                    <a:pt x="245042" y="18341"/>
                  </a:lnTo>
                  <a:lnTo>
                    <a:pt x="240321" y="15949"/>
                  </a:lnTo>
                  <a:lnTo>
                    <a:pt x="235525" y="13708"/>
                  </a:lnTo>
                  <a:lnTo>
                    <a:pt x="230662" y="11619"/>
                  </a:lnTo>
                  <a:lnTo>
                    <a:pt x="225734" y="9686"/>
                  </a:lnTo>
                  <a:lnTo>
                    <a:pt x="220748" y="7910"/>
                  </a:lnTo>
                  <a:lnTo>
                    <a:pt x="215708" y="6292"/>
                  </a:lnTo>
                  <a:lnTo>
                    <a:pt x="210620" y="4835"/>
                  </a:lnTo>
                  <a:lnTo>
                    <a:pt x="205488" y="3539"/>
                  </a:lnTo>
                  <a:lnTo>
                    <a:pt x="200317" y="2407"/>
                  </a:lnTo>
                  <a:lnTo>
                    <a:pt x="195113" y="1439"/>
                  </a:lnTo>
                  <a:lnTo>
                    <a:pt x="189881" y="636"/>
                  </a:lnTo>
                  <a:lnTo>
                    <a:pt x="184627" y="0"/>
                  </a:lnTo>
                  <a:lnTo>
                    <a:pt x="167147" y="1662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7479" cy="167167"/>
            </a:xfrm>
            <a:custGeom>
              <a:avLst/>
              <a:pathLst>
                <a:path w="17479" h="167167">
                  <a:moveTo>
                    <a:pt x="17479" y="916"/>
                  </a:moveTo>
                  <a:lnTo>
                    <a:pt x="8751" y="2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3653" y="2633064"/>
              <a:ext cx="7094" cy="167167"/>
            </a:xfrm>
            <a:custGeom>
              <a:avLst/>
              <a:pathLst>
                <a:path w="7094" h="167167">
                  <a:moveTo>
                    <a:pt x="7094" y="0"/>
                  </a:moveTo>
                  <a:lnTo>
                    <a:pt x="0" y="150"/>
                  </a:lnTo>
                  <a:lnTo>
                    <a:pt x="709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3653" y="2633214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3653" y="2633214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3653" y="2633214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3653" y="2633214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3653" y="2633214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3653" y="2633214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3653" y="2633214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3653" y="2633214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3653" y="2633214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3653" y="2633214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3653" y="2633214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3653" y="2633214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3653" y="2633214"/>
              <a:ext cx="7094" cy="167016"/>
            </a:xfrm>
            <a:custGeom>
              <a:avLst/>
              <a:pathLst>
                <a:path w="7094" h="167016">
                  <a:moveTo>
                    <a:pt x="0" y="0"/>
                  </a:moveTo>
                  <a:lnTo>
                    <a:pt x="7094" y="1670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89" y="2633214"/>
              <a:ext cx="334315" cy="334184"/>
            </a:xfrm>
            <a:custGeom>
              <a:avLst/>
              <a:pathLst>
                <a:path w="334315" h="334184">
                  <a:moveTo>
                    <a:pt x="160064" y="0"/>
                  </a:moveTo>
                  <a:lnTo>
                    <a:pt x="154785" y="307"/>
                  </a:lnTo>
                  <a:lnTo>
                    <a:pt x="149519" y="782"/>
                  </a:lnTo>
                  <a:lnTo>
                    <a:pt x="144271" y="1423"/>
                  </a:lnTo>
                  <a:lnTo>
                    <a:pt x="139045" y="2230"/>
                  </a:lnTo>
                  <a:lnTo>
                    <a:pt x="133848" y="3201"/>
                  </a:lnTo>
                  <a:lnTo>
                    <a:pt x="128684" y="4337"/>
                  </a:lnTo>
                  <a:lnTo>
                    <a:pt x="123558" y="5635"/>
                  </a:lnTo>
                  <a:lnTo>
                    <a:pt x="118476" y="7095"/>
                  </a:lnTo>
                  <a:lnTo>
                    <a:pt x="113442" y="8714"/>
                  </a:lnTo>
                  <a:lnTo>
                    <a:pt x="108463" y="10492"/>
                  </a:lnTo>
                  <a:lnTo>
                    <a:pt x="103542" y="12427"/>
                  </a:lnTo>
                  <a:lnTo>
                    <a:pt x="98685" y="14516"/>
                  </a:lnTo>
                  <a:lnTo>
                    <a:pt x="93896" y="16758"/>
                  </a:lnTo>
                  <a:lnTo>
                    <a:pt x="89181" y="19150"/>
                  </a:lnTo>
                  <a:lnTo>
                    <a:pt x="84543" y="21690"/>
                  </a:lnTo>
                  <a:lnTo>
                    <a:pt x="79988" y="24376"/>
                  </a:lnTo>
                  <a:lnTo>
                    <a:pt x="75521" y="27204"/>
                  </a:lnTo>
                  <a:lnTo>
                    <a:pt x="71145" y="30172"/>
                  </a:lnTo>
                  <a:lnTo>
                    <a:pt x="66865" y="33277"/>
                  </a:lnTo>
                  <a:lnTo>
                    <a:pt x="62686" y="36516"/>
                  </a:lnTo>
                  <a:lnTo>
                    <a:pt x="58611" y="39885"/>
                  </a:lnTo>
                  <a:lnTo>
                    <a:pt x="54644" y="43382"/>
                  </a:lnTo>
                  <a:lnTo>
                    <a:pt x="50791" y="47002"/>
                  </a:lnTo>
                  <a:lnTo>
                    <a:pt x="47053" y="50742"/>
                  </a:lnTo>
                  <a:lnTo>
                    <a:pt x="43436" y="54599"/>
                  </a:lnTo>
                  <a:lnTo>
                    <a:pt x="39943" y="58568"/>
                  </a:lnTo>
                  <a:lnTo>
                    <a:pt x="36576" y="62645"/>
                  </a:lnTo>
                  <a:lnTo>
                    <a:pt x="33341" y="66827"/>
                  </a:lnTo>
                  <a:lnTo>
                    <a:pt x="30239" y="71110"/>
                  </a:lnTo>
                  <a:lnTo>
                    <a:pt x="27275" y="75488"/>
                  </a:lnTo>
                  <a:lnTo>
                    <a:pt x="24450" y="79958"/>
                  </a:lnTo>
                  <a:lnTo>
                    <a:pt x="21768" y="84514"/>
                  </a:lnTo>
                  <a:lnTo>
                    <a:pt x="19232" y="89154"/>
                  </a:lnTo>
                  <a:lnTo>
                    <a:pt x="16843" y="93871"/>
                  </a:lnTo>
                  <a:lnTo>
                    <a:pt x="14605" y="98662"/>
                  </a:lnTo>
                  <a:lnTo>
                    <a:pt x="12519" y="103520"/>
                  </a:lnTo>
                  <a:lnTo>
                    <a:pt x="10589" y="108443"/>
                  </a:lnTo>
                  <a:lnTo>
                    <a:pt x="8815" y="113424"/>
                  </a:lnTo>
                  <a:lnTo>
                    <a:pt x="7199" y="118458"/>
                  </a:lnTo>
                  <a:lnTo>
                    <a:pt x="5743" y="123542"/>
                  </a:lnTo>
                  <a:lnTo>
                    <a:pt x="4449" y="128668"/>
                  </a:lnTo>
                  <a:lnTo>
                    <a:pt x="3318" y="133833"/>
                  </a:lnTo>
                  <a:lnTo>
                    <a:pt x="2350" y="139032"/>
                  </a:lnTo>
                  <a:lnTo>
                    <a:pt x="1548" y="144258"/>
                  </a:lnTo>
                  <a:lnTo>
                    <a:pt x="911" y="149507"/>
                  </a:lnTo>
                  <a:lnTo>
                    <a:pt x="440" y="154773"/>
                  </a:lnTo>
                  <a:lnTo>
                    <a:pt x="136" y="160052"/>
                  </a:lnTo>
                  <a:lnTo>
                    <a:pt x="0" y="165338"/>
                  </a:lnTo>
                  <a:lnTo>
                    <a:pt x="30" y="170625"/>
                  </a:lnTo>
                  <a:lnTo>
                    <a:pt x="228" y="175909"/>
                  </a:lnTo>
                  <a:lnTo>
                    <a:pt x="593" y="181184"/>
                  </a:lnTo>
                  <a:lnTo>
                    <a:pt x="1124" y="186445"/>
                  </a:lnTo>
                  <a:lnTo>
                    <a:pt x="1821" y="191686"/>
                  </a:lnTo>
                  <a:lnTo>
                    <a:pt x="2684" y="196903"/>
                  </a:lnTo>
                  <a:lnTo>
                    <a:pt x="3712" y="202089"/>
                  </a:lnTo>
                  <a:lnTo>
                    <a:pt x="4903" y="207241"/>
                  </a:lnTo>
                  <a:lnTo>
                    <a:pt x="6256" y="212352"/>
                  </a:lnTo>
                  <a:lnTo>
                    <a:pt x="7770" y="217418"/>
                  </a:lnTo>
                  <a:lnTo>
                    <a:pt x="9444" y="222434"/>
                  </a:lnTo>
                  <a:lnTo>
                    <a:pt x="11276" y="227394"/>
                  </a:lnTo>
                  <a:lnTo>
                    <a:pt x="13263" y="232294"/>
                  </a:lnTo>
                  <a:lnTo>
                    <a:pt x="15405" y="237128"/>
                  </a:lnTo>
                  <a:lnTo>
                    <a:pt x="17698" y="241893"/>
                  </a:lnTo>
                  <a:lnTo>
                    <a:pt x="20141" y="246582"/>
                  </a:lnTo>
                  <a:lnTo>
                    <a:pt x="22731" y="251192"/>
                  </a:lnTo>
                  <a:lnTo>
                    <a:pt x="25465" y="255717"/>
                  </a:lnTo>
                  <a:lnTo>
                    <a:pt x="28341" y="260154"/>
                  </a:lnTo>
                  <a:lnTo>
                    <a:pt x="31356" y="264498"/>
                  </a:lnTo>
                  <a:lnTo>
                    <a:pt x="34507" y="268744"/>
                  </a:lnTo>
                  <a:lnTo>
                    <a:pt x="37791" y="272888"/>
                  </a:lnTo>
                  <a:lnTo>
                    <a:pt x="41204" y="276927"/>
                  </a:lnTo>
                  <a:lnTo>
                    <a:pt x="44743" y="280855"/>
                  </a:lnTo>
                  <a:lnTo>
                    <a:pt x="48404" y="284670"/>
                  </a:lnTo>
                  <a:lnTo>
                    <a:pt x="52184" y="288367"/>
                  </a:lnTo>
                  <a:lnTo>
                    <a:pt x="56080" y="291942"/>
                  </a:lnTo>
                  <a:lnTo>
                    <a:pt x="60086" y="295393"/>
                  </a:lnTo>
                  <a:lnTo>
                    <a:pt x="64200" y="298715"/>
                  </a:lnTo>
                  <a:lnTo>
                    <a:pt x="68416" y="301905"/>
                  </a:lnTo>
                  <a:lnTo>
                    <a:pt x="72732" y="304960"/>
                  </a:lnTo>
                  <a:lnTo>
                    <a:pt x="77142" y="307878"/>
                  </a:lnTo>
                  <a:lnTo>
                    <a:pt x="81642" y="310654"/>
                  </a:lnTo>
                  <a:lnTo>
                    <a:pt x="86227" y="313287"/>
                  </a:lnTo>
                  <a:lnTo>
                    <a:pt x="90894" y="315773"/>
                  </a:lnTo>
                  <a:lnTo>
                    <a:pt x="95636" y="318111"/>
                  </a:lnTo>
                  <a:lnTo>
                    <a:pt x="100451" y="320297"/>
                  </a:lnTo>
                  <a:lnTo>
                    <a:pt x="105332" y="322330"/>
                  </a:lnTo>
                  <a:lnTo>
                    <a:pt x="110275" y="324208"/>
                  </a:lnTo>
                  <a:lnTo>
                    <a:pt x="115274" y="325928"/>
                  </a:lnTo>
                  <a:lnTo>
                    <a:pt x="120326" y="327490"/>
                  </a:lnTo>
                  <a:lnTo>
                    <a:pt x="125425" y="328890"/>
                  </a:lnTo>
                  <a:lnTo>
                    <a:pt x="130565" y="330129"/>
                  </a:lnTo>
                  <a:lnTo>
                    <a:pt x="135742" y="331205"/>
                  </a:lnTo>
                  <a:lnTo>
                    <a:pt x="140950" y="332117"/>
                  </a:lnTo>
                  <a:lnTo>
                    <a:pt x="146185" y="332863"/>
                  </a:lnTo>
                  <a:lnTo>
                    <a:pt x="151440" y="333443"/>
                  </a:lnTo>
                  <a:lnTo>
                    <a:pt x="156712" y="333857"/>
                  </a:lnTo>
                  <a:lnTo>
                    <a:pt x="161993" y="334104"/>
                  </a:lnTo>
                  <a:lnTo>
                    <a:pt x="167280" y="334184"/>
                  </a:lnTo>
                  <a:lnTo>
                    <a:pt x="172567" y="334096"/>
                  </a:lnTo>
                  <a:lnTo>
                    <a:pt x="177848" y="333842"/>
                  </a:lnTo>
                  <a:lnTo>
                    <a:pt x="183119" y="333420"/>
                  </a:lnTo>
                  <a:lnTo>
                    <a:pt x="188374" y="332832"/>
                  </a:lnTo>
                  <a:lnTo>
                    <a:pt x="193607" y="332078"/>
                  </a:lnTo>
                  <a:lnTo>
                    <a:pt x="198814" y="331159"/>
                  </a:lnTo>
                  <a:lnTo>
                    <a:pt x="203990" y="330076"/>
                  </a:lnTo>
                  <a:lnTo>
                    <a:pt x="209128" y="328830"/>
                  </a:lnTo>
                  <a:lnTo>
                    <a:pt x="214225" y="327421"/>
                  </a:lnTo>
                  <a:lnTo>
                    <a:pt x="219274" y="325852"/>
                  </a:lnTo>
                  <a:lnTo>
                    <a:pt x="224271" y="324125"/>
                  </a:lnTo>
                  <a:lnTo>
                    <a:pt x="229211" y="322240"/>
                  </a:lnTo>
                  <a:lnTo>
                    <a:pt x="234090" y="320200"/>
                  </a:lnTo>
                  <a:lnTo>
                    <a:pt x="238901" y="318006"/>
                  </a:lnTo>
                  <a:lnTo>
                    <a:pt x="243640" y="315662"/>
                  </a:lnTo>
                  <a:lnTo>
                    <a:pt x="248303" y="313169"/>
                  </a:lnTo>
                  <a:lnTo>
                    <a:pt x="252884" y="310529"/>
                  </a:lnTo>
                  <a:lnTo>
                    <a:pt x="257380" y="307746"/>
                  </a:lnTo>
                  <a:lnTo>
                    <a:pt x="261786" y="304823"/>
                  </a:lnTo>
                  <a:lnTo>
                    <a:pt x="266097" y="301761"/>
                  </a:lnTo>
                  <a:lnTo>
                    <a:pt x="270309" y="298565"/>
                  </a:lnTo>
                  <a:lnTo>
                    <a:pt x="274418" y="295237"/>
                  </a:lnTo>
                  <a:lnTo>
                    <a:pt x="278419" y="291780"/>
                  </a:lnTo>
                  <a:lnTo>
                    <a:pt x="282309" y="288199"/>
                  </a:lnTo>
                  <a:lnTo>
                    <a:pt x="286084" y="284497"/>
                  </a:lnTo>
                  <a:lnTo>
                    <a:pt x="289740" y="280677"/>
                  </a:lnTo>
                  <a:lnTo>
                    <a:pt x="293273" y="276743"/>
                  </a:lnTo>
                  <a:lnTo>
                    <a:pt x="296680" y="272700"/>
                  </a:lnTo>
                  <a:lnTo>
                    <a:pt x="299958" y="268551"/>
                  </a:lnTo>
                  <a:lnTo>
                    <a:pt x="303103" y="264300"/>
                  </a:lnTo>
                  <a:lnTo>
                    <a:pt x="306111" y="259952"/>
                  </a:lnTo>
                  <a:lnTo>
                    <a:pt x="308981" y="255511"/>
                  </a:lnTo>
                  <a:lnTo>
                    <a:pt x="311709" y="250981"/>
                  </a:lnTo>
                  <a:lnTo>
                    <a:pt x="314292" y="246368"/>
                  </a:lnTo>
                  <a:lnTo>
                    <a:pt x="316728" y="241675"/>
                  </a:lnTo>
                  <a:lnTo>
                    <a:pt x="319014" y="236907"/>
                  </a:lnTo>
                  <a:lnTo>
                    <a:pt x="321149" y="232070"/>
                  </a:lnTo>
                  <a:lnTo>
                    <a:pt x="323129" y="227167"/>
                  </a:lnTo>
                  <a:lnTo>
                    <a:pt x="324953" y="222204"/>
                  </a:lnTo>
                  <a:lnTo>
                    <a:pt x="326620" y="217186"/>
                  </a:lnTo>
                  <a:lnTo>
                    <a:pt x="328127" y="212118"/>
                  </a:lnTo>
                  <a:lnTo>
                    <a:pt x="329473" y="207005"/>
                  </a:lnTo>
                  <a:lnTo>
                    <a:pt x="330656" y="201851"/>
                  </a:lnTo>
                  <a:lnTo>
                    <a:pt x="331676" y="196663"/>
                  </a:lnTo>
                  <a:lnTo>
                    <a:pt x="332531" y="191445"/>
                  </a:lnTo>
                  <a:lnTo>
                    <a:pt x="333221" y="186203"/>
                  </a:lnTo>
                  <a:lnTo>
                    <a:pt x="333745" y="180941"/>
                  </a:lnTo>
                  <a:lnTo>
                    <a:pt x="334102" y="175666"/>
                  </a:lnTo>
                  <a:lnTo>
                    <a:pt x="334292" y="170382"/>
                  </a:lnTo>
                  <a:lnTo>
                    <a:pt x="334315" y="165094"/>
                  </a:lnTo>
                  <a:lnTo>
                    <a:pt x="334171" y="159809"/>
                  </a:lnTo>
                  <a:lnTo>
                    <a:pt x="333859" y="154531"/>
                  </a:lnTo>
                  <a:lnTo>
                    <a:pt x="333381" y="149265"/>
                  </a:lnTo>
                  <a:lnTo>
                    <a:pt x="332736" y="144017"/>
                  </a:lnTo>
                  <a:lnTo>
                    <a:pt x="331926" y="138792"/>
                  </a:lnTo>
                  <a:lnTo>
                    <a:pt x="330951" y="133595"/>
                  </a:lnTo>
                  <a:lnTo>
                    <a:pt x="329812" y="128431"/>
                  </a:lnTo>
                  <a:lnTo>
                    <a:pt x="328510" y="123307"/>
                  </a:lnTo>
                  <a:lnTo>
                    <a:pt x="327047" y="118226"/>
                  </a:lnTo>
                  <a:lnTo>
                    <a:pt x="325424" y="113193"/>
                  </a:lnTo>
                  <a:lnTo>
                    <a:pt x="323643" y="108215"/>
                  </a:lnTo>
                  <a:lnTo>
                    <a:pt x="321705" y="103295"/>
                  </a:lnTo>
                  <a:lnTo>
                    <a:pt x="319612" y="98440"/>
                  </a:lnTo>
                  <a:lnTo>
                    <a:pt x="317367" y="93652"/>
                  </a:lnTo>
                  <a:lnTo>
                    <a:pt x="314972" y="88939"/>
                  </a:lnTo>
                  <a:lnTo>
                    <a:pt x="312429" y="84303"/>
                  </a:lnTo>
                  <a:lnTo>
                    <a:pt x="309740" y="79750"/>
                  </a:lnTo>
                  <a:lnTo>
                    <a:pt x="306909" y="75284"/>
                  </a:lnTo>
                  <a:lnTo>
                    <a:pt x="303938" y="70910"/>
                  </a:lnTo>
                  <a:lnTo>
                    <a:pt x="300830" y="66633"/>
                  </a:lnTo>
                  <a:lnTo>
                    <a:pt x="297588" y="62455"/>
                  </a:lnTo>
                  <a:lnTo>
                    <a:pt x="294216" y="58383"/>
                  </a:lnTo>
                  <a:lnTo>
                    <a:pt x="290717" y="54419"/>
                  </a:lnTo>
                  <a:lnTo>
                    <a:pt x="287094" y="50567"/>
                  </a:lnTo>
                  <a:lnTo>
                    <a:pt x="283352" y="46833"/>
                  </a:lnTo>
                  <a:lnTo>
                    <a:pt x="279492" y="43218"/>
                  </a:lnTo>
                  <a:lnTo>
                    <a:pt x="275521" y="39727"/>
                  </a:lnTo>
                  <a:lnTo>
                    <a:pt x="271441" y="36364"/>
                  </a:lnTo>
                  <a:lnTo>
                    <a:pt x="267257" y="33131"/>
                  </a:lnTo>
                  <a:lnTo>
                    <a:pt x="262973" y="30032"/>
                  </a:lnTo>
                  <a:lnTo>
                    <a:pt x="258592" y="27071"/>
                  </a:lnTo>
                  <a:lnTo>
                    <a:pt x="254121" y="24249"/>
                  </a:lnTo>
                  <a:lnTo>
                    <a:pt x="249562" y="21570"/>
                  </a:lnTo>
                  <a:lnTo>
                    <a:pt x="244921" y="19037"/>
                  </a:lnTo>
                  <a:lnTo>
                    <a:pt x="240202" y="16651"/>
                  </a:lnTo>
                  <a:lnTo>
                    <a:pt x="235410" y="14417"/>
                  </a:lnTo>
                  <a:lnTo>
                    <a:pt x="230550" y="12334"/>
                  </a:lnTo>
                  <a:lnTo>
                    <a:pt x="225626" y="10407"/>
                  </a:lnTo>
                  <a:lnTo>
                    <a:pt x="167159" y="1670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8467" cy="167167"/>
            </a:xfrm>
            <a:custGeom>
              <a:avLst/>
              <a:pathLst>
                <a:path w="58467" h="167167">
                  <a:moveTo>
                    <a:pt x="58467" y="10558"/>
                  </a:moveTo>
                  <a:lnTo>
                    <a:pt x="52835" y="8569"/>
                  </a:lnTo>
                  <a:lnTo>
                    <a:pt x="47136" y="6783"/>
                  </a:lnTo>
                  <a:lnTo>
                    <a:pt x="41376" y="5201"/>
                  </a:lnTo>
                  <a:lnTo>
                    <a:pt x="35564" y="3826"/>
                  </a:lnTo>
                  <a:lnTo>
                    <a:pt x="29706" y="2660"/>
                  </a:lnTo>
                  <a:lnTo>
                    <a:pt x="23810" y="1704"/>
                  </a:lnTo>
                  <a:lnTo>
                    <a:pt x="17884" y="959"/>
                  </a:lnTo>
                  <a:lnTo>
                    <a:pt x="11935" y="426"/>
                  </a:lnTo>
                  <a:lnTo>
                    <a:pt x="5971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9318" y="3170392"/>
              <a:ext cx="26662" cy="167167"/>
            </a:xfrm>
            <a:custGeom>
              <a:avLst/>
              <a:pathLst>
                <a:path w="26662" h="167167">
                  <a:moveTo>
                    <a:pt x="26662" y="0"/>
                  </a:moveTo>
                  <a:lnTo>
                    <a:pt x="19970" y="134"/>
                  </a:lnTo>
                  <a:lnTo>
                    <a:pt x="13288" y="535"/>
                  </a:lnTo>
                  <a:lnTo>
                    <a:pt x="6628" y="1204"/>
                  </a:lnTo>
                  <a:lnTo>
                    <a:pt x="0" y="2139"/>
                  </a:lnTo>
                  <a:lnTo>
                    <a:pt x="266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99318" y="3172532"/>
              <a:ext cx="26662" cy="165027"/>
            </a:xfrm>
            <a:custGeom>
              <a:avLst/>
              <a:pathLst>
                <a:path w="26662" h="165027">
                  <a:moveTo>
                    <a:pt x="0" y="0"/>
                  </a:moveTo>
                  <a:lnTo>
                    <a:pt x="26662" y="1650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32" y="3172532"/>
              <a:ext cx="334296" cy="332194"/>
            </a:xfrm>
            <a:custGeom>
              <a:avLst/>
              <a:pathLst>
                <a:path w="334296" h="332194">
                  <a:moveTo>
                    <a:pt x="140486" y="0"/>
                  </a:moveTo>
                  <a:lnTo>
                    <a:pt x="135265" y="928"/>
                  </a:lnTo>
                  <a:lnTo>
                    <a:pt x="130077" y="2022"/>
                  </a:lnTo>
                  <a:lnTo>
                    <a:pt x="124927" y="3279"/>
                  </a:lnTo>
                  <a:lnTo>
                    <a:pt x="119818" y="4700"/>
                  </a:lnTo>
                  <a:lnTo>
                    <a:pt x="114758" y="6281"/>
                  </a:lnTo>
                  <a:lnTo>
                    <a:pt x="109750" y="8023"/>
                  </a:lnTo>
                  <a:lnTo>
                    <a:pt x="104799" y="9922"/>
                  </a:lnTo>
                  <a:lnTo>
                    <a:pt x="99912" y="11977"/>
                  </a:lnTo>
                  <a:lnTo>
                    <a:pt x="95092" y="14186"/>
                  </a:lnTo>
                  <a:lnTo>
                    <a:pt x="90345" y="16547"/>
                  </a:lnTo>
                  <a:lnTo>
                    <a:pt x="85674" y="19058"/>
                  </a:lnTo>
                  <a:lnTo>
                    <a:pt x="81086" y="21715"/>
                  </a:lnTo>
                  <a:lnTo>
                    <a:pt x="76585" y="24516"/>
                  </a:lnTo>
                  <a:lnTo>
                    <a:pt x="72174" y="27459"/>
                  </a:lnTo>
                  <a:lnTo>
                    <a:pt x="67859" y="30540"/>
                  </a:lnTo>
                  <a:lnTo>
                    <a:pt x="63644" y="33757"/>
                  </a:lnTo>
                  <a:lnTo>
                    <a:pt x="59533" y="37105"/>
                  </a:lnTo>
                  <a:lnTo>
                    <a:pt x="55531" y="40582"/>
                  </a:lnTo>
                  <a:lnTo>
                    <a:pt x="51640" y="44185"/>
                  </a:lnTo>
                  <a:lnTo>
                    <a:pt x="47866" y="47909"/>
                  </a:lnTo>
                  <a:lnTo>
                    <a:pt x="44212" y="51750"/>
                  </a:lnTo>
                  <a:lnTo>
                    <a:pt x="40681" y="55706"/>
                  </a:lnTo>
                  <a:lnTo>
                    <a:pt x="37278" y="59772"/>
                  </a:lnTo>
                  <a:lnTo>
                    <a:pt x="34005" y="63943"/>
                  </a:lnTo>
                  <a:lnTo>
                    <a:pt x="30867" y="68216"/>
                  </a:lnTo>
                  <a:lnTo>
                    <a:pt x="27865" y="72587"/>
                  </a:lnTo>
                  <a:lnTo>
                    <a:pt x="25003" y="77051"/>
                  </a:lnTo>
                  <a:lnTo>
                    <a:pt x="22285" y="81603"/>
                  </a:lnTo>
                  <a:lnTo>
                    <a:pt x="19712" y="86239"/>
                  </a:lnTo>
                  <a:lnTo>
                    <a:pt x="17288" y="90954"/>
                  </a:lnTo>
                  <a:lnTo>
                    <a:pt x="15014" y="95744"/>
                  </a:lnTo>
                  <a:lnTo>
                    <a:pt x="12893" y="100603"/>
                  </a:lnTo>
                  <a:lnTo>
                    <a:pt x="10928" y="105528"/>
                  </a:lnTo>
                  <a:lnTo>
                    <a:pt x="9119" y="110512"/>
                  </a:lnTo>
                  <a:lnTo>
                    <a:pt x="7470" y="115551"/>
                  </a:lnTo>
                  <a:lnTo>
                    <a:pt x="5981" y="120640"/>
                  </a:lnTo>
                  <a:lnTo>
                    <a:pt x="4655" y="125773"/>
                  </a:lnTo>
                  <a:lnTo>
                    <a:pt x="3492" y="130946"/>
                  </a:lnTo>
                  <a:lnTo>
                    <a:pt x="2493" y="136153"/>
                  </a:lnTo>
                  <a:lnTo>
                    <a:pt x="1660" y="141390"/>
                  </a:lnTo>
                  <a:lnTo>
                    <a:pt x="994" y="146650"/>
                  </a:lnTo>
                  <a:lnTo>
                    <a:pt x="495" y="151928"/>
                  </a:lnTo>
                  <a:lnTo>
                    <a:pt x="163" y="157220"/>
                  </a:lnTo>
                  <a:lnTo>
                    <a:pt x="0" y="162519"/>
                  </a:lnTo>
                  <a:lnTo>
                    <a:pt x="4" y="167821"/>
                  </a:lnTo>
                  <a:lnTo>
                    <a:pt x="177" y="173121"/>
                  </a:lnTo>
                  <a:lnTo>
                    <a:pt x="517" y="178412"/>
                  </a:lnTo>
                  <a:lnTo>
                    <a:pt x="1026" y="183689"/>
                  </a:lnTo>
                  <a:lnTo>
                    <a:pt x="1701" y="188948"/>
                  </a:lnTo>
                  <a:lnTo>
                    <a:pt x="2543" y="194183"/>
                  </a:lnTo>
                  <a:lnTo>
                    <a:pt x="3550" y="199389"/>
                  </a:lnTo>
                  <a:lnTo>
                    <a:pt x="4722" y="204560"/>
                  </a:lnTo>
                  <a:lnTo>
                    <a:pt x="6058" y="209691"/>
                  </a:lnTo>
                  <a:lnTo>
                    <a:pt x="7555" y="214777"/>
                  </a:lnTo>
                  <a:lnTo>
                    <a:pt x="9213" y="219813"/>
                  </a:lnTo>
                  <a:lnTo>
                    <a:pt x="11030" y="224794"/>
                  </a:lnTo>
                  <a:lnTo>
                    <a:pt x="13004" y="229715"/>
                  </a:lnTo>
                  <a:lnTo>
                    <a:pt x="15133" y="234571"/>
                  </a:lnTo>
                  <a:lnTo>
                    <a:pt x="17415" y="239357"/>
                  </a:lnTo>
                  <a:lnTo>
                    <a:pt x="19848" y="244068"/>
                  </a:lnTo>
                  <a:lnTo>
                    <a:pt x="22428" y="248700"/>
                  </a:lnTo>
                  <a:lnTo>
                    <a:pt x="25155" y="253247"/>
                  </a:lnTo>
                  <a:lnTo>
                    <a:pt x="28024" y="257706"/>
                  </a:lnTo>
                  <a:lnTo>
                    <a:pt x="31033" y="262071"/>
                  </a:lnTo>
                  <a:lnTo>
                    <a:pt x="34179" y="266339"/>
                  </a:lnTo>
                  <a:lnTo>
                    <a:pt x="37459" y="270505"/>
                  </a:lnTo>
                  <a:lnTo>
                    <a:pt x="40869" y="274565"/>
                  </a:lnTo>
                  <a:lnTo>
                    <a:pt x="44406" y="278514"/>
                  </a:lnTo>
                  <a:lnTo>
                    <a:pt x="48067" y="282350"/>
                  </a:lnTo>
                  <a:lnTo>
                    <a:pt x="51848" y="286067"/>
                  </a:lnTo>
                  <a:lnTo>
                    <a:pt x="55744" y="289663"/>
                  </a:lnTo>
                  <a:lnTo>
                    <a:pt x="59753" y="293133"/>
                  </a:lnTo>
                  <a:lnTo>
                    <a:pt x="63870" y="296475"/>
                  </a:lnTo>
                  <a:lnTo>
                    <a:pt x="68090" y="299684"/>
                  </a:lnTo>
                  <a:lnTo>
                    <a:pt x="72410" y="302758"/>
                  </a:lnTo>
                  <a:lnTo>
                    <a:pt x="76826" y="305693"/>
                  </a:lnTo>
                  <a:lnTo>
                    <a:pt x="81332" y="308486"/>
                  </a:lnTo>
                  <a:lnTo>
                    <a:pt x="85925" y="311136"/>
                  </a:lnTo>
                  <a:lnTo>
                    <a:pt x="90600" y="313638"/>
                  </a:lnTo>
                  <a:lnTo>
                    <a:pt x="95351" y="315991"/>
                  </a:lnTo>
                  <a:lnTo>
                    <a:pt x="100175" y="318192"/>
                  </a:lnTo>
                  <a:lnTo>
                    <a:pt x="105066" y="320239"/>
                  </a:lnTo>
                  <a:lnTo>
                    <a:pt x="110019" y="322130"/>
                  </a:lnTo>
                  <a:lnTo>
                    <a:pt x="115030" y="323862"/>
                  </a:lnTo>
                  <a:lnTo>
                    <a:pt x="120094" y="325435"/>
                  </a:lnTo>
                  <a:lnTo>
                    <a:pt x="125204" y="326847"/>
                  </a:lnTo>
                  <a:lnTo>
                    <a:pt x="130357" y="328096"/>
                  </a:lnTo>
                  <a:lnTo>
                    <a:pt x="135547" y="329180"/>
                  </a:lnTo>
                  <a:lnTo>
                    <a:pt x="140769" y="330100"/>
                  </a:lnTo>
                  <a:lnTo>
                    <a:pt x="146017" y="330853"/>
                  </a:lnTo>
                  <a:lnTo>
                    <a:pt x="151287" y="331440"/>
                  </a:lnTo>
                  <a:lnTo>
                    <a:pt x="156572" y="331860"/>
                  </a:lnTo>
                  <a:lnTo>
                    <a:pt x="161868" y="332111"/>
                  </a:lnTo>
                  <a:lnTo>
                    <a:pt x="167170" y="332194"/>
                  </a:lnTo>
                  <a:lnTo>
                    <a:pt x="172471" y="332110"/>
                  </a:lnTo>
                  <a:lnTo>
                    <a:pt x="177767" y="331857"/>
                  </a:lnTo>
                  <a:lnTo>
                    <a:pt x="183052" y="331436"/>
                  </a:lnTo>
                  <a:lnTo>
                    <a:pt x="188322" y="330848"/>
                  </a:lnTo>
                  <a:lnTo>
                    <a:pt x="193570" y="330093"/>
                  </a:lnTo>
                  <a:lnTo>
                    <a:pt x="198791" y="329172"/>
                  </a:lnTo>
                  <a:lnTo>
                    <a:pt x="203981" y="328086"/>
                  </a:lnTo>
                  <a:lnTo>
                    <a:pt x="209134" y="326836"/>
                  </a:lnTo>
                  <a:lnTo>
                    <a:pt x="214244" y="325423"/>
                  </a:lnTo>
                  <a:lnTo>
                    <a:pt x="219307" y="323849"/>
                  </a:lnTo>
                  <a:lnTo>
                    <a:pt x="224317" y="322115"/>
                  </a:lnTo>
                  <a:lnTo>
                    <a:pt x="229270" y="320223"/>
                  </a:lnTo>
                  <a:lnTo>
                    <a:pt x="234161" y="318175"/>
                  </a:lnTo>
                  <a:lnTo>
                    <a:pt x="238984" y="315972"/>
                  </a:lnTo>
                  <a:lnTo>
                    <a:pt x="243735" y="313618"/>
                  </a:lnTo>
                  <a:lnTo>
                    <a:pt x="248409" y="311115"/>
                  </a:lnTo>
                  <a:lnTo>
                    <a:pt x="253001" y="308464"/>
                  </a:lnTo>
                  <a:lnTo>
                    <a:pt x="257506" y="305670"/>
                  </a:lnTo>
                  <a:lnTo>
                    <a:pt x="261921" y="302733"/>
                  </a:lnTo>
                  <a:lnTo>
                    <a:pt x="266241" y="299658"/>
                  </a:lnTo>
                  <a:lnTo>
                    <a:pt x="270460" y="296448"/>
                  </a:lnTo>
                  <a:lnTo>
                    <a:pt x="274576" y="293106"/>
                  </a:lnTo>
                  <a:lnTo>
                    <a:pt x="278584" y="289634"/>
                  </a:lnTo>
                  <a:lnTo>
                    <a:pt x="282480" y="286038"/>
                  </a:lnTo>
                  <a:lnTo>
                    <a:pt x="286259" y="282319"/>
                  </a:lnTo>
                  <a:lnTo>
                    <a:pt x="289919" y="278483"/>
                  </a:lnTo>
                  <a:lnTo>
                    <a:pt x="293455" y="274532"/>
                  </a:lnTo>
                  <a:lnTo>
                    <a:pt x="296865" y="270472"/>
                  </a:lnTo>
                  <a:lnTo>
                    <a:pt x="300143" y="266305"/>
                  </a:lnTo>
                  <a:lnTo>
                    <a:pt x="303288" y="262036"/>
                  </a:lnTo>
                  <a:lnTo>
                    <a:pt x="306296" y="257670"/>
                  </a:lnTo>
                  <a:lnTo>
                    <a:pt x="309164" y="253211"/>
                  </a:lnTo>
                  <a:lnTo>
                    <a:pt x="311889" y="248662"/>
                  </a:lnTo>
                  <a:lnTo>
                    <a:pt x="314469" y="244030"/>
                  </a:lnTo>
                  <a:lnTo>
                    <a:pt x="316900" y="239318"/>
                  </a:lnTo>
                  <a:lnTo>
                    <a:pt x="319181" y="234532"/>
                  </a:lnTo>
                  <a:lnTo>
                    <a:pt x="321309" y="229676"/>
                  </a:lnTo>
                  <a:lnTo>
                    <a:pt x="323281" y="224754"/>
                  </a:lnTo>
                  <a:lnTo>
                    <a:pt x="325097" y="219773"/>
                  </a:lnTo>
                  <a:lnTo>
                    <a:pt x="326754" y="214736"/>
                  </a:lnTo>
                  <a:lnTo>
                    <a:pt x="328250" y="209649"/>
                  </a:lnTo>
                  <a:lnTo>
                    <a:pt x="329584" y="204518"/>
                  </a:lnTo>
                  <a:lnTo>
                    <a:pt x="330755" y="199347"/>
                  </a:lnTo>
                  <a:lnTo>
                    <a:pt x="331761" y="194141"/>
                  </a:lnTo>
                  <a:lnTo>
                    <a:pt x="332601" y="188906"/>
                  </a:lnTo>
                  <a:lnTo>
                    <a:pt x="333275" y="183647"/>
                  </a:lnTo>
                  <a:lnTo>
                    <a:pt x="333782" y="178369"/>
                  </a:lnTo>
                  <a:lnTo>
                    <a:pt x="334122" y="173078"/>
                  </a:lnTo>
                  <a:lnTo>
                    <a:pt x="334293" y="167778"/>
                  </a:lnTo>
                  <a:lnTo>
                    <a:pt x="334296" y="162476"/>
                  </a:lnTo>
                  <a:lnTo>
                    <a:pt x="334131" y="157177"/>
                  </a:lnTo>
                  <a:lnTo>
                    <a:pt x="333798" y="151885"/>
                  </a:lnTo>
                  <a:lnTo>
                    <a:pt x="333298" y="146607"/>
                  </a:lnTo>
                  <a:lnTo>
                    <a:pt x="332630" y="141347"/>
                  </a:lnTo>
                  <a:lnTo>
                    <a:pt x="331796" y="136111"/>
                  </a:lnTo>
                  <a:lnTo>
                    <a:pt x="330796" y="130904"/>
                  </a:lnTo>
                  <a:lnTo>
                    <a:pt x="329631" y="125731"/>
                  </a:lnTo>
                  <a:lnTo>
                    <a:pt x="328303" y="120598"/>
                  </a:lnTo>
                  <a:lnTo>
                    <a:pt x="326813" y="115510"/>
                  </a:lnTo>
                  <a:lnTo>
                    <a:pt x="325163" y="110471"/>
                  </a:lnTo>
                  <a:lnTo>
                    <a:pt x="323353" y="105488"/>
                  </a:lnTo>
                  <a:lnTo>
                    <a:pt x="321386" y="100564"/>
                  </a:lnTo>
                  <a:lnTo>
                    <a:pt x="319264" y="95705"/>
                  </a:lnTo>
                  <a:lnTo>
                    <a:pt x="316990" y="90916"/>
                  </a:lnTo>
                  <a:lnTo>
                    <a:pt x="314564" y="86201"/>
                  </a:lnTo>
                  <a:lnTo>
                    <a:pt x="311990" y="81565"/>
                  </a:lnTo>
                  <a:lnTo>
                    <a:pt x="309270" y="77014"/>
                  </a:lnTo>
                  <a:lnTo>
                    <a:pt x="306408" y="72551"/>
                  </a:lnTo>
                  <a:lnTo>
                    <a:pt x="303405" y="68181"/>
                  </a:lnTo>
                  <a:lnTo>
                    <a:pt x="300265" y="63909"/>
                  </a:lnTo>
                  <a:lnTo>
                    <a:pt x="296991" y="59738"/>
                  </a:lnTo>
                  <a:lnTo>
                    <a:pt x="293587" y="55673"/>
                  </a:lnTo>
                  <a:lnTo>
                    <a:pt x="290055" y="51719"/>
                  </a:lnTo>
                  <a:lnTo>
                    <a:pt x="286400" y="47878"/>
                  </a:lnTo>
                  <a:lnTo>
                    <a:pt x="282625" y="44155"/>
                  </a:lnTo>
                  <a:lnTo>
                    <a:pt x="278734" y="40554"/>
                  </a:lnTo>
                  <a:lnTo>
                    <a:pt x="274730" y="37077"/>
                  </a:lnTo>
                  <a:lnTo>
                    <a:pt x="270618" y="33730"/>
                  </a:lnTo>
                  <a:lnTo>
                    <a:pt x="266402" y="30515"/>
                  </a:lnTo>
                  <a:lnTo>
                    <a:pt x="262087" y="27435"/>
                  </a:lnTo>
                  <a:lnTo>
                    <a:pt x="257675" y="24493"/>
                  </a:lnTo>
                  <a:lnTo>
                    <a:pt x="253173" y="21693"/>
                  </a:lnTo>
                  <a:lnTo>
                    <a:pt x="248584" y="19037"/>
                  </a:lnTo>
                  <a:lnTo>
                    <a:pt x="243913" y="16528"/>
                  </a:lnTo>
                  <a:lnTo>
                    <a:pt x="239165" y="14168"/>
                  </a:lnTo>
                  <a:lnTo>
                    <a:pt x="234345" y="11960"/>
                  </a:lnTo>
                  <a:lnTo>
                    <a:pt x="229457" y="9906"/>
                  </a:lnTo>
                  <a:lnTo>
                    <a:pt x="224506" y="8008"/>
                  </a:lnTo>
                  <a:lnTo>
                    <a:pt x="167148" y="1650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57358" cy="167167"/>
            </a:xfrm>
            <a:custGeom>
              <a:avLst/>
              <a:pathLst>
                <a:path w="57358" h="167167">
                  <a:moveTo>
                    <a:pt x="57358" y="10148"/>
                  </a:moveTo>
                  <a:lnTo>
                    <a:pt x="51824" y="8236"/>
                  </a:lnTo>
                  <a:lnTo>
                    <a:pt x="46227" y="6518"/>
                  </a:lnTo>
                  <a:lnTo>
                    <a:pt x="40574" y="4998"/>
                  </a:lnTo>
                  <a:lnTo>
                    <a:pt x="34870" y="3677"/>
                  </a:lnTo>
                  <a:lnTo>
                    <a:pt x="29124" y="2556"/>
                  </a:lnTo>
                  <a:lnTo>
                    <a:pt x="23342" y="1637"/>
                  </a:lnTo>
                  <a:lnTo>
                    <a:pt x="17532" y="921"/>
                  </a:lnTo>
                  <a:lnTo>
                    <a:pt x="11699" y="409"/>
                  </a:lnTo>
                  <a:lnTo>
                    <a:pt x="5853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3063" y="3707720"/>
              <a:ext cx="7685" cy="167167"/>
            </a:xfrm>
            <a:custGeom>
              <a:avLst/>
              <a:pathLst>
                <a:path w="7685" h="167167">
                  <a:moveTo>
                    <a:pt x="7685" y="0"/>
                  </a:moveTo>
                  <a:lnTo>
                    <a:pt x="0" y="176"/>
                  </a:lnTo>
                  <a:lnTo>
                    <a:pt x="768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3063" y="3707897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83" y="3707720"/>
              <a:ext cx="334320" cy="334330"/>
            </a:xfrm>
            <a:custGeom>
              <a:avLst/>
              <a:pathLst>
                <a:path w="334320" h="334330">
                  <a:moveTo>
                    <a:pt x="159479" y="176"/>
                  </a:moveTo>
                  <a:lnTo>
                    <a:pt x="154197" y="503"/>
                  </a:lnTo>
                  <a:lnTo>
                    <a:pt x="148928" y="997"/>
                  </a:lnTo>
                  <a:lnTo>
                    <a:pt x="143677" y="1658"/>
                  </a:lnTo>
                  <a:lnTo>
                    <a:pt x="138449" y="2484"/>
                  </a:lnTo>
                  <a:lnTo>
                    <a:pt x="133250" y="3476"/>
                  </a:lnTo>
                  <a:lnTo>
                    <a:pt x="128086" y="4631"/>
                  </a:lnTo>
                  <a:lnTo>
                    <a:pt x="122960" y="5950"/>
                  </a:lnTo>
                  <a:lnTo>
                    <a:pt x="117879" y="7430"/>
                  </a:lnTo>
                  <a:lnTo>
                    <a:pt x="112847" y="9070"/>
                  </a:lnTo>
                  <a:lnTo>
                    <a:pt x="107870" y="10869"/>
                  </a:lnTo>
                  <a:lnTo>
                    <a:pt x="102952" y="12824"/>
                  </a:lnTo>
                  <a:lnTo>
                    <a:pt x="98098" y="14934"/>
                  </a:lnTo>
                  <a:lnTo>
                    <a:pt x="93314" y="17197"/>
                  </a:lnTo>
                  <a:lnTo>
                    <a:pt x="88603" y="19610"/>
                  </a:lnTo>
                  <a:lnTo>
                    <a:pt x="83972" y="22171"/>
                  </a:lnTo>
                  <a:lnTo>
                    <a:pt x="79423" y="24877"/>
                  </a:lnTo>
                  <a:lnTo>
                    <a:pt x="74963" y="27726"/>
                  </a:lnTo>
                  <a:lnTo>
                    <a:pt x="70595" y="30715"/>
                  </a:lnTo>
                  <a:lnTo>
                    <a:pt x="66324" y="33840"/>
                  </a:lnTo>
                  <a:lnTo>
                    <a:pt x="62154" y="37099"/>
                  </a:lnTo>
                  <a:lnTo>
                    <a:pt x="58089" y="40488"/>
                  </a:lnTo>
                  <a:lnTo>
                    <a:pt x="54134" y="44005"/>
                  </a:lnTo>
                  <a:lnTo>
                    <a:pt x="50292" y="47644"/>
                  </a:lnTo>
                  <a:lnTo>
                    <a:pt x="46567" y="51404"/>
                  </a:lnTo>
                  <a:lnTo>
                    <a:pt x="42963" y="55280"/>
                  </a:lnTo>
                  <a:lnTo>
                    <a:pt x="39483" y="59267"/>
                  </a:lnTo>
                  <a:lnTo>
                    <a:pt x="36131" y="63363"/>
                  </a:lnTo>
                  <a:lnTo>
                    <a:pt x="32911" y="67563"/>
                  </a:lnTo>
                  <a:lnTo>
                    <a:pt x="29825" y="71863"/>
                  </a:lnTo>
                  <a:lnTo>
                    <a:pt x="26877" y="76258"/>
                  </a:lnTo>
                  <a:lnTo>
                    <a:pt x="24070" y="80745"/>
                  </a:lnTo>
                  <a:lnTo>
                    <a:pt x="21406" y="85318"/>
                  </a:lnTo>
                  <a:lnTo>
                    <a:pt x="18888" y="89973"/>
                  </a:lnTo>
                  <a:lnTo>
                    <a:pt x="16519" y="94705"/>
                  </a:lnTo>
                  <a:lnTo>
                    <a:pt x="14300" y="99511"/>
                  </a:lnTo>
                  <a:lnTo>
                    <a:pt x="12235" y="104384"/>
                  </a:lnTo>
                  <a:lnTo>
                    <a:pt x="10325" y="109319"/>
                  </a:lnTo>
                  <a:lnTo>
                    <a:pt x="8573" y="114313"/>
                  </a:lnTo>
                  <a:lnTo>
                    <a:pt x="6979" y="119360"/>
                  </a:lnTo>
                  <a:lnTo>
                    <a:pt x="5546" y="124455"/>
                  </a:lnTo>
                  <a:lnTo>
                    <a:pt x="4275" y="129592"/>
                  </a:lnTo>
                  <a:lnTo>
                    <a:pt x="3167" y="134768"/>
                  </a:lnTo>
                  <a:lnTo>
                    <a:pt x="2224" y="139975"/>
                  </a:lnTo>
                  <a:lnTo>
                    <a:pt x="1446" y="145210"/>
                  </a:lnTo>
                  <a:lnTo>
                    <a:pt x="834" y="150467"/>
                  </a:lnTo>
                  <a:lnTo>
                    <a:pt x="388" y="155741"/>
                  </a:lnTo>
                  <a:lnTo>
                    <a:pt x="110" y="161026"/>
                  </a:lnTo>
                  <a:lnTo>
                    <a:pt x="0" y="166317"/>
                  </a:lnTo>
                  <a:lnTo>
                    <a:pt x="56" y="171609"/>
                  </a:lnTo>
                  <a:lnTo>
                    <a:pt x="281" y="176897"/>
                  </a:lnTo>
                  <a:lnTo>
                    <a:pt x="672" y="182175"/>
                  </a:lnTo>
                  <a:lnTo>
                    <a:pt x="1231" y="187438"/>
                  </a:lnTo>
                  <a:lnTo>
                    <a:pt x="1956" y="192680"/>
                  </a:lnTo>
                  <a:lnTo>
                    <a:pt x="2846" y="197897"/>
                  </a:lnTo>
                  <a:lnTo>
                    <a:pt x="3901" y="203084"/>
                  </a:lnTo>
                  <a:lnTo>
                    <a:pt x="5120" y="208234"/>
                  </a:lnTo>
                  <a:lnTo>
                    <a:pt x="6501" y="213343"/>
                  </a:lnTo>
                  <a:lnTo>
                    <a:pt x="8044" y="218406"/>
                  </a:lnTo>
                  <a:lnTo>
                    <a:pt x="9745" y="223417"/>
                  </a:lnTo>
                  <a:lnTo>
                    <a:pt x="11605" y="228372"/>
                  </a:lnTo>
                  <a:lnTo>
                    <a:pt x="13620" y="233266"/>
                  </a:lnTo>
                  <a:lnTo>
                    <a:pt x="15790" y="238093"/>
                  </a:lnTo>
                  <a:lnTo>
                    <a:pt x="18111" y="242849"/>
                  </a:lnTo>
                  <a:lnTo>
                    <a:pt x="20581" y="247530"/>
                  </a:lnTo>
                  <a:lnTo>
                    <a:pt x="23199" y="252130"/>
                  </a:lnTo>
                  <a:lnTo>
                    <a:pt x="25960" y="256645"/>
                  </a:lnTo>
                  <a:lnTo>
                    <a:pt x="28864" y="261070"/>
                  </a:lnTo>
                  <a:lnTo>
                    <a:pt x="31905" y="265401"/>
                  </a:lnTo>
                  <a:lnTo>
                    <a:pt x="35083" y="269633"/>
                  </a:lnTo>
                  <a:lnTo>
                    <a:pt x="38393" y="273763"/>
                  </a:lnTo>
                  <a:lnTo>
                    <a:pt x="41832" y="277786"/>
                  </a:lnTo>
                  <a:lnTo>
                    <a:pt x="45396" y="281698"/>
                  </a:lnTo>
                  <a:lnTo>
                    <a:pt x="49083" y="285495"/>
                  </a:lnTo>
                  <a:lnTo>
                    <a:pt x="52888" y="289174"/>
                  </a:lnTo>
                  <a:lnTo>
                    <a:pt x="56807" y="292730"/>
                  </a:lnTo>
                  <a:lnTo>
                    <a:pt x="60837" y="296161"/>
                  </a:lnTo>
                  <a:lnTo>
                    <a:pt x="64974" y="299462"/>
                  </a:lnTo>
                  <a:lnTo>
                    <a:pt x="69213" y="302631"/>
                  </a:lnTo>
                  <a:lnTo>
                    <a:pt x="73550" y="305663"/>
                  </a:lnTo>
                  <a:lnTo>
                    <a:pt x="77981" y="308557"/>
                  </a:lnTo>
                  <a:lnTo>
                    <a:pt x="82502" y="311310"/>
                  </a:lnTo>
                  <a:lnTo>
                    <a:pt x="87107" y="313917"/>
                  </a:lnTo>
                  <a:lnTo>
                    <a:pt x="91793" y="316378"/>
                  </a:lnTo>
                  <a:lnTo>
                    <a:pt x="96554" y="318689"/>
                  </a:lnTo>
                  <a:lnTo>
                    <a:pt x="101386" y="320849"/>
                  </a:lnTo>
                  <a:lnTo>
                    <a:pt x="106284" y="322854"/>
                  </a:lnTo>
                  <a:lnTo>
                    <a:pt x="111242" y="324703"/>
                  </a:lnTo>
                  <a:lnTo>
                    <a:pt x="116257" y="326394"/>
                  </a:lnTo>
                  <a:lnTo>
                    <a:pt x="121323" y="327926"/>
                  </a:lnTo>
                  <a:lnTo>
                    <a:pt x="126435" y="329297"/>
                  </a:lnTo>
                  <a:lnTo>
                    <a:pt x="131588" y="330505"/>
                  </a:lnTo>
                  <a:lnTo>
                    <a:pt x="136776" y="331549"/>
                  </a:lnTo>
                  <a:lnTo>
                    <a:pt x="141995" y="332429"/>
                  </a:lnTo>
                  <a:lnTo>
                    <a:pt x="147239" y="333143"/>
                  </a:lnTo>
                  <a:lnTo>
                    <a:pt x="152503" y="333690"/>
                  </a:lnTo>
                  <a:lnTo>
                    <a:pt x="157782" y="334071"/>
                  </a:lnTo>
                  <a:lnTo>
                    <a:pt x="163070" y="334284"/>
                  </a:lnTo>
                  <a:lnTo>
                    <a:pt x="168362" y="334330"/>
                  </a:lnTo>
                  <a:lnTo>
                    <a:pt x="173654" y="334208"/>
                  </a:lnTo>
                  <a:lnTo>
                    <a:pt x="178938" y="333919"/>
                  </a:lnTo>
                  <a:lnTo>
                    <a:pt x="184211" y="333463"/>
                  </a:lnTo>
                  <a:lnTo>
                    <a:pt x="189466" y="332840"/>
                  </a:lnTo>
                  <a:lnTo>
                    <a:pt x="194700" y="332051"/>
                  </a:lnTo>
                  <a:lnTo>
                    <a:pt x="199905" y="331097"/>
                  </a:lnTo>
                  <a:lnTo>
                    <a:pt x="205078" y="329978"/>
                  </a:lnTo>
                  <a:lnTo>
                    <a:pt x="210213" y="328696"/>
                  </a:lnTo>
                  <a:lnTo>
                    <a:pt x="215305" y="327253"/>
                  </a:lnTo>
                  <a:lnTo>
                    <a:pt x="220348" y="325649"/>
                  </a:lnTo>
                  <a:lnTo>
                    <a:pt x="225339" y="323886"/>
                  </a:lnTo>
                  <a:lnTo>
                    <a:pt x="230271" y="321966"/>
                  </a:lnTo>
                  <a:lnTo>
                    <a:pt x="235139" y="319890"/>
                  </a:lnTo>
                  <a:lnTo>
                    <a:pt x="239940" y="317662"/>
                  </a:lnTo>
                  <a:lnTo>
                    <a:pt x="244667" y="315283"/>
                  </a:lnTo>
                  <a:lnTo>
                    <a:pt x="249317" y="312755"/>
                  </a:lnTo>
                  <a:lnTo>
                    <a:pt x="253885" y="310082"/>
                  </a:lnTo>
                  <a:lnTo>
                    <a:pt x="258365" y="307265"/>
                  </a:lnTo>
                  <a:lnTo>
                    <a:pt x="262754" y="304308"/>
                  </a:lnTo>
                  <a:lnTo>
                    <a:pt x="267048" y="301213"/>
                  </a:lnTo>
                  <a:lnTo>
                    <a:pt x="271241" y="297984"/>
                  </a:lnTo>
                  <a:lnTo>
                    <a:pt x="275330" y="294624"/>
                  </a:lnTo>
                  <a:lnTo>
                    <a:pt x="279310" y="291136"/>
                  </a:lnTo>
                  <a:lnTo>
                    <a:pt x="283179" y="287524"/>
                  </a:lnTo>
                  <a:lnTo>
                    <a:pt x="286930" y="283791"/>
                  </a:lnTo>
                  <a:lnTo>
                    <a:pt x="290562" y="279941"/>
                  </a:lnTo>
                  <a:lnTo>
                    <a:pt x="294070" y="275979"/>
                  </a:lnTo>
                  <a:lnTo>
                    <a:pt x="297451" y="271907"/>
                  </a:lnTo>
                  <a:lnTo>
                    <a:pt x="300701" y="267730"/>
                  </a:lnTo>
                  <a:lnTo>
                    <a:pt x="303818" y="263452"/>
                  </a:lnTo>
                  <a:lnTo>
                    <a:pt x="306797" y="259078"/>
                  </a:lnTo>
                  <a:lnTo>
                    <a:pt x="309637" y="254612"/>
                  </a:lnTo>
                  <a:lnTo>
                    <a:pt x="312334" y="250058"/>
                  </a:lnTo>
                  <a:lnTo>
                    <a:pt x="314885" y="245421"/>
                  </a:lnTo>
                  <a:lnTo>
                    <a:pt x="317288" y="240706"/>
                  </a:lnTo>
                  <a:lnTo>
                    <a:pt x="319541" y="235917"/>
                  </a:lnTo>
                  <a:lnTo>
                    <a:pt x="321641" y="231059"/>
                  </a:lnTo>
                  <a:lnTo>
                    <a:pt x="323586" y="226137"/>
                  </a:lnTo>
                  <a:lnTo>
                    <a:pt x="325374" y="221156"/>
                  </a:lnTo>
                  <a:lnTo>
                    <a:pt x="327004" y="216120"/>
                  </a:lnTo>
                  <a:lnTo>
                    <a:pt x="328473" y="211036"/>
                  </a:lnTo>
                  <a:lnTo>
                    <a:pt x="329781" y="205908"/>
                  </a:lnTo>
                  <a:lnTo>
                    <a:pt x="330926" y="200741"/>
                  </a:lnTo>
                  <a:lnTo>
                    <a:pt x="331907" y="195540"/>
                  </a:lnTo>
                  <a:lnTo>
                    <a:pt x="332722" y="190311"/>
                  </a:lnTo>
                  <a:lnTo>
                    <a:pt x="333372" y="185058"/>
                  </a:lnTo>
                  <a:lnTo>
                    <a:pt x="333855" y="179788"/>
                  </a:lnTo>
                  <a:lnTo>
                    <a:pt x="334171" y="174505"/>
                  </a:lnTo>
                  <a:lnTo>
                    <a:pt x="334320" y="169214"/>
                  </a:lnTo>
                  <a:lnTo>
                    <a:pt x="334301" y="163922"/>
                  </a:lnTo>
                  <a:lnTo>
                    <a:pt x="334114" y="158633"/>
                  </a:lnTo>
                  <a:lnTo>
                    <a:pt x="333760" y="153352"/>
                  </a:lnTo>
                  <a:lnTo>
                    <a:pt x="333240" y="148085"/>
                  </a:lnTo>
                  <a:lnTo>
                    <a:pt x="332552" y="142838"/>
                  </a:lnTo>
                  <a:lnTo>
                    <a:pt x="331699" y="137615"/>
                  </a:lnTo>
                  <a:lnTo>
                    <a:pt x="330681" y="132421"/>
                  </a:lnTo>
                  <a:lnTo>
                    <a:pt x="329499" y="127262"/>
                  </a:lnTo>
                  <a:lnTo>
                    <a:pt x="328155" y="122143"/>
                  </a:lnTo>
                  <a:lnTo>
                    <a:pt x="326649" y="117070"/>
                  </a:lnTo>
                  <a:lnTo>
                    <a:pt x="324983" y="112046"/>
                  </a:lnTo>
                  <a:lnTo>
                    <a:pt x="323159" y="107078"/>
                  </a:lnTo>
                  <a:lnTo>
                    <a:pt x="321179" y="102170"/>
                  </a:lnTo>
                  <a:lnTo>
                    <a:pt x="319044" y="97327"/>
                  </a:lnTo>
                  <a:lnTo>
                    <a:pt x="316757" y="92554"/>
                  </a:lnTo>
                  <a:lnTo>
                    <a:pt x="314320" y="87856"/>
                  </a:lnTo>
                  <a:lnTo>
                    <a:pt x="311736" y="83238"/>
                  </a:lnTo>
                  <a:lnTo>
                    <a:pt x="309007" y="78703"/>
                  </a:lnTo>
                  <a:lnTo>
                    <a:pt x="306135" y="74258"/>
                  </a:lnTo>
                  <a:lnTo>
                    <a:pt x="303125" y="69905"/>
                  </a:lnTo>
                  <a:lnTo>
                    <a:pt x="299977" y="65650"/>
                  </a:lnTo>
                  <a:lnTo>
                    <a:pt x="296697" y="61496"/>
                  </a:lnTo>
                  <a:lnTo>
                    <a:pt x="293287" y="57449"/>
                  </a:lnTo>
                  <a:lnTo>
                    <a:pt x="289751" y="53511"/>
                  </a:lnTo>
                  <a:lnTo>
                    <a:pt x="286092" y="49688"/>
                  </a:lnTo>
                  <a:lnTo>
                    <a:pt x="282313" y="45982"/>
                  </a:lnTo>
                  <a:lnTo>
                    <a:pt x="278419" y="42398"/>
                  </a:lnTo>
                  <a:lnTo>
                    <a:pt x="274414" y="38938"/>
                  </a:lnTo>
                  <a:lnTo>
                    <a:pt x="270301" y="35608"/>
                  </a:lnTo>
                  <a:lnTo>
                    <a:pt x="266085" y="32409"/>
                  </a:lnTo>
                  <a:lnTo>
                    <a:pt x="261769" y="29345"/>
                  </a:lnTo>
                  <a:lnTo>
                    <a:pt x="257359" y="26419"/>
                  </a:lnTo>
                  <a:lnTo>
                    <a:pt x="252858" y="23635"/>
                  </a:lnTo>
                  <a:lnTo>
                    <a:pt x="248272" y="20994"/>
                  </a:lnTo>
                  <a:lnTo>
                    <a:pt x="243604" y="18500"/>
                  </a:lnTo>
                  <a:lnTo>
                    <a:pt x="238860" y="16154"/>
                  </a:lnTo>
                  <a:lnTo>
                    <a:pt x="234043" y="13960"/>
                  </a:lnTo>
                  <a:lnTo>
                    <a:pt x="229160" y="11920"/>
                  </a:lnTo>
                  <a:lnTo>
                    <a:pt x="224214" y="10035"/>
                  </a:lnTo>
                  <a:lnTo>
                    <a:pt x="219212" y="8308"/>
                  </a:lnTo>
                  <a:lnTo>
                    <a:pt x="214157" y="6740"/>
                  </a:lnTo>
                  <a:lnTo>
                    <a:pt x="209055" y="5333"/>
                  </a:lnTo>
                  <a:lnTo>
                    <a:pt x="203911" y="4088"/>
                  </a:lnTo>
                  <a:lnTo>
                    <a:pt x="198730" y="3007"/>
                  </a:lnTo>
                  <a:lnTo>
                    <a:pt x="193518" y="2090"/>
                  </a:lnTo>
                  <a:lnTo>
                    <a:pt x="188279" y="1338"/>
                  </a:lnTo>
                  <a:lnTo>
                    <a:pt x="183019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3602" y="4213821"/>
              <a:ext cx="7685" cy="167167"/>
            </a:xfrm>
            <a:custGeom>
              <a:avLst/>
              <a:pathLst>
                <a:path w="7685" h="167167">
                  <a:moveTo>
                    <a:pt x="7685" y="0"/>
                  </a:moveTo>
                  <a:lnTo>
                    <a:pt x="0" y="176"/>
                  </a:lnTo>
                  <a:lnTo>
                    <a:pt x="768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3602" y="4213998"/>
              <a:ext cx="7685" cy="166990"/>
            </a:xfrm>
            <a:custGeom>
              <a:avLst/>
              <a:pathLst>
                <a:path w="7685" h="166990">
                  <a:moveTo>
                    <a:pt x="0" y="0"/>
                  </a:moveTo>
                  <a:lnTo>
                    <a:pt x="7685" y="1669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22" y="4213821"/>
              <a:ext cx="334316" cy="334331"/>
            </a:xfrm>
            <a:custGeom>
              <a:avLst/>
              <a:pathLst>
                <a:path w="334316" h="334331">
                  <a:moveTo>
                    <a:pt x="159479" y="176"/>
                  </a:moveTo>
                  <a:lnTo>
                    <a:pt x="154198" y="503"/>
                  </a:lnTo>
                  <a:lnTo>
                    <a:pt x="148931" y="997"/>
                  </a:lnTo>
                  <a:lnTo>
                    <a:pt x="143681" y="1657"/>
                  </a:lnTo>
                  <a:lnTo>
                    <a:pt x="138455" y="2483"/>
                  </a:lnTo>
                  <a:lnTo>
                    <a:pt x="133258" y="3474"/>
                  </a:lnTo>
                  <a:lnTo>
                    <a:pt x="128095" y="4629"/>
                  </a:lnTo>
                  <a:lnTo>
                    <a:pt x="122971" y="5947"/>
                  </a:lnTo>
                  <a:lnTo>
                    <a:pt x="117891" y="7426"/>
                  </a:lnTo>
                  <a:lnTo>
                    <a:pt x="112861" y="9065"/>
                  </a:lnTo>
                  <a:lnTo>
                    <a:pt x="107885" y="10863"/>
                  </a:lnTo>
                  <a:lnTo>
                    <a:pt x="102968" y="12817"/>
                  </a:lnTo>
                  <a:lnTo>
                    <a:pt x="98116" y="14926"/>
                  </a:lnTo>
                  <a:lnTo>
                    <a:pt x="93333" y="17187"/>
                  </a:lnTo>
                  <a:lnTo>
                    <a:pt x="88623" y="19599"/>
                  </a:lnTo>
                  <a:lnTo>
                    <a:pt x="83993" y="22158"/>
                  </a:lnTo>
                  <a:lnTo>
                    <a:pt x="79446" y="24863"/>
                  </a:lnTo>
                  <a:lnTo>
                    <a:pt x="74986" y="27710"/>
                  </a:lnTo>
                  <a:lnTo>
                    <a:pt x="70619" y="30697"/>
                  </a:lnTo>
                  <a:lnTo>
                    <a:pt x="66349" y="33820"/>
                  </a:lnTo>
                  <a:lnTo>
                    <a:pt x="62180" y="37078"/>
                  </a:lnTo>
                  <a:lnTo>
                    <a:pt x="58115" y="40465"/>
                  </a:lnTo>
                  <a:lnTo>
                    <a:pt x="54160" y="43979"/>
                  </a:lnTo>
                  <a:lnTo>
                    <a:pt x="50319" y="47617"/>
                  </a:lnTo>
                  <a:lnTo>
                    <a:pt x="46594" y="51375"/>
                  </a:lnTo>
                  <a:lnTo>
                    <a:pt x="42990" y="55248"/>
                  </a:lnTo>
                  <a:lnTo>
                    <a:pt x="39511" y="59234"/>
                  </a:lnTo>
                  <a:lnTo>
                    <a:pt x="36159" y="63328"/>
                  </a:lnTo>
                  <a:lnTo>
                    <a:pt x="32938" y="67525"/>
                  </a:lnTo>
                  <a:lnTo>
                    <a:pt x="29852" y="71823"/>
                  </a:lnTo>
                  <a:lnTo>
                    <a:pt x="26904" y="76216"/>
                  </a:lnTo>
                  <a:lnTo>
                    <a:pt x="24096" y="80700"/>
                  </a:lnTo>
                  <a:lnTo>
                    <a:pt x="21431" y="85271"/>
                  </a:lnTo>
                  <a:lnTo>
                    <a:pt x="18913" y="89924"/>
                  </a:lnTo>
                  <a:lnTo>
                    <a:pt x="16543" y="94654"/>
                  </a:lnTo>
                  <a:lnTo>
                    <a:pt x="14323" y="99457"/>
                  </a:lnTo>
                  <a:lnTo>
                    <a:pt x="12257" y="104328"/>
                  </a:lnTo>
                  <a:lnTo>
                    <a:pt x="10346" y="109261"/>
                  </a:lnTo>
                  <a:lnTo>
                    <a:pt x="8592" y="114253"/>
                  </a:lnTo>
                  <a:lnTo>
                    <a:pt x="6997" y="119297"/>
                  </a:lnTo>
                  <a:lnTo>
                    <a:pt x="5563" y="124390"/>
                  </a:lnTo>
                  <a:lnTo>
                    <a:pt x="4290" y="129525"/>
                  </a:lnTo>
                  <a:lnTo>
                    <a:pt x="3180" y="134698"/>
                  </a:lnTo>
                  <a:lnTo>
                    <a:pt x="2235" y="139904"/>
                  </a:lnTo>
                  <a:lnTo>
                    <a:pt x="1455" y="145137"/>
                  </a:lnTo>
                  <a:lnTo>
                    <a:pt x="841" y="150392"/>
                  </a:lnTo>
                  <a:lnTo>
                    <a:pt x="393" y="155664"/>
                  </a:lnTo>
                  <a:lnTo>
                    <a:pt x="113" y="160947"/>
                  </a:lnTo>
                  <a:lnTo>
                    <a:pt x="0" y="166237"/>
                  </a:lnTo>
                  <a:lnTo>
                    <a:pt x="54" y="171527"/>
                  </a:lnTo>
                  <a:lnTo>
                    <a:pt x="275" y="176813"/>
                  </a:lnTo>
                  <a:lnTo>
                    <a:pt x="664" y="182090"/>
                  </a:lnTo>
                  <a:lnTo>
                    <a:pt x="1220" y="187351"/>
                  </a:lnTo>
                  <a:lnTo>
                    <a:pt x="1942" y="192593"/>
                  </a:lnTo>
                  <a:lnTo>
                    <a:pt x="2829" y="197809"/>
                  </a:lnTo>
                  <a:lnTo>
                    <a:pt x="3881" y="202994"/>
                  </a:lnTo>
                  <a:lnTo>
                    <a:pt x="5097" y="208143"/>
                  </a:lnTo>
                  <a:lnTo>
                    <a:pt x="6475" y="213251"/>
                  </a:lnTo>
                  <a:lnTo>
                    <a:pt x="8014" y="218313"/>
                  </a:lnTo>
                  <a:lnTo>
                    <a:pt x="9712" y="223324"/>
                  </a:lnTo>
                  <a:lnTo>
                    <a:pt x="11568" y="228279"/>
                  </a:lnTo>
                  <a:lnTo>
                    <a:pt x="13580" y="233172"/>
                  </a:lnTo>
                  <a:lnTo>
                    <a:pt x="15745" y="237999"/>
                  </a:lnTo>
                  <a:lnTo>
                    <a:pt x="18063" y="242755"/>
                  </a:lnTo>
                  <a:lnTo>
                    <a:pt x="20529" y="247436"/>
                  </a:lnTo>
                  <a:lnTo>
                    <a:pt x="23143" y="252036"/>
                  </a:lnTo>
                  <a:lnTo>
                    <a:pt x="25901" y="256551"/>
                  </a:lnTo>
                  <a:lnTo>
                    <a:pt x="28800" y="260977"/>
                  </a:lnTo>
                  <a:lnTo>
                    <a:pt x="31838" y="265308"/>
                  </a:lnTo>
                  <a:lnTo>
                    <a:pt x="35012" y="269542"/>
                  </a:lnTo>
                  <a:lnTo>
                    <a:pt x="38318" y="273673"/>
                  </a:lnTo>
                  <a:lnTo>
                    <a:pt x="41753" y="277697"/>
                  </a:lnTo>
                  <a:lnTo>
                    <a:pt x="45313" y="281610"/>
                  </a:lnTo>
                  <a:lnTo>
                    <a:pt x="48996" y="285409"/>
                  </a:lnTo>
                  <a:lnTo>
                    <a:pt x="52797" y="289089"/>
                  </a:lnTo>
                  <a:lnTo>
                    <a:pt x="56713" y="292647"/>
                  </a:lnTo>
                  <a:lnTo>
                    <a:pt x="60739" y="296080"/>
                  </a:lnTo>
                  <a:lnTo>
                    <a:pt x="64872" y="299383"/>
                  </a:lnTo>
                  <a:lnTo>
                    <a:pt x="69107" y="302554"/>
                  </a:lnTo>
                  <a:lnTo>
                    <a:pt x="73441" y="305589"/>
                  </a:lnTo>
                  <a:lnTo>
                    <a:pt x="77868" y="308486"/>
                  </a:lnTo>
                  <a:lnTo>
                    <a:pt x="82385" y="311241"/>
                  </a:lnTo>
                  <a:lnTo>
                    <a:pt x="86987" y="313852"/>
                  </a:lnTo>
                  <a:lnTo>
                    <a:pt x="91669" y="316315"/>
                  </a:lnTo>
                  <a:lnTo>
                    <a:pt x="96426" y="318630"/>
                  </a:lnTo>
                  <a:lnTo>
                    <a:pt x="101255" y="320793"/>
                  </a:lnTo>
                  <a:lnTo>
                    <a:pt x="106150" y="322801"/>
                  </a:lnTo>
                  <a:lnTo>
                    <a:pt x="111105" y="324654"/>
                  </a:lnTo>
                  <a:lnTo>
                    <a:pt x="116117" y="326349"/>
                  </a:lnTo>
                  <a:lnTo>
                    <a:pt x="121180" y="327885"/>
                  </a:lnTo>
                  <a:lnTo>
                    <a:pt x="126289" y="329260"/>
                  </a:lnTo>
                  <a:lnTo>
                    <a:pt x="131439" y="330472"/>
                  </a:lnTo>
                  <a:lnTo>
                    <a:pt x="136625" y="331521"/>
                  </a:lnTo>
                  <a:lnTo>
                    <a:pt x="141841" y="332405"/>
                  </a:lnTo>
                  <a:lnTo>
                    <a:pt x="147083" y="333124"/>
                  </a:lnTo>
                  <a:lnTo>
                    <a:pt x="152345" y="333676"/>
                  </a:lnTo>
                  <a:lnTo>
                    <a:pt x="157622" y="334061"/>
                  </a:lnTo>
                  <a:lnTo>
                    <a:pt x="162908" y="334280"/>
                  </a:lnTo>
                  <a:lnTo>
                    <a:pt x="168199" y="334331"/>
                  </a:lnTo>
                  <a:lnTo>
                    <a:pt x="173488" y="334214"/>
                  </a:lnTo>
                  <a:lnTo>
                    <a:pt x="178771" y="333931"/>
                  </a:lnTo>
                  <a:lnTo>
                    <a:pt x="184043" y="333480"/>
                  </a:lnTo>
                  <a:lnTo>
                    <a:pt x="189297" y="332862"/>
                  </a:lnTo>
                  <a:lnTo>
                    <a:pt x="194530" y="332079"/>
                  </a:lnTo>
                  <a:lnTo>
                    <a:pt x="199735" y="331130"/>
                  </a:lnTo>
                  <a:lnTo>
                    <a:pt x="204907" y="330018"/>
                  </a:lnTo>
                  <a:lnTo>
                    <a:pt x="210042" y="328742"/>
                  </a:lnTo>
                  <a:lnTo>
                    <a:pt x="215134" y="327304"/>
                  </a:lnTo>
                  <a:lnTo>
                    <a:pt x="220177" y="325706"/>
                  </a:lnTo>
                  <a:lnTo>
                    <a:pt x="225168" y="323948"/>
                  </a:lnTo>
                  <a:lnTo>
                    <a:pt x="230100" y="322034"/>
                  </a:lnTo>
                  <a:lnTo>
                    <a:pt x="234970" y="319965"/>
                  </a:lnTo>
                  <a:lnTo>
                    <a:pt x="239771" y="317743"/>
                  </a:lnTo>
                  <a:lnTo>
                    <a:pt x="244500" y="315370"/>
                  </a:lnTo>
                  <a:lnTo>
                    <a:pt x="249151" y="312848"/>
                  </a:lnTo>
                  <a:lnTo>
                    <a:pt x="253720" y="310181"/>
                  </a:lnTo>
                  <a:lnTo>
                    <a:pt x="258203" y="307370"/>
                  </a:lnTo>
                  <a:lnTo>
                    <a:pt x="262594" y="304419"/>
                  </a:lnTo>
                  <a:lnTo>
                    <a:pt x="266889" y="301330"/>
                  </a:lnTo>
                  <a:lnTo>
                    <a:pt x="271085" y="298107"/>
                  </a:lnTo>
                  <a:lnTo>
                    <a:pt x="275177" y="294753"/>
                  </a:lnTo>
                  <a:lnTo>
                    <a:pt x="279160" y="291271"/>
                  </a:lnTo>
                  <a:lnTo>
                    <a:pt x="283032" y="287665"/>
                  </a:lnTo>
                  <a:lnTo>
                    <a:pt x="286787" y="283938"/>
                  </a:lnTo>
                  <a:lnTo>
                    <a:pt x="290422" y="280094"/>
                  </a:lnTo>
                  <a:lnTo>
                    <a:pt x="293934" y="276136"/>
                  </a:lnTo>
                  <a:lnTo>
                    <a:pt x="297319" y="272070"/>
                  </a:lnTo>
                  <a:lnTo>
                    <a:pt x="300573" y="267899"/>
                  </a:lnTo>
                  <a:lnTo>
                    <a:pt x="303694" y="263626"/>
                  </a:lnTo>
                  <a:lnTo>
                    <a:pt x="306679" y="259258"/>
                  </a:lnTo>
                  <a:lnTo>
                    <a:pt x="309523" y="254796"/>
                  </a:lnTo>
                  <a:lnTo>
                    <a:pt x="312225" y="250248"/>
                  </a:lnTo>
                  <a:lnTo>
                    <a:pt x="314781" y="245615"/>
                  </a:lnTo>
                  <a:lnTo>
                    <a:pt x="317190" y="240905"/>
                  </a:lnTo>
                  <a:lnTo>
                    <a:pt x="319448" y="236120"/>
                  </a:lnTo>
                  <a:lnTo>
                    <a:pt x="321554" y="231266"/>
                  </a:lnTo>
                  <a:lnTo>
                    <a:pt x="323505" y="226349"/>
                  </a:lnTo>
                  <a:lnTo>
                    <a:pt x="325300" y="221371"/>
                  </a:lnTo>
                  <a:lnTo>
                    <a:pt x="326936" y="216340"/>
                  </a:lnTo>
                  <a:lnTo>
                    <a:pt x="328412" y="211259"/>
                  </a:lnTo>
                  <a:lnTo>
                    <a:pt x="329727" y="206134"/>
                  </a:lnTo>
                  <a:lnTo>
                    <a:pt x="330878" y="200971"/>
                  </a:lnTo>
                  <a:lnTo>
                    <a:pt x="331866" y="195773"/>
                  </a:lnTo>
                  <a:lnTo>
                    <a:pt x="332689" y="190546"/>
                  </a:lnTo>
                  <a:lnTo>
                    <a:pt x="333346" y="185297"/>
                  </a:lnTo>
                  <a:lnTo>
                    <a:pt x="333836" y="180029"/>
                  </a:lnTo>
                  <a:lnTo>
                    <a:pt x="334160" y="174748"/>
                  </a:lnTo>
                  <a:lnTo>
                    <a:pt x="334316" y="169459"/>
                  </a:lnTo>
                  <a:lnTo>
                    <a:pt x="334305" y="164168"/>
                  </a:lnTo>
                  <a:lnTo>
                    <a:pt x="334126" y="158881"/>
                  </a:lnTo>
                  <a:lnTo>
                    <a:pt x="333780" y="153601"/>
                  </a:lnTo>
                  <a:lnTo>
                    <a:pt x="333268" y="148335"/>
                  </a:lnTo>
                  <a:lnTo>
                    <a:pt x="332589" y="143088"/>
                  </a:lnTo>
                  <a:lnTo>
                    <a:pt x="331744" y="137865"/>
                  </a:lnTo>
                  <a:lnTo>
                    <a:pt x="330734" y="132672"/>
                  </a:lnTo>
                  <a:lnTo>
                    <a:pt x="329561" y="127513"/>
                  </a:lnTo>
                  <a:lnTo>
                    <a:pt x="328224" y="122394"/>
                  </a:lnTo>
                  <a:lnTo>
                    <a:pt x="326727" y="117319"/>
                  </a:lnTo>
                  <a:lnTo>
                    <a:pt x="325069" y="112295"/>
                  </a:lnTo>
                  <a:lnTo>
                    <a:pt x="323254" y="107325"/>
                  </a:lnTo>
                  <a:lnTo>
                    <a:pt x="321282" y="102416"/>
                  </a:lnTo>
                  <a:lnTo>
                    <a:pt x="319156" y="97571"/>
                  </a:lnTo>
                  <a:lnTo>
                    <a:pt x="316877" y="92796"/>
                  </a:lnTo>
                  <a:lnTo>
                    <a:pt x="314449" y="88095"/>
                  </a:lnTo>
                  <a:lnTo>
                    <a:pt x="311873" y="83474"/>
                  </a:lnTo>
                  <a:lnTo>
                    <a:pt x="309152" y="78937"/>
                  </a:lnTo>
                  <a:lnTo>
                    <a:pt x="306289" y="74487"/>
                  </a:lnTo>
                  <a:lnTo>
                    <a:pt x="303286" y="70131"/>
                  </a:lnTo>
                  <a:lnTo>
                    <a:pt x="300147" y="65872"/>
                  </a:lnTo>
                  <a:lnTo>
                    <a:pt x="296875" y="61715"/>
                  </a:lnTo>
                  <a:lnTo>
                    <a:pt x="293473" y="57663"/>
                  </a:lnTo>
                  <a:lnTo>
                    <a:pt x="289944" y="53720"/>
                  </a:lnTo>
                  <a:lnTo>
                    <a:pt x="286293" y="49892"/>
                  </a:lnTo>
                  <a:lnTo>
                    <a:pt x="282522" y="46181"/>
                  </a:lnTo>
                  <a:lnTo>
                    <a:pt x="278635" y="42591"/>
                  </a:lnTo>
                  <a:lnTo>
                    <a:pt x="274637" y="39125"/>
                  </a:lnTo>
                  <a:lnTo>
                    <a:pt x="270531" y="35789"/>
                  </a:lnTo>
                  <a:lnTo>
                    <a:pt x="266322" y="32583"/>
                  </a:lnTo>
                  <a:lnTo>
                    <a:pt x="262013" y="29513"/>
                  </a:lnTo>
                  <a:lnTo>
                    <a:pt x="257610" y="26580"/>
                  </a:lnTo>
                  <a:lnTo>
                    <a:pt x="253116" y="23788"/>
                  </a:lnTo>
                  <a:lnTo>
                    <a:pt x="248535" y="21140"/>
                  </a:lnTo>
                  <a:lnTo>
                    <a:pt x="243873" y="18638"/>
                  </a:lnTo>
                  <a:lnTo>
                    <a:pt x="239135" y="16285"/>
                  </a:lnTo>
                  <a:lnTo>
                    <a:pt x="234324" y="14083"/>
                  </a:lnTo>
                  <a:lnTo>
                    <a:pt x="229446" y="12035"/>
                  </a:lnTo>
                  <a:lnTo>
                    <a:pt x="224505" y="10141"/>
                  </a:lnTo>
                  <a:lnTo>
                    <a:pt x="219508" y="8405"/>
                  </a:lnTo>
                  <a:lnTo>
                    <a:pt x="214457" y="6828"/>
                  </a:lnTo>
                  <a:lnTo>
                    <a:pt x="209360" y="5412"/>
                  </a:lnTo>
                  <a:lnTo>
                    <a:pt x="204220" y="4158"/>
                  </a:lnTo>
                  <a:lnTo>
                    <a:pt x="199042" y="3067"/>
                  </a:lnTo>
                  <a:lnTo>
                    <a:pt x="193833" y="2140"/>
                  </a:lnTo>
                  <a:lnTo>
                    <a:pt x="188598" y="1379"/>
                  </a:lnTo>
                  <a:lnTo>
                    <a:pt x="183341" y="784"/>
                  </a:lnTo>
                  <a:lnTo>
                    <a:pt x="178067" y="355"/>
                  </a:lnTo>
                  <a:lnTo>
                    <a:pt x="172783" y="94"/>
                  </a:lnTo>
                  <a:lnTo>
                    <a:pt x="167493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328" cy="167167"/>
            </a:xfrm>
            <a:custGeom>
              <a:avLst/>
              <a:pathLst>
                <a:path w="328" h="167167">
                  <a:moveTo>
                    <a:pt x="328" y="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652" y="4659281"/>
              <a:ext cx="1872" cy="167167"/>
            </a:xfrm>
            <a:custGeom>
              <a:avLst/>
              <a:pathLst>
                <a:path w="1872" h="167167">
                  <a:moveTo>
                    <a:pt x="1872" y="0"/>
                  </a:moveTo>
                  <a:lnTo>
                    <a:pt x="0" y="10"/>
                  </a:lnTo>
                  <a:lnTo>
                    <a:pt x="187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652" y="4659292"/>
              <a:ext cx="1872" cy="167156"/>
            </a:xfrm>
            <a:custGeom>
              <a:avLst/>
              <a:pathLst>
                <a:path w="1872" h="167156">
                  <a:moveTo>
                    <a:pt x="0" y="0"/>
                  </a:moveTo>
                  <a:lnTo>
                    <a:pt x="1872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41445" y="4659292"/>
              <a:ext cx="145079" cy="167156"/>
            </a:xfrm>
            <a:custGeom>
              <a:avLst/>
              <a:pathLst>
                <a:path w="145079" h="167156">
                  <a:moveTo>
                    <a:pt x="143206" y="0"/>
                  </a:moveTo>
                  <a:lnTo>
                    <a:pt x="137777" y="149"/>
                  </a:lnTo>
                  <a:lnTo>
                    <a:pt x="132356" y="474"/>
                  </a:lnTo>
                  <a:lnTo>
                    <a:pt x="126948" y="975"/>
                  </a:lnTo>
                  <a:lnTo>
                    <a:pt x="121559" y="1652"/>
                  </a:lnTo>
                  <a:lnTo>
                    <a:pt x="116195" y="2503"/>
                  </a:lnTo>
                  <a:lnTo>
                    <a:pt x="110862" y="3528"/>
                  </a:lnTo>
                  <a:lnTo>
                    <a:pt x="105564" y="4726"/>
                  </a:lnTo>
                  <a:lnTo>
                    <a:pt x="100309" y="6096"/>
                  </a:lnTo>
                  <a:lnTo>
                    <a:pt x="95100" y="7635"/>
                  </a:lnTo>
                  <a:lnTo>
                    <a:pt x="89945" y="9343"/>
                  </a:lnTo>
                  <a:lnTo>
                    <a:pt x="84847" y="11217"/>
                  </a:lnTo>
                  <a:lnTo>
                    <a:pt x="79813" y="13256"/>
                  </a:lnTo>
                  <a:lnTo>
                    <a:pt x="74848" y="15457"/>
                  </a:lnTo>
                  <a:lnTo>
                    <a:pt x="69958" y="17819"/>
                  </a:lnTo>
                  <a:lnTo>
                    <a:pt x="65146" y="20338"/>
                  </a:lnTo>
                  <a:lnTo>
                    <a:pt x="60419" y="23012"/>
                  </a:lnTo>
                  <a:lnTo>
                    <a:pt x="55781" y="25838"/>
                  </a:lnTo>
                  <a:lnTo>
                    <a:pt x="51238" y="28814"/>
                  </a:lnTo>
                  <a:lnTo>
                    <a:pt x="46793" y="31935"/>
                  </a:lnTo>
                  <a:lnTo>
                    <a:pt x="42452" y="35199"/>
                  </a:lnTo>
                  <a:lnTo>
                    <a:pt x="38220" y="38603"/>
                  </a:lnTo>
                  <a:lnTo>
                    <a:pt x="34100" y="42142"/>
                  </a:lnTo>
                  <a:lnTo>
                    <a:pt x="30098" y="45813"/>
                  </a:lnTo>
                  <a:lnTo>
                    <a:pt x="26217" y="49612"/>
                  </a:lnTo>
                  <a:lnTo>
                    <a:pt x="22461" y="53536"/>
                  </a:lnTo>
                  <a:lnTo>
                    <a:pt x="18835" y="57579"/>
                  </a:lnTo>
                  <a:lnTo>
                    <a:pt x="15342" y="61738"/>
                  </a:lnTo>
                  <a:lnTo>
                    <a:pt x="11986" y="66008"/>
                  </a:lnTo>
                  <a:lnTo>
                    <a:pt x="8770" y="70385"/>
                  </a:lnTo>
                  <a:lnTo>
                    <a:pt x="5698" y="74864"/>
                  </a:lnTo>
                  <a:lnTo>
                    <a:pt x="2774" y="79440"/>
                  </a:lnTo>
                  <a:lnTo>
                    <a:pt x="0" y="84109"/>
                  </a:lnTo>
                  <a:lnTo>
                    <a:pt x="145079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70" y="4659281"/>
              <a:ext cx="334303" cy="334334"/>
            </a:xfrm>
            <a:custGeom>
              <a:avLst/>
              <a:pathLst>
                <a:path w="334303" h="334334">
                  <a:moveTo>
                    <a:pt x="22074" y="84120"/>
                  </a:moveTo>
                  <a:lnTo>
                    <a:pt x="19514" y="88761"/>
                  </a:lnTo>
                  <a:lnTo>
                    <a:pt x="17102" y="93482"/>
                  </a:lnTo>
                  <a:lnTo>
                    <a:pt x="14842" y="98276"/>
                  </a:lnTo>
                  <a:lnTo>
                    <a:pt x="12734" y="103140"/>
                  </a:lnTo>
                  <a:lnTo>
                    <a:pt x="10782" y="108068"/>
                  </a:lnTo>
                  <a:lnTo>
                    <a:pt x="8986" y="113056"/>
                  </a:lnTo>
                  <a:lnTo>
                    <a:pt x="7350" y="118098"/>
                  </a:lnTo>
                  <a:lnTo>
                    <a:pt x="5875" y="123189"/>
                  </a:lnTo>
                  <a:lnTo>
                    <a:pt x="4562" y="128324"/>
                  </a:lnTo>
                  <a:lnTo>
                    <a:pt x="3412" y="133499"/>
                  </a:lnTo>
                  <a:lnTo>
                    <a:pt x="2427" y="138708"/>
                  </a:lnTo>
                  <a:lnTo>
                    <a:pt x="1607" y="143945"/>
                  </a:lnTo>
                  <a:lnTo>
                    <a:pt x="954" y="149205"/>
                  </a:lnTo>
                  <a:lnTo>
                    <a:pt x="468" y="154483"/>
                  </a:lnTo>
                  <a:lnTo>
                    <a:pt x="150" y="159775"/>
                  </a:lnTo>
                  <a:lnTo>
                    <a:pt x="0" y="165073"/>
                  </a:lnTo>
                  <a:lnTo>
                    <a:pt x="17" y="170374"/>
                  </a:lnTo>
                  <a:lnTo>
                    <a:pt x="203" y="175672"/>
                  </a:lnTo>
                  <a:lnTo>
                    <a:pt x="556" y="180961"/>
                  </a:lnTo>
                  <a:lnTo>
                    <a:pt x="1078" y="186236"/>
                  </a:lnTo>
                  <a:lnTo>
                    <a:pt x="1766" y="191492"/>
                  </a:lnTo>
                  <a:lnTo>
                    <a:pt x="2620" y="196723"/>
                  </a:lnTo>
                  <a:lnTo>
                    <a:pt x="3640" y="201925"/>
                  </a:lnTo>
                  <a:lnTo>
                    <a:pt x="4824" y="207092"/>
                  </a:lnTo>
                  <a:lnTo>
                    <a:pt x="6172" y="212219"/>
                  </a:lnTo>
                  <a:lnTo>
                    <a:pt x="7681" y="217300"/>
                  </a:lnTo>
                  <a:lnTo>
                    <a:pt x="9350" y="222331"/>
                  </a:lnTo>
                  <a:lnTo>
                    <a:pt x="11179" y="227306"/>
                  </a:lnTo>
                  <a:lnTo>
                    <a:pt x="13164" y="232221"/>
                  </a:lnTo>
                  <a:lnTo>
                    <a:pt x="15304" y="237071"/>
                  </a:lnTo>
                  <a:lnTo>
                    <a:pt x="17597" y="241850"/>
                  </a:lnTo>
                  <a:lnTo>
                    <a:pt x="20040" y="246555"/>
                  </a:lnTo>
                  <a:lnTo>
                    <a:pt x="22631" y="251179"/>
                  </a:lnTo>
                  <a:lnTo>
                    <a:pt x="25367" y="255719"/>
                  </a:lnTo>
                  <a:lnTo>
                    <a:pt x="28246" y="260170"/>
                  </a:lnTo>
                  <a:lnTo>
                    <a:pt x="31264" y="264527"/>
                  </a:lnTo>
                  <a:lnTo>
                    <a:pt x="34420" y="268787"/>
                  </a:lnTo>
                  <a:lnTo>
                    <a:pt x="37708" y="272944"/>
                  </a:lnTo>
                  <a:lnTo>
                    <a:pt x="41127" y="276995"/>
                  </a:lnTo>
                  <a:lnTo>
                    <a:pt x="44673" y="280936"/>
                  </a:lnTo>
                  <a:lnTo>
                    <a:pt x="48341" y="284762"/>
                  </a:lnTo>
                  <a:lnTo>
                    <a:pt x="52129" y="288470"/>
                  </a:lnTo>
                  <a:lnTo>
                    <a:pt x="56033" y="292055"/>
                  </a:lnTo>
                  <a:lnTo>
                    <a:pt x="60049" y="295516"/>
                  </a:lnTo>
                  <a:lnTo>
                    <a:pt x="64172" y="298847"/>
                  </a:lnTo>
                  <a:lnTo>
                    <a:pt x="68399" y="302046"/>
                  </a:lnTo>
                  <a:lnTo>
                    <a:pt x="72725" y="305109"/>
                  </a:lnTo>
                  <a:lnTo>
                    <a:pt x="77146" y="308034"/>
                  </a:lnTo>
                  <a:lnTo>
                    <a:pt x="81657" y="310817"/>
                  </a:lnTo>
                  <a:lnTo>
                    <a:pt x="86255" y="313455"/>
                  </a:lnTo>
                  <a:lnTo>
                    <a:pt x="90934" y="315947"/>
                  </a:lnTo>
                  <a:lnTo>
                    <a:pt x="95689" y="318289"/>
                  </a:lnTo>
                  <a:lnTo>
                    <a:pt x="100516" y="320478"/>
                  </a:lnTo>
                  <a:lnTo>
                    <a:pt x="105411" y="322514"/>
                  </a:lnTo>
                  <a:lnTo>
                    <a:pt x="110367" y="324394"/>
                  </a:lnTo>
                  <a:lnTo>
                    <a:pt x="115381" y="326115"/>
                  </a:lnTo>
                  <a:lnTo>
                    <a:pt x="120446" y="327677"/>
                  </a:lnTo>
                  <a:lnTo>
                    <a:pt x="125559" y="329077"/>
                  </a:lnTo>
                  <a:lnTo>
                    <a:pt x="130713" y="330314"/>
                  </a:lnTo>
                  <a:lnTo>
                    <a:pt x="135904" y="331388"/>
                  </a:lnTo>
                  <a:lnTo>
                    <a:pt x="141126" y="332296"/>
                  </a:lnTo>
                  <a:lnTo>
                    <a:pt x="146375" y="333038"/>
                  </a:lnTo>
                  <a:lnTo>
                    <a:pt x="151644" y="333613"/>
                  </a:lnTo>
                  <a:lnTo>
                    <a:pt x="156929" y="334021"/>
                  </a:lnTo>
                  <a:lnTo>
                    <a:pt x="162225" y="334262"/>
                  </a:lnTo>
                  <a:lnTo>
                    <a:pt x="167525" y="334334"/>
                  </a:lnTo>
                  <a:lnTo>
                    <a:pt x="172825" y="334238"/>
                  </a:lnTo>
                  <a:lnTo>
                    <a:pt x="178119" y="333974"/>
                  </a:lnTo>
                  <a:lnTo>
                    <a:pt x="183402" y="333543"/>
                  </a:lnTo>
                  <a:lnTo>
                    <a:pt x="188669" y="332944"/>
                  </a:lnTo>
                  <a:lnTo>
                    <a:pt x="193915" y="332179"/>
                  </a:lnTo>
                  <a:lnTo>
                    <a:pt x="199133" y="331247"/>
                  </a:lnTo>
                  <a:lnTo>
                    <a:pt x="204319" y="330151"/>
                  </a:lnTo>
                  <a:lnTo>
                    <a:pt x="209468" y="328890"/>
                  </a:lnTo>
                  <a:lnTo>
                    <a:pt x="214574" y="327468"/>
                  </a:lnTo>
                  <a:lnTo>
                    <a:pt x="219633" y="325883"/>
                  </a:lnTo>
                  <a:lnTo>
                    <a:pt x="224638" y="324140"/>
                  </a:lnTo>
                  <a:lnTo>
                    <a:pt x="229586" y="322238"/>
                  </a:lnTo>
                  <a:lnTo>
                    <a:pt x="234472" y="320181"/>
                  </a:lnTo>
                  <a:lnTo>
                    <a:pt x="239289" y="317970"/>
                  </a:lnTo>
                  <a:lnTo>
                    <a:pt x="244034" y="315607"/>
                  </a:lnTo>
                  <a:lnTo>
                    <a:pt x="248702" y="313095"/>
                  </a:lnTo>
                  <a:lnTo>
                    <a:pt x="253288" y="310436"/>
                  </a:lnTo>
                  <a:lnTo>
                    <a:pt x="257787" y="307633"/>
                  </a:lnTo>
                  <a:lnTo>
                    <a:pt x="262195" y="304689"/>
                  </a:lnTo>
                  <a:lnTo>
                    <a:pt x="266507" y="301606"/>
                  </a:lnTo>
                  <a:lnTo>
                    <a:pt x="270720" y="298388"/>
                  </a:lnTo>
                  <a:lnTo>
                    <a:pt x="274828" y="295039"/>
                  </a:lnTo>
                  <a:lnTo>
                    <a:pt x="278828" y="291561"/>
                  </a:lnTo>
                  <a:lnTo>
                    <a:pt x="282716" y="287957"/>
                  </a:lnTo>
                  <a:lnTo>
                    <a:pt x="286488" y="284233"/>
                  </a:lnTo>
                  <a:lnTo>
                    <a:pt x="290139" y="280390"/>
                  </a:lnTo>
                  <a:lnTo>
                    <a:pt x="293667" y="276434"/>
                  </a:lnTo>
                  <a:lnTo>
                    <a:pt x="297068" y="272368"/>
                  </a:lnTo>
                  <a:lnTo>
                    <a:pt x="300338" y="268196"/>
                  </a:lnTo>
                  <a:lnTo>
                    <a:pt x="303474" y="263923"/>
                  </a:lnTo>
                  <a:lnTo>
                    <a:pt x="306473" y="259552"/>
                  </a:lnTo>
                  <a:lnTo>
                    <a:pt x="309333" y="255088"/>
                  </a:lnTo>
                  <a:lnTo>
                    <a:pt x="312049" y="250536"/>
                  </a:lnTo>
                  <a:lnTo>
                    <a:pt x="314619" y="245900"/>
                  </a:lnTo>
                  <a:lnTo>
                    <a:pt x="317041" y="241185"/>
                  </a:lnTo>
                  <a:lnTo>
                    <a:pt x="319313" y="236396"/>
                  </a:lnTo>
                  <a:lnTo>
                    <a:pt x="321431" y="231537"/>
                  </a:lnTo>
                  <a:lnTo>
                    <a:pt x="323394" y="226613"/>
                  </a:lnTo>
                  <a:lnTo>
                    <a:pt x="325201" y="221629"/>
                  </a:lnTo>
                  <a:lnTo>
                    <a:pt x="326848" y="216591"/>
                  </a:lnTo>
                  <a:lnTo>
                    <a:pt x="328335" y="211503"/>
                  </a:lnTo>
                  <a:lnTo>
                    <a:pt x="329659" y="206370"/>
                  </a:lnTo>
                  <a:lnTo>
                    <a:pt x="330821" y="201198"/>
                  </a:lnTo>
                  <a:lnTo>
                    <a:pt x="331817" y="195992"/>
                  </a:lnTo>
                  <a:lnTo>
                    <a:pt x="332648" y="190757"/>
                  </a:lnTo>
                  <a:lnTo>
                    <a:pt x="333313" y="185498"/>
                  </a:lnTo>
                  <a:lnTo>
                    <a:pt x="333811" y="180221"/>
                  </a:lnTo>
                  <a:lnTo>
                    <a:pt x="334141" y="174930"/>
                  </a:lnTo>
                  <a:lnTo>
                    <a:pt x="334303" y="169632"/>
                  </a:lnTo>
                  <a:lnTo>
                    <a:pt x="334297" y="164331"/>
                  </a:lnTo>
                  <a:lnTo>
                    <a:pt x="334123" y="159033"/>
                  </a:lnTo>
                  <a:lnTo>
                    <a:pt x="333781" y="153743"/>
                  </a:lnTo>
                  <a:lnTo>
                    <a:pt x="333272" y="148467"/>
                  </a:lnTo>
                  <a:lnTo>
                    <a:pt x="332596" y="143210"/>
                  </a:lnTo>
                  <a:lnTo>
                    <a:pt x="331753" y="137976"/>
                  </a:lnTo>
                  <a:lnTo>
                    <a:pt x="330745" y="132772"/>
                  </a:lnTo>
                  <a:lnTo>
                    <a:pt x="329572" y="127603"/>
                  </a:lnTo>
                  <a:lnTo>
                    <a:pt x="328236" y="122473"/>
                  </a:lnTo>
                  <a:lnTo>
                    <a:pt x="326738" y="117388"/>
                  </a:lnTo>
                  <a:lnTo>
                    <a:pt x="325079" y="112354"/>
                  </a:lnTo>
                  <a:lnTo>
                    <a:pt x="323262" y="107374"/>
                  </a:lnTo>
                  <a:lnTo>
                    <a:pt x="321288" y="102455"/>
                  </a:lnTo>
                  <a:lnTo>
                    <a:pt x="319159" y="97600"/>
                  </a:lnTo>
                  <a:lnTo>
                    <a:pt x="316876" y="92816"/>
                  </a:lnTo>
                  <a:lnTo>
                    <a:pt x="314444" y="88106"/>
                  </a:lnTo>
                  <a:lnTo>
                    <a:pt x="311863" y="83476"/>
                  </a:lnTo>
                  <a:lnTo>
                    <a:pt x="309137" y="78930"/>
                  </a:lnTo>
                  <a:lnTo>
                    <a:pt x="306268" y="74473"/>
                  </a:lnTo>
                  <a:lnTo>
                    <a:pt x="303259" y="70109"/>
                  </a:lnTo>
                  <a:lnTo>
                    <a:pt x="300113" y="65842"/>
                  </a:lnTo>
                  <a:lnTo>
                    <a:pt x="296834" y="61678"/>
                  </a:lnTo>
                  <a:lnTo>
                    <a:pt x="293424" y="57619"/>
                  </a:lnTo>
                  <a:lnTo>
                    <a:pt x="289887" y="53671"/>
                  </a:lnTo>
                  <a:lnTo>
                    <a:pt x="286227" y="49836"/>
                  </a:lnTo>
                  <a:lnTo>
                    <a:pt x="282447" y="46120"/>
                  </a:lnTo>
                  <a:lnTo>
                    <a:pt x="278552" y="42525"/>
                  </a:lnTo>
                  <a:lnTo>
                    <a:pt x="274544" y="39056"/>
                  </a:lnTo>
                  <a:lnTo>
                    <a:pt x="270428" y="35716"/>
                  </a:lnTo>
                  <a:lnTo>
                    <a:pt x="266208" y="32508"/>
                  </a:lnTo>
                  <a:lnTo>
                    <a:pt x="261889" y="29435"/>
                  </a:lnTo>
                  <a:lnTo>
                    <a:pt x="257475" y="26500"/>
                  </a:lnTo>
                  <a:lnTo>
                    <a:pt x="252969" y="23707"/>
                  </a:lnTo>
                  <a:lnTo>
                    <a:pt x="248378" y="21059"/>
                  </a:lnTo>
                  <a:lnTo>
                    <a:pt x="243704" y="18557"/>
                  </a:lnTo>
                  <a:lnTo>
                    <a:pt x="238954" y="16204"/>
                  </a:lnTo>
                  <a:lnTo>
                    <a:pt x="234132" y="14004"/>
                  </a:lnTo>
                  <a:lnTo>
                    <a:pt x="229242" y="11957"/>
                  </a:lnTo>
                  <a:lnTo>
                    <a:pt x="224290" y="10067"/>
                  </a:lnTo>
                  <a:lnTo>
                    <a:pt x="219280" y="8334"/>
                  </a:lnTo>
                  <a:lnTo>
                    <a:pt x="214218" y="6761"/>
                  </a:lnTo>
                  <a:lnTo>
                    <a:pt x="209109" y="5350"/>
                  </a:lnTo>
                  <a:lnTo>
                    <a:pt x="203957" y="4101"/>
                  </a:lnTo>
                  <a:lnTo>
                    <a:pt x="198768" y="3016"/>
                  </a:lnTo>
                  <a:lnTo>
                    <a:pt x="193548" y="2096"/>
                  </a:lnTo>
                  <a:lnTo>
                    <a:pt x="188301" y="1342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197" y="0"/>
                  </a:moveTo>
                  <a:lnTo>
                    <a:pt x="0" y="0"/>
                  </a:lnTo>
                  <a:lnTo>
                    <a:pt x="19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23" y="5018213"/>
              <a:ext cx="197" cy="167167"/>
            </a:xfrm>
            <a:custGeom>
              <a:avLst/>
              <a:pathLst>
                <a:path w="197" h="167167">
                  <a:moveTo>
                    <a:pt x="0" y="0"/>
                  </a:moveTo>
                  <a:lnTo>
                    <a:pt x="19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6" y="5018213"/>
              <a:ext cx="334320" cy="334329"/>
            </a:xfrm>
            <a:custGeom>
              <a:avLst/>
              <a:pathLst>
                <a:path w="334320" h="334329">
                  <a:moveTo>
                    <a:pt x="166956" y="0"/>
                  </a:moveTo>
                  <a:lnTo>
                    <a:pt x="161667" y="89"/>
                  </a:lnTo>
                  <a:lnTo>
                    <a:pt x="156384" y="347"/>
                  </a:lnTo>
                  <a:lnTo>
                    <a:pt x="151111" y="771"/>
                  </a:lnTo>
                  <a:lnTo>
                    <a:pt x="145855" y="1362"/>
                  </a:lnTo>
                  <a:lnTo>
                    <a:pt x="140619" y="2119"/>
                  </a:lnTo>
                  <a:lnTo>
                    <a:pt x="135410" y="3041"/>
                  </a:lnTo>
                  <a:lnTo>
                    <a:pt x="130233" y="4127"/>
                  </a:lnTo>
                  <a:lnTo>
                    <a:pt x="125093" y="5377"/>
                  </a:lnTo>
                  <a:lnTo>
                    <a:pt x="119995" y="6789"/>
                  </a:lnTo>
                  <a:lnTo>
                    <a:pt x="114945" y="8361"/>
                  </a:lnTo>
                  <a:lnTo>
                    <a:pt x="109946" y="10093"/>
                  </a:lnTo>
                  <a:lnTo>
                    <a:pt x="105005" y="11981"/>
                  </a:lnTo>
                  <a:lnTo>
                    <a:pt x="100126" y="14025"/>
                  </a:lnTo>
                  <a:lnTo>
                    <a:pt x="95315" y="16223"/>
                  </a:lnTo>
                  <a:lnTo>
                    <a:pt x="90575" y="18571"/>
                  </a:lnTo>
                  <a:lnTo>
                    <a:pt x="85912" y="21069"/>
                  </a:lnTo>
                  <a:lnTo>
                    <a:pt x="81330" y="23712"/>
                  </a:lnTo>
                  <a:lnTo>
                    <a:pt x="76834" y="26499"/>
                  </a:lnTo>
                  <a:lnTo>
                    <a:pt x="72428" y="29428"/>
                  </a:lnTo>
                  <a:lnTo>
                    <a:pt x="68118" y="32494"/>
                  </a:lnTo>
                  <a:lnTo>
                    <a:pt x="63906" y="35695"/>
                  </a:lnTo>
                  <a:lnTo>
                    <a:pt x="59798" y="39027"/>
                  </a:lnTo>
                  <a:lnTo>
                    <a:pt x="55798" y="42488"/>
                  </a:lnTo>
                  <a:lnTo>
                    <a:pt x="51909" y="46074"/>
                  </a:lnTo>
                  <a:lnTo>
                    <a:pt x="48135" y="49780"/>
                  </a:lnTo>
                  <a:lnTo>
                    <a:pt x="44481" y="53605"/>
                  </a:lnTo>
                  <a:lnTo>
                    <a:pt x="40949" y="57543"/>
                  </a:lnTo>
                  <a:lnTo>
                    <a:pt x="37544" y="61591"/>
                  </a:lnTo>
                  <a:lnTo>
                    <a:pt x="34268" y="65745"/>
                  </a:lnTo>
                  <a:lnTo>
                    <a:pt x="31126" y="70000"/>
                  </a:lnTo>
                  <a:lnTo>
                    <a:pt x="28120" y="74353"/>
                  </a:lnTo>
                  <a:lnTo>
                    <a:pt x="25253" y="78798"/>
                  </a:lnTo>
                  <a:lnTo>
                    <a:pt x="22528" y="83332"/>
                  </a:lnTo>
                  <a:lnTo>
                    <a:pt x="19948" y="87950"/>
                  </a:lnTo>
                  <a:lnTo>
                    <a:pt x="17515" y="92647"/>
                  </a:lnTo>
                  <a:lnTo>
                    <a:pt x="15232" y="97419"/>
                  </a:lnTo>
                  <a:lnTo>
                    <a:pt x="13101" y="102260"/>
                  </a:lnTo>
                  <a:lnTo>
                    <a:pt x="11125" y="107167"/>
                  </a:lnTo>
                  <a:lnTo>
                    <a:pt x="9305" y="112134"/>
                  </a:lnTo>
                  <a:lnTo>
                    <a:pt x="7642" y="117156"/>
                  </a:lnTo>
                  <a:lnTo>
                    <a:pt x="6140" y="122228"/>
                  </a:lnTo>
                  <a:lnTo>
                    <a:pt x="4799" y="127345"/>
                  </a:lnTo>
                  <a:lnTo>
                    <a:pt x="3620" y="132501"/>
                  </a:lnTo>
                  <a:lnTo>
                    <a:pt x="2605" y="137693"/>
                  </a:lnTo>
                  <a:lnTo>
                    <a:pt x="1755" y="142914"/>
                  </a:lnTo>
                  <a:lnTo>
                    <a:pt x="1070" y="148159"/>
                  </a:lnTo>
                  <a:lnTo>
                    <a:pt x="552" y="153423"/>
                  </a:lnTo>
                  <a:lnTo>
                    <a:pt x="201" y="158702"/>
                  </a:lnTo>
                  <a:lnTo>
                    <a:pt x="16" y="163988"/>
                  </a:lnTo>
                  <a:lnTo>
                    <a:pt x="0" y="169278"/>
                  </a:lnTo>
                  <a:lnTo>
                    <a:pt x="150" y="174566"/>
                  </a:lnTo>
                  <a:lnTo>
                    <a:pt x="468" y="179846"/>
                  </a:lnTo>
                  <a:lnTo>
                    <a:pt x="952" y="185113"/>
                  </a:lnTo>
                  <a:lnTo>
                    <a:pt x="1603" y="190363"/>
                  </a:lnTo>
                  <a:lnTo>
                    <a:pt x="2420" y="195589"/>
                  </a:lnTo>
                  <a:lnTo>
                    <a:pt x="3402" y="200787"/>
                  </a:lnTo>
                  <a:lnTo>
                    <a:pt x="4548" y="205951"/>
                  </a:lnTo>
                  <a:lnTo>
                    <a:pt x="5856" y="211077"/>
                  </a:lnTo>
                  <a:lnTo>
                    <a:pt x="7326" y="216158"/>
                  </a:lnTo>
                  <a:lnTo>
                    <a:pt x="8956" y="221190"/>
                  </a:lnTo>
                  <a:lnTo>
                    <a:pt x="10745" y="226169"/>
                  </a:lnTo>
                  <a:lnTo>
                    <a:pt x="12690" y="231088"/>
                  </a:lnTo>
                  <a:lnTo>
                    <a:pt x="14790" y="235943"/>
                  </a:lnTo>
                  <a:lnTo>
                    <a:pt x="17042" y="240729"/>
                  </a:lnTo>
                  <a:lnTo>
                    <a:pt x="19445" y="245442"/>
                  </a:lnTo>
                  <a:lnTo>
                    <a:pt x="21995" y="250076"/>
                  </a:lnTo>
                  <a:lnTo>
                    <a:pt x="24691" y="254628"/>
                  </a:lnTo>
                  <a:lnTo>
                    <a:pt x="27530" y="259091"/>
                  </a:lnTo>
                  <a:lnTo>
                    <a:pt x="30508" y="263463"/>
                  </a:lnTo>
                  <a:lnTo>
                    <a:pt x="33623" y="267738"/>
                  </a:lnTo>
                  <a:lnTo>
                    <a:pt x="36872" y="271913"/>
                  </a:lnTo>
                  <a:lnTo>
                    <a:pt x="40251" y="275982"/>
                  </a:lnTo>
                  <a:lnTo>
                    <a:pt x="43758" y="279943"/>
                  </a:lnTo>
                  <a:lnTo>
                    <a:pt x="47388" y="283791"/>
                  </a:lnTo>
                  <a:lnTo>
                    <a:pt x="51138" y="287521"/>
                  </a:lnTo>
                  <a:lnTo>
                    <a:pt x="55004" y="291132"/>
                  </a:lnTo>
                  <a:lnTo>
                    <a:pt x="58982" y="294618"/>
                  </a:lnTo>
                  <a:lnTo>
                    <a:pt x="63069" y="297977"/>
                  </a:lnTo>
                  <a:lnTo>
                    <a:pt x="67260" y="301205"/>
                  </a:lnTo>
                  <a:lnTo>
                    <a:pt x="71551" y="304298"/>
                  </a:lnTo>
                  <a:lnTo>
                    <a:pt x="75937" y="307254"/>
                  </a:lnTo>
                  <a:lnTo>
                    <a:pt x="80415" y="310070"/>
                  </a:lnTo>
                  <a:lnTo>
                    <a:pt x="84980" y="312743"/>
                  </a:lnTo>
                  <a:lnTo>
                    <a:pt x="89627" y="315270"/>
                  </a:lnTo>
                  <a:lnTo>
                    <a:pt x="94352" y="317649"/>
                  </a:lnTo>
                  <a:lnTo>
                    <a:pt x="99150" y="319877"/>
                  </a:lnTo>
                  <a:lnTo>
                    <a:pt x="104015" y="321952"/>
                  </a:lnTo>
                  <a:lnTo>
                    <a:pt x="108944" y="323872"/>
                  </a:lnTo>
                  <a:lnTo>
                    <a:pt x="113931" y="325636"/>
                  </a:lnTo>
                  <a:lnTo>
                    <a:pt x="118972" y="327240"/>
                  </a:lnTo>
                  <a:lnTo>
                    <a:pt x="124061" y="328685"/>
                  </a:lnTo>
                  <a:lnTo>
                    <a:pt x="129193" y="329967"/>
                  </a:lnTo>
                  <a:lnTo>
                    <a:pt x="134363" y="331087"/>
                  </a:lnTo>
                  <a:lnTo>
                    <a:pt x="139565" y="332042"/>
                  </a:lnTo>
                  <a:lnTo>
                    <a:pt x="144796" y="332832"/>
                  </a:lnTo>
                  <a:lnTo>
                    <a:pt x="150049" y="333457"/>
                  </a:lnTo>
                  <a:lnTo>
                    <a:pt x="155319" y="333915"/>
                  </a:lnTo>
                  <a:lnTo>
                    <a:pt x="160600" y="334206"/>
                  </a:lnTo>
                  <a:lnTo>
                    <a:pt x="165889" y="334329"/>
                  </a:lnTo>
                  <a:lnTo>
                    <a:pt x="171178" y="334286"/>
                  </a:lnTo>
                  <a:lnTo>
                    <a:pt x="176464" y="334075"/>
                  </a:lnTo>
                  <a:lnTo>
                    <a:pt x="181740" y="333697"/>
                  </a:lnTo>
                  <a:lnTo>
                    <a:pt x="187002" y="333152"/>
                  </a:lnTo>
                  <a:lnTo>
                    <a:pt x="192244" y="332441"/>
                  </a:lnTo>
                  <a:lnTo>
                    <a:pt x="197460" y="331564"/>
                  </a:lnTo>
                  <a:lnTo>
                    <a:pt x="202646" y="330523"/>
                  </a:lnTo>
                  <a:lnTo>
                    <a:pt x="207797" y="329318"/>
                  </a:lnTo>
                  <a:lnTo>
                    <a:pt x="212907" y="327951"/>
                  </a:lnTo>
                  <a:lnTo>
                    <a:pt x="217972" y="326423"/>
                  </a:lnTo>
                  <a:lnTo>
                    <a:pt x="222985" y="324735"/>
                  </a:lnTo>
                  <a:lnTo>
                    <a:pt x="227942" y="322890"/>
                  </a:lnTo>
                  <a:lnTo>
                    <a:pt x="232839" y="320889"/>
                  </a:lnTo>
                  <a:lnTo>
                    <a:pt x="237670" y="318733"/>
                  </a:lnTo>
                  <a:lnTo>
                    <a:pt x="242430" y="316426"/>
                  </a:lnTo>
                  <a:lnTo>
                    <a:pt x="247115" y="313970"/>
                  </a:lnTo>
                  <a:lnTo>
                    <a:pt x="251720" y="311367"/>
                  </a:lnTo>
                  <a:lnTo>
                    <a:pt x="256240" y="308619"/>
                  </a:lnTo>
                  <a:lnTo>
                    <a:pt x="260671" y="305729"/>
                  </a:lnTo>
                  <a:lnTo>
                    <a:pt x="265008" y="302701"/>
                  </a:lnTo>
                  <a:lnTo>
                    <a:pt x="269247" y="299537"/>
                  </a:lnTo>
                  <a:lnTo>
                    <a:pt x="273384" y="296241"/>
                  </a:lnTo>
                  <a:lnTo>
                    <a:pt x="277415" y="292815"/>
                  </a:lnTo>
                  <a:lnTo>
                    <a:pt x="281335" y="289263"/>
                  </a:lnTo>
                  <a:lnTo>
                    <a:pt x="285141" y="285590"/>
                  </a:lnTo>
                  <a:lnTo>
                    <a:pt x="288829" y="281797"/>
                  </a:lnTo>
                  <a:lnTo>
                    <a:pt x="292395" y="277890"/>
                  </a:lnTo>
                  <a:lnTo>
                    <a:pt x="295835" y="273872"/>
                  </a:lnTo>
                  <a:lnTo>
                    <a:pt x="299147" y="269747"/>
                  </a:lnTo>
                  <a:lnTo>
                    <a:pt x="302326" y="265520"/>
                  </a:lnTo>
                  <a:lnTo>
                    <a:pt x="305371" y="261194"/>
                  </a:lnTo>
                  <a:lnTo>
                    <a:pt x="308276" y="256773"/>
                  </a:lnTo>
                  <a:lnTo>
                    <a:pt x="311041" y="252263"/>
                  </a:lnTo>
                  <a:lnTo>
                    <a:pt x="313661" y="247668"/>
                  </a:lnTo>
                  <a:lnTo>
                    <a:pt x="316135" y="242993"/>
                  </a:lnTo>
                  <a:lnTo>
                    <a:pt x="318459" y="238241"/>
                  </a:lnTo>
                  <a:lnTo>
                    <a:pt x="320632" y="233418"/>
                  </a:lnTo>
                  <a:lnTo>
                    <a:pt x="322652" y="228529"/>
                  </a:lnTo>
                  <a:lnTo>
                    <a:pt x="324515" y="223578"/>
                  </a:lnTo>
                  <a:lnTo>
                    <a:pt x="326221" y="218571"/>
                  </a:lnTo>
                  <a:lnTo>
                    <a:pt x="327768" y="213513"/>
                  </a:lnTo>
                  <a:lnTo>
                    <a:pt x="329154" y="208408"/>
                  </a:lnTo>
                  <a:lnTo>
                    <a:pt x="330378" y="203261"/>
                  </a:lnTo>
                  <a:lnTo>
                    <a:pt x="331438" y="198079"/>
                  </a:lnTo>
                  <a:lnTo>
                    <a:pt x="332334" y="192865"/>
                  </a:lnTo>
                  <a:lnTo>
                    <a:pt x="333064" y="187626"/>
                  </a:lnTo>
                  <a:lnTo>
                    <a:pt x="333629" y="182367"/>
                  </a:lnTo>
                  <a:lnTo>
                    <a:pt x="334026" y="177092"/>
                  </a:lnTo>
                  <a:lnTo>
                    <a:pt x="334257" y="171807"/>
                  </a:lnTo>
                  <a:lnTo>
                    <a:pt x="334320" y="166518"/>
                  </a:lnTo>
                  <a:lnTo>
                    <a:pt x="334216" y="161229"/>
                  </a:lnTo>
                  <a:lnTo>
                    <a:pt x="333944" y="155946"/>
                  </a:lnTo>
                  <a:lnTo>
                    <a:pt x="333506" y="150675"/>
                  </a:lnTo>
                  <a:lnTo>
                    <a:pt x="332900" y="145420"/>
                  </a:lnTo>
                  <a:lnTo>
                    <a:pt x="332129" y="140186"/>
                  </a:lnTo>
                  <a:lnTo>
                    <a:pt x="331193" y="134980"/>
                  </a:lnTo>
                  <a:lnTo>
                    <a:pt x="330093" y="129806"/>
                  </a:lnTo>
                  <a:lnTo>
                    <a:pt x="328829" y="124669"/>
                  </a:lnTo>
                  <a:lnTo>
                    <a:pt x="327403" y="119575"/>
                  </a:lnTo>
                  <a:lnTo>
                    <a:pt x="325817" y="114529"/>
                  </a:lnTo>
                  <a:lnTo>
                    <a:pt x="324073" y="109535"/>
                  </a:lnTo>
                  <a:lnTo>
                    <a:pt x="322171" y="104599"/>
                  </a:lnTo>
                  <a:lnTo>
                    <a:pt x="320113" y="99726"/>
                  </a:lnTo>
                  <a:lnTo>
                    <a:pt x="317903" y="94920"/>
                  </a:lnTo>
                  <a:lnTo>
                    <a:pt x="315542" y="90187"/>
                  </a:lnTo>
                  <a:lnTo>
                    <a:pt x="313032" y="85530"/>
                  </a:lnTo>
                  <a:lnTo>
                    <a:pt x="310376" y="80955"/>
                  </a:lnTo>
                  <a:lnTo>
                    <a:pt x="307576" y="76467"/>
                  </a:lnTo>
                  <a:lnTo>
                    <a:pt x="304636" y="72070"/>
                  </a:lnTo>
                  <a:lnTo>
                    <a:pt x="301559" y="67767"/>
                  </a:lnTo>
                  <a:lnTo>
                    <a:pt x="298346" y="63565"/>
                  </a:lnTo>
                  <a:lnTo>
                    <a:pt x="295003" y="59466"/>
                  </a:lnTo>
                  <a:lnTo>
                    <a:pt x="291531" y="55474"/>
                  </a:lnTo>
                  <a:lnTo>
                    <a:pt x="287935" y="51595"/>
                  </a:lnTo>
                  <a:lnTo>
                    <a:pt x="284218" y="47831"/>
                  </a:lnTo>
                  <a:lnTo>
                    <a:pt x="280383" y="44187"/>
                  </a:lnTo>
                  <a:lnTo>
                    <a:pt x="276436" y="40666"/>
                  </a:lnTo>
                  <a:lnTo>
                    <a:pt x="272379" y="37272"/>
                  </a:lnTo>
                  <a:lnTo>
                    <a:pt x="268216" y="34008"/>
                  </a:lnTo>
                  <a:lnTo>
                    <a:pt x="263952" y="30877"/>
                  </a:lnTo>
                  <a:lnTo>
                    <a:pt x="259592" y="27882"/>
                  </a:lnTo>
                  <a:lnTo>
                    <a:pt x="255139" y="25027"/>
                  </a:lnTo>
                  <a:lnTo>
                    <a:pt x="250597" y="22315"/>
                  </a:lnTo>
                  <a:lnTo>
                    <a:pt x="245972" y="19747"/>
                  </a:lnTo>
                  <a:lnTo>
                    <a:pt x="241269" y="17327"/>
                  </a:lnTo>
                  <a:lnTo>
                    <a:pt x="236491" y="15057"/>
                  </a:lnTo>
                  <a:lnTo>
                    <a:pt x="231643" y="12940"/>
                  </a:lnTo>
                  <a:lnTo>
                    <a:pt x="226731" y="10976"/>
                  </a:lnTo>
                  <a:lnTo>
                    <a:pt x="221760" y="9170"/>
                  </a:lnTo>
                  <a:lnTo>
                    <a:pt x="216733" y="7521"/>
                  </a:lnTo>
                  <a:lnTo>
                    <a:pt x="211657" y="6032"/>
                  </a:lnTo>
                  <a:lnTo>
                    <a:pt x="206537" y="4705"/>
                  </a:lnTo>
                  <a:lnTo>
                    <a:pt x="201377" y="3540"/>
                  </a:lnTo>
                  <a:lnTo>
                    <a:pt x="196183" y="2539"/>
                  </a:lnTo>
                  <a:lnTo>
                    <a:pt x="190959" y="1703"/>
                  </a:lnTo>
                  <a:lnTo>
                    <a:pt x="185712" y="1033"/>
                  </a:lnTo>
                  <a:lnTo>
                    <a:pt x="180447" y="529"/>
                  </a:lnTo>
                  <a:lnTo>
                    <a:pt x="175168" y="192"/>
                  </a:lnTo>
                  <a:lnTo>
                    <a:pt x="169880" y="22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2726" cy="167167"/>
            </a:xfrm>
            <a:custGeom>
              <a:avLst/>
              <a:pathLst>
                <a:path w="2726" h="167167">
                  <a:moveTo>
                    <a:pt x="2726" y="2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814750" y="5269756"/>
              <a:ext cx="149750" cy="167167"/>
            </a:xfrm>
            <a:custGeom>
              <a:avLst/>
              <a:pathLst>
                <a:path w="149750" h="167167">
                  <a:moveTo>
                    <a:pt x="149750" y="0"/>
                  </a:moveTo>
                  <a:lnTo>
                    <a:pt x="144292" y="89"/>
                  </a:lnTo>
                  <a:lnTo>
                    <a:pt x="138840" y="356"/>
                  </a:lnTo>
                  <a:lnTo>
                    <a:pt x="133400" y="801"/>
                  </a:lnTo>
                  <a:lnTo>
                    <a:pt x="127977" y="1424"/>
                  </a:lnTo>
                  <a:lnTo>
                    <a:pt x="122577" y="2223"/>
                  </a:lnTo>
                  <a:lnTo>
                    <a:pt x="117207" y="3198"/>
                  </a:lnTo>
                  <a:lnTo>
                    <a:pt x="111871" y="4348"/>
                  </a:lnTo>
                  <a:lnTo>
                    <a:pt x="106575" y="5671"/>
                  </a:lnTo>
                  <a:lnTo>
                    <a:pt x="101325" y="7167"/>
                  </a:lnTo>
                  <a:lnTo>
                    <a:pt x="96127" y="8833"/>
                  </a:lnTo>
                  <a:lnTo>
                    <a:pt x="90986" y="10668"/>
                  </a:lnTo>
                  <a:lnTo>
                    <a:pt x="85908" y="12670"/>
                  </a:lnTo>
                  <a:lnTo>
                    <a:pt x="80898" y="14837"/>
                  </a:lnTo>
                  <a:lnTo>
                    <a:pt x="75962" y="17166"/>
                  </a:lnTo>
                  <a:lnTo>
                    <a:pt x="71104" y="19655"/>
                  </a:lnTo>
                  <a:lnTo>
                    <a:pt x="66329" y="22302"/>
                  </a:lnTo>
                  <a:lnTo>
                    <a:pt x="61644" y="25102"/>
                  </a:lnTo>
                  <a:lnTo>
                    <a:pt x="57053" y="28055"/>
                  </a:lnTo>
                  <a:lnTo>
                    <a:pt x="52561" y="31155"/>
                  </a:lnTo>
                  <a:lnTo>
                    <a:pt x="48172" y="34401"/>
                  </a:lnTo>
                  <a:lnTo>
                    <a:pt x="43891" y="37788"/>
                  </a:lnTo>
                  <a:lnTo>
                    <a:pt x="39724" y="41313"/>
                  </a:lnTo>
                  <a:lnTo>
                    <a:pt x="35673" y="44973"/>
                  </a:lnTo>
                  <a:lnTo>
                    <a:pt x="31745" y="48762"/>
                  </a:lnTo>
                  <a:lnTo>
                    <a:pt x="27942" y="52678"/>
                  </a:lnTo>
                  <a:lnTo>
                    <a:pt x="24269" y="56716"/>
                  </a:lnTo>
                  <a:lnTo>
                    <a:pt x="20730" y="60872"/>
                  </a:lnTo>
                  <a:lnTo>
                    <a:pt x="17328" y="65141"/>
                  </a:lnTo>
                  <a:lnTo>
                    <a:pt x="14068" y="69518"/>
                  </a:lnTo>
                  <a:lnTo>
                    <a:pt x="10952" y="74000"/>
                  </a:lnTo>
                  <a:lnTo>
                    <a:pt x="7984" y="78582"/>
                  </a:lnTo>
                  <a:lnTo>
                    <a:pt x="5167" y="83257"/>
                  </a:lnTo>
                  <a:lnTo>
                    <a:pt x="2505" y="88023"/>
                  </a:lnTo>
                  <a:lnTo>
                    <a:pt x="0" y="92872"/>
                  </a:lnTo>
                  <a:lnTo>
                    <a:pt x="1497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54" y="5269756"/>
              <a:ext cx="334294" cy="334334"/>
            </a:xfrm>
            <a:custGeom>
              <a:avLst/>
              <a:pathLst>
                <a:path w="334294" h="334334">
                  <a:moveTo>
                    <a:pt x="17396" y="92872"/>
                  </a:moveTo>
                  <a:lnTo>
                    <a:pt x="15114" y="97661"/>
                  </a:lnTo>
                  <a:lnTo>
                    <a:pt x="12985" y="102520"/>
                  </a:lnTo>
                  <a:lnTo>
                    <a:pt x="11012" y="107444"/>
                  </a:lnTo>
                  <a:lnTo>
                    <a:pt x="9195" y="112429"/>
                  </a:lnTo>
                  <a:lnTo>
                    <a:pt x="7538" y="117468"/>
                  </a:lnTo>
                  <a:lnTo>
                    <a:pt x="6041" y="122558"/>
                  </a:lnTo>
                  <a:lnTo>
                    <a:pt x="4707" y="127692"/>
                  </a:lnTo>
                  <a:lnTo>
                    <a:pt x="3536" y="132866"/>
                  </a:lnTo>
                  <a:lnTo>
                    <a:pt x="2530" y="138075"/>
                  </a:lnTo>
                  <a:lnTo>
                    <a:pt x="1690" y="143313"/>
                  </a:lnTo>
                  <a:lnTo>
                    <a:pt x="1017" y="148575"/>
                  </a:lnTo>
                  <a:lnTo>
                    <a:pt x="510" y="153856"/>
                  </a:lnTo>
                  <a:lnTo>
                    <a:pt x="172" y="159150"/>
                  </a:lnTo>
                  <a:lnTo>
                    <a:pt x="1" y="164452"/>
                  </a:lnTo>
                  <a:lnTo>
                    <a:pt x="0" y="169757"/>
                  </a:lnTo>
                  <a:lnTo>
                    <a:pt x="166" y="175059"/>
                  </a:lnTo>
                  <a:lnTo>
                    <a:pt x="500" y="180354"/>
                  </a:lnTo>
                  <a:lnTo>
                    <a:pt x="1003" y="185635"/>
                  </a:lnTo>
                  <a:lnTo>
                    <a:pt x="1672" y="190897"/>
                  </a:lnTo>
                  <a:lnTo>
                    <a:pt x="2509" y="196136"/>
                  </a:lnTo>
                  <a:lnTo>
                    <a:pt x="3511" y="201346"/>
                  </a:lnTo>
                  <a:lnTo>
                    <a:pt x="4678" y="206521"/>
                  </a:lnTo>
                  <a:lnTo>
                    <a:pt x="6008" y="211656"/>
                  </a:lnTo>
                  <a:lnTo>
                    <a:pt x="7501" y="216747"/>
                  </a:lnTo>
                  <a:lnTo>
                    <a:pt x="9155" y="221787"/>
                  </a:lnTo>
                  <a:lnTo>
                    <a:pt x="10967" y="226773"/>
                  </a:lnTo>
                  <a:lnTo>
                    <a:pt x="12937" y="231699"/>
                  </a:lnTo>
                  <a:lnTo>
                    <a:pt x="15062" y="236559"/>
                  </a:lnTo>
                  <a:lnTo>
                    <a:pt x="17341" y="241350"/>
                  </a:lnTo>
                  <a:lnTo>
                    <a:pt x="19770" y="246066"/>
                  </a:lnTo>
                  <a:lnTo>
                    <a:pt x="22348" y="250703"/>
                  </a:lnTo>
                  <a:lnTo>
                    <a:pt x="25071" y="255255"/>
                  </a:lnTo>
                  <a:lnTo>
                    <a:pt x="27938" y="259719"/>
                  </a:lnTo>
                  <a:lnTo>
                    <a:pt x="30945" y="264089"/>
                  </a:lnTo>
                  <a:lnTo>
                    <a:pt x="34089" y="268362"/>
                  </a:lnTo>
                  <a:lnTo>
                    <a:pt x="37367" y="272533"/>
                  </a:lnTo>
                  <a:lnTo>
                    <a:pt x="40775" y="276598"/>
                  </a:lnTo>
                  <a:lnTo>
                    <a:pt x="44311" y="280553"/>
                  </a:lnTo>
                  <a:lnTo>
                    <a:pt x="47971" y="284394"/>
                  </a:lnTo>
                  <a:lnTo>
                    <a:pt x="51751" y="288116"/>
                  </a:lnTo>
                  <a:lnTo>
                    <a:pt x="55647" y="291717"/>
                  </a:lnTo>
                  <a:lnTo>
                    <a:pt x="59655" y="295192"/>
                  </a:lnTo>
                  <a:lnTo>
                    <a:pt x="63771" y="298538"/>
                  </a:lnTo>
                  <a:lnTo>
                    <a:pt x="67992" y="301752"/>
                  </a:lnTo>
                  <a:lnTo>
                    <a:pt x="72312" y="304831"/>
                  </a:lnTo>
                  <a:lnTo>
                    <a:pt x="76728" y="307771"/>
                  </a:lnTo>
                  <a:lnTo>
                    <a:pt x="81235" y="310569"/>
                  </a:lnTo>
                  <a:lnTo>
                    <a:pt x="85828" y="313223"/>
                  </a:lnTo>
                  <a:lnTo>
                    <a:pt x="90504" y="315729"/>
                  </a:lnTo>
                  <a:lnTo>
                    <a:pt x="95256" y="318086"/>
                  </a:lnTo>
                  <a:lnTo>
                    <a:pt x="100081" y="320292"/>
                  </a:lnTo>
                  <a:lnTo>
                    <a:pt x="104974" y="322342"/>
                  </a:lnTo>
                  <a:lnTo>
                    <a:pt x="109929" y="324237"/>
                  </a:lnTo>
                  <a:lnTo>
                    <a:pt x="114942" y="325974"/>
                  </a:lnTo>
                  <a:lnTo>
                    <a:pt x="120007" y="327550"/>
                  </a:lnTo>
                  <a:lnTo>
                    <a:pt x="125120" y="328965"/>
                  </a:lnTo>
                  <a:lnTo>
                    <a:pt x="130275" y="330217"/>
                  </a:lnTo>
                  <a:lnTo>
                    <a:pt x="135467" y="331305"/>
                  </a:lnTo>
                  <a:lnTo>
                    <a:pt x="140691" y="332228"/>
                  </a:lnTo>
                  <a:lnTo>
                    <a:pt x="145942" y="332984"/>
                  </a:lnTo>
                  <a:lnTo>
                    <a:pt x="151214" y="333573"/>
                  </a:lnTo>
                  <a:lnTo>
                    <a:pt x="156502" y="333995"/>
                  </a:lnTo>
                  <a:lnTo>
                    <a:pt x="161801" y="334249"/>
                  </a:lnTo>
                  <a:lnTo>
                    <a:pt x="167105" y="334334"/>
                  </a:lnTo>
                  <a:lnTo>
                    <a:pt x="172410" y="334252"/>
                  </a:lnTo>
                  <a:lnTo>
                    <a:pt x="177709" y="334000"/>
                  </a:lnTo>
                  <a:lnTo>
                    <a:pt x="182997" y="333581"/>
                  </a:lnTo>
                  <a:lnTo>
                    <a:pt x="188269" y="332995"/>
                  </a:lnTo>
                  <a:lnTo>
                    <a:pt x="193521" y="332241"/>
                  </a:lnTo>
                  <a:lnTo>
                    <a:pt x="198745" y="331321"/>
                  </a:lnTo>
                  <a:lnTo>
                    <a:pt x="203938" y="330236"/>
                  </a:lnTo>
                  <a:lnTo>
                    <a:pt x="209094" y="328986"/>
                  </a:lnTo>
                  <a:lnTo>
                    <a:pt x="214207" y="327574"/>
                  </a:lnTo>
                  <a:lnTo>
                    <a:pt x="219273" y="326000"/>
                  </a:lnTo>
                  <a:lnTo>
                    <a:pt x="224287" y="324266"/>
                  </a:lnTo>
                  <a:lnTo>
                    <a:pt x="229243" y="322373"/>
                  </a:lnTo>
                  <a:lnTo>
                    <a:pt x="234136" y="320325"/>
                  </a:lnTo>
                  <a:lnTo>
                    <a:pt x="238962" y="318122"/>
                  </a:lnTo>
                  <a:lnTo>
                    <a:pt x="243716" y="315767"/>
                  </a:lnTo>
                  <a:lnTo>
                    <a:pt x="248393" y="313263"/>
                  </a:lnTo>
                  <a:lnTo>
                    <a:pt x="252987" y="310612"/>
                  </a:lnTo>
                  <a:lnTo>
                    <a:pt x="257496" y="307816"/>
                  </a:lnTo>
                  <a:lnTo>
                    <a:pt x="261913" y="304878"/>
                  </a:lnTo>
                  <a:lnTo>
                    <a:pt x="266235" y="301802"/>
                  </a:lnTo>
                  <a:lnTo>
                    <a:pt x="270457" y="298590"/>
                  </a:lnTo>
                  <a:lnTo>
                    <a:pt x="274575" y="295245"/>
                  </a:lnTo>
                  <a:lnTo>
                    <a:pt x="278585" y="291772"/>
                  </a:lnTo>
                  <a:lnTo>
                    <a:pt x="282483" y="288173"/>
                  </a:lnTo>
                  <a:lnTo>
                    <a:pt x="286264" y="284453"/>
                  </a:lnTo>
                  <a:lnTo>
                    <a:pt x="289926" y="280614"/>
                  </a:lnTo>
                  <a:lnTo>
                    <a:pt x="293464" y="276661"/>
                  </a:lnTo>
                  <a:lnTo>
                    <a:pt x="296874" y="272598"/>
                  </a:lnTo>
                  <a:lnTo>
                    <a:pt x="300155" y="268429"/>
                  </a:lnTo>
                  <a:lnTo>
                    <a:pt x="303301" y="264157"/>
                  </a:lnTo>
                  <a:lnTo>
                    <a:pt x="306310" y="259788"/>
                  </a:lnTo>
                  <a:lnTo>
                    <a:pt x="309178" y="255326"/>
                  </a:lnTo>
                  <a:lnTo>
                    <a:pt x="311904" y="250775"/>
                  </a:lnTo>
                  <a:lnTo>
                    <a:pt x="314484" y="246139"/>
                  </a:lnTo>
                  <a:lnTo>
                    <a:pt x="316916" y="241425"/>
                  </a:lnTo>
                  <a:lnTo>
                    <a:pt x="319197" y="236635"/>
                  </a:lnTo>
                  <a:lnTo>
                    <a:pt x="321324" y="231775"/>
                  </a:lnTo>
                  <a:lnTo>
                    <a:pt x="323297" y="226851"/>
                  </a:lnTo>
                  <a:lnTo>
                    <a:pt x="325112" y="221866"/>
                  </a:lnTo>
                  <a:lnTo>
                    <a:pt x="326768" y="216826"/>
                  </a:lnTo>
                  <a:lnTo>
                    <a:pt x="328263" y="211736"/>
                  </a:lnTo>
                  <a:lnTo>
                    <a:pt x="329596" y="206601"/>
                  </a:lnTo>
                  <a:lnTo>
                    <a:pt x="330766" y="201427"/>
                  </a:lnTo>
                  <a:lnTo>
                    <a:pt x="331771" y="196218"/>
                  </a:lnTo>
                  <a:lnTo>
                    <a:pt x="332610" y="190980"/>
                  </a:lnTo>
                  <a:lnTo>
                    <a:pt x="333282" y="185718"/>
                  </a:lnTo>
                  <a:lnTo>
                    <a:pt x="333787" y="180437"/>
                  </a:lnTo>
                  <a:lnTo>
                    <a:pt x="334124" y="175143"/>
                  </a:lnTo>
                  <a:lnTo>
                    <a:pt x="334293" y="169840"/>
                  </a:lnTo>
                  <a:lnTo>
                    <a:pt x="334294" y="164535"/>
                  </a:lnTo>
                  <a:lnTo>
                    <a:pt x="334126" y="159233"/>
                  </a:lnTo>
                  <a:lnTo>
                    <a:pt x="333790" y="153939"/>
                  </a:lnTo>
                  <a:lnTo>
                    <a:pt x="333286" y="148658"/>
                  </a:lnTo>
                  <a:lnTo>
                    <a:pt x="332615" y="143395"/>
                  </a:lnTo>
                  <a:lnTo>
                    <a:pt x="331778" y="138157"/>
                  </a:lnTo>
                  <a:lnTo>
                    <a:pt x="330774" y="132948"/>
                  </a:lnTo>
                  <a:lnTo>
                    <a:pt x="329606" y="127773"/>
                  </a:lnTo>
                  <a:lnTo>
                    <a:pt x="328274" y="122638"/>
                  </a:lnTo>
                  <a:lnTo>
                    <a:pt x="326780" y="117548"/>
                  </a:lnTo>
                  <a:lnTo>
                    <a:pt x="325126" y="112507"/>
                  </a:lnTo>
                  <a:lnTo>
                    <a:pt x="323312" y="107522"/>
                  </a:lnTo>
                  <a:lnTo>
                    <a:pt x="321340" y="102597"/>
                  </a:lnTo>
                  <a:lnTo>
                    <a:pt x="319214" y="97737"/>
                  </a:lnTo>
                  <a:lnTo>
                    <a:pt x="316934" y="92947"/>
                  </a:lnTo>
                  <a:lnTo>
                    <a:pt x="314504" y="88231"/>
                  </a:lnTo>
                  <a:lnTo>
                    <a:pt x="311925" y="83595"/>
                  </a:lnTo>
                  <a:lnTo>
                    <a:pt x="309200" y="79043"/>
                  </a:lnTo>
                  <a:lnTo>
                    <a:pt x="306333" y="74580"/>
                  </a:lnTo>
                  <a:lnTo>
                    <a:pt x="303325" y="70211"/>
                  </a:lnTo>
                  <a:lnTo>
                    <a:pt x="300180" y="65938"/>
                  </a:lnTo>
                  <a:lnTo>
                    <a:pt x="296901" y="61768"/>
                  </a:lnTo>
                  <a:lnTo>
                    <a:pt x="293491" y="57704"/>
                  </a:lnTo>
                  <a:lnTo>
                    <a:pt x="289954" y="53750"/>
                  </a:lnTo>
                  <a:lnTo>
                    <a:pt x="286294" y="49911"/>
                  </a:lnTo>
                  <a:lnTo>
                    <a:pt x="282513" y="46189"/>
                  </a:lnTo>
                  <a:lnTo>
                    <a:pt x="278616" y="42589"/>
                  </a:lnTo>
                  <a:lnTo>
                    <a:pt x="274607" y="39115"/>
                  </a:lnTo>
                  <a:lnTo>
                    <a:pt x="270490" y="35770"/>
                  </a:lnTo>
                  <a:lnTo>
                    <a:pt x="266269" y="32557"/>
                  </a:lnTo>
                  <a:lnTo>
                    <a:pt x="261947" y="29480"/>
                  </a:lnTo>
                  <a:lnTo>
                    <a:pt x="257531" y="26541"/>
                  </a:lnTo>
                  <a:lnTo>
                    <a:pt x="253023" y="23744"/>
                  </a:lnTo>
                  <a:lnTo>
                    <a:pt x="248429" y="21091"/>
                  </a:lnTo>
                  <a:lnTo>
                    <a:pt x="243753" y="18585"/>
                  </a:lnTo>
                  <a:lnTo>
                    <a:pt x="239000" y="16230"/>
                  </a:lnTo>
                  <a:lnTo>
                    <a:pt x="234174" y="14026"/>
                  </a:lnTo>
                  <a:lnTo>
                    <a:pt x="229281" y="11976"/>
                  </a:lnTo>
                  <a:lnTo>
                    <a:pt x="224326" y="10083"/>
                  </a:lnTo>
                  <a:lnTo>
                    <a:pt x="219313" y="8347"/>
                  </a:lnTo>
                  <a:lnTo>
                    <a:pt x="214247" y="6772"/>
                  </a:lnTo>
                  <a:lnTo>
                    <a:pt x="209134" y="5358"/>
                  </a:lnTo>
                  <a:lnTo>
                    <a:pt x="203978" y="4107"/>
                  </a:lnTo>
                  <a:lnTo>
                    <a:pt x="198786" y="3021"/>
                  </a:lnTo>
                  <a:lnTo>
                    <a:pt x="193562" y="2100"/>
                  </a:lnTo>
                  <a:lnTo>
                    <a:pt x="188311" y="1345"/>
                  </a:lnTo>
                  <a:lnTo>
                    <a:pt x="183038" y="757"/>
                  </a:lnTo>
                  <a:lnTo>
                    <a:pt x="177750" y="336"/>
                  </a:lnTo>
                  <a:lnTo>
                    <a:pt x="172451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8924" y="5399291"/>
              <a:ext cx="7291" cy="167167"/>
            </a:xfrm>
            <a:custGeom>
              <a:avLst/>
              <a:pathLst>
                <a:path w="7291" h="167167">
                  <a:moveTo>
                    <a:pt x="7291" y="0"/>
                  </a:moveTo>
                  <a:lnTo>
                    <a:pt x="0" y="159"/>
                  </a:lnTo>
                  <a:lnTo>
                    <a:pt x="729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8924" y="5399450"/>
              <a:ext cx="7291" cy="167008"/>
            </a:xfrm>
            <a:custGeom>
              <a:avLst/>
              <a:pathLst>
                <a:path w="7291" h="167008">
                  <a:moveTo>
                    <a:pt x="0" y="0"/>
                  </a:moveTo>
                  <a:lnTo>
                    <a:pt x="7291" y="1670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4" y="5399450"/>
              <a:ext cx="334312" cy="334175"/>
            </a:xfrm>
            <a:custGeom>
              <a:avLst/>
              <a:pathLst>
                <a:path w="334312" h="334175">
                  <a:moveTo>
                    <a:pt x="159869" y="0"/>
                  </a:moveTo>
                  <a:lnTo>
                    <a:pt x="154590" y="314"/>
                  </a:lnTo>
                  <a:lnTo>
                    <a:pt x="149323" y="795"/>
                  </a:lnTo>
                  <a:lnTo>
                    <a:pt x="144074" y="1442"/>
                  </a:lnTo>
                  <a:lnTo>
                    <a:pt x="138848" y="2256"/>
                  </a:lnTo>
                  <a:lnTo>
                    <a:pt x="133650" y="3234"/>
                  </a:lnTo>
                  <a:lnTo>
                    <a:pt x="128486" y="4376"/>
                  </a:lnTo>
                  <a:lnTo>
                    <a:pt x="123360" y="5681"/>
                  </a:lnTo>
                  <a:lnTo>
                    <a:pt x="118279" y="7147"/>
                  </a:lnTo>
                  <a:lnTo>
                    <a:pt x="113246" y="8773"/>
                  </a:lnTo>
                  <a:lnTo>
                    <a:pt x="108268" y="10558"/>
                  </a:lnTo>
                  <a:lnTo>
                    <a:pt x="103348" y="12499"/>
                  </a:lnTo>
                  <a:lnTo>
                    <a:pt x="98492" y="14596"/>
                  </a:lnTo>
                  <a:lnTo>
                    <a:pt x="93705" y="16844"/>
                  </a:lnTo>
                  <a:lnTo>
                    <a:pt x="88991" y="19243"/>
                  </a:lnTo>
                  <a:lnTo>
                    <a:pt x="84356" y="21790"/>
                  </a:lnTo>
                  <a:lnTo>
                    <a:pt x="79803" y="24482"/>
                  </a:lnTo>
                  <a:lnTo>
                    <a:pt x="75338" y="27317"/>
                  </a:lnTo>
                  <a:lnTo>
                    <a:pt x="70965" y="30292"/>
                  </a:lnTo>
                  <a:lnTo>
                    <a:pt x="66688" y="33403"/>
                  </a:lnTo>
                  <a:lnTo>
                    <a:pt x="62512" y="36648"/>
                  </a:lnTo>
                  <a:lnTo>
                    <a:pt x="58441" y="40024"/>
                  </a:lnTo>
                  <a:lnTo>
                    <a:pt x="54478" y="43527"/>
                  </a:lnTo>
                  <a:lnTo>
                    <a:pt x="50628" y="47153"/>
                  </a:lnTo>
                  <a:lnTo>
                    <a:pt x="46895" y="50900"/>
                  </a:lnTo>
                  <a:lnTo>
                    <a:pt x="43282" y="54763"/>
                  </a:lnTo>
                  <a:lnTo>
                    <a:pt x="39793" y="58738"/>
                  </a:lnTo>
                  <a:lnTo>
                    <a:pt x="36432" y="62821"/>
                  </a:lnTo>
                  <a:lnTo>
                    <a:pt x="33202" y="67009"/>
                  </a:lnTo>
                  <a:lnTo>
                    <a:pt x="30105" y="71296"/>
                  </a:lnTo>
                  <a:lnTo>
                    <a:pt x="27146" y="75680"/>
                  </a:lnTo>
                  <a:lnTo>
                    <a:pt x="24327" y="80155"/>
                  </a:lnTo>
                  <a:lnTo>
                    <a:pt x="21651" y="84717"/>
                  </a:lnTo>
                  <a:lnTo>
                    <a:pt x="19121" y="89361"/>
                  </a:lnTo>
                  <a:lnTo>
                    <a:pt x="16738" y="94083"/>
                  </a:lnTo>
                  <a:lnTo>
                    <a:pt x="14507" y="98878"/>
                  </a:lnTo>
                  <a:lnTo>
                    <a:pt x="12428" y="103742"/>
                  </a:lnTo>
                  <a:lnTo>
                    <a:pt x="10504" y="108668"/>
                  </a:lnTo>
                  <a:lnTo>
                    <a:pt x="8737" y="113653"/>
                  </a:lnTo>
                  <a:lnTo>
                    <a:pt x="7128" y="118692"/>
                  </a:lnTo>
                  <a:lnTo>
                    <a:pt x="5680" y="123778"/>
                  </a:lnTo>
                  <a:lnTo>
                    <a:pt x="4393" y="128908"/>
                  </a:lnTo>
                  <a:lnTo>
                    <a:pt x="3269" y="134076"/>
                  </a:lnTo>
                  <a:lnTo>
                    <a:pt x="2310" y="139278"/>
                  </a:lnTo>
                  <a:lnTo>
                    <a:pt x="1515" y="144506"/>
                  </a:lnTo>
                  <a:lnTo>
                    <a:pt x="886" y="149758"/>
                  </a:lnTo>
                  <a:lnTo>
                    <a:pt x="423" y="155027"/>
                  </a:lnTo>
                  <a:lnTo>
                    <a:pt x="128" y="160307"/>
                  </a:lnTo>
                  <a:lnTo>
                    <a:pt x="0" y="165595"/>
                  </a:lnTo>
                  <a:lnTo>
                    <a:pt x="38" y="170883"/>
                  </a:lnTo>
                  <a:lnTo>
                    <a:pt x="245" y="176168"/>
                  </a:lnTo>
                  <a:lnTo>
                    <a:pt x="618" y="181444"/>
                  </a:lnTo>
                  <a:lnTo>
                    <a:pt x="1158" y="186705"/>
                  </a:lnTo>
                  <a:lnTo>
                    <a:pt x="1864" y="191947"/>
                  </a:lnTo>
                  <a:lnTo>
                    <a:pt x="2736" y="197163"/>
                  </a:lnTo>
                  <a:lnTo>
                    <a:pt x="3772" y="202350"/>
                  </a:lnTo>
                  <a:lnTo>
                    <a:pt x="4972" y="207501"/>
                  </a:lnTo>
                  <a:lnTo>
                    <a:pt x="6334" y="212611"/>
                  </a:lnTo>
                  <a:lnTo>
                    <a:pt x="7857" y="217676"/>
                  </a:lnTo>
                  <a:lnTo>
                    <a:pt x="9540" y="222690"/>
                  </a:lnTo>
                  <a:lnTo>
                    <a:pt x="11380" y="227649"/>
                  </a:lnTo>
                  <a:lnTo>
                    <a:pt x="13377" y="232546"/>
                  </a:lnTo>
                  <a:lnTo>
                    <a:pt x="15527" y="237379"/>
                  </a:lnTo>
                  <a:lnTo>
                    <a:pt x="17829" y="242140"/>
                  </a:lnTo>
                  <a:lnTo>
                    <a:pt x="20280" y="246827"/>
                  </a:lnTo>
                  <a:lnTo>
                    <a:pt x="22879" y="251433"/>
                  </a:lnTo>
                  <a:lnTo>
                    <a:pt x="25622" y="255955"/>
                  </a:lnTo>
                  <a:lnTo>
                    <a:pt x="28507" y="260388"/>
                  </a:lnTo>
                  <a:lnTo>
                    <a:pt x="31530" y="264728"/>
                  </a:lnTo>
                  <a:lnTo>
                    <a:pt x="34689" y="268969"/>
                  </a:lnTo>
                  <a:lnTo>
                    <a:pt x="37981" y="273109"/>
                  </a:lnTo>
                  <a:lnTo>
                    <a:pt x="41402" y="277143"/>
                  </a:lnTo>
                  <a:lnTo>
                    <a:pt x="44949" y="281066"/>
                  </a:lnTo>
                  <a:lnTo>
                    <a:pt x="48618" y="284875"/>
                  </a:lnTo>
                  <a:lnTo>
                    <a:pt x="52406" y="288566"/>
                  </a:lnTo>
                  <a:lnTo>
                    <a:pt x="56309" y="292135"/>
                  </a:lnTo>
                  <a:lnTo>
                    <a:pt x="60323" y="295579"/>
                  </a:lnTo>
                  <a:lnTo>
                    <a:pt x="64444" y="298895"/>
                  </a:lnTo>
                  <a:lnTo>
                    <a:pt x="68667" y="302078"/>
                  </a:lnTo>
                  <a:lnTo>
                    <a:pt x="72990" y="305126"/>
                  </a:lnTo>
                  <a:lnTo>
                    <a:pt x="77406" y="308036"/>
                  </a:lnTo>
                  <a:lnTo>
                    <a:pt x="81912" y="310805"/>
                  </a:lnTo>
                  <a:lnTo>
                    <a:pt x="86504" y="313430"/>
                  </a:lnTo>
                  <a:lnTo>
                    <a:pt x="91176" y="315908"/>
                  </a:lnTo>
                  <a:lnTo>
                    <a:pt x="95925" y="318237"/>
                  </a:lnTo>
                  <a:lnTo>
                    <a:pt x="100744" y="320415"/>
                  </a:lnTo>
                  <a:lnTo>
                    <a:pt x="105631" y="322439"/>
                  </a:lnTo>
                  <a:lnTo>
                    <a:pt x="110579" y="324308"/>
                  </a:lnTo>
                  <a:lnTo>
                    <a:pt x="115583" y="326019"/>
                  </a:lnTo>
                  <a:lnTo>
                    <a:pt x="120639" y="327571"/>
                  </a:lnTo>
                  <a:lnTo>
                    <a:pt x="125742" y="328963"/>
                  </a:lnTo>
                  <a:lnTo>
                    <a:pt x="130886" y="330192"/>
                  </a:lnTo>
                  <a:lnTo>
                    <a:pt x="136066" y="331258"/>
                  </a:lnTo>
                  <a:lnTo>
                    <a:pt x="141278" y="332159"/>
                  </a:lnTo>
                  <a:lnTo>
                    <a:pt x="146515" y="332895"/>
                  </a:lnTo>
                  <a:lnTo>
                    <a:pt x="151773" y="333466"/>
                  </a:lnTo>
                  <a:lnTo>
                    <a:pt x="157047" y="333869"/>
                  </a:lnTo>
                  <a:lnTo>
                    <a:pt x="162330" y="334105"/>
                  </a:lnTo>
                  <a:lnTo>
                    <a:pt x="167619" y="334175"/>
                  </a:lnTo>
                  <a:lnTo>
                    <a:pt x="172907" y="334077"/>
                  </a:lnTo>
                  <a:lnTo>
                    <a:pt x="178189" y="333811"/>
                  </a:lnTo>
                  <a:lnTo>
                    <a:pt x="183460" y="333379"/>
                  </a:lnTo>
                  <a:lnTo>
                    <a:pt x="188715" y="332780"/>
                  </a:lnTo>
                  <a:lnTo>
                    <a:pt x="193949" y="332015"/>
                  </a:lnTo>
                  <a:lnTo>
                    <a:pt x="199155" y="331085"/>
                  </a:lnTo>
                  <a:lnTo>
                    <a:pt x="204330" y="329991"/>
                  </a:lnTo>
                  <a:lnTo>
                    <a:pt x="209467" y="328733"/>
                  </a:lnTo>
                  <a:lnTo>
                    <a:pt x="214562" y="327314"/>
                  </a:lnTo>
                  <a:lnTo>
                    <a:pt x="219609" y="325734"/>
                  </a:lnTo>
                  <a:lnTo>
                    <a:pt x="224604" y="323996"/>
                  </a:lnTo>
                  <a:lnTo>
                    <a:pt x="229542" y="322100"/>
                  </a:lnTo>
                  <a:lnTo>
                    <a:pt x="234417" y="320049"/>
                  </a:lnTo>
                  <a:lnTo>
                    <a:pt x="239225" y="317845"/>
                  </a:lnTo>
                  <a:lnTo>
                    <a:pt x="243960" y="315490"/>
                  </a:lnTo>
                  <a:lnTo>
                    <a:pt x="248619" y="312986"/>
                  </a:lnTo>
                  <a:lnTo>
                    <a:pt x="253196" y="310336"/>
                  </a:lnTo>
                  <a:lnTo>
                    <a:pt x="257687" y="307542"/>
                  </a:lnTo>
                  <a:lnTo>
                    <a:pt x="262087" y="304608"/>
                  </a:lnTo>
                  <a:lnTo>
                    <a:pt x="266393" y="301537"/>
                  </a:lnTo>
                  <a:lnTo>
                    <a:pt x="270599" y="298330"/>
                  </a:lnTo>
                  <a:lnTo>
                    <a:pt x="274702" y="294992"/>
                  </a:lnTo>
                  <a:lnTo>
                    <a:pt x="278696" y="291526"/>
                  </a:lnTo>
                  <a:lnTo>
                    <a:pt x="282580" y="287935"/>
                  </a:lnTo>
                  <a:lnTo>
                    <a:pt x="286347" y="284224"/>
                  </a:lnTo>
                  <a:lnTo>
                    <a:pt x="289996" y="280395"/>
                  </a:lnTo>
                  <a:lnTo>
                    <a:pt x="293521" y="276452"/>
                  </a:lnTo>
                  <a:lnTo>
                    <a:pt x="296920" y="272400"/>
                  </a:lnTo>
                  <a:lnTo>
                    <a:pt x="300189" y="268242"/>
                  </a:lnTo>
                  <a:lnTo>
                    <a:pt x="303325" y="263983"/>
                  </a:lnTo>
                  <a:lnTo>
                    <a:pt x="306325" y="259627"/>
                  </a:lnTo>
                  <a:lnTo>
                    <a:pt x="309185" y="255179"/>
                  </a:lnTo>
                  <a:lnTo>
                    <a:pt x="311903" y="250642"/>
                  </a:lnTo>
                  <a:lnTo>
                    <a:pt x="314477" y="246021"/>
                  </a:lnTo>
                  <a:lnTo>
                    <a:pt x="316902" y="241321"/>
                  </a:lnTo>
                  <a:lnTo>
                    <a:pt x="319178" y="236547"/>
                  </a:lnTo>
                  <a:lnTo>
                    <a:pt x="321302" y="231703"/>
                  </a:lnTo>
                  <a:lnTo>
                    <a:pt x="323272" y="226794"/>
                  </a:lnTo>
                  <a:lnTo>
                    <a:pt x="325085" y="221826"/>
                  </a:lnTo>
                  <a:lnTo>
                    <a:pt x="326740" y="216803"/>
                  </a:lnTo>
                  <a:lnTo>
                    <a:pt x="328235" y="211730"/>
                  </a:lnTo>
                  <a:lnTo>
                    <a:pt x="329569" y="206612"/>
                  </a:lnTo>
                  <a:lnTo>
                    <a:pt x="330741" y="201454"/>
                  </a:lnTo>
                  <a:lnTo>
                    <a:pt x="331749" y="196262"/>
                  </a:lnTo>
                  <a:lnTo>
                    <a:pt x="332592" y="191041"/>
                  </a:lnTo>
                  <a:lnTo>
                    <a:pt x="333269" y="185796"/>
                  </a:lnTo>
                  <a:lnTo>
                    <a:pt x="333780" y="180531"/>
                  </a:lnTo>
                  <a:lnTo>
                    <a:pt x="334125" y="175254"/>
                  </a:lnTo>
                  <a:lnTo>
                    <a:pt x="334302" y="169968"/>
                  </a:lnTo>
                  <a:lnTo>
                    <a:pt x="334312" y="164679"/>
                  </a:lnTo>
                  <a:lnTo>
                    <a:pt x="334155" y="159392"/>
                  </a:lnTo>
                  <a:lnTo>
                    <a:pt x="333830" y="154113"/>
                  </a:lnTo>
                  <a:lnTo>
                    <a:pt x="333339" y="148847"/>
                  </a:lnTo>
                  <a:lnTo>
                    <a:pt x="332681" y="143599"/>
                  </a:lnTo>
                  <a:lnTo>
                    <a:pt x="331858" y="138375"/>
                  </a:lnTo>
                  <a:lnTo>
                    <a:pt x="330870" y="133179"/>
                  </a:lnTo>
                  <a:lnTo>
                    <a:pt x="329718" y="128017"/>
                  </a:lnTo>
                  <a:lnTo>
                    <a:pt x="328403" y="122894"/>
                  </a:lnTo>
                  <a:lnTo>
                    <a:pt x="326927" y="117816"/>
                  </a:lnTo>
                  <a:lnTo>
                    <a:pt x="325291" y="112786"/>
                  </a:lnTo>
                  <a:lnTo>
                    <a:pt x="323496" y="107811"/>
                  </a:lnTo>
                  <a:lnTo>
                    <a:pt x="321545" y="102895"/>
                  </a:lnTo>
                  <a:lnTo>
                    <a:pt x="319440" y="98043"/>
                  </a:lnTo>
                  <a:lnTo>
                    <a:pt x="317182" y="93260"/>
                  </a:lnTo>
                  <a:lnTo>
                    <a:pt x="314774" y="88552"/>
                  </a:lnTo>
                  <a:lnTo>
                    <a:pt x="312218" y="83921"/>
                  </a:lnTo>
                  <a:lnTo>
                    <a:pt x="309517" y="79374"/>
                  </a:lnTo>
                  <a:lnTo>
                    <a:pt x="306674" y="74914"/>
                  </a:lnTo>
                  <a:lnTo>
                    <a:pt x="303690" y="70547"/>
                  </a:lnTo>
                  <a:lnTo>
                    <a:pt x="300571" y="66276"/>
                  </a:lnTo>
                  <a:lnTo>
                    <a:pt x="297317" y="62106"/>
                  </a:lnTo>
                  <a:lnTo>
                    <a:pt x="293934" y="58041"/>
                  </a:lnTo>
                  <a:lnTo>
                    <a:pt x="290423" y="54086"/>
                  </a:lnTo>
                  <a:lnTo>
                    <a:pt x="286789" y="50243"/>
                  </a:lnTo>
                  <a:lnTo>
                    <a:pt x="283035" y="46517"/>
                  </a:lnTo>
                  <a:lnTo>
                    <a:pt x="279166" y="42912"/>
                  </a:lnTo>
                  <a:lnTo>
                    <a:pt x="275184" y="39430"/>
                  </a:lnTo>
                  <a:lnTo>
                    <a:pt x="271094" y="36077"/>
                  </a:lnTo>
                  <a:lnTo>
                    <a:pt x="266900" y="32855"/>
                  </a:lnTo>
                  <a:lnTo>
                    <a:pt x="262606" y="29767"/>
                  </a:lnTo>
                  <a:lnTo>
                    <a:pt x="258217" y="26816"/>
                  </a:lnTo>
                  <a:lnTo>
                    <a:pt x="253736" y="24006"/>
                  </a:lnTo>
                  <a:lnTo>
                    <a:pt x="249169" y="21338"/>
                  </a:lnTo>
                  <a:lnTo>
                    <a:pt x="244520" y="18817"/>
                  </a:lnTo>
                  <a:lnTo>
                    <a:pt x="239793" y="16444"/>
                  </a:lnTo>
                  <a:lnTo>
                    <a:pt x="234994" y="14222"/>
                  </a:lnTo>
                  <a:lnTo>
                    <a:pt x="230127" y="12152"/>
                  </a:lnTo>
                  <a:lnTo>
                    <a:pt x="225196" y="10238"/>
                  </a:lnTo>
                  <a:lnTo>
                    <a:pt x="220208" y="8480"/>
                  </a:lnTo>
                  <a:lnTo>
                    <a:pt x="215167" y="6882"/>
                  </a:lnTo>
                  <a:lnTo>
                    <a:pt x="167161" y="1670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48005" cy="167167"/>
            </a:xfrm>
            <a:custGeom>
              <a:avLst/>
              <a:pathLst>
                <a:path w="48005" h="167167">
                  <a:moveTo>
                    <a:pt x="48005" y="7041"/>
                  </a:moveTo>
                  <a:lnTo>
                    <a:pt x="42145" y="5399"/>
                  </a:lnTo>
                  <a:lnTo>
                    <a:pt x="36228" y="3972"/>
                  </a:lnTo>
                  <a:lnTo>
                    <a:pt x="30264" y="2762"/>
                  </a:lnTo>
                  <a:lnTo>
                    <a:pt x="24259" y="1769"/>
                  </a:lnTo>
                  <a:lnTo>
                    <a:pt x="18222" y="996"/>
                  </a:lnTo>
                  <a:lnTo>
                    <a:pt x="12162" y="443"/>
                  </a:lnTo>
                  <a:lnTo>
                    <a:pt x="6085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43284" y="5399291"/>
              <a:ext cx="80259" cy="167167"/>
            </a:xfrm>
            <a:custGeom>
              <a:avLst/>
              <a:pathLst>
                <a:path w="80259" h="167167">
                  <a:moveTo>
                    <a:pt x="80259" y="0"/>
                  </a:moveTo>
                  <a:lnTo>
                    <a:pt x="74280" y="106"/>
                  </a:lnTo>
                  <a:lnTo>
                    <a:pt x="68310" y="427"/>
                  </a:lnTo>
                  <a:lnTo>
                    <a:pt x="62354" y="961"/>
                  </a:lnTo>
                  <a:lnTo>
                    <a:pt x="56422" y="1708"/>
                  </a:lnTo>
                  <a:lnTo>
                    <a:pt x="50520" y="2666"/>
                  </a:lnTo>
                  <a:lnTo>
                    <a:pt x="44656" y="3835"/>
                  </a:lnTo>
                  <a:lnTo>
                    <a:pt x="38837" y="5213"/>
                  </a:lnTo>
                  <a:lnTo>
                    <a:pt x="33072" y="6797"/>
                  </a:lnTo>
                  <a:lnTo>
                    <a:pt x="27367" y="8588"/>
                  </a:lnTo>
                  <a:lnTo>
                    <a:pt x="21730" y="10581"/>
                  </a:lnTo>
                  <a:lnTo>
                    <a:pt x="16167" y="12774"/>
                  </a:lnTo>
                  <a:lnTo>
                    <a:pt x="10687" y="15165"/>
                  </a:lnTo>
                  <a:lnTo>
                    <a:pt x="5295" y="17750"/>
                  </a:lnTo>
                  <a:lnTo>
                    <a:pt x="0" y="20527"/>
                  </a:lnTo>
                  <a:lnTo>
                    <a:pt x="802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43284" y="5419818"/>
              <a:ext cx="80259" cy="146640"/>
            </a:xfrm>
            <a:custGeom>
              <a:avLst/>
              <a:pathLst>
                <a:path w="80259" h="146640">
                  <a:moveTo>
                    <a:pt x="0" y="0"/>
                  </a:moveTo>
                  <a:lnTo>
                    <a:pt x="80259" y="146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43284" y="5419818"/>
              <a:ext cx="80259" cy="146640"/>
            </a:xfrm>
            <a:custGeom>
              <a:avLst/>
              <a:pathLst>
                <a:path w="80259" h="146640">
                  <a:moveTo>
                    <a:pt x="0" y="0"/>
                  </a:moveTo>
                  <a:lnTo>
                    <a:pt x="80259" y="146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43284" y="5419818"/>
              <a:ext cx="80259" cy="146640"/>
            </a:xfrm>
            <a:custGeom>
              <a:avLst/>
              <a:pathLst>
                <a:path w="80259" h="146640">
                  <a:moveTo>
                    <a:pt x="0" y="0"/>
                  </a:moveTo>
                  <a:lnTo>
                    <a:pt x="80259" y="1466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43284" y="5419818"/>
              <a:ext cx="80259" cy="146640"/>
            </a:xfrm>
            <a:custGeom>
              <a:avLst/>
              <a:pathLst>
                <a:path w="80259" h="146640">
                  <a:moveTo>
                    <a:pt x="0" y="0"/>
                  </a:moveTo>
                  <a:lnTo>
                    <a:pt x="80259" y="1466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43284" y="5419818"/>
              <a:ext cx="80259" cy="146640"/>
            </a:xfrm>
            <a:custGeom>
              <a:avLst/>
              <a:pathLst>
                <a:path w="80259" h="146640">
                  <a:moveTo>
                    <a:pt x="0" y="0"/>
                  </a:moveTo>
                  <a:lnTo>
                    <a:pt x="80259" y="1466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96" y="5419818"/>
              <a:ext cx="167148" cy="311014"/>
            </a:xfrm>
            <a:custGeom>
              <a:avLst/>
              <a:pathLst>
                <a:path w="167148" h="311014">
                  <a:moveTo>
                    <a:pt x="86888" y="0"/>
                  </a:moveTo>
                  <a:lnTo>
                    <a:pt x="82249" y="2636"/>
                  </a:lnTo>
                  <a:lnTo>
                    <a:pt x="77697" y="5418"/>
                  </a:lnTo>
                  <a:lnTo>
                    <a:pt x="73236" y="8345"/>
                  </a:lnTo>
                  <a:lnTo>
                    <a:pt x="68870" y="11412"/>
                  </a:lnTo>
                  <a:lnTo>
                    <a:pt x="64605" y="14618"/>
                  </a:lnTo>
                  <a:lnTo>
                    <a:pt x="60444" y="17957"/>
                  </a:lnTo>
                  <a:lnTo>
                    <a:pt x="56391" y="21428"/>
                  </a:lnTo>
                  <a:lnTo>
                    <a:pt x="52452" y="25026"/>
                  </a:lnTo>
                  <a:lnTo>
                    <a:pt x="48629" y="28749"/>
                  </a:lnTo>
                  <a:lnTo>
                    <a:pt x="44927" y="32591"/>
                  </a:lnTo>
                  <a:lnTo>
                    <a:pt x="41350" y="36550"/>
                  </a:lnTo>
                  <a:lnTo>
                    <a:pt x="37901" y="40620"/>
                  </a:lnTo>
                  <a:lnTo>
                    <a:pt x="34583" y="44799"/>
                  </a:lnTo>
                  <a:lnTo>
                    <a:pt x="31400" y="49081"/>
                  </a:lnTo>
                  <a:lnTo>
                    <a:pt x="28356" y="53463"/>
                  </a:lnTo>
                  <a:lnTo>
                    <a:pt x="25453" y="57940"/>
                  </a:lnTo>
                  <a:lnTo>
                    <a:pt x="22695" y="62507"/>
                  </a:lnTo>
                  <a:lnTo>
                    <a:pt x="20083" y="67160"/>
                  </a:lnTo>
                  <a:lnTo>
                    <a:pt x="17622" y="71894"/>
                  </a:lnTo>
                  <a:lnTo>
                    <a:pt x="15313" y="76703"/>
                  </a:lnTo>
                  <a:lnTo>
                    <a:pt x="13158" y="81585"/>
                  </a:lnTo>
                  <a:lnTo>
                    <a:pt x="11160" y="86532"/>
                  </a:lnTo>
                  <a:lnTo>
                    <a:pt x="9322" y="91541"/>
                  </a:lnTo>
                  <a:lnTo>
                    <a:pt x="7644" y="96605"/>
                  </a:lnTo>
                  <a:lnTo>
                    <a:pt x="6128" y="101721"/>
                  </a:lnTo>
                  <a:lnTo>
                    <a:pt x="4777" y="106883"/>
                  </a:lnTo>
                  <a:lnTo>
                    <a:pt x="3591" y="112085"/>
                  </a:lnTo>
                  <a:lnTo>
                    <a:pt x="2571" y="117322"/>
                  </a:lnTo>
                  <a:lnTo>
                    <a:pt x="1719" y="122589"/>
                  </a:lnTo>
                  <a:lnTo>
                    <a:pt x="1036" y="127881"/>
                  </a:lnTo>
                  <a:lnTo>
                    <a:pt x="522" y="133191"/>
                  </a:lnTo>
                  <a:lnTo>
                    <a:pt x="178" y="138516"/>
                  </a:lnTo>
                  <a:lnTo>
                    <a:pt x="3" y="143848"/>
                  </a:lnTo>
                  <a:lnTo>
                    <a:pt x="0" y="149184"/>
                  </a:lnTo>
                  <a:lnTo>
                    <a:pt x="166" y="154517"/>
                  </a:lnTo>
                  <a:lnTo>
                    <a:pt x="502" y="159842"/>
                  </a:lnTo>
                  <a:lnTo>
                    <a:pt x="1008" y="165153"/>
                  </a:lnTo>
                  <a:lnTo>
                    <a:pt x="1684" y="170446"/>
                  </a:lnTo>
                  <a:lnTo>
                    <a:pt x="2528" y="175714"/>
                  </a:lnTo>
                  <a:lnTo>
                    <a:pt x="3540" y="180953"/>
                  </a:lnTo>
                  <a:lnTo>
                    <a:pt x="4718" y="186157"/>
                  </a:lnTo>
                  <a:lnTo>
                    <a:pt x="6062" y="191320"/>
                  </a:lnTo>
                  <a:lnTo>
                    <a:pt x="7570" y="196438"/>
                  </a:lnTo>
                  <a:lnTo>
                    <a:pt x="9240" y="201506"/>
                  </a:lnTo>
                  <a:lnTo>
                    <a:pt x="11072" y="206517"/>
                  </a:lnTo>
                  <a:lnTo>
                    <a:pt x="13062" y="211467"/>
                  </a:lnTo>
                  <a:lnTo>
                    <a:pt x="15209" y="216352"/>
                  </a:lnTo>
                  <a:lnTo>
                    <a:pt x="17511" y="221165"/>
                  </a:lnTo>
                  <a:lnTo>
                    <a:pt x="19966" y="225902"/>
                  </a:lnTo>
                  <a:lnTo>
                    <a:pt x="22571" y="230559"/>
                  </a:lnTo>
                  <a:lnTo>
                    <a:pt x="25322" y="235130"/>
                  </a:lnTo>
                  <a:lnTo>
                    <a:pt x="28219" y="239611"/>
                  </a:lnTo>
                  <a:lnTo>
                    <a:pt x="31256" y="243998"/>
                  </a:lnTo>
                  <a:lnTo>
                    <a:pt x="34433" y="248285"/>
                  </a:lnTo>
                  <a:lnTo>
                    <a:pt x="37744" y="252468"/>
                  </a:lnTo>
                  <a:lnTo>
                    <a:pt x="41187" y="256544"/>
                  </a:lnTo>
                  <a:lnTo>
                    <a:pt x="44759" y="260508"/>
                  </a:lnTo>
                  <a:lnTo>
                    <a:pt x="48455" y="264356"/>
                  </a:lnTo>
                  <a:lnTo>
                    <a:pt x="52272" y="268084"/>
                  </a:lnTo>
                  <a:lnTo>
                    <a:pt x="56206" y="271688"/>
                  </a:lnTo>
                  <a:lnTo>
                    <a:pt x="60253" y="275165"/>
                  </a:lnTo>
                  <a:lnTo>
                    <a:pt x="64409" y="278510"/>
                  </a:lnTo>
                  <a:lnTo>
                    <a:pt x="68670" y="281722"/>
                  </a:lnTo>
                  <a:lnTo>
                    <a:pt x="73031" y="284796"/>
                  </a:lnTo>
                  <a:lnTo>
                    <a:pt x="77488" y="287729"/>
                  </a:lnTo>
                  <a:lnTo>
                    <a:pt x="82036" y="290518"/>
                  </a:lnTo>
                  <a:lnTo>
                    <a:pt x="86671" y="293161"/>
                  </a:lnTo>
                  <a:lnTo>
                    <a:pt x="91388" y="295655"/>
                  </a:lnTo>
                  <a:lnTo>
                    <a:pt x="96183" y="297997"/>
                  </a:lnTo>
                  <a:lnTo>
                    <a:pt x="101049" y="300184"/>
                  </a:lnTo>
                  <a:lnTo>
                    <a:pt x="105983" y="302216"/>
                  </a:lnTo>
                  <a:lnTo>
                    <a:pt x="110979" y="304088"/>
                  </a:lnTo>
                  <a:lnTo>
                    <a:pt x="116032" y="305801"/>
                  </a:lnTo>
                  <a:lnTo>
                    <a:pt x="121137" y="307351"/>
                  </a:lnTo>
                  <a:lnTo>
                    <a:pt x="126290" y="308737"/>
                  </a:lnTo>
                  <a:lnTo>
                    <a:pt x="131484" y="309959"/>
                  </a:lnTo>
                  <a:lnTo>
                    <a:pt x="136714" y="311014"/>
                  </a:lnTo>
                  <a:lnTo>
                    <a:pt x="167148" y="1466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993110" y="5399291"/>
              <a:ext cx="197599" cy="334328"/>
            </a:xfrm>
            <a:custGeom>
              <a:avLst/>
              <a:pathLst>
                <a:path w="197599" h="334328">
                  <a:moveTo>
                    <a:pt x="0" y="331541"/>
                  </a:moveTo>
                  <a:lnTo>
                    <a:pt x="5269" y="332429"/>
                  </a:lnTo>
                  <a:lnTo>
                    <a:pt x="10564" y="333149"/>
                  </a:lnTo>
                  <a:lnTo>
                    <a:pt x="15879" y="333700"/>
                  </a:lnTo>
                  <a:lnTo>
                    <a:pt x="21210" y="334080"/>
                  </a:lnTo>
                  <a:lnTo>
                    <a:pt x="26549" y="334289"/>
                  </a:lnTo>
                  <a:lnTo>
                    <a:pt x="31893" y="334328"/>
                  </a:lnTo>
                  <a:lnTo>
                    <a:pt x="37235" y="334196"/>
                  </a:lnTo>
                  <a:lnTo>
                    <a:pt x="42570" y="333893"/>
                  </a:lnTo>
                  <a:lnTo>
                    <a:pt x="47893" y="333420"/>
                  </a:lnTo>
                  <a:lnTo>
                    <a:pt x="53198" y="332777"/>
                  </a:lnTo>
                  <a:lnTo>
                    <a:pt x="58480" y="331965"/>
                  </a:lnTo>
                  <a:lnTo>
                    <a:pt x="63733" y="330984"/>
                  </a:lnTo>
                  <a:lnTo>
                    <a:pt x="68952" y="329836"/>
                  </a:lnTo>
                  <a:lnTo>
                    <a:pt x="74131" y="328522"/>
                  </a:lnTo>
                  <a:lnTo>
                    <a:pt x="79266" y="327043"/>
                  </a:lnTo>
                  <a:lnTo>
                    <a:pt x="84351" y="325400"/>
                  </a:lnTo>
                  <a:lnTo>
                    <a:pt x="89381" y="323596"/>
                  </a:lnTo>
                  <a:lnTo>
                    <a:pt x="94351" y="321632"/>
                  </a:lnTo>
                  <a:lnTo>
                    <a:pt x="99256" y="319510"/>
                  </a:lnTo>
                  <a:lnTo>
                    <a:pt x="104090" y="317233"/>
                  </a:lnTo>
                  <a:lnTo>
                    <a:pt x="108848" y="314802"/>
                  </a:lnTo>
                  <a:lnTo>
                    <a:pt x="113527" y="312220"/>
                  </a:lnTo>
                  <a:lnTo>
                    <a:pt x="118121" y="309490"/>
                  </a:lnTo>
                  <a:lnTo>
                    <a:pt x="122625" y="306614"/>
                  </a:lnTo>
                  <a:lnTo>
                    <a:pt x="127035" y="303597"/>
                  </a:lnTo>
                  <a:lnTo>
                    <a:pt x="131346" y="300439"/>
                  </a:lnTo>
                  <a:lnTo>
                    <a:pt x="135555" y="297146"/>
                  </a:lnTo>
                  <a:lnTo>
                    <a:pt x="139655" y="293719"/>
                  </a:lnTo>
                  <a:lnTo>
                    <a:pt x="143645" y="290164"/>
                  </a:lnTo>
                  <a:lnTo>
                    <a:pt x="147518" y="286482"/>
                  </a:lnTo>
                  <a:lnTo>
                    <a:pt x="151272" y="282679"/>
                  </a:lnTo>
                  <a:lnTo>
                    <a:pt x="154902" y="278758"/>
                  </a:lnTo>
                  <a:lnTo>
                    <a:pt x="158405" y="274722"/>
                  </a:lnTo>
                  <a:lnTo>
                    <a:pt x="161778" y="270577"/>
                  </a:lnTo>
                  <a:lnTo>
                    <a:pt x="165016" y="266326"/>
                  </a:lnTo>
                  <a:lnTo>
                    <a:pt x="168116" y="261974"/>
                  </a:lnTo>
                  <a:lnTo>
                    <a:pt x="171076" y="257525"/>
                  </a:lnTo>
                  <a:lnTo>
                    <a:pt x="173892" y="252983"/>
                  </a:lnTo>
                  <a:lnTo>
                    <a:pt x="176562" y="248354"/>
                  </a:lnTo>
                  <a:lnTo>
                    <a:pt x="179082" y="243642"/>
                  </a:lnTo>
                  <a:lnTo>
                    <a:pt x="181451" y="238852"/>
                  </a:lnTo>
                  <a:lnTo>
                    <a:pt x="183665" y="233988"/>
                  </a:lnTo>
                  <a:lnTo>
                    <a:pt x="185722" y="229056"/>
                  </a:lnTo>
                  <a:lnTo>
                    <a:pt x="187621" y="224061"/>
                  </a:lnTo>
                  <a:lnTo>
                    <a:pt x="189359" y="219008"/>
                  </a:lnTo>
                  <a:lnTo>
                    <a:pt x="190935" y="213902"/>
                  </a:lnTo>
                  <a:lnTo>
                    <a:pt x="192347" y="208748"/>
                  </a:lnTo>
                  <a:lnTo>
                    <a:pt x="193593" y="203552"/>
                  </a:lnTo>
                  <a:lnTo>
                    <a:pt x="194673" y="198318"/>
                  </a:lnTo>
                  <a:lnTo>
                    <a:pt x="195584" y="193053"/>
                  </a:lnTo>
                  <a:lnTo>
                    <a:pt x="196327" y="187761"/>
                  </a:lnTo>
                  <a:lnTo>
                    <a:pt x="196901" y="182448"/>
                  </a:lnTo>
                  <a:lnTo>
                    <a:pt x="197304" y="177119"/>
                  </a:lnTo>
                  <a:lnTo>
                    <a:pt x="197537" y="171781"/>
                  </a:lnTo>
                  <a:lnTo>
                    <a:pt x="197599" y="166437"/>
                  </a:lnTo>
                  <a:lnTo>
                    <a:pt x="197490" y="161095"/>
                  </a:lnTo>
                  <a:lnTo>
                    <a:pt x="197211" y="155758"/>
                  </a:lnTo>
                  <a:lnTo>
                    <a:pt x="196761" y="150433"/>
                  </a:lnTo>
                  <a:lnTo>
                    <a:pt x="196141" y="145126"/>
                  </a:lnTo>
                  <a:lnTo>
                    <a:pt x="195352" y="139840"/>
                  </a:lnTo>
                  <a:lnTo>
                    <a:pt x="194394" y="134583"/>
                  </a:lnTo>
                  <a:lnTo>
                    <a:pt x="193269" y="129359"/>
                  </a:lnTo>
                  <a:lnTo>
                    <a:pt x="191978" y="124174"/>
                  </a:lnTo>
                  <a:lnTo>
                    <a:pt x="190521" y="119032"/>
                  </a:lnTo>
                  <a:lnTo>
                    <a:pt x="188901" y="113940"/>
                  </a:lnTo>
                  <a:lnTo>
                    <a:pt x="187118" y="108902"/>
                  </a:lnTo>
                  <a:lnTo>
                    <a:pt x="185176" y="103924"/>
                  </a:lnTo>
                  <a:lnTo>
                    <a:pt x="183076" y="99010"/>
                  </a:lnTo>
                  <a:lnTo>
                    <a:pt x="180819" y="94166"/>
                  </a:lnTo>
                  <a:lnTo>
                    <a:pt x="178409" y="89397"/>
                  </a:lnTo>
                  <a:lnTo>
                    <a:pt x="175848" y="84707"/>
                  </a:lnTo>
                  <a:lnTo>
                    <a:pt x="173138" y="80101"/>
                  </a:lnTo>
                  <a:lnTo>
                    <a:pt x="170282" y="75585"/>
                  </a:lnTo>
                  <a:lnTo>
                    <a:pt x="167283" y="71162"/>
                  </a:lnTo>
                  <a:lnTo>
                    <a:pt x="164145" y="66837"/>
                  </a:lnTo>
                  <a:lnTo>
                    <a:pt x="160870" y="62614"/>
                  </a:lnTo>
                  <a:lnTo>
                    <a:pt x="157461" y="58498"/>
                  </a:lnTo>
                  <a:lnTo>
                    <a:pt x="153923" y="54494"/>
                  </a:lnTo>
                  <a:lnTo>
                    <a:pt x="150259" y="50604"/>
                  </a:lnTo>
                  <a:lnTo>
                    <a:pt x="146472" y="46834"/>
                  </a:lnTo>
                  <a:lnTo>
                    <a:pt x="142566" y="43187"/>
                  </a:lnTo>
                  <a:lnTo>
                    <a:pt x="138546" y="39666"/>
                  </a:lnTo>
                  <a:lnTo>
                    <a:pt x="134416" y="36275"/>
                  </a:lnTo>
                  <a:lnTo>
                    <a:pt x="130179" y="33019"/>
                  </a:lnTo>
                  <a:lnTo>
                    <a:pt x="125840" y="29899"/>
                  </a:lnTo>
                  <a:lnTo>
                    <a:pt x="121404" y="26920"/>
                  </a:lnTo>
                  <a:lnTo>
                    <a:pt x="116875" y="24084"/>
                  </a:lnTo>
                  <a:lnTo>
                    <a:pt x="112258" y="21394"/>
                  </a:lnTo>
                  <a:lnTo>
                    <a:pt x="107557" y="18853"/>
                  </a:lnTo>
                  <a:lnTo>
                    <a:pt x="102777" y="16464"/>
                  </a:lnTo>
                  <a:lnTo>
                    <a:pt x="97923" y="14229"/>
                  </a:lnTo>
                  <a:lnTo>
                    <a:pt x="93000" y="12150"/>
                  </a:lnTo>
                  <a:lnTo>
                    <a:pt x="88013" y="10229"/>
                  </a:lnTo>
                  <a:lnTo>
                    <a:pt x="82968" y="8469"/>
                  </a:lnTo>
                  <a:lnTo>
                    <a:pt x="77869" y="6871"/>
                  </a:lnTo>
                  <a:lnTo>
                    <a:pt x="72721" y="5437"/>
                  </a:lnTo>
                  <a:lnTo>
                    <a:pt x="67530" y="4168"/>
                  </a:lnTo>
                  <a:lnTo>
                    <a:pt x="62301" y="3065"/>
                  </a:lnTo>
                  <a:lnTo>
                    <a:pt x="57040" y="2130"/>
                  </a:lnTo>
                  <a:lnTo>
                    <a:pt x="51751" y="1364"/>
                  </a:lnTo>
                  <a:lnTo>
                    <a:pt x="46441" y="768"/>
                  </a:lnTo>
                  <a:lnTo>
                    <a:pt x="41114" y="341"/>
                  </a:lnTo>
                  <a:lnTo>
                    <a:pt x="35776" y="85"/>
                  </a:lnTo>
                  <a:lnTo>
                    <a:pt x="30433" y="0"/>
                  </a:lnTo>
                  <a:lnTo>
                    <a:pt x="304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7688" y="5269756"/>
              <a:ext cx="27570" cy="167167"/>
            </a:xfrm>
            <a:custGeom>
              <a:avLst/>
              <a:pathLst>
                <a:path w="27570" h="167167">
                  <a:moveTo>
                    <a:pt x="27570" y="0"/>
                  </a:moveTo>
                  <a:lnTo>
                    <a:pt x="20648" y="143"/>
                  </a:lnTo>
                  <a:lnTo>
                    <a:pt x="13737" y="573"/>
                  </a:lnTo>
                  <a:lnTo>
                    <a:pt x="6851" y="1288"/>
                  </a:lnTo>
                  <a:lnTo>
                    <a:pt x="0" y="2289"/>
                  </a:lnTo>
                  <a:lnTo>
                    <a:pt x="2757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7688" y="5272045"/>
              <a:ext cx="27570" cy="164878"/>
            </a:xfrm>
            <a:custGeom>
              <a:avLst/>
              <a:pathLst>
                <a:path w="27570" h="164878">
                  <a:moveTo>
                    <a:pt x="0" y="0"/>
                  </a:moveTo>
                  <a:lnTo>
                    <a:pt x="27570" y="164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7688" y="5272045"/>
              <a:ext cx="27570" cy="164878"/>
            </a:xfrm>
            <a:custGeom>
              <a:avLst/>
              <a:pathLst>
                <a:path w="27570" h="164878">
                  <a:moveTo>
                    <a:pt x="0" y="0"/>
                  </a:moveTo>
                  <a:lnTo>
                    <a:pt x="27570" y="164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7688" y="5272045"/>
              <a:ext cx="27570" cy="164878"/>
            </a:xfrm>
            <a:custGeom>
              <a:avLst/>
              <a:pathLst>
                <a:path w="27570" h="164878">
                  <a:moveTo>
                    <a:pt x="0" y="0"/>
                  </a:moveTo>
                  <a:lnTo>
                    <a:pt x="27570" y="1648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7688" y="5272045"/>
              <a:ext cx="27570" cy="164878"/>
            </a:xfrm>
            <a:custGeom>
              <a:avLst/>
              <a:pathLst>
                <a:path w="27570" h="164878">
                  <a:moveTo>
                    <a:pt x="0" y="0"/>
                  </a:moveTo>
                  <a:lnTo>
                    <a:pt x="27570" y="1648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90481" y="5272045"/>
              <a:ext cx="154777" cy="164878"/>
            </a:xfrm>
            <a:custGeom>
              <a:avLst/>
              <a:pathLst>
                <a:path w="154777" h="164878">
                  <a:moveTo>
                    <a:pt x="127207" y="0"/>
                  </a:moveTo>
                  <a:lnTo>
                    <a:pt x="121810" y="993"/>
                  </a:lnTo>
                  <a:lnTo>
                    <a:pt x="116449" y="2164"/>
                  </a:lnTo>
                  <a:lnTo>
                    <a:pt x="111128" y="3509"/>
                  </a:lnTo>
                  <a:lnTo>
                    <a:pt x="105855" y="5029"/>
                  </a:lnTo>
                  <a:lnTo>
                    <a:pt x="100635" y="6721"/>
                  </a:lnTo>
                  <a:lnTo>
                    <a:pt x="95473" y="8583"/>
                  </a:lnTo>
                  <a:lnTo>
                    <a:pt x="90375" y="10614"/>
                  </a:lnTo>
                  <a:lnTo>
                    <a:pt x="85347" y="12811"/>
                  </a:lnTo>
                  <a:lnTo>
                    <a:pt x="80393" y="15172"/>
                  </a:lnTo>
                  <a:lnTo>
                    <a:pt x="75519" y="17694"/>
                  </a:lnTo>
                  <a:lnTo>
                    <a:pt x="70731" y="20375"/>
                  </a:lnTo>
                  <a:lnTo>
                    <a:pt x="66033" y="23211"/>
                  </a:lnTo>
                  <a:lnTo>
                    <a:pt x="61431" y="26200"/>
                  </a:lnTo>
                  <a:lnTo>
                    <a:pt x="56930" y="29339"/>
                  </a:lnTo>
                  <a:lnTo>
                    <a:pt x="52534" y="32623"/>
                  </a:lnTo>
                  <a:lnTo>
                    <a:pt x="48248" y="36051"/>
                  </a:lnTo>
                  <a:lnTo>
                    <a:pt x="44077" y="39617"/>
                  </a:lnTo>
                  <a:lnTo>
                    <a:pt x="40025" y="43317"/>
                  </a:lnTo>
                  <a:lnTo>
                    <a:pt x="36097" y="47149"/>
                  </a:lnTo>
                  <a:lnTo>
                    <a:pt x="32297" y="51108"/>
                  </a:lnTo>
                  <a:lnTo>
                    <a:pt x="28628" y="55190"/>
                  </a:lnTo>
                  <a:lnTo>
                    <a:pt x="25096" y="59389"/>
                  </a:lnTo>
                  <a:lnTo>
                    <a:pt x="21704" y="63703"/>
                  </a:lnTo>
                  <a:lnTo>
                    <a:pt x="18454" y="68125"/>
                  </a:lnTo>
                  <a:lnTo>
                    <a:pt x="15352" y="72652"/>
                  </a:lnTo>
                  <a:lnTo>
                    <a:pt x="12400" y="77278"/>
                  </a:lnTo>
                  <a:lnTo>
                    <a:pt x="9602" y="81998"/>
                  </a:lnTo>
                  <a:lnTo>
                    <a:pt x="6960" y="86808"/>
                  </a:lnTo>
                  <a:lnTo>
                    <a:pt x="4477" y="91701"/>
                  </a:lnTo>
                  <a:lnTo>
                    <a:pt x="2156" y="96674"/>
                  </a:lnTo>
                  <a:lnTo>
                    <a:pt x="0" y="101720"/>
                  </a:lnTo>
                  <a:lnTo>
                    <a:pt x="154777" y="1648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095" y="5269756"/>
              <a:ext cx="334316" cy="334332"/>
            </a:xfrm>
            <a:custGeom>
              <a:avLst/>
              <a:pathLst>
                <a:path w="334316" h="334332">
                  <a:moveTo>
                    <a:pt x="12385" y="104009"/>
                  </a:moveTo>
                  <a:lnTo>
                    <a:pt x="10462" y="108943"/>
                  </a:lnTo>
                  <a:lnTo>
                    <a:pt x="8697" y="113935"/>
                  </a:lnTo>
                  <a:lnTo>
                    <a:pt x="7091" y="118980"/>
                  </a:lnTo>
                  <a:lnTo>
                    <a:pt x="5645" y="124074"/>
                  </a:lnTo>
                  <a:lnTo>
                    <a:pt x="4361" y="129211"/>
                  </a:lnTo>
                  <a:lnTo>
                    <a:pt x="3241" y="134386"/>
                  </a:lnTo>
                  <a:lnTo>
                    <a:pt x="2285" y="139594"/>
                  </a:lnTo>
                  <a:lnTo>
                    <a:pt x="1494" y="144830"/>
                  </a:lnTo>
                  <a:lnTo>
                    <a:pt x="870" y="150088"/>
                  </a:lnTo>
                  <a:lnTo>
                    <a:pt x="412" y="155363"/>
                  </a:lnTo>
                  <a:lnTo>
                    <a:pt x="122" y="160650"/>
                  </a:lnTo>
                  <a:lnTo>
                    <a:pt x="0" y="165944"/>
                  </a:lnTo>
                  <a:lnTo>
                    <a:pt x="45" y="171238"/>
                  </a:lnTo>
                  <a:lnTo>
                    <a:pt x="257" y="176529"/>
                  </a:lnTo>
                  <a:lnTo>
                    <a:pt x="638" y="181810"/>
                  </a:lnTo>
                  <a:lnTo>
                    <a:pt x="1185" y="187077"/>
                  </a:lnTo>
                  <a:lnTo>
                    <a:pt x="1899" y="192323"/>
                  </a:lnTo>
                  <a:lnTo>
                    <a:pt x="2778" y="197545"/>
                  </a:lnTo>
                  <a:lnTo>
                    <a:pt x="3823" y="202736"/>
                  </a:lnTo>
                  <a:lnTo>
                    <a:pt x="5031" y="207891"/>
                  </a:lnTo>
                  <a:lnTo>
                    <a:pt x="6402" y="213005"/>
                  </a:lnTo>
                  <a:lnTo>
                    <a:pt x="7935" y="218074"/>
                  </a:lnTo>
                  <a:lnTo>
                    <a:pt x="9627" y="223091"/>
                  </a:lnTo>
                  <a:lnTo>
                    <a:pt x="11477" y="228052"/>
                  </a:lnTo>
                  <a:lnTo>
                    <a:pt x="13483" y="232952"/>
                  </a:lnTo>
                  <a:lnTo>
                    <a:pt x="15644" y="237786"/>
                  </a:lnTo>
                  <a:lnTo>
                    <a:pt x="17957" y="242550"/>
                  </a:lnTo>
                  <a:lnTo>
                    <a:pt x="20419" y="247237"/>
                  </a:lnTo>
                  <a:lnTo>
                    <a:pt x="23028" y="251845"/>
                  </a:lnTo>
                  <a:lnTo>
                    <a:pt x="25782" y="256367"/>
                  </a:lnTo>
                  <a:lnTo>
                    <a:pt x="28678" y="260800"/>
                  </a:lnTo>
                  <a:lnTo>
                    <a:pt x="31713" y="265139"/>
                  </a:lnTo>
                  <a:lnTo>
                    <a:pt x="34884" y="269379"/>
                  </a:lnTo>
                  <a:lnTo>
                    <a:pt x="38187" y="273517"/>
                  </a:lnTo>
                  <a:lnTo>
                    <a:pt x="41620" y="277549"/>
                  </a:lnTo>
                  <a:lnTo>
                    <a:pt x="45179" y="281469"/>
                  </a:lnTo>
                  <a:lnTo>
                    <a:pt x="48860" y="285275"/>
                  </a:lnTo>
                  <a:lnTo>
                    <a:pt x="52660" y="288963"/>
                  </a:lnTo>
                  <a:lnTo>
                    <a:pt x="56575" y="292528"/>
                  </a:lnTo>
                  <a:lnTo>
                    <a:pt x="60601" y="295967"/>
                  </a:lnTo>
                  <a:lnTo>
                    <a:pt x="64733" y="299278"/>
                  </a:lnTo>
                  <a:lnTo>
                    <a:pt x="68969" y="302455"/>
                  </a:lnTo>
                  <a:lnTo>
                    <a:pt x="73303" y="305497"/>
                  </a:lnTo>
                  <a:lnTo>
                    <a:pt x="77731" y="308401"/>
                  </a:lnTo>
                  <a:lnTo>
                    <a:pt x="82249" y="311162"/>
                  </a:lnTo>
                  <a:lnTo>
                    <a:pt x="86852" y="313779"/>
                  </a:lnTo>
                  <a:lnTo>
                    <a:pt x="91535" y="316249"/>
                  </a:lnTo>
                  <a:lnTo>
                    <a:pt x="96295" y="318569"/>
                  </a:lnTo>
                  <a:lnTo>
                    <a:pt x="101125" y="320738"/>
                  </a:lnTo>
                  <a:lnTo>
                    <a:pt x="106022" y="322752"/>
                  </a:lnTo>
                  <a:lnTo>
                    <a:pt x="110980" y="324611"/>
                  </a:lnTo>
                  <a:lnTo>
                    <a:pt x="115995" y="326311"/>
                  </a:lnTo>
                  <a:lnTo>
                    <a:pt x="121061" y="327852"/>
                  </a:lnTo>
                  <a:lnTo>
                    <a:pt x="126173" y="329231"/>
                  </a:lnTo>
                  <a:lnTo>
                    <a:pt x="131326" y="330448"/>
                  </a:lnTo>
                  <a:lnTo>
                    <a:pt x="136515" y="331501"/>
                  </a:lnTo>
                  <a:lnTo>
                    <a:pt x="141735" y="332389"/>
                  </a:lnTo>
                  <a:lnTo>
                    <a:pt x="146981" y="333112"/>
                  </a:lnTo>
                  <a:lnTo>
                    <a:pt x="152246" y="333668"/>
                  </a:lnTo>
                  <a:lnTo>
                    <a:pt x="157527" y="334056"/>
                  </a:lnTo>
                  <a:lnTo>
                    <a:pt x="162817" y="334278"/>
                  </a:lnTo>
                  <a:lnTo>
                    <a:pt x="168112" y="334332"/>
                  </a:lnTo>
                  <a:lnTo>
                    <a:pt x="173406" y="334218"/>
                  </a:lnTo>
                  <a:lnTo>
                    <a:pt x="178693" y="333936"/>
                  </a:lnTo>
                  <a:lnTo>
                    <a:pt x="183969" y="333487"/>
                  </a:lnTo>
                  <a:lnTo>
                    <a:pt x="189228" y="332872"/>
                  </a:lnTo>
                  <a:lnTo>
                    <a:pt x="194465" y="332090"/>
                  </a:lnTo>
                  <a:lnTo>
                    <a:pt x="199674" y="331142"/>
                  </a:lnTo>
                  <a:lnTo>
                    <a:pt x="204851" y="330030"/>
                  </a:lnTo>
                  <a:lnTo>
                    <a:pt x="209990" y="328755"/>
                  </a:lnTo>
                  <a:lnTo>
                    <a:pt x="215087" y="327318"/>
                  </a:lnTo>
                  <a:lnTo>
                    <a:pt x="220135" y="325720"/>
                  </a:lnTo>
                  <a:lnTo>
                    <a:pt x="225129" y="323962"/>
                  </a:lnTo>
                  <a:lnTo>
                    <a:pt x="230066" y="322048"/>
                  </a:lnTo>
                  <a:lnTo>
                    <a:pt x="234940" y="319978"/>
                  </a:lnTo>
                  <a:lnTo>
                    <a:pt x="239745" y="317755"/>
                  </a:lnTo>
                  <a:lnTo>
                    <a:pt x="244478" y="315380"/>
                  </a:lnTo>
                  <a:lnTo>
                    <a:pt x="249133" y="312857"/>
                  </a:lnTo>
                  <a:lnTo>
                    <a:pt x="253706" y="310188"/>
                  </a:lnTo>
                  <a:lnTo>
                    <a:pt x="258193" y="307376"/>
                  </a:lnTo>
                  <a:lnTo>
                    <a:pt x="262587" y="304422"/>
                  </a:lnTo>
                  <a:lnTo>
                    <a:pt x="266886" y="301331"/>
                  </a:lnTo>
                  <a:lnTo>
                    <a:pt x="271085" y="298106"/>
                  </a:lnTo>
                  <a:lnTo>
                    <a:pt x="275180" y="294749"/>
                  </a:lnTo>
                  <a:lnTo>
                    <a:pt x="279167" y="291264"/>
                  </a:lnTo>
                  <a:lnTo>
                    <a:pt x="283041" y="287654"/>
                  </a:lnTo>
                  <a:lnTo>
                    <a:pt x="286798" y="283924"/>
                  </a:lnTo>
                  <a:lnTo>
                    <a:pt x="290436" y="280076"/>
                  </a:lnTo>
                  <a:lnTo>
                    <a:pt x="293950" y="276116"/>
                  </a:lnTo>
                  <a:lnTo>
                    <a:pt x="297337" y="272045"/>
                  </a:lnTo>
                  <a:lnTo>
                    <a:pt x="300593" y="267870"/>
                  </a:lnTo>
                  <a:lnTo>
                    <a:pt x="303716" y="263594"/>
                  </a:lnTo>
                  <a:lnTo>
                    <a:pt x="306701" y="259221"/>
                  </a:lnTo>
                  <a:lnTo>
                    <a:pt x="309547" y="254755"/>
                  </a:lnTo>
                  <a:lnTo>
                    <a:pt x="312249" y="250202"/>
                  </a:lnTo>
                  <a:lnTo>
                    <a:pt x="314806" y="245565"/>
                  </a:lnTo>
                  <a:lnTo>
                    <a:pt x="317215" y="240850"/>
                  </a:lnTo>
                  <a:lnTo>
                    <a:pt x="319473" y="236061"/>
                  </a:lnTo>
                  <a:lnTo>
                    <a:pt x="321579" y="231202"/>
                  </a:lnTo>
                  <a:lnTo>
                    <a:pt x="323529" y="226280"/>
                  </a:lnTo>
                  <a:lnTo>
                    <a:pt x="325323" y="221298"/>
                  </a:lnTo>
                  <a:lnTo>
                    <a:pt x="326958" y="216262"/>
                  </a:lnTo>
                  <a:lnTo>
                    <a:pt x="328433" y="211176"/>
                  </a:lnTo>
                  <a:lnTo>
                    <a:pt x="329746" y="206047"/>
                  </a:lnTo>
                  <a:lnTo>
                    <a:pt x="330896" y="200878"/>
                  </a:lnTo>
                  <a:lnTo>
                    <a:pt x="331881" y="195676"/>
                  </a:lnTo>
                  <a:lnTo>
                    <a:pt x="332701" y="190445"/>
                  </a:lnTo>
                  <a:lnTo>
                    <a:pt x="333355" y="185190"/>
                  </a:lnTo>
                  <a:lnTo>
                    <a:pt x="333843" y="179918"/>
                  </a:lnTo>
                  <a:lnTo>
                    <a:pt x="334163" y="174633"/>
                  </a:lnTo>
                  <a:lnTo>
                    <a:pt x="334316" y="169340"/>
                  </a:lnTo>
                  <a:lnTo>
                    <a:pt x="334301" y="164045"/>
                  </a:lnTo>
                  <a:lnTo>
                    <a:pt x="334118" y="158753"/>
                  </a:lnTo>
                  <a:lnTo>
                    <a:pt x="333768" y="153470"/>
                  </a:lnTo>
                  <a:lnTo>
                    <a:pt x="333250" y="148200"/>
                  </a:lnTo>
                  <a:lnTo>
                    <a:pt x="332566" y="142949"/>
                  </a:lnTo>
                  <a:lnTo>
                    <a:pt x="331716" y="137723"/>
                  </a:lnTo>
                  <a:lnTo>
                    <a:pt x="330701" y="132526"/>
                  </a:lnTo>
                  <a:lnTo>
                    <a:pt x="329522" y="127364"/>
                  </a:lnTo>
                  <a:lnTo>
                    <a:pt x="328180" y="122242"/>
                  </a:lnTo>
                  <a:lnTo>
                    <a:pt x="326677" y="117165"/>
                  </a:lnTo>
                  <a:lnTo>
                    <a:pt x="325013" y="112139"/>
                  </a:lnTo>
                  <a:lnTo>
                    <a:pt x="323191" y="107167"/>
                  </a:lnTo>
                  <a:lnTo>
                    <a:pt x="321213" y="102255"/>
                  </a:lnTo>
                  <a:lnTo>
                    <a:pt x="319080" y="97409"/>
                  </a:lnTo>
                  <a:lnTo>
                    <a:pt x="316794" y="92633"/>
                  </a:lnTo>
                  <a:lnTo>
                    <a:pt x="314358" y="87931"/>
                  </a:lnTo>
                  <a:lnTo>
                    <a:pt x="311775" y="83309"/>
                  </a:lnTo>
                  <a:lnTo>
                    <a:pt x="309047" y="78771"/>
                  </a:lnTo>
                  <a:lnTo>
                    <a:pt x="306176" y="74322"/>
                  </a:lnTo>
                  <a:lnTo>
                    <a:pt x="303166" y="69966"/>
                  </a:lnTo>
                  <a:lnTo>
                    <a:pt x="300019" y="65708"/>
                  </a:lnTo>
                  <a:lnTo>
                    <a:pt x="296739" y="61551"/>
                  </a:lnTo>
                  <a:lnTo>
                    <a:pt x="293329" y="57500"/>
                  </a:lnTo>
                  <a:lnTo>
                    <a:pt x="289793" y="53559"/>
                  </a:lnTo>
                  <a:lnTo>
                    <a:pt x="286133" y="49732"/>
                  </a:lnTo>
                  <a:lnTo>
                    <a:pt x="282355" y="46023"/>
                  </a:lnTo>
                  <a:lnTo>
                    <a:pt x="278460" y="42436"/>
                  </a:lnTo>
                  <a:lnTo>
                    <a:pt x="274454" y="38974"/>
                  </a:lnTo>
                  <a:lnTo>
                    <a:pt x="270340" y="35640"/>
                  </a:lnTo>
                  <a:lnTo>
                    <a:pt x="266123" y="32438"/>
                  </a:lnTo>
                  <a:lnTo>
                    <a:pt x="261806" y="29372"/>
                  </a:lnTo>
                  <a:lnTo>
                    <a:pt x="257395" y="26443"/>
                  </a:lnTo>
                  <a:lnTo>
                    <a:pt x="252893" y="23656"/>
                  </a:lnTo>
                  <a:lnTo>
                    <a:pt x="248305" y="21013"/>
                  </a:lnTo>
                  <a:lnTo>
                    <a:pt x="243635" y="18517"/>
                  </a:lnTo>
                  <a:lnTo>
                    <a:pt x="238889" y="16169"/>
                  </a:lnTo>
                  <a:lnTo>
                    <a:pt x="234071" y="13973"/>
                  </a:lnTo>
                  <a:lnTo>
                    <a:pt x="229185" y="11931"/>
                  </a:lnTo>
                  <a:lnTo>
                    <a:pt x="224238" y="10045"/>
                  </a:lnTo>
                  <a:lnTo>
                    <a:pt x="219233" y="8316"/>
                  </a:lnTo>
                  <a:lnTo>
                    <a:pt x="214176" y="6747"/>
                  </a:lnTo>
                  <a:lnTo>
                    <a:pt x="209072" y="5338"/>
                  </a:lnTo>
                  <a:lnTo>
                    <a:pt x="203926" y="4092"/>
                  </a:lnTo>
                  <a:lnTo>
                    <a:pt x="198743" y="3010"/>
                  </a:lnTo>
                  <a:lnTo>
                    <a:pt x="193528" y="2092"/>
                  </a:lnTo>
                  <a:lnTo>
                    <a:pt x="188287" y="1340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7615" y="5018213"/>
              <a:ext cx="43423" cy="167167"/>
            </a:xfrm>
            <a:custGeom>
              <a:avLst/>
              <a:pathLst>
                <a:path w="43423" h="167167">
                  <a:moveTo>
                    <a:pt x="43423" y="0"/>
                  </a:moveTo>
                  <a:lnTo>
                    <a:pt x="37149" y="117"/>
                  </a:lnTo>
                  <a:lnTo>
                    <a:pt x="30884" y="470"/>
                  </a:lnTo>
                  <a:lnTo>
                    <a:pt x="24637" y="1058"/>
                  </a:lnTo>
                  <a:lnTo>
                    <a:pt x="18416" y="1881"/>
                  </a:lnTo>
                  <a:lnTo>
                    <a:pt x="12230" y="2935"/>
                  </a:lnTo>
                  <a:lnTo>
                    <a:pt x="6089" y="4222"/>
                  </a:lnTo>
                  <a:lnTo>
                    <a:pt x="0" y="5738"/>
                  </a:lnTo>
                  <a:lnTo>
                    <a:pt x="4342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7615" y="5023951"/>
              <a:ext cx="43423" cy="161429"/>
            </a:xfrm>
            <a:custGeom>
              <a:avLst/>
              <a:pathLst>
                <a:path w="43423" h="161429">
                  <a:moveTo>
                    <a:pt x="0" y="0"/>
                  </a:moveTo>
                  <a:lnTo>
                    <a:pt x="43423" y="16142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7615" y="5023951"/>
              <a:ext cx="43423" cy="161429"/>
            </a:xfrm>
            <a:custGeom>
              <a:avLst/>
              <a:pathLst>
                <a:path w="43423" h="161429">
                  <a:moveTo>
                    <a:pt x="0" y="0"/>
                  </a:moveTo>
                  <a:lnTo>
                    <a:pt x="43423" y="16142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7615" y="5023951"/>
              <a:ext cx="43423" cy="161429"/>
            </a:xfrm>
            <a:custGeom>
              <a:avLst/>
              <a:pathLst>
                <a:path w="43423" h="161429">
                  <a:moveTo>
                    <a:pt x="0" y="0"/>
                  </a:moveTo>
                  <a:lnTo>
                    <a:pt x="43423" y="16142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4" y="5023951"/>
              <a:ext cx="167164" cy="178835"/>
            </a:xfrm>
            <a:custGeom>
              <a:avLst/>
              <a:pathLst>
                <a:path w="167164" h="178835">
                  <a:moveTo>
                    <a:pt x="123741" y="0"/>
                  </a:moveTo>
                  <a:lnTo>
                    <a:pt x="118463" y="1513"/>
                  </a:lnTo>
                  <a:lnTo>
                    <a:pt x="113238" y="3198"/>
                  </a:lnTo>
                  <a:lnTo>
                    <a:pt x="108071" y="5054"/>
                  </a:lnTo>
                  <a:lnTo>
                    <a:pt x="102967" y="7079"/>
                  </a:lnTo>
                  <a:lnTo>
                    <a:pt x="97933" y="9271"/>
                  </a:lnTo>
                  <a:lnTo>
                    <a:pt x="92974" y="11626"/>
                  </a:lnTo>
                  <a:lnTo>
                    <a:pt x="88094" y="14143"/>
                  </a:lnTo>
                  <a:lnTo>
                    <a:pt x="83300" y="16819"/>
                  </a:lnTo>
                  <a:lnTo>
                    <a:pt x="78597" y="19651"/>
                  </a:lnTo>
                  <a:lnTo>
                    <a:pt x="73989" y="22636"/>
                  </a:lnTo>
                  <a:lnTo>
                    <a:pt x="69481" y="25771"/>
                  </a:lnTo>
                  <a:lnTo>
                    <a:pt x="65079" y="29052"/>
                  </a:lnTo>
                  <a:lnTo>
                    <a:pt x="60787" y="32476"/>
                  </a:lnTo>
                  <a:lnTo>
                    <a:pt x="56610" y="36039"/>
                  </a:lnTo>
                  <a:lnTo>
                    <a:pt x="52552" y="39737"/>
                  </a:lnTo>
                  <a:lnTo>
                    <a:pt x="48617" y="43566"/>
                  </a:lnTo>
                  <a:lnTo>
                    <a:pt x="44811" y="47523"/>
                  </a:lnTo>
                  <a:lnTo>
                    <a:pt x="41136" y="51602"/>
                  </a:lnTo>
                  <a:lnTo>
                    <a:pt x="37597" y="55800"/>
                  </a:lnTo>
                  <a:lnTo>
                    <a:pt x="34198" y="60112"/>
                  </a:lnTo>
                  <a:lnTo>
                    <a:pt x="30943" y="64533"/>
                  </a:lnTo>
                  <a:lnTo>
                    <a:pt x="27835" y="69059"/>
                  </a:lnTo>
                  <a:lnTo>
                    <a:pt x="24876" y="73684"/>
                  </a:lnTo>
                  <a:lnTo>
                    <a:pt x="22072" y="78404"/>
                  </a:lnTo>
                  <a:lnTo>
                    <a:pt x="19423" y="83213"/>
                  </a:lnTo>
                  <a:lnTo>
                    <a:pt x="16935" y="88107"/>
                  </a:lnTo>
                  <a:lnTo>
                    <a:pt x="14608" y="93080"/>
                  </a:lnTo>
                  <a:lnTo>
                    <a:pt x="12446" y="98127"/>
                  </a:lnTo>
                  <a:lnTo>
                    <a:pt x="10450" y="103242"/>
                  </a:lnTo>
                  <a:lnTo>
                    <a:pt x="8624" y="108420"/>
                  </a:lnTo>
                  <a:lnTo>
                    <a:pt x="6969" y="113654"/>
                  </a:lnTo>
                  <a:lnTo>
                    <a:pt x="5486" y="118941"/>
                  </a:lnTo>
                  <a:lnTo>
                    <a:pt x="4178" y="124273"/>
                  </a:lnTo>
                  <a:lnTo>
                    <a:pt x="3046" y="129646"/>
                  </a:lnTo>
                  <a:lnTo>
                    <a:pt x="2091" y="135052"/>
                  </a:lnTo>
                  <a:lnTo>
                    <a:pt x="1314" y="140487"/>
                  </a:lnTo>
                  <a:lnTo>
                    <a:pt x="715" y="145945"/>
                  </a:lnTo>
                  <a:lnTo>
                    <a:pt x="297" y="151419"/>
                  </a:lnTo>
                  <a:lnTo>
                    <a:pt x="58" y="156905"/>
                  </a:lnTo>
                  <a:lnTo>
                    <a:pt x="0" y="162395"/>
                  </a:lnTo>
                  <a:lnTo>
                    <a:pt x="121" y="167884"/>
                  </a:lnTo>
                  <a:lnTo>
                    <a:pt x="423" y="173366"/>
                  </a:lnTo>
                  <a:lnTo>
                    <a:pt x="905" y="178835"/>
                  </a:lnTo>
                  <a:lnTo>
                    <a:pt x="167164" y="1614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54780" y="5018213"/>
              <a:ext cx="333410" cy="334333"/>
            </a:xfrm>
            <a:custGeom>
              <a:avLst/>
              <a:pathLst>
                <a:path w="333410" h="334333">
                  <a:moveTo>
                    <a:pt x="0" y="184573"/>
                  </a:moveTo>
                  <a:lnTo>
                    <a:pt x="637" y="189847"/>
                  </a:lnTo>
                  <a:lnTo>
                    <a:pt x="1441" y="195098"/>
                  </a:lnTo>
                  <a:lnTo>
                    <a:pt x="2412" y="200321"/>
                  </a:lnTo>
                  <a:lnTo>
                    <a:pt x="3548" y="205511"/>
                  </a:lnTo>
                  <a:lnTo>
                    <a:pt x="4848" y="210661"/>
                  </a:lnTo>
                  <a:lnTo>
                    <a:pt x="6312" y="215768"/>
                  </a:lnTo>
                  <a:lnTo>
                    <a:pt x="7937" y="220826"/>
                  </a:lnTo>
                  <a:lnTo>
                    <a:pt x="9722" y="225829"/>
                  </a:lnTo>
                  <a:lnTo>
                    <a:pt x="11665" y="230773"/>
                  </a:lnTo>
                  <a:lnTo>
                    <a:pt x="13764" y="235653"/>
                  </a:lnTo>
                  <a:lnTo>
                    <a:pt x="16017" y="240464"/>
                  </a:lnTo>
                  <a:lnTo>
                    <a:pt x="18422" y="245201"/>
                  </a:lnTo>
                  <a:lnTo>
                    <a:pt x="20976" y="249859"/>
                  </a:lnTo>
                  <a:lnTo>
                    <a:pt x="23677" y="254434"/>
                  </a:lnTo>
                  <a:lnTo>
                    <a:pt x="26522" y="258920"/>
                  </a:lnTo>
                  <a:lnTo>
                    <a:pt x="29508" y="263314"/>
                  </a:lnTo>
                  <a:lnTo>
                    <a:pt x="32632" y="267610"/>
                  </a:lnTo>
                  <a:lnTo>
                    <a:pt x="35891" y="271806"/>
                  </a:lnTo>
                  <a:lnTo>
                    <a:pt x="39281" y="275895"/>
                  </a:lnTo>
                  <a:lnTo>
                    <a:pt x="42800" y="279875"/>
                  </a:lnTo>
                  <a:lnTo>
                    <a:pt x="46444" y="283741"/>
                  </a:lnTo>
                  <a:lnTo>
                    <a:pt x="50208" y="287489"/>
                  </a:lnTo>
                  <a:lnTo>
                    <a:pt x="54090" y="291116"/>
                  </a:lnTo>
                  <a:lnTo>
                    <a:pt x="58085" y="294617"/>
                  </a:lnTo>
                  <a:lnTo>
                    <a:pt x="62189" y="297990"/>
                  </a:lnTo>
                  <a:lnTo>
                    <a:pt x="66399" y="301231"/>
                  </a:lnTo>
                  <a:lnTo>
                    <a:pt x="70709" y="304336"/>
                  </a:lnTo>
                  <a:lnTo>
                    <a:pt x="75116" y="307303"/>
                  </a:lnTo>
                  <a:lnTo>
                    <a:pt x="79615" y="310128"/>
                  </a:lnTo>
                  <a:lnTo>
                    <a:pt x="84201" y="312809"/>
                  </a:lnTo>
                  <a:lnTo>
                    <a:pt x="88870" y="315343"/>
                  </a:lnTo>
                  <a:lnTo>
                    <a:pt x="93617" y="317727"/>
                  </a:lnTo>
                  <a:lnTo>
                    <a:pt x="98438" y="319959"/>
                  </a:lnTo>
                  <a:lnTo>
                    <a:pt x="103327" y="322037"/>
                  </a:lnTo>
                  <a:lnTo>
                    <a:pt x="108280" y="323958"/>
                  </a:lnTo>
                  <a:lnTo>
                    <a:pt x="113291" y="325721"/>
                  </a:lnTo>
                  <a:lnTo>
                    <a:pt x="118356" y="327324"/>
                  </a:lnTo>
                  <a:lnTo>
                    <a:pt x="123469" y="328765"/>
                  </a:lnTo>
                  <a:lnTo>
                    <a:pt x="128625" y="330043"/>
                  </a:lnTo>
                  <a:lnTo>
                    <a:pt x="133819" y="331157"/>
                  </a:lnTo>
                  <a:lnTo>
                    <a:pt x="139046" y="332105"/>
                  </a:lnTo>
                  <a:lnTo>
                    <a:pt x="144301" y="332886"/>
                  </a:lnTo>
                  <a:lnTo>
                    <a:pt x="149578" y="333500"/>
                  </a:lnTo>
                  <a:lnTo>
                    <a:pt x="154871" y="333946"/>
                  </a:lnTo>
                  <a:lnTo>
                    <a:pt x="160176" y="334224"/>
                  </a:lnTo>
                  <a:lnTo>
                    <a:pt x="165488" y="334333"/>
                  </a:lnTo>
                  <a:lnTo>
                    <a:pt x="170800" y="334273"/>
                  </a:lnTo>
                  <a:lnTo>
                    <a:pt x="176107" y="334044"/>
                  </a:lnTo>
                  <a:lnTo>
                    <a:pt x="181404" y="333647"/>
                  </a:lnTo>
                  <a:lnTo>
                    <a:pt x="186687" y="333081"/>
                  </a:lnTo>
                  <a:lnTo>
                    <a:pt x="191948" y="332349"/>
                  </a:lnTo>
                  <a:lnTo>
                    <a:pt x="197184" y="331449"/>
                  </a:lnTo>
                  <a:lnTo>
                    <a:pt x="202388" y="330383"/>
                  </a:lnTo>
                  <a:lnTo>
                    <a:pt x="207556" y="329153"/>
                  </a:lnTo>
                  <a:lnTo>
                    <a:pt x="212682" y="327759"/>
                  </a:lnTo>
                  <a:lnTo>
                    <a:pt x="217761" y="326203"/>
                  </a:lnTo>
                  <a:lnTo>
                    <a:pt x="222789" y="324486"/>
                  </a:lnTo>
                  <a:lnTo>
                    <a:pt x="227759" y="322610"/>
                  </a:lnTo>
                  <a:lnTo>
                    <a:pt x="232667" y="320578"/>
                  </a:lnTo>
                  <a:lnTo>
                    <a:pt x="237508" y="318390"/>
                  </a:lnTo>
                  <a:lnTo>
                    <a:pt x="242277" y="316050"/>
                  </a:lnTo>
                  <a:lnTo>
                    <a:pt x="246969" y="313559"/>
                  </a:lnTo>
                  <a:lnTo>
                    <a:pt x="251580" y="310921"/>
                  </a:lnTo>
                  <a:lnTo>
                    <a:pt x="256105" y="308137"/>
                  </a:lnTo>
                  <a:lnTo>
                    <a:pt x="260539" y="305211"/>
                  </a:lnTo>
                  <a:lnTo>
                    <a:pt x="264877" y="302146"/>
                  </a:lnTo>
                  <a:lnTo>
                    <a:pt x="269116" y="298944"/>
                  </a:lnTo>
                  <a:lnTo>
                    <a:pt x="273252" y="295609"/>
                  </a:lnTo>
                  <a:lnTo>
                    <a:pt x="277279" y="292145"/>
                  </a:lnTo>
                  <a:lnTo>
                    <a:pt x="281194" y="288554"/>
                  </a:lnTo>
                  <a:lnTo>
                    <a:pt x="284993" y="284841"/>
                  </a:lnTo>
                  <a:lnTo>
                    <a:pt x="288672" y="281008"/>
                  </a:lnTo>
                  <a:lnTo>
                    <a:pt x="292227" y="277061"/>
                  </a:lnTo>
                  <a:lnTo>
                    <a:pt x="295655" y="273003"/>
                  </a:lnTo>
                  <a:lnTo>
                    <a:pt x="298953" y="268838"/>
                  </a:lnTo>
                  <a:lnTo>
                    <a:pt x="302117" y="264571"/>
                  </a:lnTo>
                  <a:lnTo>
                    <a:pt x="305143" y="260205"/>
                  </a:lnTo>
                  <a:lnTo>
                    <a:pt x="308029" y="255745"/>
                  </a:lnTo>
                  <a:lnTo>
                    <a:pt x="310772" y="251195"/>
                  </a:lnTo>
                  <a:lnTo>
                    <a:pt x="313369" y="246561"/>
                  </a:lnTo>
                  <a:lnTo>
                    <a:pt x="315817" y="241847"/>
                  </a:lnTo>
                  <a:lnTo>
                    <a:pt x="318115" y="237057"/>
                  </a:lnTo>
                  <a:lnTo>
                    <a:pt x="320259" y="232196"/>
                  </a:lnTo>
                  <a:lnTo>
                    <a:pt x="322247" y="227270"/>
                  </a:lnTo>
                  <a:lnTo>
                    <a:pt x="324078" y="222283"/>
                  </a:lnTo>
                  <a:lnTo>
                    <a:pt x="325750" y="217241"/>
                  </a:lnTo>
                  <a:lnTo>
                    <a:pt x="327260" y="212148"/>
                  </a:lnTo>
                  <a:lnTo>
                    <a:pt x="328608" y="207009"/>
                  </a:lnTo>
                  <a:lnTo>
                    <a:pt x="329792" y="201831"/>
                  </a:lnTo>
                  <a:lnTo>
                    <a:pt x="330811" y="196617"/>
                  </a:lnTo>
                  <a:lnTo>
                    <a:pt x="331664" y="191373"/>
                  </a:lnTo>
                  <a:lnTo>
                    <a:pt x="332349" y="186105"/>
                  </a:lnTo>
                  <a:lnTo>
                    <a:pt x="332867" y="180818"/>
                  </a:lnTo>
                  <a:lnTo>
                    <a:pt x="333217" y="175518"/>
                  </a:lnTo>
                  <a:lnTo>
                    <a:pt x="333398" y="170208"/>
                  </a:lnTo>
                  <a:lnTo>
                    <a:pt x="333410" y="164896"/>
                  </a:lnTo>
                  <a:lnTo>
                    <a:pt x="333254" y="159586"/>
                  </a:lnTo>
                  <a:lnTo>
                    <a:pt x="332929" y="154284"/>
                  </a:lnTo>
                  <a:lnTo>
                    <a:pt x="332435" y="148994"/>
                  </a:lnTo>
                  <a:lnTo>
                    <a:pt x="331774" y="143723"/>
                  </a:lnTo>
                  <a:lnTo>
                    <a:pt x="330945" y="138476"/>
                  </a:lnTo>
                  <a:lnTo>
                    <a:pt x="329950" y="133258"/>
                  </a:lnTo>
                  <a:lnTo>
                    <a:pt x="328790" y="128074"/>
                  </a:lnTo>
                  <a:lnTo>
                    <a:pt x="327466" y="122929"/>
                  </a:lnTo>
                  <a:lnTo>
                    <a:pt x="325979" y="117829"/>
                  </a:lnTo>
                  <a:lnTo>
                    <a:pt x="324331" y="112779"/>
                  </a:lnTo>
                  <a:lnTo>
                    <a:pt x="322523" y="107784"/>
                  </a:lnTo>
                  <a:lnTo>
                    <a:pt x="320557" y="102848"/>
                  </a:lnTo>
                  <a:lnTo>
                    <a:pt x="318435" y="97978"/>
                  </a:lnTo>
                  <a:lnTo>
                    <a:pt x="316160" y="93178"/>
                  </a:lnTo>
                  <a:lnTo>
                    <a:pt x="313733" y="88452"/>
                  </a:lnTo>
                  <a:lnTo>
                    <a:pt x="311158" y="83806"/>
                  </a:lnTo>
                  <a:lnTo>
                    <a:pt x="308436" y="79244"/>
                  </a:lnTo>
                  <a:lnTo>
                    <a:pt x="305570" y="74771"/>
                  </a:lnTo>
                  <a:lnTo>
                    <a:pt x="302564" y="70391"/>
                  </a:lnTo>
                  <a:lnTo>
                    <a:pt x="299420" y="66108"/>
                  </a:lnTo>
                  <a:lnTo>
                    <a:pt x="296142" y="61928"/>
                  </a:lnTo>
                  <a:lnTo>
                    <a:pt x="292733" y="57854"/>
                  </a:lnTo>
                  <a:lnTo>
                    <a:pt x="289195" y="53891"/>
                  </a:lnTo>
                  <a:lnTo>
                    <a:pt x="285534" y="50042"/>
                  </a:lnTo>
                  <a:lnTo>
                    <a:pt x="281752" y="46311"/>
                  </a:lnTo>
                  <a:lnTo>
                    <a:pt x="277854" y="42702"/>
                  </a:lnTo>
                  <a:lnTo>
                    <a:pt x="273843" y="39219"/>
                  </a:lnTo>
                  <a:lnTo>
                    <a:pt x="269723" y="35866"/>
                  </a:lnTo>
                  <a:lnTo>
                    <a:pt x="265499" y="32644"/>
                  </a:lnTo>
                  <a:lnTo>
                    <a:pt x="261174" y="29559"/>
                  </a:lnTo>
                  <a:lnTo>
                    <a:pt x="256754" y="26613"/>
                  </a:lnTo>
                  <a:lnTo>
                    <a:pt x="252242" y="23808"/>
                  </a:lnTo>
                  <a:lnTo>
                    <a:pt x="247643" y="21148"/>
                  </a:lnTo>
                  <a:lnTo>
                    <a:pt x="242963" y="18636"/>
                  </a:lnTo>
                  <a:lnTo>
                    <a:pt x="238204" y="16274"/>
                  </a:lnTo>
                  <a:lnTo>
                    <a:pt x="233374" y="14064"/>
                  </a:lnTo>
                  <a:lnTo>
                    <a:pt x="228475" y="12009"/>
                  </a:lnTo>
                  <a:lnTo>
                    <a:pt x="223513" y="10110"/>
                  </a:lnTo>
                  <a:lnTo>
                    <a:pt x="218494" y="8370"/>
                  </a:lnTo>
                  <a:lnTo>
                    <a:pt x="213422" y="6791"/>
                  </a:lnTo>
                  <a:lnTo>
                    <a:pt x="208302" y="5373"/>
                  </a:lnTo>
                  <a:lnTo>
                    <a:pt x="203140" y="4119"/>
                  </a:lnTo>
                  <a:lnTo>
                    <a:pt x="197941" y="3029"/>
                  </a:lnTo>
                  <a:lnTo>
                    <a:pt x="192709" y="2105"/>
                  </a:lnTo>
                  <a:lnTo>
                    <a:pt x="187451" y="1348"/>
                  </a:lnTo>
                  <a:lnTo>
                    <a:pt x="182172" y="759"/>
                  </a:lnTo>
                  <a:lnTo>
                    <a:pt x="176876" y="337"/>
                  </a:lnTo>
                  <a:lnTo>
                    <a:pt x="171570" y="84"/>
                  </a:lnTo>
                  <a:lnTo>
                    <a:pt x="166258" y="0"/>
                  </a:lnTo>
                  <a:lnTo>
                    <a:pt x="1662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285385" y="4659281"/>
              <a:ext cx="137849" cy="167167"/>
            </a:xfrm>
            <a:custGeom>
              <a:avLst/>
              <a:pathLst>
                <a:path w="137849" h="167167">
                  <a:moveTo>
                    <a:pt x="137849" y="0"/>
                  </a:moveTo>
                  <a:lnTo>
                    <a:pt x="132262" y="93"/>
                  </a:lnTo>
                  <a:lnTo>
                    <a:pt x="126680" y="373"/>
                  </a:lnTo>
                  <a:lnTo>
                    <a:pt x="121111" y="840"/>
                  </a:lnTo>
                  <a:lnTo>
                    <a:pt x="115561" y="1492"/>
                  </a:lnTo>
                  <a:lnTo>
                    <a:pt x="110035" y="2330"/>
                  </a:lnTo>
                  <a:lnTo>
                    <a:pt x="104541" y="3351"/>
                  </a:lnTo>
                  <a:lnTo>
                    <a:pt x="99084" y="4556"/>
                  </a:lnTo>
                  <a:lnTo>
                    <a:pt x="93670" y="5943"/>
                  </a:lnTo>
                  <a:lnTo>
                    <a:pt x="88306" y="7510"/>
                  </a:lnTo>
                  <a:lnTo>
                    <a:pt x="82997" y="9255"/>
                  </a:lnTo>
                  <a:lnTo>
                    <a:pt x="77749" y="11177"/>
                  </a:lnTo>
                  <a:lnTo>
                    <a:pt x="72569" y="13273"/>
                  </a:lnTo>
                  <a:lnTo>
                    <a:pt x="67461" y="15541"/>
                  </a:lnTo>
                  <a:lnTo>
                    <a:pt x="62432" y="17978"/>
                  </a:lnTo>
                  <a:lnTo>
                    <a:pt x="57488" y="20583"/>
                  </a:lnTo>
                  <a:lnTo>
                    <a:pt x="52633" y="23351"/>
                  </a:lnTo>
                  <a:lnTo>
                    <a:pt x="47873" y="26280"/>
                  </a:lnTo>
                  <a:lnTo>
                    <a:pt x="43214" y="29366"/>
                  </a:lnTo>
                  <a:lnTo>
                    <a:pt x="38661" y="32606"/>
                  </a:lnTo>
                  <a:lnTo>
                    <a:pt x="34219" y="35997"/>
                  </a:lnTo>
                  <a:lnTo>
                    <a:pt x="29892" y="39534"/>
                  </a:lnTo>
                  <a:lnTo>
                    <a:pt x="25686" y="43214"/>
                  </a:lnTo>
                  <a:lnTo>
                    <a:pt x="21606" y="47032"/>
                  </a:lnTo>
                  <a:lnTo>
                    <a:pt x="17655" y="50985"/>
                  </a:lnTo>
                  <a:lnTo>
                    <a:pt x="13839" y="55067"/>
                  </a:lnTo>
                  <a:lnTo>
                    <a:pt x="10161" y="59275"/>
                  </a:lnTo>
                  <a:lnTo>
                    <a:pt x="6626" y="63604"/>
                  </a:lnTo>
                  <a:lnTo>
                    <a:pt x="3237" y="68048"/>
                  </a:lnTo>
                  <a:lnTo>
                    <a:pt x="0" y="72603"/>
                  </a:lnTo>
                  <a:lnTo>
                    <a:pt x="1378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285385" y="4731884"/>
              <a:ext cx="137849" cy="94564"/>
            </a:xfrm>
            <a:custGeom>
              <a:avLst/>
              <a:pathLst>
                <a:path w="137849" h="94564">
                  <a:moveTo>
                    <a:pt x="0" y="0"/>
                  </a:moveTo>
                  <a:lnTo>
                    <a:pt x="137849" y="945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85385" y="4731884"/>
              <a:ext cx="137849" cy="94564"/>
            </a:xfrm>
            <a:custGeom>
              <a:avLst/>
              <a:pathLst>
                <a:path w="137849" h="94564">
                  <a:moveTo>
                    <a:pt x="0" y="0"/>
                  </a:moveTo>
                  <a:lnTo>
                    <a:pt x="137849" y="945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67" y="4731884"/>
              <a:ext cx="334333" cy="261713"/>
            </a:xfrm>
            <a:custGeom>
              <a:avLst/>
              <a:pathLst>
                <a:path w="334333" h="261713">
                  <a:moveTo>
                    <a:pt x="29317" y="0"/>
                  </a:moveTo>
                  <a:lnTo>
                    <a:pt x="26390" y="4415"/>
                  </a:lnTo>
                  <a:lnTo>
                    <a:pt x="23604" y="8921"/>
                  </a:lnTo>
                  <a:lnTo>
                    <a:pt x="20963" y="13512"/>
                  </a:lnTo>
                  <a:lnTo>
                    <a:pt x="18468" y="18186"/>
                  </a:lnTo>
                  <a:lnTo>
                    <a:pt x="16123" y="22936"/>
                  </a:lnTo>
                  <a:lnTo>
                    <a:pt x="13929" y="27757"/>
                  </a:lnTo>
                  <a:lnTo>
                    <a:pt x="11889" y="32646"/>
                  </a:lnTo>
                  <a:lnTo>
                    <a:pt x="10005" y="37597"/>
                  </a:lnTo>
                  <a:lnTo>
                    <a:pt x="8279" y="42606"/>
                  </a:lnTo>
                  <a:lnTo>
                    <a:pt x="6713" y="47666"/>
                  </a:lnTo>
                  <a:lnTo>
                    <a:pt x="5307" y="52774"/>
                  </a:lnTo>
                  <a:lnTo>
                    <a:pt x="4064" y="57923"/>
                  </a:lnTo>
                  <a:lnTo>
                    <a:pt x="2985" y="63110"/>
                  </a:lnTo>
                  <a:lnTo>
                    <a:pt x="2071" y="68328"/>
                  </a:lnTo>
                  <a:lnTo>
                    <a:pt x="1323" y="73572"/>
                  </a:lnTo>
                  <a:lnTo>
                    <a:pt x="741" y="78837"/>
                  </a:lnTo>
                  <a:lnTo>
                    <a:pt x="326" y="84118"/>
                  </a:lnTo>
                  <a:lnTo>
                    <a:pt x="79" y="89410"/>
                  </a:lnTo>
                  <a:lnTo>
                    <a:pt x="0" y="94707"/>
                  </a:lnTo>
                  <a:lnTo>
                    <a:pt x="88" y="100004"/>
                  </a:lnTo>
                  <a:lnTo>
                    <a:pt x="344" y="105295"/>
                  </a:lnTo>
                  <a:lnTo>
                    <a:pt x="768" y="110575"/>
                  </a:lnTo>
                  <a:lnTo>
                    <a:pt x="1359" y="115840"/>
                  </a:lnTo>
                  <a:lnTo>
                    <a:pt x="2116" y="121083"/>
                  </a:lnTo>
                  <a:lnTo>
                    <a:pt x="3039" y="126299"/>
                  </a:lnTo>
                  <a:lnTo>
                    <a:pt x="4127" y="131483"/>
                  </a:lnTo>
                  <a:lnTo>
                    <a:pt x="5379" y="136631"/>
                  </a:lnTo>
                  <a:lnTo>
                    <a:pt x="6793" y="141736"/>
                  </a:lnTo>
                  <a:lnTo>
                    <a:pt x="8368" y="146794"/>
                  </a:lnTo>
                  <a:lnTo>
                    <a:pt x="10103" y="151799"/>
                  </a:lnTo>
                  <a:lnTo>
                    <a:pt x="11995" y="156747"/>
                  </a:lnTo>
                  <a:lnTo>
                    <a:pt x="14044" y="161632"/>
                  </a:lnTo>
                  <a:lnTo>
                    <a:pt x="16246" y="166451"/>
                  </a:lnTo>
                  <a:lnTo>
                    <a:pt x="18599" y="171196"/>
                  </a:lnTo>
                  <a:lnTo>
                    <a:pt x="21102" y="175865"/>
                  </a:lnTo>
                  <a:lnTo>
                    <a:pt x="23751" y="180453"/>
                  </a:lnTo>
                  <a:lnTo>
                    <a:pt x="26545" y="184954"/>
                  </a:lnTo>
                  <a:lnTo>
                    <a:pt x="29479" y="189364"/>
                  </a:lnTo>
                  <a:lnTo>
                    <a:pt x="32552" y="193679"/>
                  </a:lnTo>
                  <a:lnTo>
                    <a:pt x="35760" y="197895"/>
                  </a:lnTo>
                  <a:lnTo>
                    <a:pt x="39100" y="202006"/>
                  </a:lnTo>
                  <a:lnTo>
                    <a:pt x="42569" y="206010"/>
                  </a:lnTo>
                  <a:lnTo>
                    <a:pt x="46163" y="209902"/>
                  </a:lnTo>
                  <a:lnTo>
                    <a:pt x="49878" y="213678"/>
                  </a:lnTo>
                  <a:lnTo>
                    <a:pt x="53711" y="217335"/>
                  </a:lnTo>
                  <a:lnTo>
                    <a:pt x="57658" y="220868"/>
                  </a:lnTo>
                  <a:lnTo>
                    <a:pt x="61715" y="224274"/>
                  </a:lnTo>
                  <a:lnTo>
                    <a:pt x="65878" y="227551"/>
                  </a:lnTo>
                  <a:lnTo>
                    <a:pt x="70142" y="230693"/>
                  </a:lnTo>
                  <a:lnTo>
                    <a:pt x="74504" y="233699"/>
                  </a:lnTo>
                  <a:lnTo>
                    <a:pt x="78960" y="236565"/>
                  </a:lnTo>
                  <a:lnTo>
                    <a:pt x="83503" y="239289"/>
                  </a:lnTo>
                  <a:lnTo>
                    <a:pt x="88131" y="241867"/>
                  </a:lnTo>
                  <a:lnTo>
                    <a:pt x="92838" y="244297"/>
                  </a:lnTo>
                  <a:lnTo>
                    <a:pt x="97620" y="246577"/>
                  </a:lnTo>
                  <a:lnTo>
                    <a:pt x="102471" y="248705"/>
                  </a:lnTo>
                  <a:lnTo>
                    <a:pt x="107388" y="250677"/>
                  </a:lnTo>
                  <a:lnTo>
                    <a:pt x="112364" y="252493"/>
                  </a:lnTo>
                  <a:lnTo>
                    <a:pt x="117396" y="254150"/>
                  </a:lnTo>
                  <a:lnTo>
                    <a:pt x="122477" y="255647"/>
                  </a:lnTo>
                  <a:lnTo>
                    <a:pt x="127604" y="256982"/>
                  </a:lnTo>
                  <a:lnTo>
                    <a:pt x="132770" y="258154"/>
                  </a:lnTo>
                  <a:lnTo>
                    <a:pt x="137970" y="259162"/>
                  </a:lnTo>
                  <a:lnTo>
                    <a:pt x="143200" y="260004"/>
                  </a:lnTo>
                  <a:lnTo>
                    <a:pt x="148454" y="260681"/>
                  </a:lnTo>
                  <a:lnTo>
                    <a:pt x="153727" y="261190"/>
                  </a:lnTo>
                  <a:lnTo>
                    <a:pt x="159014" y="261532"/>
                  </a:lnTo>
                  <a:lnTo>
                    <a:pt x="164308" y="261707"/>
                  </a:lnTo>
                  <a:lnTo>
                    <a:pt x="169606" y="261713"/>
                  </a:lnTo>
                  <a:lnTo>
                    <a:pt x="174900" y="261552"/>
                  </a:lnTo>
                  <a:lnTo>
                    <a:pt x="180188" y="261223"/>
                  </a:lnTo>
                  <a:lnTo>
                    <a:pt x="185462" y="260727"/>
                  </a:lnTo>
                  <a:lnTo>
                    <a:pt x="190718" y="260064"/>
                  </a:lnTo>
                  <a:lnTo>
                    <a:pt x="195950" y="259235"/>
                  </a:lnTo>
                  <a:lnTo>
                    <a:pt x="201153" y="258240"/>
                  </a:lnTo>
                  <a:lnTo>
                    <a:pt x="206322" y="257081"/>
                  </a:lnTo>
                  <a:lnTo>
                    <a:pt x="211452" y="255759"/>
                  </a:lnTo>
                  <a:lnTo>
                    <a:pt x="216537" y="254275"/>
                  </a:lnTo>
                  <a:lnTo>
                    <a:pt x="221573" y="252630"/>
                  </a:lnTo>
                  <a:lnTo>
                    <a:pt x="226554" y="250827"/>
                  </a:lnTo>
                  <a:lnTo>
                    <a:pt x="231475" y="248867"/>
                  </a:lnTo>
                  <a:lnTo>
                    <a:pt x="236332" y="246752"/>
                  </a:lnTo>
                  <a:lnTo>
                    <a:pt x="241119" y="244484"/>
                  </a:lnTo>
                  <a:lnTo>
                    <a:pt x="245832" y="242065"/>
                  </a:lnTo>
                  <a:lnTo>
                    <a:pt x="250467" y="239499"/>
                  </a:lnTo>
                  <a:lnTo>
                    <a:pt x="255017" y="236786"/>
                  </a:lnTo>
                  <a:lnTo>
                    <a:pt x="259479" y="233932"/>
                  </a:lnTo>
                  <a:lnTo>
                    <a:pt x="263849" y="230937"/>
                  </a:lnTo>
                  <a:lnTo>
                    <a:pt x="268121" y="227805"/>
                  </a:lnTo>
                  <a:lnTo>
                    <a:pt x="272292" y="224539"/>
                  </a:lnTo>
                  <a:lnTo>
                    <a:pt x="276358" y="221143"/>
                  </a:lnTo>
                  <a:lnTo>
                    <a:pt x="280314" y="217620"/>
                  </a:lnTo>
                  <a:lnTo>
                    <a:pt x="284156" y="213973"/>
                  </a:lnTo>
                  <a:lnTo>
                    <a:pt x="287881" y="210206"/>
                  </a:lnTo>
                  <a:lnTo>
                    <a:pt x="291484" y="206323"/>
                  </a:lnTo>
                  <a:lnTo>
                    <a:pt x="294963" y="202328"/>
                  </a:lnTo>
                  <a:lnTo>
                    <a:pt x="298313" y="198224"/>
                  </a:lnTo>
                  <a:lnTo>
                    <a:pt x="301532" y="194017"/>
                  </a:lnTo>
                  <a:lnTo>
                    <a:pt x="304616" y="189710"/>
                  </a:lnTo>
                  <a:lnTo>
                    <a:pt x="307562" y="185307"/>
                  </a:lnTo>
                  <a:lnTo>
                    <a:pt x="310366" y="180813"/>
                  </a:lnTo>
                  <a:lnTo>
                    <a:pt x="313027" y="176232"/>
                  </a:lnTo>
                  <a:lnTo>
                    <a:pt x="315542" y="171570"/>
                  </a:lnTo>
                  <a:lnTo>
                    <a:pt x="317907" y="166830"/>
                  </a:lnTo>
                  <a:lnTo>
                    <a:pt x="320121" y="162017"/>
                  </a:lnTo>
                  <a:lnTo>
                    <a:pt x="322182" y="157137"/>
                  </a:lnTo>
                  <a:lnTo>
                    <a:pt x="324086" y="152194"/>
                  </a:lnTo>
                  <a:lnTo>
                    <a:pt x="325834" y="147193"/>
                  </a:lnTo>
                  <a:lnTo>
                    <a:pt x="327422" y="142139"/>
                  </a:lnTo>
                  <a:lnTo>
                    <a:pt x="328849" y="137037"/>
                  </a:lnTo>
                  <a:lnTo>
                    <a:pt x="330113" y="131893"/>
                  </a:lnTo>
                  <a:lnTo>
                    <a:pt x="331214" y="126711"/>
                  </a:lnTo>
                  <a:lnTo>
                    <a:pt x="332150" y="121497"/>
                  </a:lnTo>
                  <a:lnTo>
                    <a:pt x="332921" y="116256"/>
                  </a:lnTo>
                  <a:lnTo>
                    <a:pt x="333525" y="110993"/>
                  </a:lnTo>
                  <a:lnTo>
                    <a:pt x="333962" y="105714"/>
                  </a:lnTo>
                  <a:lnTo>
                    <a:pt x="334232" y="100423"/>
                  </a:lnTo>
                  <a:lnTo>
                    <a:pt x="334333" y="95127"/>
                  </a:lnTo>
                  <a:lnTo>
                    <a:pt x="334267" y="89830"/>
                  </a:lnTo>
                  <a:lnTo>
                    <a:pt x="334033" y="84538"/>
                  </a:lnTo>
                  <a:lnTo>
                    <a:pt x="333632" y="79256"/>
                  </a:lnTo>
                  <a:lnTo>
                    <a:pt x="333063" y="73989"/>
                  </a:lnTo>
                  <a:lnTo>
                    <a:pt x="332328" y="68743"/>
                  </a:lnTo>
                  <a:lnTo>
                    <a:pt x="331427" y="63522"/>
                  </a:lnTo>
                  <a:lnTo>
                    <a:pt x="330361" y="58333"/>
                  </a:lnTo>
                  <a:lnTo>
                    <a:pt x="329131" y="53181"/>
                  </a:lnTo>
                  <a:lnTo>
                    <a:pt x="327739" y="48070"/>
                  </a:lnTo>
                  <a:lnTo>
                    <a:pt x="326185" y="43005"/>
                  </a:lnTo>
                  <a:lnTo>
                    <a:pt x="324471" y="37993"/>
                  </a:lnTo>
                  <a:lnTo>
                    <a:pt x="322600" y="33037"/>
                  </a:lnTo>
                  <a:lnTo>
                    <a:pt x="320572" y="28143"/>
                  </a:lnTo>
                  <a:lnTo>
                    <a:pt x="318391" y="23315"/>
                  </a:lnTo>
                  <a:lnTo>
                    <a:pt x="167167" y="945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51223" cy="167167"/>
            </a:xfrm>
            <a:custGeom>
              <a:avLst/>
              <a:pathLst>
                <a:path w="151223" h="167167">
                  <a:moveTo>
                    <a:pt x="151223" y="95919"/>
                  </a:moveTo>
                  <a:lnTo>
                    <a:pt x="148771" y="90931"/>
                  </a:lnTo>
                  <a:lnTo>
                    <a:pt x="146154" y="86027"/>
                  </a:lnTo>
                  <a:lnTo>
                    <a:pt x="143376" y="81213"/>
                  </a:lnTo>
                  <a:lnTo>
                    <a:pt x="140440" y="76494"/>
                  </a:lnTo>
                  <a:lnTo>
                    <a:pt x="137348" y="71876"/>
                  </a:lnTo>
                  <a:lnTo>
                    <a:pt x="134104" y="67362"/>
                  </a:lnTo>
                  <a:lnTo>
                    <a:pt x="130712" y="62959"/>
                  </a:lnTo>
                  <a:lnTo>
                    <a:pt x="127175" y="58672"/>
                  </a:lnTo>
                  <a:lnTo>
                    <a:pt x="123498" y="54504"/>
                  </a:lnTo>
                  <a:lnTo>
                    <a:pt x="119685" y="50460"/>
                  </a:lnTo>
                  <a:lnTo>
                    <a:pt x="115739" y="46546"/>
                  </a:lnTo>
                  <a:lnTo>
                    <a:pt x="111665" y="42765"/>
                  </a:lnTo>
                  <a:lnTo>
                    <a:pt x="107468" y="39122"/>
                  </a:lnTo>
                  <a:lnTo>
                    <a:pt x="103152" y="35620"/>
                  </a:lnTo>
                  <a:lnTo>
                    <a:pt x="98721" y="32263"/>
                  </a:lnTo>
                  <a:lnTo>
                    <a:pt x="94182" y="29056"/>
                  </a:lnTo>
                  <a:lnTo>
                    <a:pt x="89539" y="26002"/>
                  </a:lnTo>
                  <a:lnTo>
                    <a:pt x="84796" y="23103"/>
                  </a:lnTo>
                  <a:lnTo>
                    <a:pt x="79960" y="20364"/>
                  </a:lnTo>
                  <a:lnTo>
                    <a:pt x="75036" y="17787"/>
                  </a:lnTo>
                  <a:lnTo>
                    <a:pt x="70028" y="15375"/>
                  </a:lnTo>
                  <a:lnTo>
                    <a:pt x="64943" y="13130"/>
                  </a:lnTo>
                  <a:lnTo>
                    <a:pt x="59787" y="11057"/>
                  </a:lnTo>
                  <a:lnTo>
                    <a:pt x="54564" y="9155"/>
                  </a:lnTo>
                  <a:lnTo>
                    <a:pt x="49281" y="7429"/>
                  </a:lnTo>
                  <a:lnTo>
                    <a:pt x="43943" y="5879"/>
                  </a:lnTo>
                  <a:lnTo>
                    <a:pt x="38557" y="4507"/>
                  </a:lnTo>
                  <a:lnTo>
                    <a:pt x="33129" y="3315"/>
                  </a:lnTo>
                  <a:lnTo>
                    <a:pt x="27663" y="2304"/>
                  </a:lnTo>
                  <a:lnTo>
                    <a:pt x="22167" y="1476"/>
                  </a:lnTo>
                  <a:lnTo>
                    <a:pt x="16647" y="830"/>
                  </a:lnTo>
                  <a:lnTo>
                    <a:pt x="11108" y="369"/>
                  </a:lnTo>
                  <a:lnTo>
                    <a:pt x="5557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87894" y="4213821"/>
              <a:ext cx="140577" cy="167167"/>
            </a:xfrm>
            <a:custGeom>
              <a:avLst/>
              <a:pathLst>
                <a:path w="140577" h="167167">
                  <a:moveTo>
                    <a:pt x="140577" y="0"/>
                  </a:moveTo>
                  <a:lnTo>
                    <a:pt x="135011" y="92"/>
                  </a:lnTo>
                  <a:lnTo>
                    <a:pt x="129452" y="370"/>
                  </a:lnTo>
                  <a:lnTo>
                    <a:pt x="123904" y="833"/>
                  </a:lnTo>
                  <a:lnTo>
                    <a:pt x="118376" y="1480"/>
                  </a:lnTo>
                  <a:lnTo>
                    <a:pt x="112871" y="2311"/>
                  </a:lnTo>
                  <a:lnTo>
                    <a:pt x="107398" y="3325"/>
                  </a:lnTo>
                  <a:lnTo>
                    <a:pt x="101962" y="4521"/>
                  </a:lnTo>
                  <a:lnTo>
                    <a:pt x="96568" y="5896"/>
                  </a:lnTo>
                  <a:lnTo>
                    <a:pt x="91223" y="7451"/>
                  </a:lnTo>
                  <a:lnTo>
                    <a:pt x="85932" y="9183"/>
                  </a:lnTo>
                  <a:lnTo>
                    <a:pt x="80703" y="11090"/>
                  </a:lnTo>
                  <a:lnTo>
                    <a:pt x="75540" y="13170"/>
                  </a:lnTo>
                  <a:lnTo>
                    <a:pt x="70448" y="15421"/>
                  </a:lnTo>
                  <a:lnTo>
                    <a:pt x="65435" y="17840"/>
                  </a:lnTo>
                  <a:lnTo>
                    <a:pt x="60505" y="20424"/>
                  </a:lnTo>
                  <a:lnTo>
                    <a:pt x="55664" y="23171"/>
                  </a:lnTo>
                  <a:lnTo>
                    <a:pt x="50916" y="26078"/>
                  </a:lnTo>
                  <a:lnTo>
                    <a:pt x="46269" y="29142"/>
                  </a:lnTo>
                  <a:lnTo>
                    <a:pt x="41726" y="32358"/>
                  </a:lnTo>
                  <a:lnTo>
                    <a:pt x="37292" y="35724"/>
                  </a:lnTo>
                  <a:lnTo>
                    <a:pt x="32973" y="39236"/>
                  </a:lnTo>
                  <a:lnTo>
                    <a:pt x="28773" y="42889"/>
                  </a:lnTo>
                  <a:lnTo>
                    <a:pt x="24698" y="46681"/>
                  </a:lnTo>
                  <a:lnTo>
                    <a:pt x="20750" y="50606"/>
                  </a:lnTo>
                  <a:lnTo>
                    <a:pt x="16936" y="54660"/>
                  </a:lnTo>
                  <a:lnTo>
                    <a:pt x="13259" y="58839"/>
                  </a:lnTo>
                  <a:lnTo>
                    <a:pt x="9722" y="63138"/>
                  </a:lnTo>
                  <a:lnTo>
                    <a:pt x="6331" y="67552"/>
                  </a:lnTo>
                  <a:lnTo>
                    <a:pt x="3089" y="72077"/>
                  </a:lnTo>
                  <a:lnTo>
                    <a:pt x="0" y="76707"/>
                  </a:lnTo>
                  <a:lnTo>
                    <a:pt x="14057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87894" y="4290529"/>
              <a:ext cx="140577" cy="90459"/>
            </a:xfrm>
            <a:custGeom>
              <a:avLst/>
              <a:pathLst>
                <a:path w="140577" h="90459">
                  <a:moveTo>
                    <a:pt x="0" y="0"/>
                  </a:moveTo>
                  <a:lnTo>
                    <a:pt x="140577" y="904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4" y="4274187"/>
              <a:ext cx="334333" cy="273954"/>
            </a:xfrm>
            <a:custGeom>
              <a:avLst/>
              <a:pathLst>
                <a:path w="334333" h="273954">
                  <a:moveTo>
                    <a:pt x="26590" y="16341"/>
                  </a:moveTo>
                  <a:lnTo>
                    <a:pt x="23793" y="20842"/>
                  </a:lnTo>
                  <a:lnTo>
                    <a:pt x="21141" y="25429"/>
                  </a:lnTo>
                  <a:lnTo>
                    <a:pt x="18635" y="30098"/>
                  </a:lnTo>
                  <a:lnTo>
                    <a:pt x="16278" y="34845"/>
                  </a:lnTo>
                  <a:lnTo>
                    <a:pt x="14073" y="39663"/>
                  </a:lnTo>
                  <a:lnTo>
                    <a:pt x="12022" y="44550"/>
                  </a:lnTo>
                  <a:lnTo>
                    <a:pt x="10127" y="49498"/>
                  </a:lnTo>
                  <a:lnTo>
                    <a:pt x="8390" y="54505"/>
                  </a:lnTo>
                  <a:lnTo>
                    <a:pt x="6812" y="59563"/>
                  </a:lnTo>
                  <a:lnTo>
                    <a:pt x="5396" y="64670"/>
                  </a:lnTo>
                  <a:lnTo>
                    <a:pt x="4141" y="69818"/>
                  </a:lnTo>
                  <a:lnTo>
                    <a:pt x="3051" y="75004"/>
                  </a:lnTo>
                  <a:lnTo>
                    <a:pt x="2126" y="80222"/>
                  </a:lnTo>
                  <a:lnTo>
                    <a:pt x="1366" y="85466"/>
                  </a:lnTo>
                  <a:lnTo>
                    <a:pt x="773" y="90732"/>
                  </a:lnTo>
                  <a:lnTo>
                    <a:pt x="348" y="96014"/>
                  </a:lnTo>
                  <a:lnTo>
                    <a:pt x="90" y="101307"/>
                  </a:lnTo>
                  <a:lnTo>
                    <a:pt x="0" y="106605"/>
                  </a:lnTo>
                  <a:lnTo>
                    <a:pt x="77" y="111904"/>
                  </a:lnTo>
                  <a:lnTo>
                    <a:pt x="323" y="117197"/>
                  </a:lnTo>
                  <a:lnTo>
                    <a:pt x="736" y="122480"/>
                  </a:lnTo>
                  <a:lnTo>
                    <a:pt x="1317" y="127747"/>
                  </a:lnTo>
                  <a:lnTo>
                    <a:pt x="2064" y="132994"/>
                  </a:lnTo>
                  <a:lnTo>
                    <a:pt x="2977" y="138213"/>
                  </a:lnTo>
                  <a:lnTo>
                    <a:pt x="4056" y="143402"/>
                  </a:lnTo>
                  <a:lnTo>
                    <a:pt x="5298" y="148553"/>
                  </a:lnTo>
                  <a:lnTo>
                    <a:pt x="6702" y="153663"/>
                  </a:lnTo>
                  <a:lnTo>
                    <a:pt x="8268" y="158725"/>
                  </a:lnTo>
                  <a:lnTo>
                    <a:pt x="9994" y="163736"/>
                  </a:lnTo>
                  <a:lnTo>
                    <a:pt x="11877" y="168689"/>
                  </a:lnTo>
                  <a:lnTo>
                    <a:pt x="13917" y="173580"/>
                  </a:lnTo>
                  <a:lnTo>
                    <a:pt x="16111" y="178403"/>
                  </a:lnTo>
                  <a:lnTo>
                    <a:pt x="18456" y="183155"/>
                  </a:lnTo>
                  <a:lnTo>
                    <a:pt x="20951" y="187830"/>
                  </a:lnTo>
                  <a:lnTo>
                    <a:pt x="23593" y="192424"/>
                  </a:lnTo>
                  <a:lnTo>
                    <a:pt x="26379" y="196932"/>
                  </a:lnTo>
                  <a:lnTo>
                    <a:pt x="29306" y="201349"/>
                  </a:lnTo>
                  <a:lnTo>
                    <a:pt x="32372" y="205671"/>
                  </a:lnTo>
                  <a:lnTo>
                    <a:pt x="35574" y="209894"/>
                  </a:lnTo>
                  <a:lnTo>
                    <a:pt x="38907" y="214013"/>
                  </a:lnTo>
                  <a:lnTo>
                    <a:pt x="42370" y="218024"/>
                  </a:lnTo>
                  <a:lnTo>
                    <a:pt x="45958" y="221924"/>
                  </a:lnTo>
                  <a:lnTo>
                    <a:pt x="49668" y="225708"/>
                  </a:lnTo>
                  <a:lnTo>
                    <a:pt x="53496" y="229372"/>
                  </a:lnTo>
                  <a:lnTo>
                    <a:pt x="57438" y="232913"/>
                  </a:lnTo>
                  <a:lnTo>
                    <a:pt x="61490" y="236328"/>
                  </a:lnTo>
                  <a:lnTo>
                    <a:pt x="65649" y="239612"/>
                  </a:lnTo>
                  <a:lnTo>
                    <a:pt x="69909" y="242763"/>
                  </a:lnTo>
                  <a:lnTo>
                    <a:pt x="74268" y="245778"/>
                  </a:lnTo>
                  <a:lnTo>
                    <a:pt x="78719" y="248652"/>
                  </a:lnTo>
                  <a:lnTo>
                    <a:pt x="83260" y="251384"/>
                  </a:lnTo>
                  <a:lnTo>
                    <a:pt x="87885" y="253971"/>
                  </a:lnTo>
                  <a:lnTo>
                    <a:pt x="92589" y="256410"/>
                  </a:lnTo>
                  <a:lnTo>
                    <a:pt x="97368" y="258699"/>
                  </a:lnTo>
                  <a:lnTo>
                    <a:pt x="102218" y="260835"/>
                  </a:lnTo>
                  <a:lnTo>
                    <a:pt x="107133" y="262816"/>
                  </a:lnTo>
                  <a:lnTo>
                    <a:pt x="112108" y="264640"/>
                  </a:lnTo>
                  <a:lnTo>
                    <a:pt x="117139" y="266306"/>
                  </a:lnTo>
                  <a:lnTo>
                    <a:pt x="122219" y="267812"/>
                  </a:lnTo>
                  <a:lnTo>
                    <a:pt x="127345" y="269156"/>
                  </a:lnTo>
                  <a:lnTo>
                    <a:pt x="132511" y="270336"/>
                  </a:lnTo>
                  <a:lnTo>
                    <a:pt x="137712" y="271352"/>
                  </a:lnTo>
                  <a:lnTo>
                    <a:pt x="142942" y="272203"/>
                  </a:lnTo>
                  <a:lnTo>
                    <a:pt x="148197" y="272888"/>
                  </a:lnTo>
                  <a:lnTo>
                    <a:pt x="153471" y="273406"/>
                  </a:lnTo>
                  <a:lnTo>
                    <a:pt x="158758" y="273756"/>
                  </a:lnTo>
                  <a:lnTo>
                    <a:pt x="164054" y="273939"/>
                  </a:lnTo>
                  <a:lnTo>
                    <a:pt x="169354" y="273954"/>
                  </a:lnTo>
                  <a:lnTo>
                    <a:pt x="174650" y="273800"/>
                  </a:lnTo>
                  <a:lnTo>
                    <a:pt x="179940" y="273479"/>
                  </a:lnTo>
                  <a:lnTo>
                    <a:pt x="185216" y="272991"/>
                  </a:lnTo>
                  <a:lnTo>
                    <a:pt x="190475" y="272335"/>
                  </a:lnTo>
                  <a:lnTo>
                    <a:pt x="195710" y="271513"/>
                  </a:lnTo>
                  <a:lnTo>
                    <a:pt x="200916" y="270526"/>
                  </a:lnTo>
                  <a:lnTo>
                    <a:pt x="206089" y="269374"/>
                  </a:lnTo>
                  <a:lnTo>
                    <a:pt x="211222" y="268058"/>
                  </a:lnTo>
                  <a:lnTo>
                    <a:pt x="216311" y="266581"/>
                  </a:lnTo>
                  <a:lnTo>
                    <a:pt x="221351" y="264943"/>
                  </a:lnTo>
                  <a:lnTo>
                    <a:pt x="226336" y="263146"/>
                  </a:lnTo>
                  <a:lnTo>
                    <a:pt x="231261" y="261192"/>
                  </a:lnTo>
                  <a:lnTo>
                    <a:pt x="236123" y="259083"/>
                  </a:lnTo>
                  <a:lnTo>
                    <a:pt x="240915" y="256821"/>
                  </a:lnTo>
                  <a:lnTo>
                    <a:pt x="245633" y="254408"/>
                  </a:lnTo>
                  <a:lnTo>
                    <a:pt x="250272" y="251847"/>
                  </a:lnTo>
                  <a:lnTo>
                    <a:pt x="254827" y="249140"/>
                  </a:lnTo>
                  <a:lnTo>
                    <a:pt x="259295" y="246290"/>
                  </a:lnTo>
                  <a:lnTo>
                    <a:pt x="263670" y="243300"/>
                  </a:lnTo>
                  <a:lnTo>
                    <a:pt x="267948" y="240173"/>
                  </a:lnTo>
                  <a:lnTo>
                    <a:pt x="272125" y="236911"/>
                  </a:lnTo>
                  <a:lnTo>
                    <a:pt x="276196" y="233519"/>
                  </a:lnTo>
                  <a:lnTo>
                    <a:pt x="280157" y="230000"/>
                  </a:lnTo>
                  <a:lnTo>
                    <a:pt x="284005" y="226357"/>
                  </a:lnTo>
                  <a:lnTo>
                    <a:pt x="287736" y="222593"/>
                  </a:lnTo>
                  <a:lnTo>
                    <a:pt x="291346" y="218714"/>
                  </a:lnTo>
                  <a:lnTo>
                    <a:pt x="294830" y="214721"/>
                  </a:lnTo>
                  <a:lnTo>
                    <a:pt x="298187" y="210621"/>
                  </a:lnTo>
                  <a:lnTo>
                    <a:pt x="301412" y="206416"/>
                  </a:lnTo>
                  <a:lnTo>
                    <a:pt x="304502" y="202111"/>
                  </a:lnTo>
                  <a:lnTo>
                    <a:pt x="307454" y="197710"/>
                  </a:lnTo>
                  <a:lnTo>
                    <a:pt x="310265" y="193218"/>
                  </a:lnTo>
                  <a:lnTo>
                    <a:pt x="312932" y="188639"/>
                  </a:lnTo>
                  <a:lnTo>
                    <a:pt x="315452" y="183978"/>
                  </a:lnTo>
                  <a:lnTo>
                    <a:pt x="317824" y="179239"/>
                  </a:lnTo>
                  <a:lnTo>
                    <a:pt x="320044" y="174427"/>
                  </a:lnTo>
                  <a:lnTo>
                    <a:pt x="322111" y="169548"/>
                  </a:lnTo>
                  <a:lnTo>
                    <a:pt x="324022" y="164605"/>
                  </a:lnTo>
                  <a:lnTo>
                    <a:pt x="325775" y="159605"/>
                  </a:lnTo>
                  <a:lnTo>
                    <a:pt x="327369" y="154551"/>
                  </a:lnTo>
                  <a:lnTo>
                    <a:pt x="328802" y="149449"/>
                  </a:lnTo>
                  <a:lnTo>
                    <a:pt x="330073" y="144305"/>
                  </a:lnTo>
                  <a:lnTo>
                    <a:pt x="331180" y="139122"/>
                  </a:lnTo>
                  <a:lnTo>
                    <a:pt x="332122" y="133908"/>
                  </a:lnTo>
                  <a:lnTo>
                    <a:pt x="332898" y="128666"/>
                  </a:lnTo>
                  <a:lnTo>
                    <a:pt x="333508" y="123402"/>
                  </a:lnTo>
                  <a:lnTo>
                    <a:pt x="333951" y="118121"/>
                  </a:lnTo>
                  <a:lnTo>
                    <a:pt x="334226" y="112829"/>
                  </a:lnTo>
                  <a:lnTo>
                    <a:pt x="334333" y="107531"/>
                  </a:lnTo>
                  <a:lnTo>
                    <a:pt x="334272" y="102232"/>
                  </a:lnTo>
                  <a:lnTo>
                    <a:pt x="334043" y="96938"/>
                  </a:lnTo>
                  <a:lnTo>
                    <a:pt x="333647" y="91654"/>
                  </a:lnTo>
                  <a:lnTo>
                    <a:pt x="333083" y="86385"/>
                  </a:lnTo>
                  <a:lnTo>
                    <a:pt x="332352" y="81136"/>
                  </a:lnTo>
                  <a:lnTo>
                    <a:pt x="331456" y="75913"/>
                  </a:lnTo>
                  <a:lnTo>
                    <a:pt x="330395" y="70722"/>
                  </a:lnTo>
                  <a:lnTo>
                    <a:pt x="329169" y="65566"/>
                  </a:lnTo>
                  <a:lnTo>
                    <a:pt x="327781" y="60452"/>
                  </a:lnTo>
                  <a:lnTo>
                    <a:pt x="326231" y="55385"/>
                  </a:lnTo>
                  <a:lnTo>
                    <a:pt x="324521" y="50369"/>
                  </a:lnTo>
                  <a:lnTo>
                    <a:pt x="322654" y="45410"/>
                  </a:lnTo>
                  <a:lnTo>
                    <a:pt x="320630" y="40512"/>
                  </a:lnTo>
                  <a:lnTo>
                    <a:pt x="318452" y="35682"/>
                  </a:lnTo>
                  <a:lnTo>
                    <a:pt x="316121" y="30922"/>
                  </a:lnTo>
                  <a:lnTo>
                    <a:pt x="313642" y="26239"/>
                  </a:lnTo>
                  <a:lnTo>
                    <a:pt x="311015" y="21637"/>
                  </a:lnTo>
                  <a:lnTo>
                    <a:pt x="308243" y="17121"/>
                  </a:lnTo>
                  <a:lnTo>
                    <a:pt x="305330" y="12694"/>
                  </a:lnTo>
                  <a:lnTo>
                    <a:pt x="302277" y="8362"/>
                  </a:lnTo>
                  <a:lnTo>
                    <a:pt x="299090" y="4129"/>
                  </a:lnTo>
                  <a:lnTo>
                    <a:pt x="295769" y="0"/>
                  </a:lnTo>
                  <a:lnTo>
                    <a:pt x="167167" y="1068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28602" cy="167167"/>
            </a:xfrm>
            <a:custGeom>
              <a:avLst/>
              <a:pathLst>
                <a:path w="128602" h="167167">
                  <a:moveTo>
                    <a:pt x="128602" y="60366"/>
                  </a:moveTo>
                  <a:lnTo>
                    <a:pt x="124924" y="56086"/>
                  </a:lnTo>
                  <a:lnTo>
                    <a:pt x="121103" y="51933"/>
                  </a:lnTo>
                  <a:lnTo>
                    <a:pt x="117145" y="47911"/>
                  </a:lnTo>
                  <a:lnTo>
                    <a:pt x="113053" y="44025"/>
                  </a:lnTo>
                  <a:lnTo>
                    <a:pt x="108832" y="40279"/>
                  </a:lnTo>
                  <a:lnTo>
                    <a:pt x="104487" y="36678"/>
                  </a:lnTo>
                  <a:lnTo>
                    <a:pt x="100023" y="33226"/>
                  </a:lnTo>
                  <a:lnTo>
                    <a:pt x="95445" y="29926"/>
                  </a:lnTo>
                  <a:lnTo>
                    <a:pt x="90758" y="26782"/>
                  </a:lnTo>
                  <a:lnTo>
                    <a:pt x="85968" y="23799"/>
                  </a:lnTo>
                  <a:lnTo>
                    <a:pt x="81080" y="20979"/>
                  </a:lnTo>
                  <a:lnTo>
                    <a:pt x="76100" y="18326"/>
                  </a:lnTo>
                  <a:lnTo>
                    <a:pt x="71032" y="15842"/>
                  </a:lnTo>
                  <a:lnTo>
                    <a:pt x="65884" y="13530"/>
                  </a:lnTo>
                  <a:lnTo>
                    <a:pt x="60661" y="11394"/>
                  </a:lnTo>
                  <a:lnTo>
                    <a:pt x="55369" y="9435"/>
                  </a:lnTo>
                  <a:lnTo>
                    <a:pt x="50013" y="7656"/>
                  </a:lnTo>
                  <a:lnTo>
                    <a:pt x="44601" y="6059"/>
                  </a:lnTo>
                  <a:lnTo>
                    <a:pt x="39137" y="4646"/>
                  </a:lnTo>
                  <a:lnTo>
                    <a:pt x="33629" y="3417"/>
                  </a:lnTo>
                  <a:lnTo>
                    <a:pt x="28083" y="2375"/>
                  </a:lnTo>
                  <a:lnTo>
                    <a:pt x="22505" y="1521"/>
                  </a:lnTo>
                  <a:lnTo>
                    <a:pt x="16901" y="856"/>
                  </a:lnTo>
                  <a:lnTo>
                    <a:pt x="11278" y="380"/>
                  </a:lnTo>
                  <a:lnTo>
                    <a:pt x="5642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2044" y="3707720"/>
              <a:ext cx="166966" cy="167167"/>
            </a:xfrm>
            <a:custGeom>
              <a:avLst/>
              <a:pathLst>
                <a:path w="166966" h="167167">
                  <a:moveTo>
                    <a:pt x="166966" y="0"/>
                  </a:moveTo>
                  <a:lnTo>
                    <a:pt x="161555" y="87"/>
                  </a:lnTo>
                  <a:lnTo>
                    <a:pt x="156149" y="350"/>
                  </a:lnTo>
                  <a:lnTo>
                    <a:pt x="150754" y="788"/>
                  </a:lnTo>
                  <a:lnTo>
                    <a:pt x="145376" y="1400"/>
                  </a:lnTo>
                  <a:lnTo>
                    <a:pt x="140021" y="2185"/>
                  </a:lnTo>
                  <a:lnTo>
                    <a:pt x="134694" y="3144"/>
                  </a:lnTo>
                  <a:lnTo>
                    <a:pt x="129401" y="4275"/>
                  </a:lnTo>
                  <a:lnTo>
                    <a:pt x="124147" y="5576"/>
                  </a:lnTo>
                  <a:lnTo>
                    <a:pt x="118939" y="7047"/>
                  </a:lnTo>
                  <a:lnTo>
                    <a:pt x="113780" y="8686"/>
                  </a:lnTo>
                  <a:lnTo>
                    <a:pt x="108678" y="10491"/>
                  </a:lnTo>
                  <a:lnTo>
                    <a:pt x="103636" y="12460"/>
                  </a:lnTo>
                  <a:lnTo>
                    <a:pt x="98661" y="14591"/>
                  </a:lnTo>
                  <a:lnTo>
                    <a:pt x="93757" y="16883"/>
                  </a:lnTo>
                  <a:lnTo>
                    <a:pt x="88930" y="19331"/>
                  </a:lnTo>
                  <a:lnTo>
                    <a:pt x="84185" y="21935"/>
                  </a:lnTo>
                  <a:lnTo>
                    <a:pt x="79527" y="24691"/>
                  </a:lnTo>
                  <a:lnTo>
                    <a:pt x="74961" y="27597"/>
                  </a:lnTo>
                  <a:lnTo>
                    <a:pt x="70491" y="30648"/>
                  </a:lnTo>
                  <a:lnTo>
                    <a:pt x="66122" y="33843"/>
                  </a:lnTo>
                  <a:lnTo>
                    <a:pt x="61858" y="37178"/>
                  </a:lnTo>
                  <a:lnTo>
                    <a:pt x="57705" y="40648"/>
                  </a:lnTo>
                  <a:lnTo>
                    <a:pt x="53667" y="44252"/>
                  </a:lnTo>
                  <a:lnTo>
                    <a:pt x="49747" y="47984"/>
                  </a:lnTo>
                  <a:lnTo>
                    <a:pt x="45950" y="51841"/>
                  </a:lnTo>
                  <a:lnTo>
                    <a:pt x="42280" y="55820"/>
                  </a:lnTo>
                  <a:lnTo>
                    <a:pt x="38741" y="59914"/>
                  </a:lnTo>
                  <a:lnTo>
                    <a:pt x="35336" y="64122"/>
                  </a:lnTo>
                  <a:lnTo>
                    <a:pt x="32069" y="68437"/>
                  </a:lnTo>
                  <a:lnTo>
                    <a:pt x="28943" y="72856"/>
                  </a:lnTo>
                  <a:lnTo>
                    <a:pt x="25962" y="77374"/>
                  </a:lnTo>
                  <a:lnTo>
                    <a:pt x="23129" y="81985"/>
                  </a:lnTo>
                  <a:lnTo>
                    <a:pt x="20447" y="86687"/>
                  </a:lnTo>
                  <a:lnTo>
                    <a:pt x="17919" y="91472"/>
                  </a:lnTo>
                  <a:lnTo>
                    <a:pt x="15546" y="96337"/>
                  </a:lnTo>
                  <a:lnTo>
                    <a:pt x="13333" y="101276"/>
                  </a:lnTo>
                  <a:lnTo>
                    <a:pt x="11280" y="106284"/>
                  </a:lnTo>
                  <a:lnTo>
                    <a:pt x="9391" y="111356"/>
                  </a:lnTo>
                  <a:lnTo>
                    <a:pt x="7667" y="116487"/>
                  </a:lnTo>
                  <a:lnTo>
                    <a:pt x="6109" y="121670"/>
                  </a:lnTo>
                  <a:lnTo>
                    <a:pt x="4721" y="126901"/>
                  </a:lnTo>
                  <a:lnTo>
                    <a:pt x="3502" y="132175"/>
                  </a:lnTo>
                  <a:lnTo>
                    <a:pt x="2455" y="137485"/>
                  </a:lnTo>
                  <a:lnTo>
                    <a:pt x="1580" y="142827"/>
                  </a:lnTo>
                  <a:lnTo>
                    <a:pt x="879" y="148193"/>
                  </a:lnTo>
                  <a:lnTo>
                    <a:pt x="352" y="153580"/>
                  </a:lnTo>
                  <a:lnTo>
                    <a:pt x="0" y="158981"/>
                  </a:lnTo>
                  <a:lnTo>
                    <a:pt x="16696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61" y="3708049"/>
              <a:ext cx="334296" cy="334006"/>
            </a:xfrm>
            <a:custGeom>
              <a:avLst/>
              <a:pathLst>
                <a:path w="334296" h="334006">
                  <a:moveTo>
                    <a:pt x="182" y="158653"/>
                  </a:moveTo>
                  <a:lnTo>
                    <a:pt x="7" y="163957"/>
                  </a:lnTo>
                  <a:lnTo>
                    <a:pt x="0" y="169264"/>
                  </a:lnTo>
                  <a:lnTo>
                    <a:pt x="161" y="174568"/>
                  </a:lnTo>
                  <a:lnTo>
                    <a:pt x="490" y="179865"/>
                  </a:lnTo>
                  <a:lnTo>
                    <a:pt x="988" y="185149"/>
                  </a:lnTo>
                  <a:lnTo>
                    <a:pt x="1653" y="190414"/>
                  </a:lnTo>
                  <a:lnTo>
                    <a:pt x="2484" y="195655"/>
                  </a:lnTo>
                  <a:lnTo>
                    <a:pt x="3482" y="200868"/>
                  </a:lnTo>
                  <a:lnTo>
                    <a:pt x="4645" y="206046"/>
                  </a:lnTo>
                  <a:lnTo>
                    <a:pt x="5971" y="211184"/>
                  </a:lnTo>
                  <a:lnTo>
                    <a:pt x="7460" y="216278"/>
                  </a:lnTo>
                  <a:lnTo>
                    <a:pt x="9110" y="221322"/>
                  </a:lnTo>
                  <a:lnTo>
                    <a:pt x="10919" y="226311"/>
                  </a:lnTo>
                  <a:lnTo>
                    <a:pt x="12885" y="231240"/>
                  </a:lnTo>
                  <a:lnTo>
                    <a:pt x="15007" y="236105"/>
                  </a:lnTo>
                  <a:lnTo>
                    <a:pt x="17283" y="240899"/>
                  </a:lnTo>
                  <a:lnTo>
                    <a:pt x="19709" y="245619"/>
                  </a:lnTo>
                  <a:lnTo>
                    <a:pt x="22284" y="250259"/>
                  </a:lnTo>
                  <a:lnTo>
                    <a:pt x="25005" y="254816"/>
                  </a:lnTo>
                  <a:lnTo>
                    <a:pt x="27869" y="259283"/>
                  </a:lnTo>
                  <a:lnTo>
                    <a:pt x="30874" y="263658"/>
                  </a:lnTo>
                  <a:lnTo>
                    <a:pt x="34016" y="267935"/>
                  </a:lnTo>
                  <a:lnTo>
                    <a:pt x="37292" y="272110"/>
                  </a:lnTo>
                  <a:lnTo>
                    <a:pt x="40699" y="276179"/>
                  </a:lnTo>
                  <a:lnTo>
                    <a:pt x="44234" y="280137"/>
                  </a:lnTo>
                  <a:lnTo>
                    <a:pt x="47892" y="283982"/>
                  </a:lnTo>
                  <a:lnTo>
                    <a:pt x="51670" y="287709"/>
                  </a:lnTo>
                  <a:lnTo>
                    <a:pt x="55565" y="291313"/>
                  </a:lnTo>
                  <a:lnTo>
                    <a:pt x="59573" y="294792"/>
                  </a:lnTo>
                  <a:lnTo>
                    <a:pt x="63688" y="298143"/>
                  </a:lnTo>
                  <a:lnTo>
                    <a:pt x="67909" y="301361"/>
                  </a:lnTo>
                  <a:lnTo>
                    <a:pt x="72229" y="304443"/>
                  </a:lnTo>
                  <a:lnTo>
                    <a:pt x="76644" y="307387"/>
                  </a:lnTo>
                  <a:lnTo>
                    <a:pt x="81151" y="310189"/>
                  </a:lnTo>
                  <a:lnTo>
                    <a:pt x="85745" y="312846"/>
                  </a:lnTo>
                  <a:lnTo>
                    <a:pt x="90421" y="315357"/>
                  </a:lnTo>
                  <a:lnTo>
                    <a:pt x="95174" y="317717"/>
                  </a:lnTo>
                  <a:lnTo>
                    <a:pt x="99999" y="319926"/>
                  </a:lnTo>
                  <a:lnTo>
                    <a:pt x="104892" y="321980"/>
                  </a:lnTo>
                  <a:lnTo>
                    <a:pt x="109848" y="323878"/>
                  </a:lnTo>
                  <a:lnTo>
                    <a:pt x="114862" y="325618"/>
                  </a:lnTo>
                  <a:lnTo>
                    <a:pt x="119928" y="327198"/>
                  </a:lnTo>
                  <a:lnTo>
                    <a:pt x="125043" y="328616"/>
                  </a:lnTo>
                  <a:lnTo>
                    <a:pt x="130199" y="329871"/>
                  </a:lnTo>
                  <a:lnTo>
                    <a:pt x="135393" y="330962"/>
                  </a:lnTo>
                  <a:lnTo>
                    <a:pt x="140618" y="331887"/>
                  </a:lnTo>
                  <a:lnTo>
                    <a:pt x="145871" y="332646"/>
                  </a:lnTo>
                  <a:lnTo>
                    <a:pt x="151145" y="333238"/>
                  </a:lnTo>
                  <a:lnTo>
                    <a:pt x="156435" y="333662"/>
                  </a:lnTo>
                  <a:lnTo>
                    <a:pt x="161735" y="333918"/>
                  </a:lnTo>
                  <a:lnTo>
                    <a:pt x="167042" y="334006"/>
                  </a:lnTo>
                  <a:lnTo>
                    <a:pt x="172348" y="333925"/>
                  </a:lnTo>
                  <a:lnTo>
                    <a:pt x="177649" y="333676"/>
                  </a:lnTo>
                  <a:lnTo>
                    <a:pt x="182940" y="333259"/>
                  </a:lnTo>
                  <a:lnTo>
                    <a:pt x="188214" y="332673"/>
                  </a:lnTo>
                  <a:lnTo>
                    <a:pt x="193468" y="331921"/>
                  </a:lnTo>
                  <a:lnTo>
                    <a:pt x="198695" y="331003"/>
                  </a:lnTo>
                  <a:lnTo>
                    <a:pt x="203890" y="329919"/>
                  </a:lnTo>
                  <a:lnTo>
                    <a:pt x="209048" y="328670"/>
                  </a:lnTo>
                  <a:lnTo>
                    <a:pt x="214164" y="327259"/>
                  </a:lnTo>
                  <a:lnTo>
                    <a:pt x="219232" y="325685"/>
                  </a:lnTo>
                  <a:lnTo>
                    <a:pt x="224248" y="323952"/>
                  </a:lnTo>
                  <a:lnTo>
                    <a:pt x="229206" y="322061"/>
                  </a:lnTo>
                  <a:lnTo>
                    <a:pt x="234102" y="320012"/>
                  </a:lnTo>
                  <a:lnTo>
                    <a:pt x="238931" y="317810"/>
                  </a:lnTo>
                  <a:lnTo>
                    <a:pt x="243687" y="315455"/>
                  </a:lnTo>
                  <a:lnTo>
                    <a:pt x="248366" y="312951"/>
                  </a:lnTo>
                  <a:lnTo>
                    <a:pt x="252963" y="310299"/>
                  </a:lnTo>
                  <a:lnTo>
                    <a:pt x="257473" y="307503"/>
                  </a:lnTo>
                  <a:lnTo>
                    <a:pt x="261893" y="304565"/>
                  </a:lnTo>
                  <a:lnTo>
                    <a:pt x="266217" y="301488"/>
                  </a:lnTo>
                  <a:lnTo>
                    <a:pt x="270441" y="298276"/>
                  </a:lnTo>
                  <a:lnTo>
                    <a:pt x="274561" y="294931"/>
                  </a:lnTo>
                  <a:lnTo>
                    <a:pt x="278573" y="291457"/>
                  </a:lnTo>
                  <a:lnTo>
                    <a:pt x="282473" y="287857"/>
                  </a:lnTo>
                  <a:lnTo>
                    <a:pt x="286256" y="284136"/>
                  </a:lnTo>
                  <a:lnTo>
                    <a:pt x="289919" y="280296"/>
                  </a:lnTo>
                  <a:lnTo>
                    <a:pt x="293459" y="276342"/>
                  </a:lnTo>
                  <a:lnTo>
                    <a:pt x="296871" y="272277"/>
                  </a:lnTo>
                  <a:lnTo>
                    <a:pt x="300152" y="268106"/>
                  </a:lnTo>
                  <a:lnTo>
                    <a:pt x="303300" y="263833"/>
                  </a:lnTo>
                  <a:lnTo>
                    <a:pt x="306310" y="259463"/>
                  </a:lnTo>
                  <a:lnTo>
                    <a:pt x="309180" y="254999"/>
                  </a:lnTo>
                  <a:lnTo>
                    <a:pt x="311907" y="250446"/>
                  </a:lnTo>
                  <a:lnTo>
                    <a:pt x="314488" y="245809"/>
                  </a:lnTo>
                  <a:lnTo>
                    <a:pt x="316920" y="241092"/>
                  </a:lnTo>
                  <a:lnTo>
                    <a:pt x="319202" y="236300"/>
                  </a:lnTo>
                  <a:lnTo>
                    <a:pt x="321330" y="231439"/>
                  </a:lnTo>
                  <a:lnTo>
                    <a:pt x="323303" y="226512"/>
                  </a:lnTo>
                  <a:lnTo>
                    <a:pt x="325119" y="221526"/>
                  </a:lnTo>
                  <a:lnTo>
                    <a:pt x="326775" y="216484"/>
                  </a:lnTo>
                  <a:lnTo>
                    <a:pt x="328270" y="211392"/>
                  </a:lnTo>
                  <a:lnTo>
                    <a:pt x="329603" y="206255"/>
                  </a:lnTo>
                  <a:lnTo>
                    <a:pt x="330773" y="201078"/>
                  </a:lnTo>
                  <a:lnTo>
                    <a:pt x="331777" y="195867"/>
                  </a:lnTo>
                  <a:lnTo>
                    <a:pt x="332616" y="190627"/>
                  </a:lnTo>
                  <a:lnTo>
                    <a:pt x="333287" y="185363"/>
                  </a:lnTo>
                  <a:lnTo>
                    <a:pt x="333792" y="180080"/>
                  </a:lnTo>
                  <a:lnTo>
                    <a:pt x="334128" y="174783"/>
                  </a:lnTo>
                  <a:lnTo>
                    <a:pt x="334296" y="169479"/>
                  </a:lnTo>
                  <a:lnTo>
                    <a:pt x="334296" y="164172"/>
                  </a:lnTo>
                  <a:lnTo>
                    <a:pt x="334127" y="158868"/>
                  </a:lnTo>
                  <a:lnTo>
                    <a:pt x="333789" y="153571"/>
                  </a:lnTo>
                  <a:lnTo>
                    <a:pt x="333284" y="148289"/>
                  </a:lnTo>
                  <a:lnTo>
                    <a:pt x="332612" y="143024"/>
                  </a:lnTo>
                  <a:lnTo>
                    <a:pt x="331773" y="137784"/>
                  </a:lnTo>
                  <a:lnTo>
                    <a:pt x="330767" y="132573"/>
                  </a:lnTo>
                  <a:lnTo>
                    <a:pt x="329597" y="127397"/>
                  </a:lnTo>
                  <a:lnTo>
                    <a:pt x="328263" y="122260"/>
                  </a:lnTo>
                  <a:lnTo>
                    <a:pt x="326767" y="117169"/>
                  </a:lnTo>
                  <a:lnTo>
                    <a:pt x="325110" y="112127"/>
                  </a:lnTo>
                  <a:lnTo>
                    <a:pt x="323294" y="107140"/>
                  </a:lnTo>
                  <a:lnTo>
                    <a:pt x="321320" y="102214"/>
                  </a:lnTo>
                  <a:lnTo>
                    <a:pt x="319191" y="97353"/>
                  </a:lnTo>
                  <a:lnTo>
                    <a:pt x="316909" y="92562"/>
                  </a:lnTo>
                  <a:lnTo>
                    <a:pt x="314476" y="87845"/>
                  </a:lnTo>
                  <a:lnTo>
                    <a:pt x="311894" y="83209"/>
                  </a:lnTo>
                  <a:lnTo>
                    <a:pt x="309166" y="78656"/>
                  </a:lnTo>
                  <a:lnTo>
                    <a:pt x="306296" y="74193"/>
                  </a:lnTo>
                  <a:lnTo>
                    <a:pt x="303285" y="69823"/>
                  </a:lnTo>
                  <a:lnTo>
                    <a:pt x="300137" y="65550"/>
                  </a:lnTo>
                  <a:lnTo>
                    <a:pt x="296855" y="61380"/>
                  </a:lnTo>
                  <a:lnTo>
                    <a:pt x="293442" y="57316"/>
                  </a:lnTo>
                  <a:lnTo>
                    <a:pt x="289901" y="53362"/>
                  </a:lnTo>
                  <a:lnTo>
                    <a:pt x="286238" y="49523"/>
                  </a:lnTo>
                  <a:lnTo>
                    <a:pt x="282454" y="45802"/>
                  </a:lnTo>
                  <a:lnTo>
                    <a:pt x="278554" y="42203"/>
                  </a:lnTo>
                  <a:lnTo>
                    <a:pt x="274541" y="38729"/>
                  </a:lnTo>
                  <a:lnTo>
                    <a:pt x="270421" y="35385"/>
                  </a:lnTo>
                  <a:lnTo>
                    <a:pt x="266196" y="32173"/>
                  </a:lnTo>
                  <a:lnTo>
                    <a:pt x="261871" y="29097"/>
                  </a:lnTo>
                  <a:lnTo>
                    <a:pt x="257451" y="26160"/>
                  </a:lnTo>
                  <a:lnTo>
                    <a:pt x="252940" y="23364"/>
                  </a:lnTo>
                  <a:lnTo>
                    <a:pt x="248343" y="20713"/>
                  </a:lnTo>
                  <a:lnTo>
                    <a:pt x="243664" y="18210"/>
                  </a:lnTo>
                  <a:lnTo>
                    <a:pt x="238907" y="15856"/>
                  </a:lnTo>
                  <a:lnTo>
                    <a:pt x="234078" y="13654"/>
                  </a:lnTo>
                  <a:lnTo>
                    <a:pt x="229182" y="11607"/>
                  </a:lnTo>
                  <a:lnTo>
                    <a:pt x="224224" y="9716"/>
                  </a:lnTo>
                  <a:lnTo>
                    <a:pt x="219207" y="7983"/>
                  </a:lnTo>
                  <a:lnTo>
                    <a:pt x="214139" y="6411"/>
                  </a:lnTo>
                  <a:lnTo>
                    <a:pt x="209023" y="5000"/>
                  </a:lnTo>
                  <a:lnTo>
                    <a:pt x="203864" y="3753"/>
                  </a:lnTo>
                  <a:lnTo>
                    <a:pt x="198669" y="2670"/>
                  </a:lnTo>
                  <a:lnTo>
                    <a:pt x="193442" y="1752"/>
                  </a:lnTo>
                  <a:lnTo>
                    <a:pt x="188189" y="1000"/>
                  </a:lnTo>
                  <a:lnTo>
                    <a:pt x="182914" y="416"/>
                  </a:lnTo>
                  <a:lnTo>
                    <a:pt x="177623" y="0"/>
                  </a:lnTo>
                  <a:lnTo>
                    <a:pt x="167149" y="1668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10473" cy="167167"/>
            </a:xfrm>
            <a:custGeom>
              <a:avLst/>
              <a:pathLst>
                <a:path w="10473" h="167167">
                  <a:moveTo>
                    <a:pt x="10473" y="32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2025-06-05T17:29:05Z</dcterms:modified>
  <cp:category/>
</cp:coreProperties>
</file>