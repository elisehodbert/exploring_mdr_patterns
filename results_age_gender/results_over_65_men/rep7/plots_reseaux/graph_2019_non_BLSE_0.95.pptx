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070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524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132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674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081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786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094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727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976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284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160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023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986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068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830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714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291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047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716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943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18804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602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008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39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217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630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619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800" y="3170392"/>
              <a:ext cx="1978" cy="167167"/>
            </a:xfrm>
            <a:custGeom>
              <a:avLst/>
              <a:pathLst>
                <a:path w="1978" h="167167">
                  <a:moveTo>
                    <a:pt x="1978" y="0"/>
                  </a:moveTo>
                  <a:lnTo>
                    <a:pt x="0" y="11"/>
                  </a:lnTo>
                  <a:lnTo>
                    <a:pt x="197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1800" y="3170404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16613" y="3170404"/>
              <a:ext cx="334330" cy="334313"/>
            </a:xfrm>
            <a:custGeom>
              <a:avLst/>
              <a:pathLst>
                <a:path w="334330" h="334313">
                  <a:moveTo>
                    <a:pt x="165187" y="0"/>
                  </a:moveTo>
                  <a:lnTo>
                    <a:pt x="159887" y="146"/>
                  </a:lnTo>
                  <a:lnTo>
                    <a:pt x="154594" y="461"/>
                  </a:lnTo>
                  <a:lnTo>
                    <a:pt x="149313" y="944"/>
                  </a:lnTo>
                  <a:lnTo>
                    <a:pt x="144051" y="1593"/>
                  </a:lnTo>
                  <a:lnTo>
                    <a:pt x="138812" y="2410"/>
                  </a:lnTo>
                  <a:lnTo>
                    <a:pt x="133601" y="3392"/>
                  </a:lnTo>
                  <a:lnTo>
                    <a:pt x="128425" y="4539"/>
                  </a:lnTo>
                  <a:lnTo>
                    <a:pt x="123287" y="5849"/>
                  </a:lnTo>
                  <a:lnTo>
                    <a:pt x="118193" y="7322"/>
                  </a:lnTo>
                  <a:lnTo>
                    <a:pt x="113149" y="8955"/>
                  </a:lnTo>
                  <a:lnTo>
                    <a:pt x="108159" y="10748"/>
                  </a:lnTo>
                  <a:lnTo>
                    <a:pt x="103228" y="12698"/>
                  </a:lnTo>
                  <a:lnTo>
                    <a:pt x="98362" y="14804"/>
                  </a:lnTo>
                  <a:lnTo>
                    <a:pt x="93564" y="17062"/>
                  </a:lnTo>
                  <a:lnTo>
                    <a:pt x="88841" y="19472"/>
                  </a:lnTo>
                  <a:lnTo>
                    <a:pt x="84197" y="22030"/>
                  </a:lnTo>
                  <a:lnTo>
                    <a:pt x="79636" y="24735"/>
                  </a:lnTo>
                  <a:lnTo>
                    <a:pt x="75163" y="27582"/>
                  </a:lnTo>
                  <a:lnTo>
                    <a:pt x="70783" y="30570"/>
                  </a:lnTo>
                  <a:lnTo>
                    <a:pt x="66500" y="33696"/>
                  </a:lnTo>
                  <a:lnTo>
                    <a:pt x="62318" y="36955"/>
                  </a:lnTo>
                  <a:lnTo>
                    <a:pt x="58241" y="40346"/>
                  </a:lnTo>
                  <a:lnTo>
                    <a:pt x="54275" y="43864"/>
                  </a:lnTo>
                  <a:lnTo>
                    <a:pt x="50421" y="47507"/>
                  </a:lnTo>
                  <a:lnTo>
                    <a:pt x="46685" y="51269"/>
                  </a:lnTo>
                  <a:lnTo>
                    <a:pt x="43071" y="55148"/>
                  </a:lnTo>
                  <a:lnTo>
                    <a:pt x="39581" y="59140"/>
                  </a:lnTo>
                  <a:lnTo>
                    <a:pt x="36219" y="63241"/>
                  </a:lnTo>
                  <a:lnTo>
                    <a:pt x="32990" y="67446"/>
                  </a:lnTo>
                  <a:lnTo>
                    <a:pt x="29895" y="71752"/>
                  </a:lnTo>
                  <a:lnTo>
                    <a:pt x="26938" y="76153"/>
                  </a:lnTo>
                  <a:lnTo>
                    <a:pt x="24123" y="80646"/>
                  </a:lnTo>
                  <a:lnTo>
                    <a:pt x="21451" y="85226"/>
                  </a:lnTo>
                  <a:lnTo>
                    <a:pt x="18926" y="89889"/>
                  </a:lnTo>
                  <a:lnTo>
                    <a:pt x="16550" y="94629"/>
                  </a:lnTo>
                  <a:lnTo>
                    <a:pt x="14326" y="99442"/>
                  </a:lnTo>
                  <a:lnTo>
                    <a:pt x="12255" y="104323"/>
                  </a:lnTo>
                  <a:lnTo>
                    <a:pt x="10340" y="109268"/>
                  </a:lnTo>
                  <a:lnTo>
                    <a:pt x="8583" y="114271"/>
                  </a:lnTo>
                  <a:lnTo>
                    <a:pt x="6986" y="119326"/>
                  </a:lnTo>
                  <a:lnTo>
                    <a:pt x="5550" y="124431"/>
                  </a:lnTo>
                  <a:lnTo>
                    <a:pt x="4276" y="129578"/>
                  </a:lnTo>
                  <a:lnTo>
                    <a:pt x="3166" y="134762"/>
                  </a:lnTo>
                  <a:lnTo>
                    <a:pt x="2221" y="139980"/>
                  </a:lnTo>
                  <a:lnTo>
                    <a:pt x="1442" y="145225"/>
                  </a:lnTo>
                  <a:lnTo>
                    <a:pt x="830" y="150492"/>
                  </a:lnTo>
                  <a:lnTo>
                    <a:pt x="385" y="155775"/>
                  </a:lnTo>
                  <a:lnTo>
                    <a:pt x="108" y="161070"/>
                  </a:lnTo>
                  <a:lnTo>
                    <a:pt x="0" y="166371"/>
                  </a:lnTo>
                  <a:lnTo>
                    <a:pt x="59" y="171673"/>
                  </a:lnTo>
                  <a:lnTo>
                    <a:pt x="286" y="176971"/>
                  </a:lnTo>
                  <a:lnTo>
                    <a:pt x="681" y="182258"/>
                  </a:lnTo>
                  <a:lnTo>
                    <a:pt x="1244" y="187531"/>
                  </a:lnTo>
                  <a:lnTo>
                    <a:pt x="1974" y="192783"/>
                  </a:lnTo>
                  <a:lnTo>
                    <a:pt x="2870" y="198009"/>
                  </a:lnTo>
                  <a:lnTo>
                    <a:pt x="3931" y="203204"/>
                  </a:lnTo>
                  <a:lnTo>
                    <a:pt x="5156" y="208362"/>
                  </a:lnTo>
                  <a:lnTo>
                    <a:pt x="6544" y="213480"/>
                  </a:lnTo>
                  <a:lnTo>
                    <a:pt x="8094" y="218550"/>
                  </a:lnTo>
                  <a:lnTo>
                    <a:pt x="9804" y="223569"/>
                  </a:lnTo>
                  <a:lnTo>
                    <a:pt x="11673" y="228532"/>
                  </a:lnTo>
                  <a:lnTo>
                    <a:pt x="13697" y="233432"/>
                  </a:lnTo>
                  <a:lnTo>
                    <a:pt x="15877" y="238266"/>
                  </a:lnTo>
                  <a:lnTo>
                    <a:pt x="18208" y="243028"/>
                  </a:lnTo>
                  <a:lnTo>
                    <a:pt x="20689" y="247714"/>
                  </a:lnTo>
                  <a:lnTo>
                    <a:pt x="23318" y="252319"/>
                  </a:lnTo>
                  <a:lnTo>
                    <a:pt x="26091" y="256838"/>
                  </a:lnTo>
                  <a:lnTo>
                    <a:pt x="29006" y="261267"/>
                  </a:lnTo>
                  <a:lnTo>
                    <a:pt x="32060" y="265602"/>
                  </a:lnTo>
                  <a:lnTo>
                    <a:pt x="35251" y="269837"/>
                  </a:lnTo>
                  <a:lnTo>
                    <a:pt x="38573" y="273969"/>
                  </a:lnTo>
                  <a:lnTo>
                    <a:pt x="42026" y="277993"/>
                  </a:lnTo>
                  <a:lnTo>
                    <a:pt x="45604" y="281906"/>
                  </a:lnTo>
                  <a:lnTo>
                    <a:pt x="49304" y="285704"/>
                  </a:lnTo>
                  <a:lnTo>
                    <a:pt x="53123" y="289382"/>
                  </a:lnTo>
                  <a:lnTo>
                    <a:pt x="57057" y="292937"/>
                  </a:lnTo>
                  <a:lnTo>
                    <a:pt x="61102" y="296366"/>
                  </a:lnTo>
                  <a:lnTo>
                    <a:pt x="65253" y="299665"/>
                  </a:lnTo>
                  <a:lnTo>
                    <a:pt x="69506" y="302830"/>
                  </a:lnTo>
                  <a:lnTo>
                    <a:pt x="73858" y="305859"/>
                  </a:lnTo>
                  <a:lnTo>
                    <a:pt x="78304" y="308749"/>
                  </a:lnTo>
                  <a:lnTo>
                    <a:pt x="82840" y="311496"/>
                  </a:lnTo>
                  <a:lnTo>
                    <a:pt x="87460" y="314097"/>
                  </a:lnTo>
                  <a:lnTo>
                    <a:pt x="92160" y="316551"/>
                  </a:lnTo>
                  <a:lnTo>
                    <a:pt x="96936" y="318855"/>
                  </a:lnTo>
                  <a:lnTo>
                    <a:pt x="101782" y="321006"/>
                  </a:lnTo>
                  <a:lnTo>
                    <a:pt x="106694" y="323002"/>
                  </a:lnTo>
                  <a:lnTo>
                    <a:pt x="111667" y="324842"/>
                  </a:lnTo>
                  <a:lnTo>
                    <a:pt x="116696" y="326522"/>
                  </a:lnTo>
                  <a:lnTo>
                    <a:pt x="121776" y="328043"/>
                  </a:lnTo>
                  <a:lnTo>
                    <a:pt x="126901" y="329401"/>
                  </a:lnTo>
                  <a:lnTo>
                    <a:pt x="132067" y="330597"/>
                  </a:lnTo>
                  <a:lnTo>
                    <a:pt x="137268" y="331628"/>
                  </a:lnTo>
                  <a:lnTo>
                    <a:pt x="142499" y="332493"/>
                  </a:lnTo>
                  <a:lnTo>
                    <a:pt x="147755" y="333192"/>
                  </a:lnTo>
                  <a:lnTo>
                    <a:pt x="153031" y="333724"/>
                  </a:lnTo>
                  <a:lnTo>
                    <a:pt x="158321" y="334089"/>
                  </a:lnTo>
                  <a:lnTo>
                    <a:pt x="163619" y="334285"/>
                  </a:lnTo>
                  <a:lnTo>
                    <a:pt x="168922" y="334313"/>
                  </a:lnTo>
                  <a:lnTo>
                    <a:pt x="174222" y="334174"/>
                  </a:lnTo>
                  <a:lnTo>
                    <a:pt x="179515" y="333866"/>
                  </a:lnTo>
                  <a:lnTo>
                    <a:pt x="184796" y="333390"/>
                  </a:lnTo>
                  <a:lnTo>
                    <a:pt x="190060" y="332747"/>
                  </a:lnTo>
                  <a:lnTo>
                    <a:pt x="195300" y="331938"/>
                  </a:lnTo>
                  <a:lnTo>
                    <a:pt x="200512" y="330963"/>
                  </a:lnTo>
                  <a:lnTo>
                    <a:pt x="205690" y="329823"/>
                  </a:lnTo>
                  <a:lnTo>
                    <a:pt x="210829" y="328519"/>
                  </a:lnTo>
                  <a:lnTo>
                    <a:pt x="215925" y="327053"/>
                  </a:lnTo>
                  <a:lnTo>
                    <a:pt x="220972" y="325427"/>
                  </a:lnTo>
                  <a:lnTo>
                    <a:pt x="225964" y="323640"/>
                  </a:lnTo>
                  <a:lnTo>
                    <a:pt x="230897" y="321697"/>
                  </a:lnTo>
                  <a:lnTo>
                    <a:pt x="235767" y="319598"/>
                  </a:lnTo>
                  <a:lnTo>
                    <a:pt x="240567" y="317346"/>
                  </a:lnTo>
                  <a:lnTo>
                    <a:pt x="245293" y="314942"/>
                  </a:lnTo>
                  <a:lnTo>
                    <a:pt x="249941" y="312390"/>
                  </a:lnTo>
                  <a:lnTo>
                    <a:pt x="254505" y="309692"/>
                  </a:lnTo>
                  <a:lnTo>
                    <a:pt x="258982" y="306850"/>
                  </a:lnTo>
                  <a:lnTo>
                    <a:pt x="263366" y="303868"/>
                  </a:lnTo>
                  <a:lnTo>
                    <a:pt x="267653" y="300748"/>
                  </a:lnTo>
                  <a:lnTo>
                    <a:pt x="271839" y="297494"/>
                  </a:lnTo>
                  <a:lnTo>
                    <a:pt x="275920" y="294109"/>
                  </a:lnTo>
                  <a:lnTo>
                    <a:pt x="279892" y="290596"/>
                  </a:lnTo>
                  <a:lnTo>
                    <a:pt x="283750" y="286959"/>
                  </a:lnTo>
                  <a:lnTo>
                    <a:pt x="287491" y="283201"/>
                  </a:lnTo>
                  <a:lnTo>
                    <a:pt x="291111" y="279327"/>
                  </a:lnTo>
                  <a:lnTo>
                    <a:pt x="294606" y="275339"/>
                  </a:lnTo>
                  <a:lnTo>
                    <a:pt x="297973" y="271243"/>
                  </a:lnTo>
                  <a:lnTo>
                    <a:pt x="301208" y="267042"/>
                  </a:lnTo>
                  <a:lnTo>
                    <a:pt x="304309" y="262741"/>
                  </a:lnTo>
                  <a:lnTo>
                    <a:pt x="307271" y="258343"/>
                  </a:lnTo>
                  <a:lnTo>
                    <a:pt x="310093" y="253854"/>
                  </a:lnTo>
                  <a:lnTo>
                    <a:pt x="312770" y="249278"/>
                  </a:lnTo>
                  <a:lnTo>
                    <a:pt x="315302" y="244618"/>
                  </a:lnTo>
                  <a:lnTo>
                    <a:pt x="317684" y="239881"/>
                  </a:lnTo>
                  <a:lnTo>
                    <a:pt x="319914" y="235071"/>
                  </a:lnTo>
                  <a:lnTo>
                    <a:pt x="321992" y="230193"/>
                  </a:lnTo>
                  <a:lnTo>
                    <a:pt x="323913" y="225251"/>
                  </a:lnTo>
                  <a:lnTo>
                    <a:pt x="325677" y="220250"/>
                  </a:lnTo>
                  <a:lnTo>
                    <a:pt x="327281" y="215196"/>
                  </a:lnTo>
                  <a:lnTo>
                    <a:pt x="328724" y="210094"/>
                  </a:lnTo>
                  <a:lnTo>
                    <a:pt x="330004" y="204949"/>
                  </a:lnTo>
                  <a:lnTo>
                    <a:pt x="331121" y="199766"/>
                  </a:lnTo>
                  <a:lnTo>
                    <a:pt x="332073" y="194549"/>
                  </a:lnTo>
                  <a:lnTo>
                    <a:pt x="332859" y="189306"/>
                  </a:lnTo>
                  <a:lnTo>
                    <a:pt x="333478" y="184040"/>
                  </a:lnTo>
                  <a:lnTo>
                    <a:pt x="333929" y="178757"/>
                  </a:lnTo>
                  <a:lnTo>
                    <a:pt x="334214" y="173462"/>
                  </a:lnTo>
                  <a:lnTo>
                    <a:pt x="334330" y="168161"/>
                  </a:lnTo>
                  <a:lnTo>
                    <a:pt x="334277" y="162859"/>
                  </a:lnTo>
                  <a:lnTo>
                    <a:pt x="334057" y="157561"/>
                  </a:lnTo>
                  <a:lnTo>
                    <a:pt x="333669" y="152273"/>
                  </a:lnTo>
                  <a:lnTo>
                    <a:pt x="333113" y="147000"/>
                  </a:lnTo>
                  <a:lnTo>
                    <a:pt x="332390" y="141747"/>
                  </a:lnTo>
                  <a:lnTo>
                    <a:pt x="331501" y="136520"/>
                  </a:lnTo>
                  <a:lnTo>
                    <a:pt x="330447" y="131323"/>
                  </a:lnTo>
                  <a:lnTo>
                    <a:pt x="329229" y="126163"/>
                  </a:lnTo>
                  <a:lnTo>
                    <a:pt x="327847" y="121044"/>
                  </a:lnTo>
                  <a:lnTo>
                    <a:pt x="326304" y="115971"/>
                  </a:lnTo>
                  <a:lnTo>
                    <a:pt x="324600" y="110950"/>
                  </a:lnTo>
                  <a:lnTo>
                    <a:pt x="322739" y="105985"/>
                  </a:lnTo>
                  <a:lnTo>
                    <a:pt x="320721" y="101082"/>
                  </a:lnTo>
                  <a:lnTo>
                    <a:pt x="318548" y="96245"/>
                  </a:lnTo>
                  <a:lnTo>
                    <a:pt x="316223" y="91480"/>
                  </a:lnTo>
                  <a:lnTo>
                    <a:pt x="313748" y="86791"/>
                  </a:lnTo>
                  <a:lnTo>
                    <a:pt x="311125" y="82182"/>
                  </a:lnTo>
                  <a:lnTo>
                    <a:pt x="308358" y="77659"/>
                  </a:lnTo>
                  <a:lnTo>
                    <a:pt x="305449" y="73226"/>
                  </a:lnTo>
                  <a:lnTo>
                    <a:pt x="302400" y="68888"/>
                  </a:lnTo>
                  <a:lnTo>
                    <a:pt x="299216" y="64649"/>
                  </a:lnTo>
                  <a:lnTo>
                    <a:pt x="295898" y="60512"/>
                  </a:lnTo>
                  <a:lnTo>
                    <a:pt x="292451" y="56483"/>
                  </a:lnTo>
                  <a:lnTo>
                    <a:pt x="288878" y="52565"/>
                  </a:lnTo>
                  <a:lnTo>
                    <a:pt x="285183" y="48763"/>
                  </a:lnTo>
                  <a:lnTo>
                    <a:pt x="281369" y="45080"/>
                  </a:lnTo>
                  <a:lnTo>
                    <a:pt x="277440" y="41519"/>
                  </a:lnTo>
                  <a:lnTo>
                    <a:pt x="273400" y="38085"/>
                  </a:lnTo>
                  <a:lnTo>
                    <a:pt x="269253" y="34781"/>
                  </a:lnTo>
                  <a:lnTo>
                    <a:pt x="265004" y="31610"/>
                  </a:lnTo>
                  <a:lnTo>
                    <a:pt x="260656" y="28575"/>
                  </a:lnTo>
                  <a:lnTo>
                    <a:pt x="256214" y="25680"/>
                  </a:lnTo>
                  <a:lnTo>
                    <a:pt x="251682" y="22927"/>
                  </a:lnTo>
                  <a:lnTo>
                    <a:pt x="247065" y="20319"/>
                  </a:lnTo>
                  <a:lnTo>
                    <a:pt x="242368" y="17859"/>
                  </a:lnTo>
                  <a:lnTo>
                    <a:pt x="237596" y="15549"/>
                  </a:lnTo>
                  <a:lnTo>
                    <a:pt x="232752" y="13391"/>
                  </a:lnTo>
                  <a:lnTo>
                    <a:pt x="227842" y="11389"/>
                  </a:lnTo>
                  <a:lnTo>
                    <a:pt x="222872" y="9543"/>
                  </a:lnTo>
                  <a:lnTo>
                    <a:pt x="217845" y="7855"/>
                  </a:lnTo>
                  <a:lnTo>
                    <a:pt x="212768" y="6328"/>
                  </a:lnTo>
                  <a:lnTo>
                    <a:pt x="207644" y="4963"/>
                  </a:lnTo>
                  <a:lnTo>
                    <a:pt x="202480" y="3761"/>
                  </a:lnTo>
                  <a:lnTo>
                    <a:pt x="197280" y="2723"/>
                  </a:lnTo>
                  <a:lnTo>
                    <a:pt x="192050" y="1850"/>
                  </a:lnTo>
                  <a:lnTo>
                    <a:pt x="186795" y="1144"/>
                  </a:lnTo>
                  <a:lnTo>
                    <a:pt x="181520" y="605"/>
                  </a:lnTo>
                  <a:lnTo>
                    <a:pt x="167165" y="1671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3779" y="3170392"/>
              <a:ext cx="14355" cy="167167"/>
            </a:xfrm>
            <a:custGeom>
              <a:avLst/>
              <a:pathLst>
                <a:path w="14355" h="167167">
                  <a:moveTo>
                    <a:pt x="14355" y="61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4421" y="2633064"/>
              <a:ext cx="34590" cy="167167"/>
            </a:xfrm>
            <a:custGeom>
              <a:avLst/>
              <a:pathLst>
                <a:path w="34590" h="167167">
                  <a:moveTo>
                    <a:pt x="34590" y="0"/>
                  </a:moveTo>
                  <a:lnTo>
                    <a:pt x="27623" y="145"/>
                  </a:lnTo>
                  <a:lnTo>
                    <a:pt x="20669" y="580"/>
                  </a:lnTo>
                  <a:lnTo>
                    <a:pt x="13739" y="1305"/>
                  </a:lnTo>
                  <a:lnTo>
                    <a:pt x="6845" y="2318"/>
                  </a:lnTo>
                  <a:lnTo>
                    <a:pt x="0" y="3617"/>
                  </a:lnTo>
                  <a:lnTo>
                    <a:pt x="3459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4421" y="2636682"/>
              <a:ext cx="34590" cy="163549"/>
            </a:xfrm>
            <a:custGeom>
              <a:avLst/>
              <a:pathLst>
                <a:path w="34590" h="163549">
                  <a:moveTo>
                    <a:pt x="0" y="0"/>
                  </a:moveTo>
                  <a:lnTo>
                    <a:pt x="34590" y="1635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51845" y="2636682"/>
              <a:ext cx="334328" cy="330708"/>
            </a:xfrm>
            <a:custGeom>
              <a:avLst/>
              <a:pathLst>
                <a:path w="334328" h="330708">
                  <a:moveTo>
                    <a:pt x="132576" y="0"/>
                  </a:moveTo>
                  <a:lnTo>
                    <a:pt x="127398" y="1181"/>
                  </a:lnTo>
                  <a:lnTo>
                    <a:pt x="122260" y="2526"/>
                  </a:lnTo>
                  <a:lnTo>
                    <a:pt x="117167" y="4034"/>
                  </a:lnTo>
                  <a:lnTo>
                    <a:pt x="112125" y="5703"/>
                  </a:lnTo>
                  <a:lnTo>
                    <a:pt x="107139" y="7531"/>
                  </a:lnTo>
                  <a:lnTo>
                    <a:pt x="102213" y="9516"/>
                  </a:lnTo>
                  <a:lnTo>
                    <a:pt x="97353" y="11657"/>
                  </a:lnTo>
                  <a:lnTo>
                    <a:pt x="92563" y="13952"/>
                  </a:lnTo>
                  <a:lnTo>
                    <a:pt x="87848" y="16397"/>
                  </a:lnTo>
                  <a:lnTo>
                    <a:pt x="83214" y="18991"/>
                  </a:lnTo>
                  <a:lnTo>
                    <a:pt x="78664" y="21731"/>
                  </a:lnTo>
                  <a:lnTo>
                    <a:pt x="74204" y="24614"/>
                  </a:lnTo>
                  <a:lnTo>
                    <a:pt x="69837" y="27637"/>
                  </a:lnTo>
                  <a:lnTo>
                    <a:pt x="65569" y="30797"/>
                  </a:lnTo>
                  <a:lnTo>
                    <a:pt x="61403" y="34092"/>
                  </a:lnTo>
                  <a:lnTo>
                    <a:pt x="57344" y="37517"/>
                  </a:lnTo>
                  <a:lnTo>
                    <a:pt x="53396" y="41069"/>
                  </a:lnTo>
                  <a:lnTo>
                    <a:pt x="49563" y="44745"/>
                  </a:lnTo>
                  <a:lnTo>
                    <a:pt x="45848" y="48541"/>
                  </a:lnTo>
                  <a:lnTo>
                    <a:pt x="42256" y="52453"/>
                  </a:lnTo>
                  <a:lnTo>
                    <a:pt x="38790" y="56477"/>
                  </a:lnTo>
                  <a:lnTo>
                    <a:pt x="35453" y="60609"/>
                  </a:lnTo>
                  <a:lnTo>
                    <a:pt x="32250" y="64845"/>
                  </a:lnTo>
                  <a:lnTo>
                    <a:pt x="29182" y="69180"/>
                  </a:lnTo>
                  <a:lnTo>
                    <a:pt x="26254" y="73611"/>
                  </a:lnTo>
                  <a:lnTo>
                    <a:pt x="23468" y="78133"/>
                  </a:lnTo>
                  <a:lnTo>
                    <a:pt x="20827" y="82741"/>
                  </a:lnTo>
                  <a:lnTo>
                    <a:pt x="18334" y="87430"/>
                  </a:lnTo>
                  <a:lnTo>
                    <a:pt x="15991" y="92196"/>
                  </a:lnTo>
                  <a:lnTo>
                    <a:pt x="13801" y="97035"/>
                  </a:lnTo>
                  <a:lnTo>
                    <a:pt x="11765" y="101940"/>
                  </a:lnTo>
                  <a:lnTo>
                    <a:pt x="9887" y="106908"/>
                  </a:lnTo>
                  <a:lnTo>
                    <a:pt x="8167" y="111933"/>
                  </a:lnTo>
                  <a:lnTo>
                    <a:pt x="6607" y="117009"/>
                  </a:lnTo>
                  <a:lnTo>
                    <a:pt x="5210" y="122133"/>
                  </a:lnTo>
                  <a:lnTo>
                    <a:pt x="3976" y="127299"/>
                  </a:lnTo>
                  <a:lnTo>
                    <a:pt x="2907" y="132501"/>
                  </a:lnTo>
                  <a:lnTo>
                    <a:pt x="2003" y="137735"/>
                  </a:lnTo>
                  <a:lnTo>
                    <a:pt x="1267" y="142994"/>
                  </a:lnTo>
                  <a:lnTo>
                    <a:pt x="698" y="148275"/>
                  </a:lnTo>
                  <a:lnTo>
                    <a:pt x="296" y="153571"/>
                  </a:lnTo>
                  <a:lnTo>
                    <a:pt x="64" y="158877"/>
                  </a:lnTo>
                  <a:lnTo>
                    <a:pt x="0" y="164187"/>
                  </a:lnTo>
                  <a:lnTo>
                    <a:pt x="104" y="169497"/>
                  </a:lnTo>
                  <a:lnTo>
                    <a:pt x="377" y="174801"/>
                  </a:lnTo>
                  <a:lnTo>
                    <a:pt x="819" y="180094"/>
                  </a:lnTo>
                  <a:lnTo>
                    <a:pt x="1429" y="185370"/>
                  </a:lnTo>
                  <a:lnTo>
                    <a:pt x="2205" y="190623"/>
                  </a:lnTo>
                  <a:lnTo>
                    <a:pt x="3149" y="195850"/>
                  </a:lnTo>
                  <a:lnTo>
                    <a:pt x="4257" y="201044"/>
                  </a:lnTo>
                  <a:lnTo>
                    <a:pt x="5531" y="206200"/>
                  </a:lnTo>
                  <a:lnTo>
                    <a:pt x="6967" y="211313"/>
                  </a:lnTo>
                  <a:lnTo>
                    <a:pt x="8565" y="216378"/>
                  </a:lnTo>
                  <a:lnTo>
                    <a:pt x="10324" y="221389"/>
                  </a:lnTo>
                  <a:lnTo>
                    <a:pt x="12240" y="226343"/>
                  </a:lnTo>
                  <a:lnTo>
                    <a:pt x="14313" y="231232"/>
                  </a:lnTo>
                  <a:lnTo>
                    <a:pt x="16540" y="236054"/>
                  </a:lnTo>
                  <a:lnTo>
                    <a:pt x="18919" y="240802"/>
                  </a:lnTo>
                  <a:lnTo>
                    <a:pt x="21448" y="245472"/>
                  </a:lnTo>
                  <a:lnTo>
                    <a:pt x="24124" y="250060"/>
                  </a:lnTo>
                  <a:lnTo>
                    <a:pt x="26945" y="254560"/>
                  </a:lnTo>
                  <a:lnTo>
                    <a:pt x="29906" y="258968"/>
                  </a:lnTo>
                  <a:lnTo>
                    <a:pt x="33007" y="263281"/>
                  </a:lnTo>
                  <a:lnTo>
                    <a:pt x="36243" y="267492"/>
                  </a:lnTo>
                  <a:lnTo>
                    <a:pt x="39611" y="271598"/>
                  </a:lnTo>
                  <a:lnTo>
                    <a:pt x="43107" y="275596"/>
                  </a:lnTo>
                  <a:lnTo>
                    <a:pt x="46729" y="279480"/>
                  </a:lnTo>
                  <a:lnTo>
                    <a:pt x="50473" y="283248"/>
                  </a:lnTo>
                  <a:lnTo>
                    <a:pt x="54334" y="286894"/>
                  </a:lnTo>
                  <a:lnTo>
                    <a:pt x="58309" y="290416"/>
                  </a:lnTo>
                  <a:lnTo>
                    <a:pt x="62394" y="293810"/>
                  </a:lnTo>
                  <a:lnTo>
                    <a:pt x="66585" y="297073"/>
                  </a:lnTo>
                  <a:lnTo>
                    <a:pt x="70878" y="300200"/>
                  </a:lnTo>
                  <a:lnTo>
                    <a:pt x="75267" y="303190"/>
                  </a:lnTo>
                  <a:lnTo>
                    <a:pt x="79749" y="306039"/>
                  </a:lnTo>
                  <a:lnTo>
                    <a:pt x="84320" y="308744"/>
                  </a:lnTo>
                  <a:lnTo>
                    <a:pt x="88974" y="311302"/>
                  </a:lnTo>
                  <a:lnTo>
                    <a:pt x="93707" y="313712"/>
                  </a:lnTo>
                  <a:lnTo>
                    <a:pt x="98514" y="315969"/>
                  </a:lnTo>
                  <a:lnTo>
                    <a:pt x="103391" y="318073"/>
                  </a:lnTo>
                  <a:lnTo>
                    <a:pt x="108332" y="320021"/>
                  </a:lnTo>
                  <a:lnTo>
                    <a:pt x="113332" y="321811"/>
                  </a:lnTo>
                  <a:lnTo>
                    <a:pt x="118386" y="323441"/>
                  </a:lnTo>
                  <a:lnTo>
                    <a:pt x="123490" y="324910"/>
                  </a:lnTo>
                  <a:lnTo>
                    <a:pt x="128638" y="326216"/>
                  </a:lnTo>
                  <a:lnTo>
                    <a:pt x="133825" y="327358"/>
                  </a:lnTo>
                  <a:lnTo>
                    <a:pt x="139045" y="328334"/>
                  </a:lnTo>
                  <a:lnTo>
                    <a:pt x="144294" y="329145"/>
                  </a:lnTo>
                  <a:lnTo>
                    <a:pt x="149566" y="329788"/>
                  </a:lnTo>
                  <a:lnTo>
                    <a:pt x="154856" y="330263"/>
                  </a:lnTo>
                  <a:lnTo>
                    <a:pt x="160158" y="330570"/>
                  </a:lnTo>
                  <a:lnTo>
                    <a:pt x="165467" y="330708"/>
                  </a:lnTo>
                  <a:lnTo>
                    <a:pt x="170778" y="330678"/>
                  </a:lnTo>
                  <a:lnTo>
                    <a:pt x="176085" y="330478"/>
                  </a:lnTo>
                  <a:lnTo>
                    <a:pt x="181384" y="330111"/>
                  </a:lnTo>
                  <a:lnTo>
                    <a:pt x="186668" y="329575"/>
                  </a:lnTo>
                  <a:lnTo>
                    <a:pt x="191932" y="328872"/>
                  </a:lnTo>
                  <a:lnTo>
                    <a:pt x="197171" y="328002"/>
                  </a:lnTo>
                  <a:lnTo>
                    <a:pt x="202380" y="326965"/>
                  </a:lnTo>
                  <a:lnTo>
                    <a:pt x="207553" y="325764"/>
                  </a:lnTo>
                  <a:lnTo>
                    <a:pt x="212686" y="324400"/>
                  </a:lnTo>
                  <a:lnTo>
                    <a:pt x="217773" y="322872"/>
                  </a:lnTo>
                  <a:lnTo>
                    <a:pt x="222808" y="321184"/>
                  </a:lnTo>
                  <a:lnTo>
                    <a:pt x="227788" y="319337"/>
                  </a:lnTo>
                  <a:lnTo>
                    <a:pt x="232706" y="317333"/>
                  </a:lnTo>
                  <a:lnTo>
                    <a:pt x="237558" y="315173"/>
                  </a:lnTo>
                  <a:lnTo>
                    <a:pt x="242339" y="312861"/>
                  </a:lnTo>
                  <a:lnTo>
                    <a:pt x="247044" y="310397"/>
                  </a:lnTo>
                  <a:lnTo>
                    <a:pt x="251669" y="307786"/>
                  </a:lnTo>
                  <a:lnTo>
                    <a:pt x="256208" y="305029"/>
                  </a:lnTo>
                  <a:lnTo>
                    <a:pt x="260657" y="302129"/>
                  </a:lnTo>
                  <a:lnTo>
                    <a:pt x="265012" y="299089"/>
                  </a:lnTo>
                  <a:lnTo>
                    <a:pt x="269269" y="295912"/>
                  </a:lnTo>
                  <a:lnTo>
                    <a:pt x="273422" y="292602"/>
                  </a:lnTo>
                  <a:lnTo>
                    <a:pt x="277468" y="289161"/>
                  </a:lnTo>
                  <a:lnTo>
                    <a:pt x="281402" y="285594"/>
                  </a:lnTo>
                  <a:lnTo>
                    <a:pt x="285221" y="281904"/>
                  </a:lnTo>
                  <a:lnTo>
                    <a:pt x="288922" y="278094"/>
                  </a:lnTo>
                  <a:lnTo>
                    <a:pt x="292499" y="274168"/>
                  </a:lnTo>
                  <a:lnTo>
                    <a:pt x="295950" y="270131"/>
                  </a:lnTo>
                  <a:lnTo>
                    <a:pt x="299270" y="265986"/>
                  </a:lnTo>
                  <a:lnTo>
                    <a:pt x="302458" y="261738"/>
                  </a:lnTo>
                  <a:lnTo>
                    <a:pt x="305509" y="257391"/>
                  </a:lnTo>
                  <a:lnTo>
                    <a:pt x="308420" y="252949"/>
                  </a:lnTo>
                  <a:lnTo>
                    <a:pt x="311188" y="248416"/>
                  </a:lnTo>
                  <a:lnTo>
                    <a:pt x="313812" y="243798"/>
                  </a:lnTo>
                  <a:lnTo>
                    <a:pt x="316287" y="239099"/>
                  </a:lnTo>
                  <a:lnTo>
                    <a:pt x="318612" y="234324"/>
                  </a:lnTo>
                  <a:lnTo>
                    <a:pt x="320783" y="229478"/>
                  </a:lnTo>
                  <a:lnTo>
                    <a:pt x="322800" y="224565"/>
                  </a:lnTo>
                  <a:lnTo>
                    <a:pt x="324660" y="219590"/>
                  </a:lnTo>
                  <a:lnTo>
                    <a:pt x="326361" y="214558"/>
                  </a:lnTo>
                  <a:lnTo>
                    <a:pt x="327901" y="209476"/>
                  </a:lnTo>
                  <a:lnTo>
                    <a:pt x="329278" y="204346"/>
                  </a:lnTo>
                  <a:lnTo>
                    <a:pt x="330493" y="199176"/>
                  </a:lnTo>
                  <a:lnTo>
                    <a:pt x="331542" y="193970"/>
                  </a:lnTo>
                  <a:lnTo>
                    <a:pt x="332425" y="188733"/>
                  </a:lnTo>
                  <a:lnTo>
                    <a:pt x="333142" y="183470"/>
                  </a:lnTo>
                  <a:lnTo>
                    <a:pt x="333691" y="178188"/>
                  </a:lnTo>
                  <a:lnTo>
                    <a:pt x="334072" y="172891"/>
                  </a:lnTo>
                  <a:lnTo>
                    <a:pt x="334284" y="167584"/>
                  </a:lnTo>
                  <a:lnTo>
                    <a:pt x="334328" y="162273"/>
                  </a:lnTo>
                  <a:lnTo>
                    <a:pt x="334203" y="156964"/>
                  </a:lnTo>
                  <a:lnTo>
                    <a:pt x="333910" y="151661"/>
                  </a:lnTo>
                  <a:lnTo>
                    <a:pt x="333448" y="146370"/>
                  </a:lnTo>
                  <a:lnTo>
                    <a:pt x="332818" y="141096"/>
                  </a:lnTo>
                  <a:lnTo>
                    <a:pt x="332022" y="135845"/>
                  </a:lnTo>
                  <a:lnTo>
                    <a:pt x="331058" y="130622"/>
                  </a:lnTo>
                  <a:lnTo>
                    <a:pt x="329930" y="125433"/>
                  </a:lnTo>
                  <a:lnTo>
                    <a:pt x="328637" y="120282"/>
                  </a:lnTo>
                  <a:lnTo>
                    <a:pt x="327181" y="115174"/>
                  </a:lnTo>
                  <a:lnTo>
                    <a:pt x="325563" y="110115"/>
                  </a:lnTo>
                  <a:lnTo>
                    <a:pt x="323786" y="105111"/>
                  </a:lnTo>
                  <a:lnTo>
                    <a:pt x="321851" y="100165"/>
                  </a:lnTo>
                  <a:lnTo>
                    <a:pt x="319759" y="95283"/>
                  </a:lnTo>
                  <a:lnTo>
                    <a:pt x="317513" y="90470"/>
                  </a:lnTo>
                  <a:lnTo>
                    <a:pt x="315116" y="85731"/>
                  </a:lnTo>
                  <a:lnTo>
                    <a:pt x="312569" y="81070"/>
                  </a:lnTo>
                  <a:lnTo>
                    <a:pt x="309876" y="76493"/>
                  </a:lnTo>
                  <a:lnTo>
                    <a:pt x="307038" y="72004"/>
                  </a:lnTo>
                  <a:lnTo>
                    <a:pt x="304060" y="67607"/>
                  </a:lnTo>
                  <a:lnTo>
                    <a:pt x="300943" y="63306"/>
                  </a:lnTo>
                  <a:lnTo>
                    <a:pt x="297691" y="59107"/>
                  </a:lnTo>
                  <a:lnTo>
                    <a:pt x="294307" y="55014"/>
                  </a:lnTo>
                  <a:lnTo>
                    <a:pt x="290795" y="51030"/>
                  </a:lnTo>
                  <a:lnTo>
                    <a:pt x="287159" y="47159"/>
                  </a:lnTo>
                  <a:lnTo>
                    <a:pt x="283401" y="43406"/>
                  </a:lnTo>
                  <a:lnTo>
                    <a:pt x="279526" y="39774"/>
                  </a:lnTo>
                  <a:lnTo>
                    <a:pt x="167166" y="1635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9011" y="2633064"/>
              <a:ext cx="112359" cy="167167"/>
            </a:xfrm>
            <a:custGeom>
              <a:avLst/>
              <a:pathLst>
                <a:path w="112359" h="167167">
                  <a:moveTo>
                    <a:pt x="112359" y="43392"/>
                  </a:moveTo>
                  <a:lnTo>
                    <a:pt x="108150" y="39698"/>
                  </a:lnTo>
                  <a:lnTo>
                    <a:pt x="103820" y="36147"/>
                  </a:lnTo>
                  <a:lnTo>
                    <a:pt x="99372" y="32742"/>
                  </a:lnTo>
                  <a:lnTo>
                    <a:pt x="94814" y="29489"/>
                  </a:lnTo>
                  <a:lnTo>
                    <a:pt x="90148" y="26390"/>
                  </a:lnTo>
                  <a:lnTo>
                    <a:pt x="85382" y="23449"/>
                  </a:lnTo>
                  <a:lnTo>
                    <a:pt x="80520" y="20670"/>
                  </a:lnTo>
                  <a:lnTo>
                    <a:pt x="75567" y="18055"/>
                  </a:lnTo>
                  <a:lnTo>
                    <a:pt x="70530" y="15607"/>
                  </a:lnTo>
                  <a:lnTo>
                    <a:pt x="65413" y="13329"/>
                  </a:lnTo>
                  <a:lnTo>
                    <a:pt x="60223" y="11225"/>
                  </a:lnTo>
                  <a:lnTo>
                    <a:pt x="54966" y="9295"/>
                  </a:lnTo>
                  <a:lnTo>
                    <a:pt x="49647" y="7542"/>
                  </a:lnTo>
                  <a:lnTo>
                    <a:pt x="44272" y="5969"/>
                  </a:lnTo>
                  <a:lnTo>
                    <a:pt x="38847" y="4576"/>
                  </a:lnTo>
                  <a:lnTo>
                    <a:pt x="33379" y="3366"/>
                  </a:lnTo>
                  <a:lnTo>
                    <a:pt x="27873" y="2340"/>
                  </a:lnTo>
                  <a:lnTo>
                    <a:pt x="22336" y="1498"/>
                  </a:lnTo>
                  <a:lnTo>
                    <a:pt x="16774" y="843"/>
                  </a:lnTo>
                  <a:lnTo>
                    <a:pt x="11193" y="375"/>
                  </a:lnTo>
                  <a:lnTo>
                    <a:pt x="5599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0723" y="2126963"/>
              <a:ext cx="7748" cy="167167"/>
            </a:xfrm>
            <a:custGeom>
              <a:avLst/>
              <a:pathLst>
                <a:path w="7748" h="167167">
                  <a:moveTo>
                    <a:pt x="7748" y="0"/>
                  </a:moveTo>
                  <a:lnTo>
                    <a:pt x="0" y="179"/>
                  </a:lnTo>
                  <a:lnTo>
                    <a:pt x="774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561307" y="2127143"/>
              <a:ext cx="331881" cy="334151"/>
            </a:xfrm>
            <a:custGeom>
              <a:avLst/>
              <a:pathLst>
                <a:path w="331881" h="334151">
                  <a:moveTo>
                    <a:pt x="159416" y="0"/>
                  </a:moveTo>
                  <a:lnTo>
                    <a:pt x="154135" y="328"/>
                  </a:lnTo>
                  <a:lnTo>
                    <a:pt x="148868" y="824"/>
                  </a:lnTo>
                  <a:lnTo>
                    <a:pt x="143618" y="1486"/>
                  </a:lnTo>
                  <a:lnTo>
                    <a:pt x="138393" y="2314"/>
                  </a:lnTo>
                  <a:lnTo>
                    <a:pt x="133196" y="3308"/>
                  </a:lnTo>
                  <a:lnTo>
                    <a:pt x="128033" y="4465"/>
                  </a:lnTo>
                  <a:lnTo>
                    <a:pt x="122909" y="5784"/>
                  </a:lnTo>
                  <a:lnTo>
                    <a:pt x="117830" y="7266"/>
                  </a:lnTo>
                  <a:lnTo>
                    <a:pt x="112800" y="8907"/>
                  </a:lnTo>
                  <a:lnTo>
                    <a:pt x="107824" y="10706"/>
                  </a:lnTo>
                  <a:lnTo>
                    <a:pt x="102908" y="12663"/>
                  </a:lnTo>
                  <a:lnTo>
                    <a:pt x="98057" y="14773"/>
                  </a:lnTo>
                  <a:lnTo>
                    <a:pt x="93274" y="17037"/>
                  </a:lnTo>
                  <a:lnTo>
                    <a:pt x="88566" y="19450"/>
                  </a:lnTo>
                  <a:lnTo>
                    <a:pt x="83936" y="22011"/>
                  </a:lnTo>
                  <a:lnTo>
                    <a:pt x="79390" y="24718"/>
                  </a:lnTo>
                  <a:lnTo>
                    <a:pt x="74932" y="27567"/>
                  </a:lnTo>
                  <a:lnTo>
                    <a:pt x="70566" y="30556"/>
                  </a:lnTo>
                  <a:lnTo>
                    <a:pt x="66297" y="33681"/>
                  </a:lnTo>
                  <a:lnTo>
                    <a:pt x="62128" y="36940"/>
                  </a:lnTo>
                  <a:lnTo>
                    <a:pt x="58065" y="40329"/>
                  </a:lnTo>
                  <a:lnTo>
                    <a:pt x="54112" y="43845"/>
                  </a:lnTo>
                  <a:lnTo>
                    <a:pt x="50271" y="47484"/>
                  </a:lnTo>
                  <a:lnTo>
                    <a:pt x="46548" y="51244"/>
                  </a:lnTo>
                  <a:lnTo>
                    <a:pt x="42946" y="55119"/>
                  </a:lnTo>
                  <a:lnTo>
                    <a:pt x="39468" y="59106"/>
                  </a:lnTo>
                  <a:lnTo>
                    <a:pt x="36118" y="63201"/>
                  </a:lnTo>
                  <a:lnTo>
                    <a:pt x="32899" y="67400"/>
                  </a:lnTo>
                  <a:lnTo>
                    <a:pt x="29814" y="71699"/>
                  </a:lnTo>
                  <a:lnTo>
                    <a:pt x="26868" y="76093"/>
                  </a:lnTo>
                  <a:lnTo>
                    <a:pt x="24061" y="80579"/>
                  </a:lnTo>
                  <a:lnTo>
                    <a:pt x="21399" y="85151"/>
                  </a:lnTo>
                  <a:lnTo>
                    <a:pt x="18882" y="89805"/>
                  </a:lnTo>
                  <a:lnTo>
                    <a:pt x="16514" y="94536"/>
                  </a:lnTo>
                  <a:lnTo>
                    <a:pt x="14296" y="99340"/>
                  </a:lnTo>
                  <a:lnTo>
                    <a:pt x="12232" y="104212"/>
                  </a:lnTo>
                  <a:lnTo>
                    <a:pt x="10323" y="109146"/>
                  </a:lnTo>
                  <a:lnTo>
                    <a:pt x="8571" y="114139"/>
                  </a:lnTo>
                  <a:lnTo>
                    <a:pt x="6978" y="119184"/>
                  </a:lnTo>
                  <a:lnTo>
                    <a:pt x="5545" y="124277"/>
                  </a:lnTo>
                  <a:lnTo>
                    <a:pt x="4275" y="129413"/>
                  </a:lnTo>
                  <a:lnTo>
                    <a:pt x="3167" y="134587"/>
                  </a:lnTo>
                  <a:lnTo>
                    <a:pt x="2224" y="139793"/>
                  </a:lnTo>
                  <a:lnTo>
                    <a:pt x="1446" y="145027"/>
                  </a:lnTo>
                  <a:lnTo>
                    <a:pt x="834" y="150282"/>
                  </a:lnTo>
                  <a:lnTo>
                    <a:pt x="389" y="155554"/>
                  </a:lnTo>
                  <a:lnTo>
                    <a:pt x="110" y="160838"/>
                  </a:lnTo>
                  <a:lnTo>
                    <a:pt x="0" y="166127"/>
                  </a:lnTo>
                  <a:lnTo>
                    <a:pt x="56" y="171418"/>
                  </a:lnTo>
                  <a:lnTo>
                    <a:pt x="280" y="176704"/>
                  </a:lnTo>
                  <a:lnTo>
                    <a:pt x="671" y="181981"/>
                  </a:lnTo>
                  <a:lnTo>
                    <a:pt x="1229" y="187242"/>
                  </a:lnTo>
                  <a:lnTo>
                    <a:pt x="1953" y="192483"/>
                  </a:lnTo>
                  <a:lnTo>
                    <a:pt x="2843" y="197699"/>
                  </a:lnTo>
                  <a:lnTo>
                    <a:pt x="3897" y="202884"/>
                  </a:lnTo>
                  <a:lnTo>
                    <a:pt x="5115" y="208033"/>
                  </a:lnTo>
                  <a:lnTo>
                    <a:pt x="6495" y="213140"/>
                  </a:lnTo>
                  <a:lnTo>
                    <a:pt x="8036" y="218202"/>
                  </a:lnTo>
                  <a:lnTo>
                    <a:pt x="9736" y="223212"/>
                  </a:lnTo>
                  <a:lnTo>
                    <a:pt x="11594" y="228166"/>
                  </a:lnTo>
                  <a:lnTo>
                    <a:pt x="13608" y="233059"/>
                  </a:lnTo>
                  <a:lnTo>
                    <a:pt x="15776" y="237885"/>
                  </a:lnTo>
                  <a:lnTo>
                    <a:pt x="18096" y="242640"/>
                  </a:lnTo>
                  <a:lnTo>
                    <a:pt x="20565" y="247320"/>
                  </a:lnTo>
                  <a:lnTo>
                    <a:pt x="23180" y="251919"/>
                  </a:lnTo>
                  <a:lnTo>
                    <a:pt x="25940" y="256433"/>
                  </a:lnTo>
                  <a:lnTo>
                    <a:pt x="28842" y="260858"/>
                  </a:lnTo>
                  <a:lnTo>
                    <a:pt x="31881" y="265188"/>
                  </a:lnTo>
                  <a:lnTo>
                    <a:pt x="35057" y="269420"/>
                  </a:lnTo>
                  <a:lnTo>
                    <a:pt x="38365" y="273550"/>
                  </a:lnTo>
                  <a:lnTo>
                    <a:pt x="41802" y="277572"/>
                  </a:lnTo>
                  <a:lnTo>
                    <a:pt x="45364" y="281484"/>
                  </a:lnTo>
                  <a:lnTo>
                    <a:pt x="49048" y="285281"/>
                  </a:lnTo>
                  <a:lnTo>
                    <a:pt x="52851" y="288960"/>
                  </a:lnTo>
                  <a:lnTo>
                    <a:pt x="56768" y="292517"/>
                  </a:lnTo>
                  <a:lnTo>
                    <a:pt x="60796" y="295947"/>
                  </a:lnTo>
                  <a:lnTo>
                    <a:pt x="64931" y="299249"/>
                  </a:lnTo>
                  <a:lnTo>
                    <a:pt x="69167" y="302418"/>
                  </a:lnTo>
                  <a:lnTo>
                    <a:pt x="73502" y="305451"/>
                  </a:lnTo>
                  <a:lnTo>
                    <a:pt x="77931" y="308346"/>
                  </a:lnTo>
                  <a:lnTo>
                    <a:pt x="82449" y="311099"/>
                  </a:lnTo>
                  <a:lnTo>
                    <a:pt x="87053" y="313708"/>
                  </a:lnTo>
                  <a:lnTo>
                    <a:pt x="91736" y="316170"/>
                  </a:lnTo>
                  <a:lnTo>
                    <a:pt x="96495" y="318482"/>
                  </a:lnTo>
                  <a:lnTo>
                    <a:pt x="101324" y="320643"/>
                  </a:lnTo>
                  <a:lnTo>
                    <a:pt x="106220" y="322649"/>
                  </a:lnTo>
                  <a:lnTo>
                    <a:pt x="111177" y="324500"/>
                  </a:lnTo>
                  <a:lnTo>
                    <a:pt x="116189" y="326193"/>
                  </a:lnTo>
                  <a:lnTo>
                    <a:pt x="121253" y="327726"/>
                  </a:lnTo>
                  <a:lnTo>
                    <a:pt x="126363" y="329099"/>
                  </a:lnTo>
                  <a:lnTo>
                    <a:pt x="131514" y="330309"/>
                  </a:lnTo>
                  <a:lnTo>
                    <a:pt x="136700" y="331355"/>
                  </a:lnTo>
                  <a:lnTo>
                    <a:pt x="141917" y="332237"/>
                  </a:lnTo>
                  <a:lnTo>
                    <a:pt x="147159" y="332953"/>
                  </a:lnTo>
                  <a:lnTo>
                    <a:pt x="152422" y="333503"/>
                  </a:lnTo>
                  <a:lnTo>
                    <a:pt x="157699" y="333886"/>
                  </a:lnTo>
                  <a:lnTo>
                    <a:pt x="162985" y="334102"/>
                  </a:lnTo>
                  <a:lnTo>
                    <a:pt x="168276" y="334151"/>
                  </a:lnTo>
                  <a:lnTo>
                    <a:pt x="173565" y="334032"/>
                  </a:lnTo>
                  <a:lnTo>
                    <a:pt x="178849" y="333746"/>
                  </a:lnTo>
                  <a:lnTo>
                    <a:pt x="184120" y="333293"/>
                  </a:lnTo>
                  <a:lnTo>
                    <a:pt x="189375" y="332673"/>
                  </a:lnTo>
                  <a:lnTo>
                    <a:pt x="194607" y="331887"/>
                  </a:lnTo>
                  <a:lnTo>
                    <a:pt x="199812" y="330936"/>
                  </a:lnTo>
                  <a:lnTo>
                    <a:pt x="204984" y="329821"/>
                  </a:lnTo>
                  <a:lnTo>
                    <a:pt x="210118" y="328542"/>
                  </a:lnTo>
                  <a:lnTo>
                    <a:pt x="215209" y="327102"/>
                  </a:lnTo>
                  <a:lnTo>
                    <a:pt x="220252" y="325501"/>
                  </a:lnTo>
                  <a:lnTo>
                    <a:pt x="225242" y="323742"/>
                  </a:lnTo>
                  <a:lnTo>
                    <a:pt x="230173" y="321825"/>
                  </a:lnTo>
                  <a:lnTo>
                    <a:pt x="235042" y="319754"/>
                  </a:lnTo>
                  <a:lnTo>
                    <a:pt x="239842" y="317529"/>
                  </a:lnTo>
                  <a:lnTo>
                    <a:pt x="244570" y="315154"/>
                  </a:lnTo>
                  <a:lnTo>
                    <a:pt x="249220" y="312630"/>
                  </a:lnTo>
                  <a:lnTo>
                    <a:pt x="253788" y="309960"/>
                  </a:lnTo>
                  <a:lnTo>
                    <a:pt x="258269" y="307147"/>
                  </a:lnTo>
                  <a:lnTo>
                    <a:pt x="262659" y="304194"/>
                  </a:lnTo>
                  <a:lnTo>
                    <a:pt x="266954" y="301103"/>
                  </a:lnTo>
                  <a:lnTo>
                    <a:pt x="271148" y="297878"/>
                  </a:lnTo>
                  <a:lnTo>
                    <a:pt x="275238" y="294522"/>
                  </a:lnTo>
                  <a:lnTo>
                    <a:pt x="279220" y="291038"/>
                  </a:lnTo>
                  <a:lnTo>
                    <a:pt x="283090" y="287430"/>
                  </a:lnTo>
                  <a:lnTo>
                    <a:pt x="286843" y="283701"/>
                  </a:lnTo>
                  <a:lnTo>
                    <a:pt x="290477" y="279855"/>
                  </a:lnTo>
                  <a:lnTo>
                    <a:pt x="293987" y="275896"/>
                  </a:lnTo>
                  <a:lnTo>
                    <a:pt x="297370" y="271828"/>
                  </a:lnTo>
                  <a:lnTo>
                    <a:pt x="300623" y="267655"/>
                  </a:lnTo>
                  <a:lnTo>
                    <a:pt x="303741" y="263381"/>
                  </a:lnTo>
                  <a:lnTo>
                    <a:pt x="306724" y="259011"/>
                  </a:lnTo>
                  <a:lnTo>
                    <a:pt x="309566" y="254548"/>
                  </a:lnTo>
                  <a:lnTo>
                    <a:pt x="312266" y="249998"/>
                  </a:lnTo>
                  <a:lnTo>
                    <a:pt x="314820" y="245364"/>
                  </a:lnTo>
                  <a:lnTo>
                    <a:pt x="317226" y="240652"/>
                  </a:lnTo>
                  <a:lnTo>
                    <a:pt x="319482" y="235866"/>
                  </a:lnTo>
                  <a:lnTo>
                    <a:pt x="321586" y="231011"/>
                  </a:lnTo>
                  <a:lnTo>
                    <a:pt x="323535" y="226093"/>
                  </a:lnTo>
                  <a:lnTo>
                    <a:pt x="325327" y="221114"/>
                  </a:lnTo>
                  <a:lnTo>
                    <a:pt x="326960" y="216082"/>
                  </a:lnTo>
                  <a:lnTo>
                    <a:pt x="328434" y="211000"/>
                  </a:lnTo>
                  <a:lnTo>
                    <a:pt x="329746" y="205875"/>
                  </a:lnTo>
                  <a:lnTo>
                    <a:pt x="330895" y="200710"/>
                  </a:lnTo>
                  <a:lnTo>
                    <a:pt x="331881" y="195512"/>
                  </a:lnTo>
                  <a:lnTo>
                    <a:pt x="167165" y="1669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8472" y="2126963"/>
              <a:ext cx="167158" cy="195692"/>
            </a:xfrm>
            <a:custGeom>
              <a:avLst/>
              <a:pathLst>
                <a:path w="167158" h="195692">
                  <a:moveTo>
                    <a:pt x="164715" y="195692"/>
                  </a:moveTo>
                  <a:lnTo>
                    <a:pt x="165550" y="190363"/>
                  </a:lnTo>
                  <a:lnTo>
                    <a:pt x="166212" y="185011"/>
                  </a:lnTo>
                  <a:lnTo>
                    <a:pt x="166701" y="179640"/>
                  </a:lnTo>
                  <a:lnTo>
                    <a:pt x="167017" y="174256"/>
                  </a:lnTo>
                  <a:lnTo>
                    <a:pt x="167158" y="168864"/>
                  </a:lnTo>
                  <a:lnTo>
                    <a:pt x="167126" y="163471"/>
                  </a:lnTo>
                  <a:lnTo>
                    <a:pt x="166920" y="158082"/>
                  </a:lnTo>
                  <a:lnTo>
                    <a:pt x="166540" y="152702"/>
                  </a:lnTo>
                  <a:lnTo>
                    <a:pt x="165987" y="147337"/>
                  </a:lnTo>
                  <a:lnTo>
                    <a:pt x="165261" y="141993"/>
                  </a:lnTo>
                  <a:lnTo>
                    <a:pt x="164362" y="136675"/>
                  </a:lnTo>
                  <a:lnTo>
                    <a:pt x="163293" y="131388"/>
                  </a:lnTo>
                  <a:lnTo>
                    <a:pt x="162054" y="126139"/>
                  </a:lnTo>
                  <a:lnTo>
                    <a:pt x="160646" y="120933"/>
                  </a:lnTo>
                  <a:lnTo>
                    <a:pt x="159071" y="115775"/>
                  </a:lnTo>
                  <a:lnTo>
                    <a:pt x="157331" y="110670"/>
                  </a:lnTo>
                  <a:lnTo>
                    <a:pt x="155426" y="105624"/>
                  </a:lnTo>
                  <a:lnTo>
                    <a:pt x="153360" y="100642"/>
                  </a:lnTo>
                  <a:lnTo>
                    <a:pt x="151134" y="95730"/>
                  </a:lnTo>
                  <a:lnTo>
                    <a:pt x="148751" y="90892"/>
                  </a:lnTo>
                  <a:lnTo>
                    <a:pt x="146213" y="86133"/>
                  </a:lnTo>
                  <a:lnTo>
                    <a:pt x="143523" y="81458"/>
                  </a:lnTo>
                  <a:lnTo>
                    <a:pt x="140683" y="76873"/>
                  </a:lnTo>
                  <a:lnTo>
                    <a:pt x="137697" y="72382"/>
                  </a:lnTo>
                  <a:lnTo>
                    <a:pt x="134568" y="67989"/>
                  </a:lnTo>
                  <a:lnTo>
                    <a:pt x="131299" y="63700"/>
                  </a:lnTo>
                  <a:lnTo>
                    <a:pt x="127893" y="59518"/>
                  </a:lnTo>
                  <a:lnTo>
                    <a:pt x="124354" y="55448"/>
                  </a:lnTo>
                  <a:lnTo>
                    <a:pt x="120685" y="51495"/>
                  </a:lnTo>
                  <a:lnTo>
                    <a:pt x="116891" y="47662"/>
                  </a:lnTo>
                  <a:lnTo>
                    <a:pt x="112975" y="43954"/>
                  </a:lnTo>
                  <a:lnTo>
                    <a:pt x="108941" y="40373"/>
                  </a:lnTo>
                  <a:lnTo>
                    <a:pt x="104794" y="36925"/>
                  </a:lnTo>
                  <a:lnTo>
                    <a:pt x="100538" y="33612"/>
                  </a:lnTo>
                  <a:lnTo>
                    <a:pt x="96178" y="30438"/>
                  </a:lnTo>
                  <a:lnTo>
                    <a:pt x="91717" y="27407"/>
                  </a:lnTo>
                  <a:lnTo>
                    <a:pt x="87161" y="24521"/>
                  </a:lnTo>
                  <a:lnTo>
                    <a:pt x="82514" y="21784"/>
                  </a:lnTo>
                  <a:lnTo>
                    <a:pt x="77781" y="19197"/>
                  </a:lnTo>
                  <a:lnTo>
                    <a:pt x="72967" y="16765"/>
                  </a:lnTo>
                  <a:lnTo>
                    <a:pt x="68078" y="14490"/>
                  </a:lnTo>
                  <a:lnTo>
                    <a:pt x="63117" y="12373"/>
                  </a:lnTo>
                  <a:lnTo>
                    <a:pt x="58091" y="10418"/>
                  </a:lnTo>
                  <a:lnTo>
                    <a:pt x="53004" y="8625"/>
                  </a:lnTo>
                  <a:lnTo>
                    <a:pt x="47862" y="6998"/>
                  </a:lnTo>
                  <a:lnTo>
                    <a:pt x="42670" y="5537"/>
                  </a:lnTo>
                  <a:lnTo>
                    <a:pt x="37434" y="4245"/>
                  </a:lnTo>
                  <a:lnTo>
                    <a:pt x="32159" y="3122"/>
                  </a:lnTo>
                  <a:lnTo>
                    <a:pt x="26850" y="2170"/>
                  </a:lnTo>
                  <a:lnTo>
                    <a:pt x="21514" y="1390"/>
                  </a:lnTo>
                  <a:lnTo>
                    <a:pt x="16155" y="782"/>
                  </a:lnTo>
                  <a:lnTo>
                    <a:pt x="10779" y="347"/>
                  </a:lnTo>
                  <a:lnTo>
                    <a:pt x="539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207" y="1681503"/>
              <a:ext cx="13027" cy="167167"/>
            </a:xfrm>
            <a:custGeom>
              <a:avLst/>
              <a:pathLst>
                <a:path w="13027" h="167167">
                  <a:moveTo>
                    <a:pt x="13027" y="0"/>
                  </a:moveTo>
                  <a:lnTo>
                    <a:pt x="0" y="508"/>
                  </a:lnTo>
                  <a:lnTo>
                    <a:pt x="1302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10207" y="1682011"/>
              <a:ext cx="13027" cy="166659"/>
            </a:xfrm>
            <a:custGeom>
              <a:avLst/>
              <a:pathLst>
                <a:path w="13027" h="166659">
                  <a:moveTo>
                    <a:pt x="0" y="0"/>
                  </a:moveTo>
                  <a:lnTo>
                    <a:pt x="13027" y="1666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256068" y="1682011"/>
              <a:ext cx="334329" cy="333817"/>
            </a:xfrm>
            <a:custGeom>
              <a:avLst/>
              <a:pathLst>
                <a:path w="334329" h="333817">
                  <a:moveTo>
                    <a:pt x="154139" y="0"/>
                  </a:moveTo>
                  <a:lnTo>
                    <a:pt x="148865" y="496"/>
                  </a:lnTo>
                  <a:lnTo>
                    <a:pt x="143609" y="1159"/>
                  </a:lnTo>
                  <a:lnTo>
                    <a:pt x="138377" y="1989"/>
                  </a:lnTo>
                  <a:lnTo>
                    <a:pt x="133174" y="2984"/>
                  </a:lnTo>
                  <a:lnTo>
                    <a:pt x="128005" y="4143"/>
                  </a:lnTo>
                  <a:lnTo>
                    <a:pt x="122875" y="5465"/>
                  </a:lnTo>
                  <a:lnTo>
                    <a:pt x="117790" y="6950"/>
                  </a:lnTo>
                  <a:lnTo>
                    <a:pt x="112754" y="8594"/>
                  </a:lnTo>
                  <a:lnTo>
                    <a:pt x="107773" y="10398"/>
                  </a:lnTo>
                  <a:lnTo>
                    <a:pt x="102852" y="12358"/>
                  </a:lnTo>
                  <a:lnTo>
                    <a:pt x="97995" y="14473"/>
                  </a:lnTo>
                  <a:lnTo>
                    <a:pt x="93208" y="16741"/>
                  </a:lnTo>
                  <a:lnTo>
                    <a:pt x="88495" y="19160"/>
                  </a:lnTo>
                  <a:lnTo>
                    <a:pt x="83861" y="21727"/>
                  </a:lnTo>
                  <a:lnTo>
                    <a:pt x="79310" y="24439"/>
                  </a:lnTo>
                  <a:lnTo>
                    <a:pt x="74848" y="27294"/>
                  </a:lnTo>
                  <a:lnTo>
                    <a:pt x="70479" y="30289"/>
                  </a:lnTo>
                  <a:lnTo>
                    <a:pt x="66207" y="33421"/>
                  </a:lnTo>
                  <a:lnTo>
                    <a:pt x="62036" y="36687"/>
                  </a:lnTo>
                  <a:lnTo>
                    <a:pt x="57970" y="40084"/>
                  </a:lnTo>
                  <a:lnTo>
                    <a:pt x="54015" y="43607"/>
                  </a:lnTo>
                  <a:lnTo>
                    <a:pt x="50172" y="47254"/>
                  </a:lnTo>
                  <a:lnTo>
                    <a:pt x="46448" y="51021"/>
                  </a:lnTo>
                  <a:lnTo>
                    <a:pt x="42844" y="54904"/>
                  </a:lnTo>
                  <a:lnTo>
                    <a:pt x="39366" y="58899"/>
                  </a:lnTo>
                  <a:lnTo>
                    <a:pt x="36016" y="63003"/>
                  </a:lnTo>
                  <a:lnTo>
                    <a:pt x="32797" y="67210"/>
                  </a:lnTo>
                  <a:lnTo>
                    <a:pt x="29714" y="71518"/>
                  </a:lnTo>
                  <a:lnTo>
                    <a:pt x="26768" y="75921"/>
                  </a:lnTo>
                  <a:lnTo>
                    <a:pt x="23963" y="80415"/>
                  </a:lnTo>
                  <a:lnTo>
                    <a:pt x="21303" y="84995"/>
                  </a:lnTo>
                  <a:lnTo>
                    <a:pt x="18788" y="89658"/>
                  </a:lnTo>
                  <a:lnTo>
                    <a:pt x="16423" y="94398"/>
                  </a:lnTo>
                  <a:lnTo>
                    <a:pt x="14209" y="99211"/>
                  </a:lnTo>
                  <a:lnTo>
                    <a:pt x="12149" y="104091"/>
                  </a:lnTo>
                  <a:lnTo>
                    <a:pt x="10244" y="109034"/>
                  </a:lnTo>
                  <a:lnTo>
                    <a:pt x="8497" y="114035"/>
                  </a:lnTo>
                  <a:lnTo>
                    <a:pt x="6910" y="119089"/>
                  </a:lnTo>
                  <a:lnTo>
                    <a:pt x="5483" y="124191"/>
                  </a:lnTo>
                  <a:lnTo>
                    <a:pt x="4218" y="129335"/>
                  </a:lnTo>
                  <a:lnTo>
                    <a:pt x="3118" y="134517"/>
                  </a:lnTo>
                  <a:lnTo>
                    <a:pt x="2182" y="139731"/>
                  </a:lnTo>
                  <a:lnTo>
                    <a:pt x="1411" y="144972"/>
                  </a:lnTo>
                  <a:lnTo>
                    <a:pt x="807" y="150235"/>
                  </a:lnTo>
                  <a:lnTo>
                    <a:pt x="370" y="155514"/>
                  </a:lnTo>
                  <a:lnTo>
                    <a:pt x="101" y="160805"/>
                  </a:lnTo>
                  <a:lnTo>
                    <a:pt x="0" y="166101"/>
                  </a:lnTo>
                  <a:lnTo>
                    <a:pt x="66" y="171398"/>
                  </a:lnTo>
                  <a:lnTo>
                    <a:pt x="300" y="176690"/>
                  </a:lnTo>
                  <a:lnTo>
                    <a:pt x="702" y="181973"/>
                  </a:lnTo>
                  <a:lnTo>
                    <a:pt x="1270" y="187239"/>
                  </a:lnTo>
                  <a:lnTo>
                    <a:pt x="2006" y="192485"/>
                  </a:lnTo>
                  <a:lnTo>
                    <a:pt x="2907" y="197706"/>
                  </a:lnTo>
                  <a:lnTo>
                    <a:pt x="3973" y="202895"/>
                  </a:lnTo>
                  <a:lnTo>
                    <a:pt x="5203" y="208047"/>
                  </a:lnTo>
                  <a:lnTo>
                    <a:pt x="6596" y="213158"/>
                  </a:lnTo>
                  <a:lnTo>
                    <a:pt x="8150" y="218223"/>
                  </a:lnTo>
                  <a:lnTo>
                    <a:pt x="9864" y="223235"/>
                  </a:lnTo>
                  <a:lnTo>
                    <a:pt x="11735" y="228191"/>
                  </a:lnTo>
                  <a:lnTo>
                    <a:pt x="13763" y="233085"/>
                  </a:lnTo>
                  <a:lnTo>
                    <a:pt x="15945" y="237912"/>
                  </a:lnTo>
                  <a:lnTo>
                    <a:pt x="18278" y="242668"/>
                  </a:lnTo>
                  <a:lnTo>
                    <a:pt x="20761" y="247347"/>
                  </a:lnTo>
                  <a:lnTo>
                    <a:pt x="23392" y="251946"/>
                  </a:lnTo>
                  <a:lnTo>
                    <a:pt x="26166" y="256458"/>
                  </a:lnTo>
                  <a:lnTo>
                    <a:pt x="29082" y="260881"/>
                  </a:lnTo>
                  <a:lnTo>
                    <a:pt x="32137" y="265209"/>
                  </a:lnTo>
                  <a:lnTo>
                    <a:pt x="35327" y="269438"/>
                  </a:lnTo>
                  <a:lnTo>
                    <a:pt x="38650" y="273563"/>
                  </a:lnTo>
                  <a:lnTo>
                    <a:pt x="42102" y="277582"/>
                  </a:lnTo>
                  <a:lnTo>
                    <a:pt x="45679" y="281489"/>
                  </a:lnTo>
                  <a:lnTo>
                    <a:pt x="49379" y="285280"/>
                  </a:lnTo>
                  <a:lnTo>
                    <a:pt x="53197" y="288953"/>
                  </a:lnTo>
                  <a:lnTo>
                    <a:pt x="57129" y="292503"/>
                  </a:lnTo>
                  <a:lnTo>
                    <a:pt x="61171" y="295926"/>
                  </a:lnTo>
                  <a:lnTo>
                    <a:pt x="65320" y="299220"/>
                  </a:lnTo>
                  <a:lnTo>
                    <a:pt x="69572" y="302380"/>
                  </a:lnTo>
                  <a:lnTo>
                    <a:pt x="73921" y="305404"/>
                  </a:lnTo>
                  <a:lnTo>
                    <a:pt x="78364" y="308289"/>
                  </a:lnTo>
                  <a:lnTo>
                    <a:pt x="82896" y="311032"/>
                  </a:lnTo>
                  <a:lnTo>
                    <a:pt x="87513" y="313629"/>
                  </a:lnTo>
                  <a:lnTo>
                    <a:pt x="92210" y="316079"/>
                  </a:lnTo>
                  <a:lnTo>
                    <a:pt x="96982" y="318379"/>
                  </a:lnTo>
                  <a:lnTo>
                    <a:pt x="101825" y="320527"/>
                  </a:lnTo>
                  <a:lnTo>
                    <a:pt x="106733" y="322520"/>
                  </a:lnTo>
                  <a:lnTo>
                    <a:pt x="111702" y="324357"/>
                  </a:lnTo>
                  <a:lnTo>
                    <a:pt x="116726" y="326035"/>
                  </a:lnTo>
                  <a:lnTo>
                    <a:pt x="121801" y="327553"/>
                  </a:lnTo>
                  <a:lnTo>
                    <a:pt x="126922" y="328910"/>
                  </a:lnTo>
                  <a:lnTo>
                    <a:pt x="132083" y="330103"/>
                  </a:lnTo>
                  <a:lnTo>
                    <a:pt x="137280" y="331133"/>
                  </a:lnTo>
                  <a:lnTo>
                    <a:pt x="142506" y="331997"/>
                  </a:lnTo>
                  <a:lnTo>
                    <a:pt x="147757" y="332695"/>
                  </a:lnTo>
                  <a:lnTo>
                    <a:pt x="153028" y="333227"/>
                  </a:lnTo>
                  <a:lnTo>
                    <a:pt x="158313" y="333591"/>
                  </a:lnTo>
                  <a:lnTo>
                    <a:pt x="163606" y="333788"/>
                  </a:lnTo>
                  <a:lnTo>
                    <a:pt x="168904" y="333817"/>
                  </a:lnTo>
                  <a:lnTo>
                    <a:pt x="174199" y="333678"/>
                  </a:lnTo>
                  <a:lnTo>
                    <a:pt x="179488" y="333371"/>
                  </a:lnTo>
                  <a:lnTo>
                    <a:pt x="184764" y="332897"/>
                  </a:lnTo>
                  <a:lnTo>
                    <a:pt x="190022" y="332256"/>
                  </a:lnTo>
                  <a:lnTo>
                    <a:pt x="195258" y="331449"/>
                  </a:lnTo>
                  <a:lnTo>
                    <a:pt x="200465" y="330476"/>
                  </a:lnTo>
                  <a:lnTo>
                    <a:pt x="205639" y="329339"/>
                  </a:lnTo>
                  <a:lnTo>
                    <a:pt x="210774" y="328038"/>
                  </a:lnTo>
                  <a:lnTo>
                    <a:pt x="215866" y="326575"/>
                  </a:lnTo>
                  <a:lnTo>
                    <a:pt x="220908" y="324952"/>
                  </a:lnTo>
                  <a:lnTo>
                    <a:pt x="225897" y="323169"/>
                  </a:lnTo>
                  <a:lnTo>
                    <a:pt x="230826" y="321230"/>
                  </a:lnTo>
                  <a:lnTo>
                    <a:pt x="235692" y="319135"/>
                  </a:lnTo>
                  <a:lnTo>
                    <a:pt x="240489" y="316887"/>
                  </a:lnTo>
                  <a:lnTo>
                    <a:pt x="245212" y="314489"/>
                  </a:lnTo>
                  <a:lnTo>
                    <a:pt x="249857" y="311942"/>
                  </a:lnTo>
                  <a:lnTo>
                    <a:pt x="254419" y="309249"/>
                  </a:lnTo>
                  <a:lnTo>
                    <a:pt x="258893" y="306412"/>
                  </a:lnTo>
                  <a:lnTo>
                    <a:pt x="263275" y="303436"/>
                  </a:lnTo>
                  <a:lnTo>
                    <a:pt x="267561" y="300322"/>
                  </a:lnTo>
                  <a:lnTo>
                    <a:pt x="271745" y="297074"/>
                  </a:lnTo>
                  <a:lnTo>
                    <a:pt x="275825" y="293695"/>
                  </a:lnTo>
                  <a:lnTo>
                    <a:pt x="279796" y="290188"/>
                  </a:lnTo>
                  <a:lnTo>
                    <a:pt x="283653" y="286557"/>
                  </a:lnTo>
                  <a:lnTo>
                    <a:pt x="287394" y="282806"/>
                  </a:lnTo>
                  <a:lnTo>
                    <a:pt x="291014" y="278938"/>
                  </a:lnTo>
                  <a:lnTo>
                    <a:pt x="294509" y="274958"/>
                  </a:lnTo>
                  <a:lnTo>
                    <a:pt x="297876" y="270869"/>
                  </a:lnTo>
                  <a:lnTo>
                    <a:pt x="301113" y="266675"/>
                  </a:lnTo>
                  <a:lnTo>
                    <a:pt x="304215" y="262380"/>
                  </a:lnTo>
                  <a:lnTo>
                    <a:pt x="307179" y="257990"/>
                  </a:lnTo>
                  <a:lnTo>
                    <a:pt x="310002" y="253508"/>
                  </a:lnTo>
                  <a:lnTo>
                    <a:pt x="312682" y="248938"/>
                  </a:lnTo>
                  <a:lnTo>
                    <a:pt x="315216" y="244286"/>
                  </a:lnTo>
                  <a:lnTo>
                    <a:pt x="317602" y="239556"/>
                  </a:lnTo>
                  <a:lnTo>
                    <a:pt x="319836" y="234753"/>
                  </a:lnTo>
                  <a:lnTo>
                    <a:pt x="321917" y="229881"/>
                  </a:lnTo>
                  <a:lnTo>
                    <a:pt x="323842" y="224946"/>
                  </a:lnTo>
                  <a:lnTo>
                    <a:pt x="325611" y="219953"/>
                  </a:lnTo>
                  <a:lnTo>
                    <a:pt x="327220" y="214906"/>
                  </a:lnTo>
                  <a:lnTo>
                    <a:pt x="328668" y="209810"/>
                  </a:lnTo>
                  <a:lnTo>
                    <a:pt x="329954" y="204671"/>
                  </a:lnTo>
                  <a:lnTo>
                    <a:pt x="331077" y="199494"/>
                  </a:lnTo>
                  <a:lnTo>
                    <a:pt x="332035" y="194284"/>
                  </a:lnTo>
                  <a:lnTo>
                    <a:pt x="332828" y="189046"/>
                  </a:lnTo>
                  <a:lnTo>
                    <a:pt x="333454" y="183786"/>
                  </a:lnTo>
                  <a:lnTo>
                    <a:pt x="333913" y="178509"/>
                  </a:lnTo>
                  <a:lnTo>
                    <a:pt x="334205" y="173219"/>
                  </a:lnTo>
                  <a:lnTo>
                    <a:pt x="334329" y="167923"/>
                  </a:lnTo>
                  <a:lnTo>
                    <a:pt x="334285" y="162626"/>
                  </a:lnTo>
                  <a:lnTo>
                    <a:pt x="334073" y="157333"/>
                  </a:lnTo>
                  <a:lnTo>
                    <a:pt x="333694" y="152049"/>
                  </a:lnTo>
                  <a:lnTo>
                    <a:pt x="333147" y="146780"/>
                  </a:lnTo>
                  <a:lnTo>
                    <a:pt x="332434" y="141531"/>
                  </a:lnTo>
                  <a:lnTo>
                    <a:pt x="331555" y="136307"/>
                  </a:lnTo>
                  <a:lnTo>
                    <a:pt x="330511" y="131113"/>
                  </a:lnTo>
                  <a:lnTo>
                    <a:pt x="329302" y="125956"/>
                  </a:lnTo>
                  <a:lnTo>
                    <a:pt x="327931" y="120839"/>
                  </a:lnTo>
                  <a:lnTo>
                    <a:pt x="326399" y="115768"/>
                  </a:lnTo>
                  <a:lnTo>
                    <a:pt x="324706" y="110748"/>
                  </a:lnTo>
                  <a:lnTo>
                    <a:pt x="322856" y="105785"/>
                  </a:lnTo>
                  <a:lnTo>
                    <a:pt x="320849" y="100882"/>
                  </a:lnTo>
                  <a:lnTo>
                    <a:pt x="318688" y="96046"/>
                  </a:lnTo>
                  <a:lnTo>
                    <a:pt x="316374" y="91280"/>
                  </a:lnTo>
                  <a:lnTo>
                    <a:pt x="313911" y="86590"/>
                  </a:lnTo>
                  <a:lnTo>
                    <a:pt x="311300" y="81981"/>
                  </a:lnTo>
                  <a:lnTo>
                    <a:pt x="308545" y="77456"/>
                  </a:lnTo>
                  <a:lnTo>
                    <a:pt x="305647" y="73022"/>
                  </a:lnTo>
                  <a:lnTo>
                    <a:pt x="302611" y="68681"/>
                  </a:lnTo>
                  <a:lnTo>
                    <a:pt x="299438" y="64438"/>
                  </a:lnTo>
                  <a:lnTo>
                    <a:pt x="296133" y="60299"/>
                  </a:lnTo>
                  <a:lnTo>
                    <a:pt x="292698" y="56266"/>
                  </a:lnTo>
                  <a:lnTo>
                    <a:pt x="289137" y="52344"/>
                  </a:lnTo>
                  <a:lnTo>
                    <a:pt x="285454" y="48536"/>
                  </a:lnTo>
                  <a:lnTo>
                    <a:pt x="281652" y="44848"/>
                  </a:lnTo>
                  <a:lnTo>
                    <a:pt x="277735" y="41281"/>
                  </a:lnTo>
                  <a:lnTo>
                    <a:pt x="273707" y="37841"/>
                  </a:lnTo>
                  <a:lnTo>
                    <a:pt x="269572" y="34530"/>
                  </a:lnTo>
                  <a:lnTo>
                    <a:pt x="265334" y="31351"/>
                  </a:lnTo>
                  <a:lnTo>
                    <a:pt x="260997" y="28309"/>
                  </a:lnTo>
                  <a:lnTo>
                    <a:pt x="256566" y="25405"/>
                  </a:lnTo>
                  <a:lnTo>
                    <a:pt x="252046" y="22643"/>
                  </a:lnTo>
                  <a:lnTo>
                    <a:pt x="247440" y="20026"/>
                  </a:lnTo>
                  <a:lnTo>
                    <a:pt x="242754" y="17556"/>
                  </a:lnTo>
                  <a:lnTo>
                    <a:pt x="237992" y="15236"/>
                  </a:lnTo>
                  <a:lnTo>
                    <a:pt x="233158" y="13068"/>
                  </a:lnTo>
                  <a:lnTo>
                    <a:pt x="228258" y="11054"/>
                  </a:lnTo>
                  <a:lnTo>
                    <a:pt x="223297" y="9197"/>
                  </a:lnTo>
                  <a:lnTo>
                    <a:pt x="218280" y="7497"/>
                  </a:lnTo>
                  <a:lnTo>
                    <a:pt x="213211" y="5958"/>
                  </a:lnTo>
                  <a:lnTo>
                    <a:pt x="208096" y="4579"/>
                  </a:lnTo>
                  <a:lnTo>
                    <a:pt x="202940" y="3364"/>
                  </a:lnTo>
                  <a:lnTo>
                    <a:pt x="167166" y="1666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23235" y="1681503"/>
              <a:ext cx="35774" cy="167167"/>
            </a:xfrm>
            <a:custGeom>
              <a:avLst/>
              <a:pathLst>
                <a:path w="35774" h="167167">
                  <a:moveTo>
                    <a:pt x="35774" y="3872"/>
                  </a:moveTo>
                  <a:lnTo>
                    <a:pt x="28699" y="2482"/>
                  </a:lnTo>
                  <a:lnTo>
                    <a:pt x="21571" y="1397"/>
                  </a:lnTo>
                  <a:lnTo>
                    <a:pt x="14403" y="621"/>
                  </a:lnTo>
                  <a:lnTo>
                    <a:pt x="7208" y="15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853872" y="1322571"/>
              <a:ext cx="167166" cy="320409"/>
            </a:xfrm>
            <a:custGeom>
              <a:avLst/>
              <a:pathLst>
                <a:path w="167166" h="320409">
                  <a:moveTo>
                    <a:pt x="167166" y="0"/>
                  </a:moveTo>
                  <a:lnTo>
                    <a:pt x="161797" y="86"/>
                  </a:lnTo>
                  <a:lnTo>
                    <a:pt x="156433" y="344"/>
                  </a:lnTo>
                  <a:lnTo>
                    <a:pt x="151081" y="775"/>
                  </a:lnTo>
                  <a:lnTo>
                    <a:pt x="145745" y="1378"/>
                  </a:lnTo>
                  <a:lnTo>
                    <a:pt x="140431" y="2151"/>
                  </a:lnTo>
                  <a:lnTo>
                    <a:pt x="135145" y="3095"/>
                  </a:lnTo>
                  <a:lnTo>
                    <a:pt x="129891" y="4208"/>
                  </a:lnTo>
                  <a:lnTo>
                    <a:pt x="124677" y="5489"/>
                  </a:lnTo>
                  <a:lnTo>
                    <a:pt x="119506" y="6938"/>
                  </a:lnTo>
                  <a:lnTo>
                    <a:pt x="114384" y="8551"/>
                  </a:lnTo>
                  <a:lnTo>
                    <a:pt x="109317" y="10328"/>
                  </a:lnTo>
                  <a:lnTo>
                    <a:pt x="104309" y="12267"/>
                  </a:lnTo>
                  <a:lnTo>
                    <a:pt x="99366" y="14366"/>
                  </a:lnTo>
                  <a:lnTo>
                    <a:pt x="94494" y="16622"/>
                  </a:lnTo>
                  <a:lnTo>
                    <a:pt x="89696" y="19034"/>
                  </a:lnTo>
                  <a:lnTo>
                    <a:pt x="84978" y="21599"/>
                  </a:lnTo>
                  <a:lnTo>
                    <a:pt x="80345" y="24314"/>
                  </a:lnTo>
                  <a:lnTo>
                    <a:pt x="75802" y="27176"/>
                  </a:lnTo>
                  <a:lnTo>
                    <a:pt x="71353" y="30183"/>
                  </a:lnTo>
                  <a:lnTo>
                    <a:pt x="67002" y="33331"/>
                  </a:lnTo>
                  <a:lnTo>
                    <a:pt x="62755" y="36617"/>
                  </a:lnTo>
                  <a:lnTo>
                    <a:pt x="58616" y="40038"/>
                  </a:lnTo>
                  <a:lnTo>
                    <a:pt x="54589" y="43590"/>
                  </a:lnTo>
                  <a:lnTo>
                    <a:pt x="50678" y="47269"/>
                  </a:lnTo>
                  <a:lnTo>
                    <a:pt x="46887" y="51073"/>
                  </a:lnTo>
                  <a:lnTo>
                    <a:pt x="43220" y="54996"/>
                  </a:lnTo>
                  <a:lnTo>
                    <a:pt x="39681" y="59034"/>
                  </a:lnTo>
                  <a:lnTo>
                    <a:pt x="36274" y="63185"/>
                  </a:lnTo>
                  <a:lnTo>
                    <a:pt x="33002" y="67443"/>
                  </a:lnTo>
                  <a:lnTo>
                    <a:pt x="29868" y="71803"/>
                  </a:lnTo>
                  <a:lnTo>
                    <a:pt x="26876" y="76262"/>
                  </a:lnTo>
                  <a:lnTo>
                    <a:pt x="24029" y="80815"/>
                  </a:lnTo>
                  <a:lnTo>
                    <a:pt x="21329" y="85457"/>
                  </a:lnTo>
                  <a:lnTo>
                    <a:pt x="18780" y="90183"/>
                  </a:lnTo>
                  <a:lnTo>
                    <a:pt x="16384" y="94989"/>
                  </a:lnTo>
                  <a:lnTo>
                    <a:pt x="14143" y="99869"/>
                  </a:lnTo>
                  <a:lnTo>
                    <a:pt x="12061" y="104818"/>
                  </a:lnTo>
                  <a:lnTo>
                    <a:pt x="10138" y="109832"/>
                  </a:lnTo>
                  <a:lnTo>
                    <a:pt x="8378" y="114905"/>
                  </a:lnTo>
                  <a:lnTo>
                    <a:pt x="6781" y="120032"/>
                  </a:lnTo>
                  <a:lnTo>
                    <a:pt x="5350" y="125208"/>
                  </a:lnTo>
                  <a:lnTo>
                    <a:pt x="4086" y="130427"/>
                  </a:lnTo>
                  <a:lnTo>
                    <a:pt x="2990" y="135684"/>
                  </a:lnTo>
                  <a:lnTo>
                    <a:pt x="2064" y="140973"/>
                  </a:lnTo>
                  <a:lnTo>
                    <a:pt x="1307" y="146289"/>
                  </a:lnTo>
                  <a:lnTo>
                    <a:pt x="722" y="151627"/>
                  </a:lnTo>
                  <a:lnTo>
                    <a:pt x="309" y="156981"/>
                  </a:lnTo>
                  <a:lnTo>
                    <a:pt x="68" y="162346"/>
                  </a:lnTo>
                  <a:lnTo>
                    <a:pt x="0" y="167715"/>
                  </a:lnTo>
                  <a:lnTo>
                    <a:pt x="103" y="173084"/>
                  </a:lnTo>
                  <a:lnTo>
                    <a:pt x="380" y="178447"/>
                  </a:lnTo>
                  <a:lnTo>
                    <a:pt x="828" y="183798"/>
                  </a:lnTo>
                  <a:lnTo>
                    <a:pt x="1448" y="189132"/>
                  </a:lnTo>
                  <a:lnTo>
                    <a:pt x="2239" y="194443"/>
                  </a:lnTo>
                  <a:lnTo>
                    <a:pt x="3200" y="199726"/>
                  </a:lnTo>
                  <a:lnTo>
                    <a:pt x="4330" y="204976"/>
                  </a:lnTo>
                  <a:lnTo>
                    <a:pt x="5629" y="210186"/>
                  </a:lnTo>
                  <a:lnTo>
                    <a:pt x="7094" y="215352"/>
                  </a:lnTo>
                  <a:lnTo>
                    <a:pt x="8724" y="220469"/>
                  </a:lnTo>
                  <a:lnTo>
                    <a:pt x="10518" y="225530"/>
                  </a:lnTo>
                  <a:lnTo>
                    <a:pt x="12473" y="230531"/>
                  </a:lnTo>
                  <a:lnTo>
                    <a:pt x="14588" y="235467"/>
                  </a:lnTo>
                  <a:lnTo>
                    <a:pt x="16860" y="240332"/>
                  </a:lnTo>
                  <a:lnTo>
                    <a:pt x="19288" y="245122"/>
                  </a:lnTo>
                  <a:lnTo>
                    <a:pt x="21868" y="249832"/>
                  </a:lnTo>
                  <a:lnTo>
                    <a:pt x="24598" y="254456"/>
                  </a:lnTo>
                  <a:lnTo>
                    <a:pt x="27475" y="258990"/>
                  </a:lnTo>
                  <a:lnTo>
                    <a:pt x="30497" y="263429"/>
                  </a:lnTo>
                  <a:lnTo>
                    <a:pt x="33659" y="267769"/>
                  </a:lnTo>
                  <a:lnTo>
                    <a:pt x="36959" y="272005"/>
                  </a:lnTo>
                  <a:lnTo>
                    <a:pt x="40393" y="276133"/>
                  </a:lnTo>
                  <a:lnTo>
                    <a:pt x="43959" y="280149"/>
                  </a:lnTo>
                  <a:lnTo>
                    <a:pt x="47651" y="284048"/>
                  </a:lnTo>
                  <a:lnTo>
                    <a:pt x="51467" y="287826"/>
                  </a:lnTo>
                  <a:lnTo>
                    <a:pt x="55402" y="291480"/>
                  </a:lnTo>
                  <a:lnTo>
                    <a:pt x="59452" y="295005"/>
                  </a:lnTo>
                  <a:lnTo>
                    <a:pt x="63614" y="298399"/>
                  </a:lnTo>
                  <a:lnTo>
                    <a:pt x="67882" y="301657"/>
                  </a:lnTo>
                  <a:lnTo>
                    <a:pt x="72253" y="304777"/>
                  </a:lnTo>
                  <a:lnTo>
                    <a:pt x="76722" y="307754"/>
                  </a:lnTo>
                  <a:lnTo>
                    <a:pt x="81284" y="310587"/>
                  </a:lnTo>
                  <a:lnTo>
                    <a:pt x="85935" y="313271"/>
                  </a:lnTo>
                  <a:lnTo>
                    <a:pt x="90669" y="315805"/>
                  </a:lnTo>
                  <a:lnTo>
                    <a:pt x="95483" y="318185"/>
                  </a:lnTo>
                  <a:lnTo>
                    <a:pt x="100370" y="32040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54243" y="1489739"/>
              <a:ext cx="66796" cy="153242"/>
            </a:xfrm>
            <a:custGeom>
              <a:avLst/>
              <a:pathLst>
                <a:path w="66796" h="153242">
                  <a:moveTo>
                    <a:pt x="0" y="153242"/>
                  </a:moveTo>
                  <a:lnTo>
                    <a:pt x="6679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54243" y="1350879"/>
              <a:ext cx="233959" cy="306026"/>
            </a:xfrm>
            <a:custGeom>
              <a:avLst/>
              <a:pathLst>
                <a:path w="233959" h="306026">
                  <a:moveTo>
                    <a:pt x="0" y="292102"/>
                  </a:moveTo>
                  <a:lnTo>
                    <a:pt x="4913" y="294151"/>
                  </a:lnTo>
                  <a:lnTo>
                    <a:pt x="9890" y="296043"/>
                  </a:lnTo>
                  <a:lnTo>
                    <a:pt x="14925" y="297776"/>
                  </a:lnTo>
                  <a:lnTo>
                    <a:pt x="20012" y="299347"/>
                  </a:lnTo>
                  <a:lnTo>
                    <a:pt x="25146" y="300755"/>
                  </a:lnTo>
                  <a:lnTo>
                    <a:pt x="30323" y="302000"/>
                  </a:lnTo>
                  <a:lnTo>
                    <a:pt x="35537" y="303078"/>
                  </a:lnTo>
                  <a:lnTo>
                    <a:pt x="40783" y="303991"/>
                  </a:lnTo>
                  <a:lnTo>
                    <a:pt x="46054" y="304735"/>
                  </a:lnTo>
                  <a:lnTo>
                    <a:pt x="51347" y="305312"/>
                  </a:lnTo>
                  <a:lnTo>
                    <a:pt x="56656" y="305719"/>
                  </a:lnTo>
                  <a:lnTo>
                    <a:pt x="61975" y="305957"/>
                  </a:lnTo>
                  <a:lnTo>
                    <a:pt x="67299" y="306026"/>
                  </a:lnTo>
                  <a:lnTo>
                    <a:pt x="72622" y="305925"/>
                  </a:lnTo>
                  <a:lnTo>
                    <a:pt x="77939" y="305655"/>
                  </a:lnTo>
                  <a:lnTo>
                    <a:pt x="83245" y="305216"/>
                  </a:lnTo>
                  <a:lnTo>
                    <a:pt x="88535" y="304607"/>
                  </a:lnTo>
                  <a:lnTo>
                    <a:pt x="93802" y="303831"/>
                  </a:lnTo>
                  <a:lnTo>
                    <a:pt x="99042" y="302887"/>
                  </a:lnTo>
                  <a:lnTo>
                    <a:pt x="104249" y="301777"/>
                  </a:lnTo>
                  <a:lnTo>
                    <a:pt x="109419" y="300502"/>
                  </a:lnTo>
                  <a:lnTo>
                    <a:pt x="114544" y="299062"/>
                  </a:lnTo>
                  <a:lnTo>
                    <a:pt x="119622" y="297461"/>
                  </a:lnTo>
                  <a:lnTo>
                    <a:pt x="124646" y="295698"/>
                  </a:lnTo>
                  <a:lnTo>
                    <a:pt x="129611" y="293776"/>
                  </a:lnTo>
                  <a:lnTo>
                    <a:pt x="134513" y="291697"/>
                  </a:lnTo>
                  <a:lnTo>
                    <a:pt x="139346" y="289463"/>
                  </a:lnTo>
                  <a:lnTo>
                    <a:pt x="144105" y="287076"/>
                  </a:lnTo>
                  <a:lnTo>
                    <a:pt x="148786" y="284539"/>
                  </a:lnTo>
                  <a:lnTo>
                    <a:pt x="153384" y="281854"/>
                  </a:lnTo>
                  <a:lnTo>
                    <a:pt x="157893" y="279024"/>
                  </a:lnTo>
                  <a:lnTo>
                    <a:pt x="162311" y="276052"/>
                  </a:lnTo>
                  <a:lnTo>
                    <a:pt x="166631" y="272941"/>
                  </a:lnTo>
                  <a:lnTo>
                    <a:pt x="170851" y="269693"/>
                  </a:lnTo>
                  <a:lnTo>
                    <a:pt x="174964" y="266313"/>
                  </a:lnTo>
                  <a:lnTo>
                    <a:pt x="178968" y="262804"/>
                  </a:lnTo>
                  <a:lnTo>
                    <a:pt x="182859" y="259169"/>
                  </a:lnTo>
                  <a:lnTo>
                    <a:pt x="186631" y="255412"/>
                  </a:lnTo>
                  <a:lnTo>
                    <a:pt x="190282" y="251536"/>
                  </a:lnTo>
                  <a:lnTo>
                    <a:pt x="193808" y="247547"/>
                  </a:lnTo>
                  <a:lnTo>
                    <a:pt x="197204" y="243447"/>
                  </a:lnTo>
                  <a:lnTo>
                    <a:pt x="200469" y="239241"/>
                  </a:lnTo>
                  <a:lnTo>
                    <a:pt x="203598" y="234933"/>
                  </a:lnTo>
                  <a:lnTo>
                    <a:pt x="206588" y="230528"/>
                  </a:lnTo>
                  <a:lnTo>
                    <a:pt x="209436" y="226029"/>
                  </a:lnTo>
                  <a:lnTo>
                    <a:pt x="212140" y="221443"/>
                  </a:lnTo>
                  <a:lnTo>
                    <a:pt x="214696" y="216772"/>
                  </a:lnTo>
                  <a:lnTo>
                    <a:pt x="217102" y="212023"/>
                  </a:lnTo>
                  <a:lnTo>
                    <a:pt x="219356" y="207199"/>
                  </a:lnTo>
                  <a:lnTo>
                    <a:pt x="221455" y="202306"/>
                  </a:lnTo>
                  <a:lnTo>
                    <a:pt x="223397" y="197348"/>
                  </a:lnTo>
                  <a:lnTo>
                    <a:pt x="225180" y="192332"/>
                  </a:lnTo>
                  <a:lnTo>
                    <a:pt x="226803" y="187261"/>
                  </a:lnTo>
                  <a:lnTo>
                    <a:pt x="228263" y="182141"/>
                  </a:lnTo>
                  <a:lnTo>
                    <a:pt x="229559" y="176977"/>
                  </a:lnTo>
                  <a:lnTo>
                    <a:pt x="230691" y="171774"/>
                  </a:lnTo>
                  <a:lnTo>
                    <a:pt x="231656" y="166538"/>
                  </a:lnTo>
                  <a:lnTo>
                    <a:pt x="232453" y="161274"/>
                  </a:lnTo>
                  <a:lnTo>
                    <a:pt x="233083" y="155987"/>
                  </a:lnTo>
                  <a:lnTo>
                    <a:pt x="233544" y="150683"/>
                  </a:lnTo>
                  <a:lnTo>
                    <a:pt x="233836" y="145367"/>
                  </a:lnTo>
                  <a:lnTo>
                    <a:pt x="233959" y="140044"/>
                  </a:lnTo>
                  <a:lnTo>
                    <a:pt x="233912" y="134720"/>
                  </a:lnTo>
                  <a:lnTo>
                    <a:pt x="233695" y="129400"/>
                  </a:lnTo>
                  <a:lnTo>
                    <a:pt x="233309" y="124090"/>
                  </a:lnTo>
                  <a:lnTo>
                    <a:pt x="232754" y="118794"/>
                  </a:lnTo>
                  <a:lnTo>
                    <a:pt x="232031" y="113519"/>
                  </a:lnTo>
                  <a:lnTo>
                    <a:pt x="231140" y="108270"/>
                  </a:lnTo>
                  <a:lnTo>
                    <a:pt x="230083" y="103052"/>
                  </a:lnTo>
                  <a:lnTo>
                    <a:pt x="228860" y="97870"/>
                  </a:lnTo>
                  <a:lnTo>
                    <a:pt x="227472" y="92730"/>
                  </a:lnTo>
                  <a:lnTo>
                    <a:pt x="225922" y="87637"/>
                  </a:lnTo>
                  <a:lnTo>
                    <a:pt x="224210" y="82595"/>
                  </a:lnTo>
                  <a:lnTo>
                    <a:pt x="222338" y="77611"/>
                  </a:lnTo>
                  <a:lnTo>
                    <a:pt x="220309" y="72688"/>
                  </a:lnTo>
                  <a:lnTo>
                    <a:pt x="218124" y="67833"/>
                  </a:lnTo>
                  <a:lnTo>
                    <a:pt x="215785" y="63050"/>
                  </a:lnTo>
                  <a:lnTo>
                    <a:pt x="213295" y="58344"/>
                  </a:lnTo>
                  <a:lnTo>
                    <a:pt x="210657" y="53719"/>
                  </a:lnTo>
                  <a:lnTo>
                    <a:pt x="207873" y="49181"/>
                  </a:lnTo>
                  <a:lnTo>
                    <a:pt x="204945" y="44734"/>
                  </a:lnTo>
                  <a:lnTo>
                    <a:pt x="201878" y="40382"/>
                  </a:lnTo>
                  <a:lnTo>
                    <a:pt x="198673" y="36130"/>
                  </a:lnTo>
                  <a:lnTo>
                    <a:pt x="195335" y="31983"/>
                  </a:lnTo>
                  <a:lnTo>
                    <a:pt x="191866" y="27943"/>
                  </a:lnTo>
                  <a:lnTo>
                    <a:pt x="188270" y="24017"/>
                  </a:lnTo>
                  <a:lnTo>
                    <a:pt x="184551" y="20207"/>
                  </a:lnTo>
                  <a:lnTo>
                    <a:pt x="180713" y="16517"/>
                  </a:lnTo>
                  <a:lnTo>
                    <a:pt x="176759" y="12951"/>
                  </a:lnTo>
                  <a:lnTo>
                    <a:pt x="172694" y="9513"/>
                  </a:lnTo>
                  <a:lnTo>
                    <a:pt x="168521" y="6206"/>
                  </a:lnTo>
                  <a:lnTo>
                    <a:pt x="164245" y="3034"/>
                  </a:lnTo>
                  <a:lnTo>
                    <a:pt x="159870" y="0"/>
                  </a:lnTo>
                  <a:lnTo>
                    <a:pt x="66796" y="1388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021039" y="1322571"/>
              <a:ext cx="93074" cy="167167"/>
            </a:xfrm>
            <a:custGeom>
              <a:avLst/>
              <a:pathLst>
                <a:path w="93074" h="167167">
                  <a:moveTo>
                    <a:pt x="93074" y="28307"/>
                  </a:moveTo>
                  <a:lnTo>
                    <a:pt x="88196" y="25158"/>
                  </a:lnTo>
                  <a:lnTo>
                    <a:pt x="83211" y="22181"/>
                  </a:lnTo>
                  <a:lnTo>
                    <a:pt x="78125" y="19379"/>
                  </a:lnTo>
                  <a:lnTo>
                    <a:pt x="72946" y="16755"/>
                  </a:lnTo>
                  <a:lnTo>
                    <a:pt x="67678" y="14312"/>
                  </a:lnTo>
                  <a:lnTo>
                    <a:pt x="62329" y="12054"/>
                  </a:lnTo>
                  <a:lnTo>
                    <a:pt x="56905" y="9983"/>
                  </a:lnTo>
                  <a:lnTo>
                    <a:pt x="51412" y="8102"/>
                  </a:lnTo>
                  <a:lnTo>
                    <a:pt x="45857" y="6412"/>
                  </a:lnTo>
                  <a:lnTo>
                    <a:pt x="40246" y="4917"/>
                  </a:lnTo>
                  <a:lnTo>
                    <a:pt x="34587" y="3617"/>
                  </a:lnTo>
                  <a:lnTo>
                    <a:pt x="28887" y="2514"/>
                  </a:lnTo>
                  <a:lnTo>
                    <a:pt x="23151" y="1610"/>
                  </a:lnTo>
                  <a:lnTo>
                    <a:pt x="17388" y="906"/>
                  </a:lnTo>
                  <a:lnTo>
                    <a:pt x="11603" y="403"/>
                  </a:lnTo>
                  <a:lnTo>
                    <a:pt x="5805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378092" y="1071028"/>
              <a:ext cx="167165" cy="291726"/>
            </a:xfrm>
            <a:custGeom>
              <a:avLst/>
              <a:pathLst>
                <a:path w="167165" h="291726">
                  <a:moveTo>
                    <a:pt x="167165" y="0"/>
                  </a:moveTo>
                  <a:lnTo>
                    <a:pt x="161791" y="86"/>
                  </a:lnTo>
                  <a:lnTo>
                    <a:pt x="156423" y="345"/>
                  </a:lnTo>
                  <a:lnTo>
                    <a:pt x="151065" y="777"/>
                  </a:lnTo>
                  <a:lnTo>
                    <a:pt x="145724" y="1380"/>
                  </a:lnTo>
                  <a:lnTo>
                    <a:pt x="140406" y="2155"/>
                  </a:lnTo>
                  <a:lnTo>
                    <a:pt x="135115" y="3101"/>
                  </a:lnTo>
                  <a:lnTo>
                    <a:pt x="129857" y="4216"/>
                  </a:lnTo>
                  <a:lnTo>
                    <a:pt x="124638" y="5499"/>
                  </a:lnTo>
                  <a:lnTo>
                    <a:pt x="119462" y="6950"/>
                  </a:lnTo>
                  <a:lnTo>
                    <a:pt x="114337" y="8567"/>
                  </a:lnTo>
                  <a:lnTo>
                    <a:pt x="109265" y="10347"/>
                  </a:lnTo>
                  <a:lnTo>
                    <a:pt x="104254" y="12289"/>
                  </a:lnTo>
                  <a:lnTo>
                    <a:pt x="99307" y="14392"/>
                  </a:lnTo>
                  <a:lnTo>
                    <a:pt x="94431" y="16652"/>
                  </a:lnTo>
                  <a:lnTo>
                    <a:pt x="89630" y="19068"/>
                  </a:lnTo>
                  <a:lnTo>
                    <a:pt x="84909" y="21637"/>
                  </a:lnTo>
                  <a:lnTo>
                    <a:pt x="80273" y="24357"/>
                  </a:lnTo>
                  <a:lnTo>
                    <a:pt x="75727" y="27224"/>
                  </a:lnTo>
                  <a:lnTo>
                    <a:pt x="71275" y="30236"/>
                  </a:lnTo>
                  <a:lnTo>
                    <a:pt x="66923" y="33389"/>
                  </a:lnTo>
                  <a:lnTo>
                    <a:pt x="62674" y="36681"/>
                  </a:lnTo>
                  <a:lnTo>
                    <a:pt x="58533" y="40108"/>
                  </a:lnTo>
                  <a:lnTo>
                    <a:pt x="54505" y="43666"/>
                  </a:lnTo>
                  <a:lnTo>
                    <a:pt x="50592" y="47351"/>
                  </a:lnTo>
                  <a:lnTo>
                    <a:pt x="46801" y="51161"/>
                  </a:lnTo>
                  <a:lnTo>
                    <a:pt x="43134" y="55090"/>
                  </a:lnTo>
                  <a:lnTo>
                    <a:pt x="39595" y="59136"/>
                  </a:lnTo>
                  <a:lnTo>
                    <a:pt x="36188" y="63292"/>
                  </a:lnTo>
                  <a:lnTo>
                    <a:pt x="32916" y="67557"/>
                  </a:lnTo>
                  <a:lnTo>
                    <a:pt x="29783" y="71924"/>
                  </a:lnTo>
                  <a:lnTo>
                    <a:pt x="26792" y="76390"/>
                  </a:lnTo>
                  <a:lnTo>
                    <a:pt x="23947" y="80949"/>
                  </a:lnTo>
                  <a:lnTo>
                    <a:pt x="21249" y="85598"/>
                  </a:lnTo>
                  <a:lnTo>
                    <a:pt x="18702" y="90331"/>
                  </a:lnTo>
                  <a:lnTo>
                    <a:pt x="16309" y="95144"/>
                  </a:lnTo>
                  <a:lnTo>
                    <a:pt x="14071" y="100031"/>
                  </a:lnTo>
                  <a:lnTo>
                    <a:pt x="11992" y="104987"/>
                  </a:lnTo>
                  <a:lnTo>
                    <a:pt x="10074" y="110007"/>
                  </a:lnTo>
                  <a:lnTo>
                    <a:pt x="8317" y="115087"/>
                  </a:lnTo>
                  <a:lnTo>
                    <a:pt x="6725" y="120221"/>
                  </a:lnTo>
                  <a:lnTo>
                    <a:pt x="5299" y="125403"/>
                  </a:lnTo>
                  <a:lnTo>
                    <a:pt x="4040" y="130628"/>
                  </a:lnTo>
                  <a:lnTo>
                    <a:pt x="2949" y="135891"/>
                  </a:lnTo>
                  <a:lnTo>
                    <a:pt x="2029" y="141186"/>
                  </a:lnTo>
                  <a:lnTo>
                    <a:pt x="1279" y="146509"/>
                  </a:lnTo>
                  <a:lnTo>
                    <a:pt x="701" y="151852"/>
                  </a:lnTo>
                  <a:lnTo>
                    <a:pt x="294" y="157211"/>
                  </a:lnTo>
                  <a:lnTo>
                    <a:pt x="61" y="162581"/>
                  </a:lnTo>
                  <a:lnTo>
                    <a:pt x="0" y="167956"/>
                  </a:lnTo>
                  <a:lnTo>
                    <a:pt x="111" y="173329"/>
                  </a:lnTo>
                  <a:lnTo>
                    <a:pt x="396" y="178696"/>
                  </a:lnTo>
                  <a:lnTo>
                    <a:pt x="853" y="184052"/>
                  </a:lnTo>
                  <a:lnTo>
                    <a:pt x="1481" y="189390"/>
                  </a:lnTo>
                  <a:lnTo>
                    <a:pt x="2281" y="194704"/>
                  </a:lnTo>
                  <a:lnTo>
                    <a:pt x="3252" y="199991"/>
                  </a:lnTo>
                  <a:lnTo>
                    <a:pt x="4392" y="205243"/>
                  </a:lnTo>
                  <a:lnTo>
                    <a:pt x="5700" y="210456"/>
                  </a:lnTo>
                  <a:lnTo>
                    <a:pt x="7175" y="215625"/>
                  </a:lnTo>
                  <a:lnTo>
                    <a:pt x="8816" y="220743"/>
                  </a:lnTo>
                  <a:lnTo>
                    <a:pt x="10620" y="225806"/>
                  </a:lnTo>
                  <a:lnTo>
                    <a:pt x="12586" y="230808"/>
                  </a:lnTo>
                  <a:lnTo>
                    <a:pt x="14712" y="235745"/>
                  </a:lnTo>
                  <a:lnTo>
                    <a:pt x="16995" y="240610"/>
                  </a:lnTo>
                  <a:lnTo>
                    <a:pt x="19434" y="245400"/>
                  </a:lnTo>
                  <a:lnTo>
                    <a:pt x="22025" y="250109"/>
                  </a:lnTo>
                  <a:lnTo>
                    <a:pt x="24767" y="254732"/>
                  </a:lnTo>
                  <a:lnTo>
                    <a:pt x="27655" y="259264"/>
                  </a:lnTo>
                  <a:lnTo>
                    <a:pt x="30688" y="263702"/>
                  </a:lnTo>
                  <a:lnTo>
                    <a:pt x="33862" y="268039"/>
                  </a:lnTo>
                  <a:lnTo>
                    <a:pt x="37174" y="272273"/>
                  </a:lnTo>
                  <a:lnTo>
                    <a:pt x="40620" y="276397"/>
                  </a:lnTo>
                  <a:lnTo>
                    <a:pt x="44197" y="280409"/>
                  </a:lnTo>
                  <a:lnTo>
                    <a:pt x="47901" y="284304"/>
                  </a:lnTo>
                  <a:lnTo>
                    <a:pt x="51728" y="288077"/>
                  </a:lnTo>
                  <a:lnTo>
                    <a:pt x="55675" y="291726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33768" y="1238196"/>
              <a:ext cx="111490" cy="124558"/>
            </a:xfrm>
            <a:custGeom>
              <a:avLst/>
              <a:pathLst>
                <a:path w="111490" h="124558">
                  <a:moveTo>
                    <a:pt x="0" y="124558"/>
                  </a:moveTo>
                  <a:lnTo>
                    <a:pt x="11149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33768" y="1174559"/>
              <a:ext cx="278654" cy="230799"/>
            </a:xfrm>
            <a:custGeom>
              <a:avLst/>
              <a:pathLst>
                <a:path w="278654" h="230799">
                  <a:moveTo>
                    <a:pt x="0" y="188195"/>
                  </a:moveTo>
                  <a:lnTo>
                    <a:pt x="4047" y="191702"/>
                  </a:lnTo>
                  <a:lnTo>
                    <a:pt x="8205" y="195078"/>
                  </a:lnTo>
                  <a:lnTo>
                    <a:pt x="12469" y="198320"/>
                  </a:lnTo>
                  <a:lnTo>
                    <a:pt x="16834" y="201423"/>
                  </a:lnTo>
                  <a:lnTo>
                    <a:pt x="21297" y="204384"/>
                  </a:lnTo>
                  <a:lnTo>
                    <a:pt x="25852" y="207201"/>
                  </a:lnTo>
                  <a:lnTo>
                    <a:pt x="30495" y="209871"/>
                  </a:lnTo>
                  <a:lnTo>
                    <a:pt x="35221" y="212391"/>
                  </a:lnTo>
                  <a:lnTo>
                    <a:pt x="40026" y="214758"/>
                  </a:lnTo>
                  <a:lnTo>
                    <a:pt x="44904" y="216970"/>
                  </a:lnTo>
                  <a:lnTo>
                    <a:pt x="49850" y="219024"/>
                  </a:lnTo>
                  <a:lnTo>
                    <a:pt x="54859" y="220919"/>
                  </a:lnTo>
                  <a:lnTo>
                    <a:pt x="59927" y="222652"/>
                  </a:lnTo>
                  <a:lnTo>
                    <a:pt x="65048" y="224223"/>
                  </a:lnTo>
                  <a:lnTo>
                    <a:pt x="70216" y="225628"/>
                  </a:lnTo>
                  <a:lnTo>
                    <a:pt x="75426" y="226867"/>
                  </a:lnTo>
                  <a:lnTo>
                    <a:pt x="80674" y="227938"/>
                  </a:lnTo>
                  <a:lnTo>
                    <a:pt x="85953" y="228841"/>
                  </a:lnTo>
                  <a:lnTo>
                    <a:pt x="91259" y="229575"/>
                  </a:lnTo>
                  <a:lnTo>
                    <a:pt x="96585" y="230138"/>
                  </a:lnTo>
                  <a:lnTo>
                    <a:pt x="101927" y="230530"/>
                  </a:lnTo>
                  <a:lnTo>
                    <a:pt x="107278" y="230750"/>
                  </a:lnTo>
                  <a:lnTo>
                    <a:pt x="112634" y="230799"/>
                  </a:lnTo>
                  <a:lnTo>
                    <a:pt x="117988" y="230677"/>
                  </a:lnTo>
                  <a:lnTo>
                    <a:pt x="123336" y="230383"/>
                  </a:lnTo>
                  <a:lnTo>
                    <a:pt x="128672" y="229918"/>
                  </a:lnTo>
                  <a:lnTo>
                    <a:pt x="133990" y="229282"/>
                  </a:lnTo>
                  <a:lnTo>
                    <a:pt x="139285" y="228476"/>
                  </a:lnTo>
                  <a:lnTo>
                    <a:pt x="144551" y="227501"/>
                  </a:lnTo>
                  <a:lnTo>
                    <a:pt x="149784" y="226358"/>
                  </a:lnTo>
                  <a:lnTo>
                    <a:pt x="154977" y="225048"/>
                  </a:lnTo>
                  <a:lnTo>
                    <a:pt x="160125" y="223572"/>
                  </a:lnTo>
                  <a:lnTo>
                    <a:pt x="165224" y="221932"/>
                  </a:lnTo>
                  <a:lnTo>
                    <a:pt x="170267" y="220129"/>
                  </a:lnTo>
                  <a:lnTo>
                    <a:pt x="175251" y="218166"/>
                  </a:lnTo>
                  <a:lnTo>
                    <a:pt x="180168" y="216044"/>
                  </a:lnTo>
                  <a:lnTo>
                    <a:pt x="185015" y="213766"/>
                  </a:lnTo>
                  <a:lnTo>
                    <a:pt x="189787" y="211333"/>
                  </a:lnTo>
                  <a:lnTo>
                    <a:pt x="194478" y="208749"/>
                  </a:lnTo>
                  <a:lnTo>
                    <a:pt x="199085" y="206016"/>
                  </a:lnTo>
                  <a:lnTo>
                    <a:pt x="203601" y="203137"/>
                  </a:lnTo>
                  <a:lnTo>
                    <a:pt x="208022" y="200114"/>
                  </a:lnTo>
                  <a:lnTo>
                    <a:pt x="212345" y="196952"/>
                  </a:lnTo>
                  <a:lnTo>
                    <a:pt x="216564" y="193653"/>
                  </a:lnTo>
                  <a:lnTo>
                    <a:pt x="220675" y="190220"/>
                  </a:lnTo>
                  <a:lnTo>
                    <a:pt x="224674" y="186657"/>
                  </a:lnTo>
                  <a:lnTo>
                    <a:pt x="228557" y="182968"/>
                  </a:lnTo>
                  <a:lnTo>
                    <a:pt x="232320" y="179157"/>
                  </a:lnTo>
                  <a:lnTo>
                    <a:pt x="235959" y="175226"/>
                  </a:lnTo>
                  <a:lnTo>
                    <a:pt x="239470" y="171182"/>
                  </a:lnTo>
                  <a:lnTo>
                    <a:pt x="242849" y="167027"/>
                  </a:lnTo>
                  <a:lnTo>
                    <a:pt x="246094" y="162766"/>
                  </a:lnTo>
                  <a:lnTo>
                    <a:pt x="249200" y="158403"/>
                  </a:lnTo>
                  <a:lnTo>
                    <a:pt x="252166" y="153942"/>
                  </a:lnTo>
                  <a:lnTo>
                    <a:pt x="254986" y="149389"/>
                  </a:lnTo>
                  <a:lnTo>
                    <a:pt x="257660" y="144749"/>
                  </a:lnTo>
                  <a:lnTo>
                    <a:pt x="260183" y="140024"/>
                  </a:lnTo>
                  <a:lnTo>
                    <a:pt x="262554" y="135222"/>
                  </a:lnTo>
                  <a:lnTo>
                    <a:pt x="264770" y="130346"/>
                  </a:lnTo>
                  <a:lnTo>
                    <a:pt x="266828" y="125401"/>
                  </a:lnTo>
                  <a:lnTo>
                    <a:pt x="268727" y="120393"/>
                  </a:lnTo>
                  <a:lnTo>
                    <a:pt x="270465" y="115327"/>
                  </a:lnTo>
                  <a:lnTo>
                    <a:pt x="272039" y="110207"/>
                  </a:lnTo>
                  <a:lnTo>
                    <a:pt x="273449" y="105040"/>
                  </a:lnTo>
                  <a:lnTo>
                    <a:pt x="274692" y="99831"/>
                  </a:lnTo>
                  <a:lnTo>
                    <a:pt x="275768" y="94584"/>
                  </a:lnTo>
                  <a:lnTo>
                    <a:pt x="276675" y="89305"/>
                  </a:lnTo>
                  <a:lnTo>
                    <a:pt x="277412" y="84000"/>
                  </a:lnTo>
                  <a:lnTo>
                    <a:pt x="277979" y="78675"/>
                  </a:lnTo>
                  <a:lnTo>
                    <a:pt x="278376" y="73333"/>
                  </a:lnTo>
                  <a:lnTo>
                    <a:pt x="278601" y="67982"/>
                  </a:lnTo>
                  <a:lnTo>
                    <a:pt x="278654" y="62627"/>
                  </a:lnTo>
                  <a:lnTo>
                    <a:pt x="278536" y="57272"/>
                  </a:lnTo>
                  <a:lnTo>
                    <a:pt x="278246" y="51924"/>
                  </a:lnTo>
                  <a:lnTo>
                    <a:pt x="277786" y="46588"/>
                  </a:lnTo>
                  <a:lnTo>
                    <a:pt x="277154" y="41269"/>
                  </a:lnTo>
                  <a:lnTo>
                    <a:pt x="276353" y="35974"/>
                  </a:lnTo>
                  <a:lnTo>
                    <a:pt x="275382" y="30706"/>
                  </a:lnTo>
                  <a:lnTo>
                    <a:pt x="274243" y="25473"/>
                  </a:lnTo>
                  <a:lnTo>
                    <a:pt x="272937" y="20279"/>
                  </a:lnTo>
                  <a:lnTo>
                    <a:pt x="271465" y="15129"/>
                  </a:lnTo>
                  <a:lnTo>
                    <a:pt x="269829" y="10029"/>
                  </a:lnTo>
                  <a:lnTo>
                    <a:pt x="268030" y="4984"/>
                  </a:lnTo>
                  <a:lnTo>
                    <a:pt x="266071" y="0"/>
                  </a:lnTo>
                  <a:lnTo>
                    <a:pt x="111490" y="636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45258" y="1071028"/>
              <a:ext cx="154581" cy="167167"/>
            </a:xfrm>
            <a:custGeom>
              <a:avLst/>
              <a:pathLst>
                <a:path w="154581" h="167167">
                  <a:moveTo>
                    <a:pt x="154581" y="103531"/>
                  </a:moveTo>
                  <a:lnTo>
                    <a:pt x="152412" y="98498"/>
                  </a:lnTo>
                  <a:lnTo>
                    <a:pt x="150079" y="93539"/>
                  </a:lnTo>
                  <a:lnTo>
                    <a:pt x="147585" y="88659"/>
                  </a:lnTo>
                  <a:lnTo>
                    <a:pt x="144932" y="83863"/>
                  </a:lnTo>
                  <a:lnTo>
                    <a:pt x="142123" y="79157"/>
                  </a:lnTo>
                  <a:lnTo>
                    <a:pt x="139162" y="74546"/>
                  </a:lnTo>
                  <a:lnTo>
                    <a:pt x="136051" y="70034"/>
                  </a:lnTo>
                  <a:lnTo>
                    <a:pt x="132794" y="65626"/>
                  </a:lnTo>
                  <a:lnTo>
                    <a:pt x="129394" y="61328"/>
                  </a:lnTo>
                  <a:lnTo>
                    <a:pt x="125856" y="57143"/>
                  </a:lnTo>
                  <a:lnTo>
                    <a:pt x="122181" y="53077"/>
                  </a:lnTo>
                  <a:lnTo>
                    <a:pt x="118376" y="49133"/>
                  </a:lnTo>
                  <a:lnTo>
                    <a:pt x="114443" y="45316"/>
                  </a:lnTo>
                  <a:lnTo>
                    <a:pt x="110388" y="41630"/>
                  </a:lnTo>
                  <a:lnTo>
                    <a:pt x="106213" y="38079"/>
                  </a:lnTo>
                  <a:lnTo>
                    <a:pt x="101925" y="34667"/>
                  </a:lnTo>
                  <a:lnTo>
                    <a:pt x="97527" y="31397"/>
                  </a:lnTo>
                  <a:lnTo>
                    <a:pt x="93024" y="28273"/>
                  </a:lnTo>
                  <a:lnTo>
                    <a:pt x="88421" y="25299"/>
                  </a:lnTo>
                  <a:lnTo>
                    <a:pt x="83723" y="22477"/>
                  </a:lnTo>
                  <a:lnTo>
                    <a:pt x="78935" y="19810"/>
                  </a:lnTo>
                  <a:lnTo>
                    <a:pt x="74062" y="17302"/>
                  </a:lnTo>
                  <a:lnTo>
                    <a:pt x="69110" y="14954"/>
                  </a:lnTo>
                  <a:lnTo>
                    <a:pt x="64084" y="12771"/>
                  </a:lnTo>
                  <a:lnTo>
                    <a:pt x="58988" y="10753"/>
                  </a:lnTo>
                  <a:lnTo>
                    <a:pt x="53829" y="8904"/>
                  </a:lnTo>
                  <a:lnTo>
                    <a:pt x="48613" y="7224"/>
                  </a:lnTo>
                  <a:lnTo>
                    <a:pt x="43344" y="5717"/>
                  </a:lnTo>
                  <a:lnTo>
                    <a:pt x="38028" y="4382"/>
                  </a:lnTo>
                  <a:lnTo>
                    <a:pt x="32672" y="3223"/>
                  </a:lnTo>
                  <a:lnTo>
                    <a:pt x="27280" y="2241"/>
                  </a:lnTo>
                  <a:lnTo>
                    <a:pt x="21859" y="1435"/>
                  </a:lnTo>
                  <a:lnTo>
                    <a:pt x="16415" y="807"/>
                  </a:lnTo>
                  <a:lnTo>
                    <a:pt x="10953" y="359"/>
                  </a:lnTo>
                  <a:lnTo>
                    <a:pt x="5479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4902" y="941493"/>
              <a:ext cx="78641" cy="167167"/>
            </a:xfrm>
            <a:custGeom>
              <a:avLst/>
              <a:pathLst>
                <a:path w="78641" h="167167">
                  <a:moveTo>
                    <a:pt x="78641" y="0"/>
                  </a:moveTo>
                  <a:lnTo>
                    <a:pt x="72794" y="102"/>
                  </a:lnTo>
                  <a:lnTo>
                    <a:pt x="66954" y="409"/>
                  </a:lnTo>
                  <a:lnTo>
                    <a:pt x="61129" y="919"/>
                  </a:lnTo>
                  <a:lnTo>
                    <a:pt x="55324" y="1634"/>
                  </a:lnTo>
                  <a:lnTo>
                    <a:pt x="49549" y="2551"/>
                  </a:lnTo>
                  <a:lnTo>
                    <a:pt x="43809" y="3669"/>
                  </a:lnTo>
                  <a:lnTo>
                    <a:pt x="38111" y="4987"/>
                  </a:lnTo>
                  <a:lnTo>
                    <a:pt x="32463" y="6504"/>
                  </a:lnTo>
                  <a:lnTo>
                    <a:pt x="26872" y="8218"/>
                  </a:lnTo>
                  <a:lnTo>
                    <a:pt x="21344" y="10126"/>
                  </a:lnTo>
                  <a:lnTo>
                    <a:pt x="15886" y="12226"/>
                  </a:lnTo>
                  <a:lnTo>
                    <a:pt x="10505" y="14516"/>
                  </a:lnTo>
                  <a:lnTo>
                    <a:pt x="5207" y="16992"/>
                  </a:lnTo>
                  <a:lnTo>
                    <a:pt x="0" y="19653"/>
                  </a:lnTo>
                  <a:lnTo>
                    <a:pt x="7864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4902" y="961146"/>
              <a:ext cx="78641" cy="147514"/>
            </a:xfrm>
            <a:custGeom>
              <a:avLst/>
              <a:pathLst>
                <a:path w="78641" h="147514">
                  <a:moveTo>
                    <a:pt x="0" y="0"/>
                  </a:moveTo>
                  <a:lnTo>
                    <a:pt x="78641" y="1475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4902" y="961146"/>
              <a:ext cx="78641" cy="147514"/>
            </a:xfrm>
            <a:custGeom>
              <a:avLst/>
              <a:pathLst>
                <a:path w="78641" h="147514">
                  <a:moveTo>
                    <a:pt x="0" y="0"/>
                  </a:moveTo>
                  <a:lnTo>
                    <a:pt x="78641" y="1475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4902" y="961146"/>
              <a:ext cx="78641" cy="147514"/>
            </a:xfrm>
            <a:custGeom>
              <a:avLst/>
              <a:pathLst>
                <a:path w="78641" h="147514">
                  <a:moveTo>
                    <a:pt x="0" y="0"/>
                  </a:moveTo>
                  <a:lnTo>
                    <a:pt x="78641" y="1475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4902" y="961146"/>
              <a:ext cx="78641" cy="147514"/>
            </a:xfrm>
            <a:custGeom>
              <a:avLst/>
              <a:pathLst>
                <a:path w="78641" h="147514">
                  <a:moveTo>
                    <a:pt x="0" y="0"/>
                  </a:moveTo>
                  <a:lnTo>
                    <a:pt x="78641" y="1475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4902" y="961146"/>
              <a:ext cx="78641" cy="147514"/>
            </a:xfrm>
            <a:custGeom>
              <a:avLst/>
              <a:pathLst>
                <a:path w="78641" h="147514">
                  <a:moveTo>
                    <a:pt x="0" y="0"/>
                  </a:moveTo>
                  <a:lnTo>
                    <a:pt x="78641" y="1475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4902" y="961146"/>
              <a:ext cx="78641" cy="147514"/>
            </a:xfrm>
            <a:custGeom>
              <a:avLst/>
              <a:pathLst>
                <a:path w="78641" h="147514">
                  <a:moveTo>
                    <a:pt x="0" y="0"/>
                  </a:moveTo>
                  <a:lnTo>
                    <a:pt x="78641" y="1475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4902" y="961146"/>
              <a:ext cx="78641" cy="147514"/>
            </a:xfrm>
            <a:custGeom>
              <a:avLst/>
              <a:pathLst>
                <a:path w="78641" h="147514">
                  <a:moveTo>
                    <a:pt x="0" y="0"/>
                  </a:moveTo>
                  <a:lnTo>
                    <a:pt x="78641" y="1475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4902" y="961146"/>
              <a:ext cx="78641" cy="147514"/>
            </a:xfrm>
            <a:custGeom>
              <a:avLst/>
              <a:pathLst>
                <a:path w="78641" h="147514">
                  <a:moveTo>
                    <a:pt x="0" y="0"/>
                  </a:moveTo>
                  <a:lnTo>
                    <a:pt x="78641" y="1475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4902" y="961146"/>
              <a:ext cx="78641" cy="147514"/>
            </a:xfrm>
            <a:custGeom>
              <a:avLst/>
              <a:pathLst>
                <a:path w="78641" h="147514">
                  <a:moveTo>
                    <a:pt x="0" y="0"/>
                  </a:moveTo>
                  <a:lnTo>
                    <a:pt x="78641" y="1475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4902" y="961146"/>
              <a:ext cx="78641" cy="147514"/>
            </a:xfrm>
            <a:custGeom>
              <a:avLst/>
              <a:pathLst>
                <a:path w="78641" h="147514">
                  <a:moveTo>
                    <a:pt x="0" y="0"/>
                  </a:moveTo>
                  <a:lnTo>
                    <a:pt x="78641" y="1475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4902" y="961146"/>
              <a:ext cx="78641" cy="147514"/>
            </a:xfrm>
            <a:custGeom>
              <a:avLst/>
              <a:pathLst>
                <a:path w="78641" h="147514">
                  <a:moveTo>
                    <a:pt x="0" y="0"/>
                  </a:moveTo>
                  <a:lnTo>
                    <a:pt x="78641" y="1475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4902" y="961146"/>
              <a:ext cx="78641" cy="147514"/>
            </a:xfrm>
            <a:custGeom>
              <a:avLst/>
              <a:pathLst>
                <a:path w="78641" h="147514">
                  <a:moveTo>
                    <a:pt x="0" y="0"/>
                  </a:moveTo>
                  <a:lnTo>
                    <a:pt x="78641" y="1475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44902" y="961146"/>
              <a:ext cx="78641" cy="147514"/>
            </a:xfrm>
            <a:custGeom>
              <a:avLst/>
              <a:pathLst>
                <a:path w="78641" h="147514">
                  <a:moveTo>
                    <a:pt x="0" y="0"/>
                  </a:moveTo>
                  <a:lnTo>
                    <a:pt x="78641" y="1475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44902" y="961146"/>
              <a:ext cx="78641" cy="147514"/>
            </a:xfrm>
            <a:custGeom>
              <a:avLst/>
              <a:pathLst>
                <a:path w="78641" h="147514">
                  <a:moveTo>
                    <a:pt x="0" y="0"/>
                  </a:moveTo>
                  <a:lnTo>
                    <a:pt x="78641" y="1475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44902" y="961146"/>
              <a:ext cx="78641" cy="147514"/>
            </a:xfrm>
            <a:custGeom>
              <a:avLst/>
              <a:pathLst>
                <a:path w="78641" h="147514">
                  <a:moveTo>
                    <a:pt x="0" y="0"/>
                  </a:moveTo>
                  <a:lnTo>
                    <a:pt x="78641" y="1475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44902" y="961146"/>
              <a:ext cx="78641" cy="147514"/>
            </a:xfrm>
            <a:custGeom>
              <a:avLst/>
              <a:pathLst>
                <a:path w="78641" h="147514">
                  <a:moveTo>
                    <a:pt x="0" y="0"/>
                  </a:moveTo>
                  <a:lnTo>
                    <a:pt x="78641" y="1475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44902" y="961146"/>
              <a:ext cx="78641" cy="147514"/>
            </a:xfrm>
            <a:custGeom>
              <a:avLst/>
              <a:pathLst>
                <a:path w="78641" h="147514">
                  <a:moveTo>
                    <a:pt x="0" y="0"/>
                  </a:moveTo>
                  <a:lnTo>
                    <a:pt x="78641" y="1475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44902" y="961146"/>
              <a:ext cx="78641" cy="147514"/>
            </a:xfrm>
            <a:custGeom>
              <a:avLst/>
              <a:pathLst>
                <a:path w="78641" h="147514">
                  <a:moveTo>
                    <a:pt x="0" y="0"/>
                  </a:moveTo>
                  <a:lnTo>
                    <a:pt x="78641" y="1475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44902" y="961146"/>
              <a:ext cx="78641" cy="147514"/>
            </a:xfrm>
            <a:custGeom>
              <a:avLst/>
              <a:pathLst>
                <a:path w="78641" h="147514">
                  <a:moveTo>
                    <a:pt x="0" y="0"/>
                  </a:moveTo>
                  <a:lnTo>
                    <a:pt x="78641" y="1475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856376" y="961146"/>
              <a:ext cx="334334" cy="314662"/>
            </a:xfrm>
            <a:custGeom>
              <a:avLst/>
              <a:pathLst>
                <a:path w="334334" h="314662">
                  <a:moveTo>
                    <a:pt x="88525" y="0"/>
                  </a:moveTo>
                  <a:lnTo>
                    <a:pt x="83879" y="2572"/>
                  </a:lnTo>
                  <a:lnTo>
                    <a:pt x="79318" y="5290"/>
                  </a:lnTo>
                  <a:lnTo>
                    <a:pt x="74845" y="8152"/>
                  </a:lnTo>
                  <a:lnTo>
                    <a:pt x="70465" y="11155"/>
                  </a:lnTo>
                  <a:lnTo>
                    <a:pt x="66183" y="14295"/>
                  </a:lnTo>
                  <a:lnTo>
                    <a:pt x="62003" y="17569"/>
                  </a:lnTo>
                  <a:lnTo>
                    <a:pt x="57929" y="20975"/>
                  </a:lnTo>
                  <a:lnTo>
                    <a:pt x="53965" y="24508"/>
                  </a:lnTo>
                  <a:lnTo>
                    <a:pt x="50116" y="28166"/>
                  </a:lnTo>
                  <a:lnTo>
                    <a:pt x="46384" y="31943"/>
                  </a:lnTo>
                  <a:lnTo>
                    <a:pt x="42774" y="35838"/>
                  </a:lnTo>
                  <a:lnTo>
                    <a:pt x="39290" y="39845"/>
                  </a:lnTo>
                  <a:lnTo>
                    <a:pt x="35935" y="43961"/>
                  </a:lnTo>
                  <a:lnTo>
                    <a:pt x="32712" y="48181"/>
                  </a:lnTo>
                  <a:lnTo>
                    <a:pt x="29625" y="52502"/>
                  </a:lnTo>
                  <a:lnTo>
                    <a:pt x="26677" y="56918"/>
                  </a:lnTo>
                  <a:lnTo>
                    <a:pt x="23870" y="61426"/>
                  </a:lnTo>
                  <a:lnTo>
                    <a:pt x="21209" y="66020"/>
                  </a:lnTo>
                  <a:lnTo>
                    <a:pt x="18694" y="70697"/>
                  </a:lnTo>
                  <a:lnTo>
                    <a:pt x="16329" y="75452"/>
                  </a:lnTo>
                  <a:lnTo>
                    <a:pt x="14116" y="80279"/>
                  </a:lnTo>
                  <a:lnTo>
                    <a:pt x="12058" y="85174"/>
                  </a:lnTo>
                  <a:lnTo>
                    <a:pt x="10156" y="90132"/>
                  </a:lnTo>
                  <a:lnTo>
                    <a:pt x="8413" y="95147"/>
                  </a:lnTo>
                  <a:lnTo>
                    <a:pt x="6830" y="100216"/>
                  </a:lnTo>
                  <a:lnTo>
                    <a:pt x="5409" y="105332"/>
                  </a:lnTo>
                  <a:lnTo>
                    <a:pt x="4151" y="110491"/>
                  </a:lnTo>
                  <a:lnTo>
                    <a:pt x="3057" y="115687"/>
                  </a:lnTo>
                  <a:lnTo>
                    <a:pt x="2129" y="120916"/>
                  </a:lnTo>
                  <a:lnTo>
                    <a:pt x="1367" y="126171"/>
                  </a:lnTo>
                  <a:lnTo>
                    <a:pt x="773" y="131448"/>
                  </a:lnTo>
                  <a:lnTo>
                    <a:pt x="347" y="136740"/>
                  </a:lnTo>
                  <a:lnTo>
                    <a:pt x="89" y="142044"/>
                  </a:lnTo>
                  <a:lnTo>
                    <a:pt x="0" y="147354"/>
                  </a:lnTo>
                  <a:lnTo>
                    <a:pt x="79" y="152663"/>
                  </a:lnTo>
                  <a:lnTo>
                    <a:pt x="327" y="157967"/>
                  </a:lnTo>
                  <a:lnTo>
                    <a:pt x="743" y="163261"/>
                  </a:lnTo>
                  <a:lnTo>
                    <a:pt x="1327" y="168539"/>
                  </a:lnTo>
                  <a:lnTo>
                    <a:pt x="2078" y="173795"/>
                  </a:lnTo>
                  <a:lnTo>
                    <a:pt x="2996" y="179026"/>
                  </a:lnTo>
                  <a:lnTo>
                    <a:pt x="4080" y="184224"/>
                  </a:lnTo>
                  <a:lnTo>
                    <a:pt x="5328" y="189385"/>
                  </a:lnTo>
                  <a:lnTo>
                    <a:pt x="6740" y="194504"/>
                  </a:lnTo>
                  <a:lnTo>
                    <a:pt x="8313" y="199576"/>
                  </a:lnTo>
                  <a:lnTo>
                    <a:pt x="10047" y="204595"/>
                  </a:lnTo>
                  <a:lnTo>
                    <a:pt x="11939" y="209556"/>
                  </a:lnTo>
                  <a:lnTo>
                    <a:pt x="13988" y="214455"/>
                  </a:lnTo>
                  <a:lnTo>
                    <a:pt x="16191" y="219286"/>
                  </a:lnTo>
                  <a:lnTo>
                    <a:pt x="18547" y="224045"/>
                  </a:lnTo>
                  <a:lnTo>
                    <a:pt x="21053" y="228727"/>
                  </a:lnTo>
                  <a:lnTo>
                    <a:pt x="23706" y="233327"/>
                  </a:lnTo>
                  <a:lnTo>
                    <a:pt x="26504" y="237840"/>
                  </a:lnTo>
                  <a:lnTo>
                    <a:pt x="29444" y="242262"/>
                  </a:lnTo>
                  <a:lnTo>
                    <a:pt x="32522" y="246588"/>
                  </a:lnTo>
                  <a:lnTo>
                    <a:pt x="35737" y="250815"/>
                  </a:lnTo>
                  <a:lnTo>
                    <a:pt x="39084" y="254937"/>
                  </a:lnTo>
                  <a:lnTo>
                    <a:pt x="42561" y="258951"/>
                  </a:lnTo>
                  <a:lnTo>
                    <a:pt x="46163" y="262852"/>
                  </a:lnTo>
                  <a:lnTo>
                    <a:pt x="49887" y="266637"/>
                  </a:lnTo>
                  <a:lnTo>
                    <a:pt x="53730" y="270302"/>
                  </a:lnTo>
                  <a:lnTo>
                    <a:pt x="57687" y="273843"/>
                  </a:lnTo>
                  <a:lnTo>
                    <a:pt x="61755" y="277256"/>
                  </a:lnTo>
                  <a:lnTo>
                    <a:pt x="65929" y="280539"/>
                  </a:lnTo>
                  <a:lnTo>
                    <a:pt x="70205" y="283687"/>
                  </a:lnTo>
                  <a:lnTo>
                    <a:pt x="74579" y="286698"/>
                  </a:lnTo>
                  <a:lnTo>
                    <a:pt x="79046" y="289569"/>
                  </a:lnTo>
                  <a:lnTo>
                    <a:pt x="83602" y="292296"/>
                  </a:lnTo>
                  <a:lnTo>
                    <a:pt x="88243" y="294877"/>
                  </a:lnTo>
                  <a:lnTo>
                    <a:pt x="92963" y="297309"/>
                  </a:lnTo>
                  <a:lnTo>
                    <a:pt x="97758" y="299590"/>
                  </a:lnTo>
                  <a:lnTo>
                    <a:pt x="102623" y="301718"/>
                  </a:lnTo>
                  <a:lnTo>
                    <a:pt x="107553" y="303690"/>
                  </a:lnTo>
                  <a:lnTo>
                    <a:pt x="112544" y="305505"/>
                  </a:lnTo>
                  <a:lnTo>
                    <a:pt x="117589" y="307160"/>
                  </a:lnTo>
                  <a:lnTo>
                    <a:pt x="122685" y="308654"/>
                  </a:lnTo>
                  <a:lnTo>
                    <a:pt x="127825" y="309986"/>
                  </a:lnTo>
                  <a:lnTo>
                    <a:pt x="133005" y="311153"/>
                  </a:lnTo>
                  <a:lnTo>
                    <a:pt x="138220" y="312156"/>
                  </a:lnTo>
                  <a:lnTo>
                    <a:pt x="143464" y="312992"/>
                  </a:lnTo>
                  <a:lnTo>
                    <a:pt x="148731" y="313661"/>
                  </a:lnTo>
                  <a:lnTo>
                    <a:pt x="154018" y="314163"/>
                  </a:lnTo>
                  <a:lnTo>
                    <a:pt x="159317" y="314497"/>
                  </a:lnTo>
                  <a:lnTo>
                    <a:pt x="164625" y="314662"/>
                  </a:lnTo>
                  <a:lnTo>
                    <a:pt x="169935" y="314658"/>
                  </a:lnTo>
                  <a:lnTo>
                    <a:pt x="175242" y="314486"/>
                  </a:lnTo>
                  <a:lnTo>
                    <a:pt x="180541" y="314145"/>
                  </a:lnTo>
                  <a:lnTo>
                    <a:pt x="185827" y="313636"/>
                  </a:lnTo>
                  <a:lnTo>
                    <a:pt x="191094" y="312960"/>
                  </a:lnTo>
                  <a:lnTo>
                    <a:pt x="196336" y="312116"/>
                  </a:lnTo>
                  <a:lnTo>
                    <a:pt x="201549" y="311107"/>
                  </a:lnTo>
                  <a:lnTo>
                    <a:pt x="206728" y="309932"/>
                  </a:lnTo>
                  <a:lnTo>
                    <a:pt x="211867" y="308594"/>
                  </a:lnTo>
                  <a:lnTo>
                    <a:pt x="216960" y="307093"/>
                  </a:lnTo>
                  <a:lnTo>
                    <a:pt x="222003" y="305431"/>
                  </a:lnTo>
                  <a:lnTo>
                    <a:pt x="226991" y="303610"/>
                  </a:lnTo>
                  <a:lnTo>
                    <a:pt x="231919" y="301631"/>
                  </a:lnTo>
                  <a:lnTo>
                    <a:pt x="236781" y="299497"/>
                  </a:lnTo>
                  <a:lnTo>
                    <a:pt x="241573" y="297209"/>
                  </a:lnTo>
                  <a:lnTo>
                    <a:pt x="246290" y="294770"/>
                  </a:lnTo>
                  <a:lnTo>
                    <a:pt x="250927" y="292183"/>
                  </a:lnTo>
                  <a:lnTo>
                    <a:pt x="255480" y="289450"/>
                  </a:lnTo>
                  <a:lnTo>
                    <a:pt x="259943" y="286573"/>
                  </a:lnTo>
                  <a:lnTo>
                    <a:pt x="264313" y="283556"/>
                  </a:lnTo>
                  <a:lnTo>
                    <a:pt x="268585" y="280402"/>
                  </a:lnTo>
                  <a:lnTo>
                    <a:pt x="272754" y="277114"/>
                  </a:lnTo>
                  <a:lnTo>
                    <a:pt x="276817" y="273695"/>
                  </a:lnTo>
                  <a:lnTo>
                    <a:pt x="280770" y="270149"/>
                  </a:lnTo>
                  <a:lnTo>
                    <a:pt x="284607" y="266479"/>
                  </a:lnTo>
                  <a:lnTo>
                    <a:pt x="288326" y="262689"/>
                  </a:lnTo>
                  <a:lnTo>
                    <a:pt x="291923" y="258783"/>
                  </a:lnTo>
                  <a:lnTo>
                    <a:pt x="295394" y="254764"/>
                  </a:lnTo>
                  <a:lnTo>
                    <a:pt x="298736" y="250637"/>
                  </a:lnTo>
                  <a:lnTo>
                    <a:pt x="301945" y="246406"/>
                  </a:lnTo>
                  <a:lnTo>
                    <a:pt x="305018" y="242076"/>
                  </a:lnTo>
                  <a:lnTo>
                    <a:pt x="307952" y="237650"/>
                  </a:lnTo>
                  <a:lnTo>
                    <a:pt x="310744" y="233133"/>
                  </a:lnTo>
                  <a:lnTo>
                    <a:pt x="313390" y="228530"/>
                  </a:lnTo>
                  <a:lnTo>
                    <a:pt x="315890" y="223845"/>
                  </a:lnTo>
                  <a:lnTo>
                    <a:pt x="318239" y="219083"/>
                  </a:lnTo>
                  <a:lnTo>
                    <a:pt x="320436" y="214248"/>
                  </a:lnTo>
                  <a:lnTo>
                    <a:pt x="322478" y="209347"/>
                  </a:lnTo>
                  <a:lnTo>
                    <a:pt x="324364" y="204383"/>
                  </a:lnTo>
                  <a:lnTo>
                    <a:pt x="326091" y="199361"/>
                  </a:lnTo>
                  <a:lnTo>
                    <a:pt x="327657" y="194287"/>
                  </a:lnTo>
                  <a:lnTo>
                    <a:pt x="329062" y="189167"/>
                  </a:lnTo>
                  <a:lnTo>
                    <a:pt x="330303" y="184004"/>
                  </a:lnTo>
                  <a:lnTo>
                    <a:pt x="331380" y="178804"/>
                  </a:lnTo>
                  <a:lnTo>
                    <a:pt x="332291" y="173573"/>
                  </a:lnTo>
                  <a:lnTo>
                    <a:pt x="333035" y="168315"/>
                  </a:lnTo>
                  <a:lnTo>
                    <a:pt x="333612" y="163036"/>
                  </a:lnTo>
                  <a:lnTo>
                    <a:pt x="334021" y="157742"/>
                  </a:lnTo>
                  <a:lnTo>
                    <a:pt x="334262" y="152437"/>
                  </a:lnTo>
                  <a:lnTo>
                    <a:pt x="334334" y="147128"/>
                  </a:lnTo>
                  <a:lnTo>
                    <a:pt x="334237" y="141819"/>
                  </a:lnTo>
                  <a:lnTo>
                    <a:pt x="333972" y="136515"/>
                  </a:lnTo>
                  <a:lnTo>
                    <a:pt x="333539" y="131223"/>
                  </a:lnTo>
                  <a:lnTo>
                    <a:pt x="332937" y="125947"/>
                  </a:lnTo>
                  <a:lnTo>
                    <a:pt x="332169" y="120693"/>
                  </a:lnTo>
                  <a:lnTo>
                    <a:pt x="331234" y="115466"/>
                  </a:lnTo>
                  <a:lnTo>
                    <a:pt x="330133" y="110271"/>
                  </a:lnTo>
                  <a:lnTo>
                    <a:pt x="328868" y="105114"/>
                  </a:lnTo>
                  <a:lnTo>
                    <a:pt x="327440" y="99999"/>
                  </a:lnTo>
                  <a:lnTo>
                    <a:pt x="325850" y="94933"/>
                  </a:lnTo>
                  <a:lnTo>
                    <a:pt x="324100" y="89920"/>
                  </a:lnTo>
                  <a:lnTo>
                    <a:pt x="322191" y="84964"/>
                  </a:lnTo>
                  <a:lnTo>
                    <a:pt x="320126" y="80072"/>
                  </a:lnTo>
                  <a:lnTo>
                    <a:pt x="317907" y="75248"/>
                  </a:lnTo>
                  <a:lnTo>
                    <a:pt x="315536" y="70497"/>
                  </a:lnTo>
                  <a:lnTo>
                    <a:pt x="313015" y="65823"/>
                  </a:lnTo>
                  <a:lnTo>
                    <a:pt x="310347" y="61232"/>
                  </a:lnTo>
                  <a:lnTo>
                    <a:pt x="307534" y="56728"/>
                  </a:lnTo>
                  <a:lnTo>
                    <a:pt x="304580" y="52316"/>
                  </a:lnTo>
                  <a:lnTo>
                    <a:pt x="301487" y="48000"/>
                  </a:lnTo>
                  <a:lnTo>
                    <a:pt x="298259" y="43784"/>
                  </a:lnTo>
                  <a:lnTo>
                    <a:pt x="294898" y="39672"/>
                  </a:lnTo>
                  <a:lnTo>
                    <a:pt x="291408" y="35670"/>
                  </a:lnTo>
                  <a:lnTo>
                    <a:pt x="287794" y="31780"/>
                  </a:lnTo>
                  <a:lnTo>
                    <a:pt x="284057" y="28008"/>
                  </a:lnTo>
                  <a:lnTo>
                    <a:pt x="280202" y="24355"/>
                  </a:lnTo>
                  <a:lnTo>
                    <a:pt x="276234" y="20827"/>
                  </a:lnTo>
                  <a:lnTo>
                    <a:pt x="272155" y="17427"/>
                  </a:lnTo>
                  <a:lnTo>
                    <a:pt x="267970" y="14158"/>
                  </a:lnTo>
                  <a:lnTo>
                    <a:pt x="263684" y="11024"/>
                  </a:lnTo>
                  <a:lnTo>
                    <a:pt x="259300" y="8027"/>
                  </a:lnTo>
                  <a:lnTo>
                    <a:pt x="167167" y="1475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023544" y="941493"/>
              <a:ext cx="92133" cy="167167"/>
            </a:xfrm>
            <a:custGeom>
              <a:avLst/>
              <a:pathLst>
                <a:path w="92133" h="167167">
                  <a:moveTo>
                    <a:pt x="92133" y="27681"/>
                  </a:moveTo>
                  <a:lnTo>
                    <a:pt x="87290" y="24600"/>
                  </a:lnTo>
                  <a:lnTo>
                    <a:pt x="82344" y="21687"/>
                  </a:lnTo>
                  <a:lnTo>
                    <a:pt x="77301" y="18946"/>
                  </a:lnTo>
                  <a:lnTo>
                    <a:pt x="72167" y="16380"/>
                  </a:lnTo>
                  <a:lnTo>
                    <a:pt x="66948" y="13991"/>
                  </a:lnTo>
                  <a:lnTo>
                    <a:pt x="61650" y="11783"/>
                  </a:lnTo>
                  <a:lnTo>
                    <a:pt x="56279" y="9758"/>
                  </a:lnTo>
                  <a:lnTo>
                    <a:pt x="50842" y="7919"/>
                  </a:lnTo>
                  <a:lnTo>
                    <a:pt x="45345" y="6267"/>
                  </a:lnTo>
                  <a:lnTo>
                    <a:pt x="39794" y="4805"/>
                  </a:lnTo>
                  <a:lnTo>
                    <a:pt x="34197" y="3535"/>
                  </a:lnTo>
                  <a:lnTo>
                    <a:pt x="28559" y="2457"/>
                  </a:lnTo>
                  <a:lnTo>
                    <a:pt x="22888" y="1574"/>
                  </a:lnTo>
                  <a:lnTo>
                    <a:pt x="17189" y="886"/>
                  </a:lnTo>
                  <a:lnTo>
                    <a:pt x="11471" y="394"/>
                  </a:lnTo>
                  <a:lnTo>
                    <a:pt x="573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9372" y="941493"/>
              <a:ext cx="46842" cy="167167"/>
            </a:xfrm>
            <a:custGeom>
              <a:avLst/>
              <a:pathLst>
                <a:path w="46842" h="167167">
                  <a:moveTo>
                    <a:pt x="46842" y="0"/>
                  </a:moveTo>
                  <a:lnTo>
                    <a:pt x="40909" y="105"/>
                  </a:lnTo>
                  <a:lnTo>
                    <a:pt x="34983" y="421"/>
                  </a:lnTo>
                  <a:lnTo>
                    <a:pt x="29072" y="947"/>
                  </a:lnTo>
                  <a:lnTo>
                    <a:pt x="23183" y="1682"/>
                  </a:lnTo>
                  <a:lnTo>
                    <a:pt x="17324" y="2626"/>
                  </a:lnTo>
                  <a:lnTo>
                    <a:pt x="11502" y="3778"/>
                  </a:lnTo>
                  <a:lnTo>
                    <a:pt x="5725" y="5135"/>
                  </a:lnTo>
                  <a:lnTo>
                    <a:pt x="0" y="6697"/>
                  </a:lnTo>
                  <a:lnTo>
                    <a:pt x="4684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9372" y="948190"/>
              <a:ext cx="46842" cy="160470"/>
            </a:xfrm>
            <a:custGeom>
              <a:avLst/>
              <a:pathLst>
                <a:path w="46842" h="160470">
                  <a:moveTo>
                    <a:pt x="0" y="0"/>
                  </a:moveTo>
                  <a:lnTo>
                    <a:pt x="46842" y="1604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9372" y="948190"/>
              <a:ext cx="46842" cy="160470"/>
            </a:xfrm>
            <a:custGeom>
              <a:avLst/>
              <a:pathLst>
                <a:path w="46842" h="160470">
                  <a:moveTo>
                    <a:pt x="0" y="0"/>
                  </a:moveTo>
                  <a:lnTo>
                    <a:pt x="46842" y="1604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9372" y="948190"/>
              <a:ext cx="46842" cy="160470"/>
            </a:xfrm>
            <a:custGeom>
              <a:avLst/>
              <a:pathLst>
                <a:path w="46842" h="160470">
                  <a:moveTo>
                    <a:pt x="0" y="0"/>
                  </a:moveTo>
                  <a:lnTo>
                    <a:pt x="46842" y="1604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9372" y="948190"/>
              <a:ext cx="46842" cy="160470"/>
            </a:xfrm>
            <a:custGeom>
              <a:avLst/>
              <a:pathLst>
                <a:path w="46842" h="160470">
                  <a:moveTo>
                    <a:pt x="0" y="0"/>
                  </a:moveTo>
                  <a:lnTo>
                    <a:pt x="46842" y="1604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9372" y="948190"/>
              <a:ext cx="46842" cy="160470"/>
            </a:xfrm>
            <a:custGeom>
              <a:avLst/>
              <a:pathLst>
                <a:path w="46842" h="160470">
                  <a:moveTo>
                    <a:pt x="0" y="0"/>
                  </a:moveTo>
                  <a:lnTo>
                    <a:pt x="46842" y="1604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9372" y="948190"/>
              <a:ext cx="46842" cy="160470"/>
            </a:xfrm>
            <a:custGeom>
              <a:avLst/>
              <a:pathLst>
                <a:path w="46842" h="160470">
                  <a:moveTo>
                    <a:pt x="0" y="0"/>
                  </a:moveTo>
                  <a:lnTo>
                    <a:pt x="46842" y="1604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9372" y="948190"/>
              <a:ext cx="46842" cy="160470"/>
            </a:xfrm>
            <a:custGeom>
              <a:avLst/>
              <a:pathLst>
                <a:path w="46842" h="160470">
                  <a:moveTo>
                    <a:pt x="0" y="0"/>
                  </a:moveTo>
                  <a:lnTo>
                    <a:pt x="46842" y="1604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9372" y="948190"/>
              <a:ext cx="46842" cy="160470"/>
            </a:xfrm>
            <a:custGeom>
              <a:avLst/>
              <a:pathLst>
                <a:path w="46842" h="160470">
                  <a:moveTo>
                    <a:pt x="0" y="0"/>
                  </a:moveTo>
                  <a:lnTo>
                    <a:pt x="46842" y="1604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9372" y="948190"/>
              <a:ext cx="46842" cy="160470"/>
            </a:xfrm>
            <a:custGeom>
              <a:avLst/>
              <a:pathLst>
                <a:path w="46842" h="160470">
                  <a:moveTo>
                    <a:pt x="0" y="0"/>
                  </a:moveTo>
                  <a:lnTo>
                    <a:pt x="46842" y="1604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9372" y="948190"/>
              <a:ext cx="46842" cy="160470"/>
            </a:xfrm>
            <a:custGeom>
              <a:avLst/>
              <a:pathLst>
                <a:path w="46842" h="160470">
                  <a:moveTo>
                    <a:pt x="0" y="0"/>
                  </a:moveTo>
                  <a:lnTo>
                    <a:pt x="46842" y="1604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9372" y="948190"/>
              <a:ext cx="46842" cy="160470"/>
            </a:xfrm>
            <a:custGeom>
              <a:avLst/>
              <a:pathLst>
                <a:path w="46842" h="160470">
                  <a:moveTo>
                    <a:pt x="0" y="0"/>
                  </a:moveTo>
                  <a:lnTo>
                    <a:pt x="46842" y="1604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9372" y="948190"/>
              <a:ext cx="46842" cy="160470"/>
            </a:xfrm>
            <a:custGeom>
              <a:avLst/>
              <a:pathLst>
                <a:path w="46842" h="160470">
                  <a:moveTo>
                    <a:pt x="0" y="0"/>
                  </a:moveTo>
                  <a:lnTo>
                    <a:pt x="46842" y="1604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9372" y="948190"/>
              <a:ext cx="46842" cy="160470"/>
            </a:xfrm>
            <a:custGeom>
              <a:avLst/>
              <a:pathLst>
                <a:path w="46842" h="160470">
                  <a:moveTo>
                    <a:pt x="0" y="0"/>
                  </a:moveTo>
                  <a:lnTo>
                    <a:pt x="46842" y="1604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9372" y="948190"/>
              <a:ext cx="46842" cy="160470"/>
            </a:xfrm>
            <a:custGeom>
              <a:avLst/>
              <a:pathLst>
                <a:path w="46842" h="160470">
                  <a:moveTo>
                    <a:pt x="0" y="0"/>
                  </a:moveTo>
                  <a:lnTo>
                    <a:pt x="46842" y="1604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9372" y="948190"/>
              <a:ext cx="46842" cy="160470"/>
            </a:xfrm>
            <a:custGeom>
              <a:avLst/>
              <a:pathLst>
                <a:path w="46842" h="160470">
                  <a:moveTo>
                    <a:pt x="0" y="0"/>
                  </a:moveTo>
                  <a:lnTo>
                    <a:pt x="46842" y="1604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9372" y="948190"/>
              <a:ext cx="46842" cy="160470"/>
            </a:xfrm>
            <a:custGeom>
              <a:avLst/>
              <a:pathLst>
                <a:path w="46842" h="160470">
                  <a:moveTo>
                    <a:pt x="0" y="0"/>
                  </a:moveTo>
                  <a:lnTo>
                    <a:pt x="46842" y="1604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9372" y="948190"/>
              <a:ext cx="46842" cy="160470"/>
            </a:xfrm>
            <a:custGeom>
              <a:avLst/>
              <a:pathLst>
                <a:path w="46842" h="160470">
                  <a:moveTo>
                    <a:pt x="0" y="0"/>
                  </a:moveTo>
                  <a:lnTo>
                    <a:pt x="46842" y="1604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9372" y="948190"/>
              <a:ext cx="46842" cy="160470"/>
            </a:xfrm>
            <a:custGeom>
              <a:avLst/>
              <a:pathLst>
                <a:path w="46842" h="160470">
                  <a:moveTo>
                    <a:pt x="0" y="0"/>
                  </a:moveTo>
                  <a:lnTo>
                    <a:pt x="46842" y="1604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19054" y="948190"/>
              <a:ext cx="167161" cy="302375"/>
            </a:xfrm>
            <a:custGeom>
              <a:avLst/>
              <a:pathLst>
                <a:path w="167161" h="302375">
                  <a:moveTo>
                    <a:pt x="120318" y="0"/>
                  </a:moveTo>
                  <a:lnTo>
                    <a:pt x="115215" y="1578"/>
                  </a:lnTo>
                  <a:lnTo>
                    <a:pt x="110165" y="3319"/>
                  </a:lnTo>
                  <a:lnTo>
                    <a:pt x="105174" y="5220"/>
                  </a:lnTo>
                  <a:lnTo>
                    <a:pt x="100245" y="7279"/>
                  </a:lnTo>
                  <a:lnTo>
                    <a:pt x="95385" y="9495"/>
                  </a:lnTo>
                  <a:lnTo>
                    <a:pt x="90599" y="11865"/>
                  </a:lnTo>
                  <a:lnTo>
                    <a:pt x="85890" y="14387"/>
                  </a:lnTo>
                  <a:lnTo>
                    <a:pt x="81265" y="17058"/>
                  </a:lnTo>
                  <a:lnTo>
                    <a:pt x="76727" y="19876"/>
                  </a:lnTo>
                  <a:lnTo>
                    <a:pt x="72281" y="22837"/>
                  </a:lnTo>
                  <a:lnTo>
                    <a:pt x="67933" y="25938"/>
                  </a:lnTo>
                  <a:lnTo>
                    <a:pt x="63685" y="29177"/>
                  </a:lnTo>
                  <a:lnTo>
                    <a:pt x="59544" y="32550"/>
                  </a:lnTo>
                  <a:lnTo>
                    <a:pt x="55512" y="36053"/>
                  </a:lnTo>
                  <a:lnTo>
                    <a:pt x="51594" y="39684"/>
                  </a:lnTo>
                  <a:lnTo>
                    <a:pt x="47794" y="43438"/>
                  </a:lnTo>
                  <a:lnTo>
                    <a:pt x="44116" y="47311"/>
                  </a:lnTo>
                  <a:lnTo>
                    <a:pt x="40564" y="51300"/>
                  </a:lnTo>
                  <a:lnTo>
                    <a:pt x="37140" y="55400"/>
                  </a:lnTo>
                  <a:lnTo>
                    <a:pt x="33850" y="59607"/>
                  </a:lnTo>
                  <a:lnTo>
                    <a:pt x="30696" y="63918"/>
                  </a:lnTo>
                  <a:lnTo>
                    <a:pt x="27681" y="68327"/>
                  </a:lnTo>
                  <a:lnTo>
                    <a:pt x="24808" y="72830"/>
                  </a:lnTo>
                  <a:lnTo>
                    <a:pt x="22081" y="77423"/>
                  </a:lnTo>
                  <a:lnTo>
                    <a:pt x="19502" y="82100"/>
                  </a:lnTo>
                  <a:lnTo>
                    <a:pt x="17073" y="86858"/>
                  </a:lnTo>
                  <a:lnTo>
                    <a:pt x="14798" y="91690"/>
                  </a:lnTo>
                  <a:lnTo>
                    <a:pt x="12679" y="96593"/>
                  </a:lnTo>
                  <a:lnTo>
                    <a:pt x="10717" y="101561"/>
                  </a:lnTo>
                  <a:lnTo>
                    <a:pt x="8915" y="106589"/>
                  </a:lnTo>
                  <a:lnTo>
                    <a:pt x="7274" y="111672"/>
                  </a:lnTo>
                  <a:lnTo>
                    <a:pt x="5797" y="116805"/>
                  </a:lnTo>
                  <a:lnTo>
                    <a:pt x="4484" y="121983"/>
                  </a:lnTo>
                  <a:lnTo>
                    <a:pt x="3337" y="127199"/>
                  </a:lnTo>
                  <a:lnTo>
                    <a:pt x="2358" y="132450"/>
                  </a:lnTo>
                  <a:lnTo>
                    <a:pt x="1547" y="137730"/>
                  </a:lnTo>
                  <a:lnTo>
                    <a:pt x="905" y="143032"/>
                  </a:lnTo>
                  <a:lnTo>
                    <a:pt x="433" y="148353"/>
                  </a:lnTo>
                  <a:lnTo>
                    <a:pt x="131" y="153686"/>
                  </a:lnTo>
                  <a:lnTo>
                    <a:pt x="0" y="159025"/>
                  </a:lnTo>
                  <a:lnTo>
                    <a:pt x="39" y="164366"/>
                  </a:lnTo>
                  <a:lnTo>
                    <a:pt x="248" y="169704"/>
                  </a:lnTo>
                  <a:lnTo>
                    <a:pt x="629" y="175032"/>
                  </a:lnTo>
                  <a:lnTo>
                    <a:pt x="1179" y="180344"/>
                  </a:lnTo>
                  <a:lnTo>
                    <a:pt x="1899" y="185637"/>
                  </a:lnTo>
                  <a:lnTo>
                    <a:pt x="2787" y="190904"/>
                  </a:lnTo>
                  <a:lnTo>
                    <a:pt x="3843" y="196140"/>
                  </a:lnTo>
                  <a:lnTo>
                    <a:pt x="5066" y="201339"/>
                  </a:lnTo>
                  <a:lnTo>
                    <a:pt x="6455" y="206497"/>
                  </a:lnTo>
                  <a:lnTo>
                    <a:pt x="8007" y="211608"/>
                  </a:lnTo>
                  <a:lnTo>
                    <a:pt x="9722" y="216666"/>
                  </a:lnTo>
                  <a:lnTo>
                    <a:pt x="11598" y="221668"/>
                  </a:lnTo>
                  <a:lnTo>
                    <a:pt x="13632" y="226606"/>
                  </a:lnTo>
                  <a:lnTo>
                    <a:pt x="15824" y="231477"/>
                  </a:lnTo>
                  <a:lnTo>
                    <a:pt x="18170" y="236276"/>
                  </a:lnTo>
                  <a:lnTo>
                    <a:pt x="20667" y="240997"/>
                  </a:lnTo>
                  <a:lnTo>
                    <a:pt x="23315" y="245636"/>
                  </a:lnTo>
                  <a:lnTo>
                    <a:pt x="26109" y="250188"/>
                  </a:lnTo>
                  <a:lnTo>
                    <a:pt x="29048" y="254649"/>
                  </a:lnTo>
                  <a:lnTo>
                    <a:pt x="32127" y="259013"/>
                  </a:lnTo>
                  <a:lnTo>
                    <a:pt x="35344" y="263277"/>
                  </a:lnTo>
                  <a:lnTo>
                    <a:pt x="38696" y="267436"/>
                  </a:lnTo>
                  <a:lnTo>
                    <a:pt x="42179" y="271485"/>
                  </a:lnTo>
                  <a:lnTo>
                    <a:pt x="45789" y="275422"/>
                  </a:lnTo>
                  <a:lnTo>
                    <a:pt x="49524" y="279241"/>
                  </a:lnTo>
                  <a:lnTo>
                    <a:pt x="53378" y="282938"/>
                  </a:lnTo>
                  <a:lnTo>
                    <a:pt x="57349" y="286511"/>
                  </a:lnTo>
                  <a:lnTo>
                    <a:pt x="61432" y="289955"/>
                  </a:lnTo>
                  <a:lnTo>
                    <a:pt x="65623" y="293266"/>
                  </a:lnTo>
                  <a:lnTo>
                    <a:pt x="69917" y="296443"/>
                  </a:lnTo>
                  <a:lnTo>
                    <a:pt x="74311" y="299480"/>
                  </a:lnTo>
                  <a:lnTo>
                    <a:pt x="78799" y="302375"/>
                  </a:lnTo>
                  <a:lnTo>
                    <a:pt x="167161" y="1604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97854" y="941493"/>
              <a:ext cx="255522" cy="334316"/>
            </a:xfrm>
            <a:custGeom>
              <a:avLst/>
              <a:pathLst>
                <a:path w="255522" h="334316">
                  <a:moveTo>
                    <a:pt x="0" y="309073"/>
                  </a:moveTo>
                  <a:lnTo>
                    <a:pt x="4568" y="311817"/>
                  </a:lnTo>
                  <a:lnTo>
                    <a:pt x="9222" y="314415"/>
                  </a:lnTo>
                  <a:lnTo>
                    <a:pt x="13956" y="316863"/>
                  </a:lnTo>
                  <a:lnTo>
                    <a:pt x="18766" y="319159"/>
                  </a:lnTo>
                  <a:lnTo>
                    <a:pt x="23647" y="321300"/>
                  </a:lnTo>
                  <a:lnTo>
                    <a:pt x="28593" y="323285"/>
                  </a:lnTo>
                  <a:lnTo>
                    <a:pt x="33600" y="325111"/>
                  </a:lnTo>
                  <a:lnTo>
                    <a:pt x="38663" y="326776"/>
                  </a:lnTo>
                  <a:lnTo>
                    <a:pt x="43776" y="328279"/>
                  </a:lnTo>
                  <a:lnTo>
                    <a:pt x="48935" y="329619"/>
                  </a:lnTo>
                  <a:lnTo>
                    <a:pt x="54134" y="330793"/>
                  </a:lnTo>
                  <a:lnTo>
                    <a:pt x="59367" y="331801"/>
                  </a:lnTo>
                  <a:lnTo>
                    <a:pt x="64630" y="332641"/>
                  </a:lnTo>
                  <a:lnTo>
                    <a:pt x="69917" y="333314"/>
                  </a:lnTo>
                  <a:lnTo>
                    <a:pt x="75223" y="333817"/>
                  </a:lnTo>
                  <a:lnTo>
                    <a:pt x="80543" y="334151"/>
                  </a:lnTo>
                  <a:lnTo>
                    <a:pt x="85870" y="334316"/>
                  </a:lnTo>
                  <a:lnTo>
                    <a:pt x="91199" y="334310"/>
                  </a:lnTo>
                  <a:lnTo>
                    <a:pt x="96526" y="334135"/>
                  </a:lnTo>
                  <a:lnTo>
                    <a:pt x="101845" y="333790"/>
                  </a:lnTo>
                  <a:lnTo>
                    <a:pt x="107150" y="333275"/>
                  </a:lnTo>
                  <a:lnTo>
                    <a:pt x="112435" y="332592"/>
                  </a:lnTo>
                  <a:lnTo>
                    <a:pt x="117697" y="331740"/>
                  </a:lnTo>
                  <a:lnTo>
                    <a:pt x="122928" y="330721"/>
                  </a:lnTo>
                  <a:lnTo>
                    <a:pt x="128124" y="329536"/>
                  </a:lnTo>
                  <a:lnTo>
                    <a:pt x="133280" y="328186"/>
                  </a:lnTo>
                  <a:lnTo>
                    <a:pt x="138390" y="326672"/>
                  </a:lnTo>
                  <a:lnTo>
                    <a:pt x="143450" y="324997"/>
                  </a:lnTo>
                  <a:lnTo>
                    <a:pt x="148453" y="323160"/>
                  </a:lnTo>
                  <a:lnTo>
                    <a:pt x="153395" y="321165"/>
                  </a:lnTo>
                  <a:lnTo>
                    <a:pt x="158271" y="319014"/>
                  </a:lnTo>
                  <a:lnTo>
                    <a:pt x="163077" y="316708"/>
                  </a:lnTo>
                  <a:lnTo>
                    <a:pt x="167806" y="314250"/>
                  </a:lnTo>
                  <a:lnTo>
                    <a:pt x="172454" y="311643"/>
                  </a:lnTo>
                  <a:lnTo>
                    <a:pt x="177017" y="308889"/>
                  </a:lnTo>
                  <a:lnTo>
                    <a:pt x="181490" y="305990"/>
                  </a:lnTo>
                  <a:lnTo>
                    <a:pt x="185868" y="302951"/>
                  </a:lnTo>
                  <a:lnTo>
                    <a:pt x="190147" y="299774"/>
                  </a:lnTo>
                  <a:lnTo>
                    <a:pt x="194323" y="296462"/>
                  </a:lnTo>
                  <a:lnTo>
                    <a:pt x="198390" y="293018"/>
                  </a:lnTo>
                  <a:lnTo>
                    <a:pt x="202346" y="289446"/>
                  </a:lnTo>
                  <a:lnTo>
                    <a:pt x="206187" y="285751"/>
                  </a:lnTo>
                  <a:lnTo>
                    <a:pt x="209907" y="281934"/>
                  </a:lnTo>
                  <a:lnTo>
                    <a:pt x="213504" y="278001"/>
                  </a:lnTo>
                  <a:lnTo>
                    <a:pt x="216973" y="273956"/>
                  </a:lnTo>
                  <a:lnTo>
                    <a:pt x="220312" y="269801"/>
                  </a:lnTo>
                  <a:lnTo>
                    <a:pt x="223517" y="265543"/>
                  </a:lnTo>
                  <a:lnTo>
                    <a:pt x="226584" y="261184"/>
                  </a:lnTo>
                  <a:lnTo>
                    <a:pt x="229511" y="256730"/>
                  </a:lnTo>
                  <a:lnTo>
                    <a:pt x="232295" y="252185"/>
                  </a:lnTo>
                  <a:lnTo>
                    <a:pt x="234932" y="247553"/>
                  </a:lnTo>
                  <a:lnTo>
                    <a:pt x="237420" y="242840"/>
                  </a:lnTo>
                  <a:lnTo>
                    <a:pt x="239756" y="238050"/>
                  </a:lnTo>
                  <a:lnTo>
                    <a:pt x="241939" y="233187"/>
                  </a:lnTo>
                  <a:lnTo>
                    <a:pt x="243966" y="228258"/>
                  </a:lnTo>
                  <a:lnTo>
                    <a:pt x="245834" y="223267"/>
                  </a:lnTo>
                  <a:lnTo>
                    <a:pt x="247542" y="218218"/>
                  </a:lnTo>
                  <a:lnTo>
                    <a:pt x="249089" y="213118"/>
                  </a:lnTo>
                  <a:lnTo>
                    <a:pt x="250472" y="207971"/>
                  </a:lnTo>
                  <a:lnTo>
                    <a:pt x="251690" y="202782"/>
                  </a:lnTo>
                  <a:lnTo>
                    <a:pt x="252743" y="197557"/>
                  </a:lnTo>
                  <a:lnTo>
                    <a:pt x="253628" y="192302"/>
                  </a:lnTo>
                  <a:lnTo>
                    <a:pt x="254345" y="187020"/>
                  </a:lnTo>
                  <a:lnTo>
                    <a:pt x="254894" y="181719"/>
                  </a:lnTo>
                  <a:lnTo>
                    <a:pt x="255273" y="176403"/>
                  </a:lnTo>
                  <a:lnTo>
                    <a:pt x="255483" y="171077"/>
                  </a:lnTo>
                  <a:lnTo>
                    <a:pt x="255522" y="165748"/>
                  </a:lnTo>
                  <a:lnTo>
                    <a:pt x="255392" y="160420"/>
                  </a:lnTo>
                  <a:lnTo>
                    <a:pt x="255092" y="155098"/>
                  </a:lnTo>
                  <a:lnTo>
                    <a:pt x="254623" y="149789"/>
                  </a:lnTo>
                  <a:lnTo>
                    <a:pt x="253984" y="144498"/>
                  </a:lnTo>
                  <a:lnTo>
                    <a:pt x="253177" y="139230"/>
                  </a:lnTo>
                  <a:lnTo>
                    <a:pt x="252203" y="133990"/>
                  </a:lnTo>
                  <a:lnTo>
                    <a:pt x="251062" y="128784"/>
                  </a:lnTo>
                  <a:lnTo>
                    <a:pt x="249756" y="123616"/>
                  </a:lnTo>
                  <a:lnTo>
                    <a:pt x="248285" y="118494"/>
                  </a:lnTo>
                  <a:lnTo>
                    <a:pt x="246653" y="113420"/>
                  </a:lnTo>
                  <a:lnTo>
                    <a:pt x="244859" y="108401"/>
                  </a:lnTo>
                  <a:lnTo>
                    <a:pt x="242906" y="103442"/>
                  </a:lnTo>
                  <a:lnTo>
                    <a:pt x="240796" y="98548"/>
                  </a:lnTo>
                  <a:lnTo>
                    <a:pt x="238531" y="93724"/>
                  </a:lnTo>
                  <a:lnTo>
                    <a:pt x="236113" y="88974"/>
                  </a:lnTo>
                  <a:lnTo>
                    <a:pt x="233546" y="84303"/>
                  </a:lnTo>
                  <a:lnTo>
                    <a:pt x="230830" y="79717"/>
                  </a:lnTo>
                  <a:lnTo>
                    <a:pt x="227970" y="75220"/>
                  </a:lnTo>
                  <a:lnTo>
                    <a:pt x="224968" y="70816"/>
                  </a:lnTo>
                  <a:lnTo>
                    <a:pt x="221827" y="66510"/>
                  </a:lnTo>
                  <a:lnTo>
                    <a:pt x="218551" y="62307"/>
                  </a:lnTo>
                  <a:lnTo>
                    <a:pt x="215142" y="58210"/>
                  </a:lnTo>
                  <a:lnTo>
                    <a:pt x="211604" y="54224"/>
                  </a:lnTo>
                  <a:lnTo>
                    <a:pt x="207941" y="50352"/>
                  </a:lnTo>
                  <a:lnTo>
                    <a:pt x="204156" y="46600"/>
                  </a:lnTo>
                  <a:lnTo>
                    <a:pt x="200254" y="42970"/>
                  </a:lnTo>
                  <a:lnTo>
                    <a:pt x="196238" y="39466"/>
                  </a:lnTo>
                  <a:lnTo>
                    <a:pt x="192112" y="36092"/>
                  </a:lnTo>
                  <a:lnTo>
                    <a:pt x="187881" y="32851"/>
                  </a:lnTo>
                  <a:lnTo>
                    <a:pt x="183548" y="29747"/>
                  </a:lnTo>
                  <a:lnTo>
                    <a:pt x="179119" y="26782"/>
                  </a:lnTo>
                  <a:lnTo>
                    <a:pt x="174598" y="23960"/>
                  </a:lnTo>
                  <a:lnTo>
                    <a:pt x="169989" y="21284"/>
                  </a:lnTo>
                  <a:lnTo>
                    <a:pt x="165297" y="18756"/>
                  </a:lnTo>
                  <a:lnTo>
                    <a:pt x="160527" y="16379"/>
                  </a:lnTo>
                  <a:lnTo>
                    <a:pt x="155683" y="14155"/>
                  </a:lnTo>
                  <a:lnTo>
                    <a:pt x="150771" y="12087"/>
                  </a:lnTo>
                  <a:lnTo>
                    <a:pt x="145796" y="10176"/>
                  </a:lnTo>
                  <a:lnTo>
                    <a:pt x="140762" y="8425"/>
                  </a:lnTo>
                  <a:lnTo>
                    <a:pt x="135675" y="6835"/>
                  </a:lnTo>
                  <a:lnTo>
                    <a:pt x="130540" y="5408"/>
                  </a:lnTo>
                  <a:lnTo>
                    <a:pt x="125361" y="4146"/>
                  </a:lnTo>
                  <a:lnTo>
                    <a:pt x="120146" y="3049"/>
                  </a:lnTo>
                  <a:lnTo>
                    <a:pt x="114898" y="2119"/>
                  </a:lnTo>
                  <a:lnTo>
                    <a:pt x="109623" y="1357"/>
                  </a:lnTo>
                  <a:lnTo>
                    <a:pt x="104326" y="764"/>
                  </a:lnTo>
                  <a:lnTo>
                    <a:pt x="99014" y="339"/>
                  </a:lnTo>
                  <a:lnTo>
                    <a:pt x="93690" y="84"/>
                  </a:lnTo>
                  <a:lnTo>
                    <a:pt x="88361" y="0"/>
                  </a:lnTo>
                  <a:lnTo>
                    <a:pt x="883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334" y="1071028"/>
              <a:ext cx="167166" cy="178422"/>
            </a:xfrm>
            <a:custGeom>
              <a:avLst/>
              <a:pathLst>
                <a:path w="167166" h="178422">
                  <a:moveTo>
                    <a:pt x="167166" y="0"/>
                  </a:moveTo>
                  <a:lnTo>
                    <a:pt x="161797" y="86"/>
                  </a:lnTo>
                  <a:lnTo>
                    <a:pt x="156434" y="344"/>
                  </a:lnTo>
                  <a:lnTo>
                    <a:pt x="151082" y="775"/>
                  </a:lnTo>
                  <a:lnTo>
                    <a:pt x="145747" y="1377"/>
                  </a:lnTo>
                  <a:lnTo>
                    <a:pt x="140433" y="2151"/>
                  </a:lnTo>
                  <a:lnTo>
                    <a:pt x="135148" y="3095"/>
                  </a:lnTo>
                  <a:lnTo>
                    <a:pt x="129895" y="4207"/>
                  </a:lnTo>
                  <a:lnTo>
                    <a:pt x="124680" y="5488"/>
                  </a:lnTo>
                  <a:lnTo>
                    <a:pt x="119510" y="6936"/>
                  </a:lnTo>
                  <a:lnTo>
                    <a:pt x="114389" y="8550"/>
                  </a:lnTo>
                  <a:lnTo>
                    <a:pt x="109322" y="10326"/>
                  </a:lnTo>
                  <a:lnTo>
                    <a:pt x="104315" y="12265"/>
                  </a:lnTo>
                  <a:lnTo>
                    <a:pt x="99372" y="14363"/>
                  </a:lnTo>
                  <a:lnTo>
                    <a:pt x="94500" y="16619"/>
                  </a:lnTo>
                  <a:lnTo>
                    <a:pt x="89702" y="19031"/>
                  </a:lnTo>
                  <a:lnTo>
                    <a:pt x="84985" y="21595"/>
                  </a:lnTo>
                  <a:lnTo>
                    <a:pt x="80352" y="24309"/>
                  </a:lnTo>
                  <a:lnTo>
                    <a:pt x="75809" y="27171"/>
                  </a:lnTo>
                  <a:lnTo>
                    <a:pt x="71360" y="30177"/>
                  </a:lnTo>
                  <a:lnTo>
                    <a:pt x="67010" y="33325"/>
                  </a:lnTo>
                  <a:lnTo>
                    <a:pt x="62763" y="36611"/>
                  </a:lnTo>
                  <a:lnTo>
                    <a:pt x="58624" y="40031"/>
                  </a:lnTo>
                  <a:lnTo>
                    <a:pt x="54597" y="43582"/>
                  </a:lnTo>
                  <a:lnTo>
                    <a:pt x="50686" y="47261"/>
                  </a:lnTo>
                  <a:lnTo>
                    <a:pt x="46895" y="51064"/>
                  </a:lnTo>
                  <a:lnTo>
                    <a:pt x="43229" y="54986"/>
                  </a:lnTo>
                  <a:lnTo>
                    <a:pt x="39690" y="59025"/>
                  </a:lnTo>
                  <a:lnTo>
                    <a:pt x="36283" y="63174"/>
                  </a:lnTo>
                  <a:lnTo>
                    <a:pt x="33010" y="67431"/>
                  </a:lnTo>
                  <a:lnTo>
                    <a:pt x="29876" y="71791"/>
                  </a:lnTo>
                  <a:lnTo>
                    <a:pt x="26884" y="76250"/>
                  </a:lnTo>
                  <a:lnTo>
                    <a:pt x="24037" y="80802"/>
                  </a:lnTo>
                  <a:lnTo>
                    <a:pt x="21337" y="85443"/>
                  </a:lnTo>
                  <a:lnTo>
                    <a:pt x="18787" y="90169"/>
                  </a:lnTo>
                  <a:lnTo>
                    <a:pt x="16391" y="94974"/>
                  </a:lnTo>
                  <a:lnTo>
                    <a:pt x="14150" y="99853"/>
                  </a:lnTo>
                  <a:lnTo>
                    <a:pt x="12068" y="104802"/>
                  </a:lnTo>
                  <a:lnTo>
                    <a:pt x="10145" y="109815"/>
                  </a:lnTo>
                  <a:lnTo>
                    <a:pt x="8384" y="114888"/>
                  </a:lnTo>
                  <a:lnTo>
                    <a:pt x="6787" y="120014"/>
                  </a:lnTo>
                  <a:lnTo>
                    <a:pt x="5355" y="125189"/>
                  </a:lnTo>
                  <a:lnTo>
                    <a:pt x="4090" y="130407"/>
                  </a:lnTo>
                  <a:lnTo>
                    <a:pt x="2994" y="135664"/>
                  </a:lnTo>
                  <a:lnTo>
                    <a:pt x="2067" y="140952"/>
                  </a:lnTo>
                  <a:lnTo>
                    <a:pt x="1310" y="146268"/>
                  </a:lnTo>
                  <a:lnTo>
                    <a:pt x="725" y="151606"/>
                  </a:lnTo>
                  <a:lnTo>
                    <a:pt x="311" y="156959"/>
                  </a:lnTo>
                  <a:lnTo>
                    <a:pt x="69" y="162323"/>
                  </a:lnTo>
                  <a:lnTo>
                    <a:pt x="0" y="167692"/>
                  </a:lnTo>
                  <a:lnTo>
                    <a:pt x="103" y="173060"/>
                  </a:lnTo>
                  <a:lnTo>
                    <a:pt x="378" y="17842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713" y="1238196"/>
              <a:ext cx="166788" cy="11255"/>
            </a:xfrm>
            <a:custGeom>
              <a:avLst/>
              <a:pathLst>
                <a:path w="166788" h="11255">
                  <a:moveTo>
                    <a:pt x="0" y="11255"/>
                  </a:moveTo>
                  <a:lnTo>
                    <a:pt x="16678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713" y="1238196"/>
              <a:ext cx="166788" cy="11255"/>
            </a:xfrm>
            <a:custGeom>
              <a:avLst/>
              <a:pathLst>
                <a:path w="166788" h="11255">
                  <a:moveTo>
                    <a:pt x="0" y="11255"/>
                  </a:moveTo>
                  <a:lnTo>
                    <a:pt x="16678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713" y="1238196"/>
              <a:ext cx="166788" cy="11255"/>
            </a:xfrm>
            <a:custGeom>
              <a:avLst/>
              <a:pathLst>
                <a:path w="166788" h="11255">
                  <a:moveTo>
                    <a:pt x="0" y="11255"/>
                  </a:moveTo>
                  <a:lnTo>
                    <a:pt x="16678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713" y="1238196"/>
              <a:ext cx="166788" cy="11255"/>
            </a:xfrm>
            <a:custGeom>
              <a:avLst/>
              <a:pathLst>
                <a:path w="166788" h="11255">
                  <a:moveTo>
                    <a:pt x="0" y="11255"/>
                  </a:moveTo>
                  <a:lnTo>
                    <a:pt x="1667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713" y="1238196"/>
              <a:ext cx="166788" cy="11255"/>
            </a:xfrm>
            <a:custGeom>
              <a:avLst/>
              <a:pathLst>
                <a:path w="166788" h="11255">
                  <a:moveTo>
                    <a:pt x="0" y="11255"/>
                  </a:moveTo>
                  <a:lnTo>
                    <a:pt x="1667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713" y="1238196"/>
              <a:ext cx="166788" cy="11255"/>
            </a:xfrm>
            <a:custGeom>
              <a:avLst/>
              <a:pathLst>
                <a:path w="166788" h="11255">
                  <a:moveTo>
                    <a:pt x="0" y="11255"/>
                  </a:moveTo>
                  <a:lnTo>
                    <a:pt x="1667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713" y="1238196"/>
              <a:ext cx="166788" cy="11255"/>
            </a:xfrm>
            <a:custGeom>
              <a:avLst/>
              <a:pathLst>
                <a:path w="166788" h="11255">
                  <a:moveTo>
                    <a:pt x="0" y="11255"/>
                  </a:moveTo>
                  <a:lnTo>
                    <a:pt x="1667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713" y="1238196"/>
              <a:ext cx="166788" cy="11255"/>
            </a:xfrm>
            <a:custGeom>
              <a:avLst/>
              <a:pathLst>
                <a:path w="166788" h="11255">
                  <a:moveTo>
                    <a:pt x="0" y="11255"/>
                  </a:moveTo>
                  <a:lnTo>
                    <a:pt x="16678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713" y="1238196"/>
              <a:ext cx="166788" cy="11255"/>
            </a:xfrm>
            <a:custGeom>
              <a:avLst/>
              <a:pathLst>
                <a:path w="166788" h="11255">
                  <a:moveTo>
                    <a:pt x="0" y="11255"/>
                  </a:moveTo>
                  <a:lnTo>
                    <a:pt x="1667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713" y="1238196"/>
              <a:ext cx="166788" cy="11255"/>
            </a:xfrm>
            <a:custGeom>
              <a:avLst/>
              <a:pathLst>
                <a:path w="166788" h="11255">
                  <a:moveTo>
                    <a:pt x="0" y="11255"/>
                  </a:moveTo>
                  <a:lnTo>
                    <a:pt x="1667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713" y="1238196"/>
              <a:ext cx="166788" cy="11255"/>
            </a:xfrm>
            <a:custGeom>
              <a:avLst/>
              <a:pathLst>
                <a:path w="166788" h="11255">
                  <a:moveTo>
                    <a:pt x="0" y="11255"/>
                  </a:moveTo>
                  <a:lnTo>
                    <a:pt x="16678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713" y="1238196"/>
              <a:ext cx="166788" cy="11255"/>
            </a:xfrm>
            <a:custGeom>
              <a:avLst/>
              <a:pathLst>
                <a:path w="166788" h="11255">
                  <a:moveTo>
                    <a:pt x="0" y="11255"/>
                  </a:moveTo>
                  <a:lnTo>
                    <a:pt x="1667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713" y="1238196"/>
              <a:ext cx="166788" cy="11255"/>
            </a:xfrm>
            <a:custGeom>
              <a:avLst/>
              <a:pathLst>
                <a:path w="166788" h="11255">
                  <a:moveTo>
                    <a:pt x="0" y="11255"/>
                  </a:moveTo>
                  <a:lnTo>
                    <a:pt x="1667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713" y="1238196"/>
              <a:ext cx="166788" cy="11255"/>
            </a:xfrm>
            <a:custGeom>
              <a:avLst/>
              <a:pathLst>
                <a:path w="166788" h="11255">
                  <a:moveTo>
                    <a:pt x="0" y="11255"/>
                  </a:moveTo>
                  <a:lnTo>
                    <a:pt x="1667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713" y="1238196"/>
              <a:ext cx="166788" cy="11255"/>
            </a:xfrm>
            <a:custGeom>
              <a:avLst/>
              <a:pathLst>
                <a:path w="166788" h="11255">
                  <a:moveTo>
                    <a:pt x="0" y="11255"/>
                  </a:moveTo>
                  <a:lnTo>
                    <a:pt x="1667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713" y="1238196"/>
              <a:ext cx="166788" cy="11255"/>
            </a:xfrm>
            <a:custGeom>
              <a:avLst/>
              <a:pathLst>
                <a:path w="166788" h="11255">
                  <a:moveTo>
                    <a:pt x="0" y="11255"/>
                  </a:moveTo>
                  <a:lnTo>
                    <a:pt x="16678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713" y="1238196"/>
              <a:ext cx="166788" cy="11255"/>
            </a:xfrm>
            <a:custGeom>
              <a:avLst/>
              <a:pathLst>
                <a:path w="166788" h="11255">
                  <a:moveTo>
                    <a:pt x="0" y="11255"/>
                  </a:moveTo>
                  <a:lnTo>
                    <a:pt x="16678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713" y="1072671"/>
              <a:ext cx="333954" cy="332678"/>
            </a:xfrm>
            <a:custGeom>
              <a:avLst/>
              <a:pathLst>
                <a:path w="333954" h="332678">
                  <a:moveTo>
                    <a:pt x="0" y="176779"/>
                  </a:moveTo>
                  <a:lnTo>
                    <a:pt x="440" y="182064"/>
                  </a:lnTo>
                  <a:lnTo>
                    <a:pt x="1049" y="187332"/>
                  </a:lnTo>
                  <a:lnTo>
                    <a:pt x="1824" y="192578"/>
                  </a:lnTo>
                  <a:lnTo>
                    <a:pt x="2765" y="197796"/>
                  </a:lnTo>
                  <a:lnTo>
                    <a:pt x="3871" y="202983"/>
                  </a:lnTo>
                  <a:lnTo>
                    <a:pt x="5141" y="208131"/>
                  </a:lnTo>
                  <a:lnTo>
                    <a:pt x="6574" y="213237"/>
                  </a:lnTo>
                  <a:lnTo>
                    <a:pt x="8168" y="218294"/>
                  </a:lnTo>
                  <a:lnTo>
                    <a:pt x="9921" y="223299"/>
                  </a:lnTo>
                  <a:lnTo>
                    <a:pt x="11833" y="228245"/>
                  </a:lnTo>
                  <a:lnTo>
                    <a:pt x="13900" y="233129"/>
                  </a:lnTo>
                  <a:lnTo>
                    <a:pt x="16121" y="237944"/>
                  </a:lnTo>
                  <a:lnTo>
                    <a:pt x="18494" y="242686"/>
                  </a:lnTo>
                  <a:lnTo>
                    <a:pt x="21016" y="247351"/>
                  </a:lnTo>
                  <a:lnTo>
                    <a:pt x="23685" y="251933"/>
                  </a:lnTo>
                  <a:lnTo>
                    <a:pt x="26498" y="256429"/>
                  </a:lnTo>
                  <a:lnTo>
                    <a:pt x="29452" y="260833"/>
                  </a:lnTo>
                  <a:lnTo>
                    <a:pt x="32544" y="265141"/>
                  </a:lnTo>
                  <a:lnTo>
                    <a:pt x="35771" y="269349"/>
                  </a:lnTo>
                  <a:lnTo>
                    <a:pt x="39130" y="273452"/>
                  </a:lnTo>
                  <a:lnTo>
                    <a:pt x="42617" y="277447"/>
                  </a:lnTo>
                  <a:lnTo>
                    <a:pt x="46230" y="281329"/>
                  </a:lnTo>
                  <a:lnTo>
                    <a:pt x="49963" y="285094"/>
                  </a:lnTo>
                  <a:lnTo>
                    <a:pt x="53815" y="288740"/>
                  </a:lnTo>
                  <a:lnTo>
                    <a:pt x="57780" y="292261"/>
                  </a:lnTo>
                  <a:lnTo>
                    <a:pt x="61854" y="295655"/>
                  </a:lnTo>
                  <a:lnTo>
                    <a:pt x="66035" y="298917"/>
                  </a:lnTo>
                  <a:lnTo>
                    <a:pt x="70316" y="302046"/>
                  </a:lnTo>
                  <a:lnTo>
                    <a:pt x="74695" y="305037"/>
                  </a:lnTo>
                  <a:lnTo>
                    <a:pt x="79166" y="307888"/>
                  </a:lnTo>
                  <a:lnTo>
                    <a:pt x="83726" y="310595"/>
                  </a:lnTo>
                  <a:lnTo>
                    <a:pt x="88369" y="313157"/>
                  </a:lnTo>
                  <a:lnTo>
                    <a:pt x="93091" y="315570"/>
                  </a:lnTo>
                  <a:lnTo>
                    <a:pt x="97887" y="317832"/>
                  </a:lnTo>
                  <a:lnTo>
                    <a:pt x="102753" y="319941"/>
                  </a:lnTo>
                  <a:lnTo>
                    <a:pt x="107683" y="321894"/>
                  </a:lnTo>
                  <a:lnTo>
                    <a:pt x="112672" y="323690"/>
                  </a:lnTo>
                  <a:lnTo>
                    <a:pt x="117716" y="325327"/>
                  </a:lnTo>
                  <a:lnTo>
                    <a:pt x="122810" y="326803"/>
                  </a:lnTo>
                  <a:lnTo>
                    <a:pt x="127947" y="328117"/>
                  </a:lnTo>
                  <a:lnTo>
                    <a:pt x="133124" y="329267"/>
                  </a:lnTo>
                  <a:lnTo>
                    <a:pt x="138334" y="330252"/>
                  </a:lnTo>
                  <a:lnTo>
                    <a:pt x="143573" y="331072"/>
                  </a:lnTo>
                  <a:lnTo>
                    <a:pt x="148836" y="331725"/>
                  </a:lnTo>
                  <a:lnTo>
                    <a:pt x="154116" y="332210"/>
                  </a:lnTo>
                  <a:lnTo>
                    <a:pt x="159410" y="332528"/>
                  </a:lnTo>
                  <a:lnTo>
                    <a:pt x="164710" y="332678"/>
                  </a:lnTo>
                  <a:lnTo>
                    <a:pt x="170013" y="332660"/>
                  </a:lnTo>
                  <a:lnTo>
                    <a:pt x="175313" y="332474"/>
                  </a:lnTo>
                  <a:lnTo>
                    <a:pt x="180604" y="332119"/>
                  </a:lnTo>
                  <a:lnTo>
                    <a:pt x="185881" y="331597"/>
                  </a:lnTo>
                  <a:lnTo>
                    <a:pt x="191139" y="330908"/>
                  </a:lnTo>
                  <a:lnTo>
                    <a:pt x="196372" y="330053"/>
                  </a:lnTo>
                  <a:lnTo>
                    <a:pt x="201576" y="329032"/>
                  </a:lnTo>
                  <a:lnTo>
                    <a:pt x="206744" y="327846"/>
                  </a:lnTo>
                  <a:lnTo>
                    <a:pt x="211873" y="326497"/>
                  </a:lnTo>
                  <a:lnTo>
                    <a:pt x="216956" y="324986"/>
                  </a:lnTo>
                  <a:lnTo>
                    <a:pt x="221988" y="323314"/>
                  </a:lnTo>
                  <a:lnTo>
                    <a:pt x="226965" y="321484"/>
                  </a:lnTo>
                  <a:lnTo>
                    <a:pt x="231882" y="319497"/>
                  </a:lnTo>
                  <a:lnTo>
                    <a:pt x="236733" y="317355"/>
                  </a:lnTo>
                  <a:lnTo>
                    <a:pt x="241513" y="315060"/>
                  </a:lnTo>
                  <a:lnTo>
                    <a:pt x="246219" y="312615"/>
                  </a:lnTo>
                  <a:lnTo>
                    <a:pt x="250844" y="310021"/>
                  </a:lnTo>
                  <a:lnTo>
                    <a:pt x="255385" y="307282"/>
                  </a:lnTo>
                  <a:lnTo>
                    <a:pt x="259837" y="304401"/>
                  </a:lnTo>
                  <a:lnTo>
                    <a:pt x="264195" y="301380"/>
                  </a:lnTo>
                  <a:lnTo>
                    <a:pt x="268455" y="298222"/>
                  </a:lnTo>
                  <a:lnTo>
                    <a:pt x="272612" y="294930"/>
                  </a:lnTo>
                  <a:lnTo>
                    <a:pt x="276664" y="291509"/>
                  </a:lnTo>
                  <a:lnTo>
                    <a:pt x="280604" y="287960"/>
                  </a:lnTo>
                  <a:lnTo>
                    <a:pt x="284431" y="284289"/>
                  </a:lnTo>
                  <a:lnTo>
                    <a:pt x="288138" y="280498"/>
                  </a:lnTo>
                  <a:lnTo>
                    <a:pt x="291724" y="276591"/>
                  </a:lnTo>
                  <a:lnTo>
                    <a:pt x="295184" y="272572"/>
                  </a:lnTo>
                  <a:lnTo>
                    <a:pt x="298515" y="268446"/>
                  </a:lnTo>
                  <a:lnTo>
                    <a:pt x="301713" y="264216"/>
                  </a:lnTo>
                  <a:lnTo>
                    <a:pt x="304775" y="259887"/>
                  </a:lnTo>
                  <a:lnTo>
                    <a:pt x="307699" y="255463"/>
                  </a:lnTo>
                  <a:lnTo>
                    <a:pt x="310481" y="250948"/>
                  </a:lnTo>
                  <a:lnTo>
                    <a:pt x="313118" y="246347"/>
                  </a:lnTo>
                  <a:lnTo>
                    <a:pt x="315608" y="241665"/>
                  </a:lnTo>
                  <a:lnTo>
                    <a:pt x="317948" y="236907"/>
                  </a:lnTo>
                  <a:lnTo>
                    <a:pt x="320136" y="232076"/>
                  </a:lnTo>
                  <a:lnTo>
                    <a:pt x="322170" y="227179"/>
                  </a:lnTo>
                  <a:lnTo>
                    <a:pt x="324047" y="222220"/>
                  </a:lnTo>
                  <a:lnTo>
                    <a:pt x="325766" y="217203"/>
                  </a:lnTo>
                  <a:lnTo>
                    <a:pt x="327325" y="212135"/>
                  </a:lnTo>
                  <a:lnTo>
                    <a:pt x="328723" y="207019"/>
                  </a:lnTo>
                  <a:lnTo>
                    <a:pt x="329958" y="201862"/>
                  </a:lnTo>
                  <a:lnTo>
                    <a:pt x="331028" y="196669"/>
                  </a:lnTo>
                  <a:lnTo>
                    <a:pt x="331933" y="191444"/>
                  </a:lnTo>
                  <a:lnTo>
                    <a:pt x="332672" y="186192"/>
                  </a:lnTo>
                  <a:lnTo>
                    <a:pt x="333244" y="180921"/>
                  </a:lnTo>
                  <a:lnTo>
                    <a:pt x="333649" y="175633"/>
                  </a:lnTo>
                  <a:lnTo>
                    <a:pt x="333886" y="170336"/>
                  </a:lnTo>
                  <a:lnTo>
                    <a:pt x="333954" y="165033"/>
                  </a:lnTo>
                  <a:lnTo>
                    <a:pt x="333855" y="159731"/>
                  </a:lnTo>
                  <a:lnTo>
                    <a:pt x="333587" y="154435"/>
                  </a:lnTo>
                  <a:lnTo>
                    <a:pt x="333151" y="149150"/>
                  </a:lnTo>
                  <a:lnTo>
                    <a:pt x="332548" y="143882"/>
                  </a:lnTo>
                  <a:lnTo>
                    <a:pt x="331778" y="138635"/>
                  </a:lnTo>
                  <a:lnTo>
                    <a:pt x="330842" y="133416"/>
                  </a:lnTo>
                  <a:lnTo>
                    <a:pt x="329742" y="128228"/>
                  </a:lnTo>
                  <a:lnTo>
                    <a:pt x="328477" y="123078"/>
                  </a:lnTo>
                  <a:lnTo>
                    <a:pt x="327049" y="117971"/>
                  </a:lnTo>
                  <a:lnTo>
                    <a:pt x="325460" y="112912"/>
                  </a:lnTo>
                  <a:lnTo>
                    <a:pt x="323711" y="107906"/>
                  </a:lnTo>
                  <a:lnTo>
                    <a:pt x="321805" y="102958"/>
                  </a:lnTo>
                  <a:lnTo>
                    <a:pt x="319743" y="98072"/>
                  </a:lnTo>
                  <a:lnTo>
                    <a:pt x="317526" y="93255"/>
                  </a:lnTo>
                  <a:lnTo>
                    <a:pt x="315158" y="88510"/>
                  </a:lnTo>
                  <a:lnTo>
                    <a:pt x="312641" y="83843"/>
                  </a:lnTo>
                  <a:lnTo>
                    <a:pt x="309977" y="79258"/>
                  </a:lnTo>
                  <a:lnTo>
                    <a:pt x="307168" y="74759"/>
                  </a:lnTo>
                  <a:lnTo>
                    <a:pt x="304219" y="70353"/>
                  </a:lnTo>
                  <a:lnTo>
                    <a:pt x="301131" y="66041"/>
                  </a:lnTo>
                  <a:lnTo>
                    <a:pt x="297908" y="61830"/>
                  </a:lnTo>
                  <a:lnTo>
                    <a:pt x="294553" y="57724"/>
                  </a:lnTo>
                  <a:lnTo>
                    <a:pt x="291070" y="53725"/>
                  </a:lnTo>
                  <a:lnTo>
                    <a:pt x="287461" y="49840"/>
                  </a:lnTo>
                  <a:lnTo>
                    <a:pt x="283731" y="46070"/>
                  </a:lnTo>
                  <a:lnTo>
                    <a:pt x="279884" y="42421"/>
                  </a:lnTo>
                  <a:lnTo>
                    <a:pt x="275922" y="38896"/>
                  </a:lnTo>
                  <a:lnTo>
                    <a:pt x="271851" y="35498"/>
                  </a:lnTo>
                  <a:lnTo>
                    <a:pt x="267674" y="32231"/>
                  </a:lnTo>
                  <a:lnTo>
                    <a:pt x="263395" y="29099"/>
                  </a:lnTo>
                  <a:lnTo>
                    <a:pt x="259020" y="26103"/>
                  </a:lnTo>
                  <a:lnTo>
                    <a:pt x="254551" y="23248"/>
                  </a:lnTo>
                  <a:lnTo>
                    <a:pt x="249994" y="20536"/>
                  </a:lnTo>
                  <a:lnTo>
                    <a:pt x="245354" y="17969"/>
                  </a:lnTo>
                  <a:lnTo>
                    <a:pt x="240634" y="15552"/>
                  </a:lnTo>
                  <a:lnTo>
                    <a:pt x="235840" y="13285"/>
                  </a:lnTo>
                  <a:lnTo>
                    <a:pt x="230977" y="11171"/>
                  </a:lnTo>
                  <a:lnTo>
                    <a:pt x="226049" y="9213"/>
                  </a:lnTo>
                  <a:lnTo>
                    <a:pt x="221061" y="7412"/>
                  </a:lnTo>
                  <a:lnTo>
                    <a:pt x="216019" y="5770"/>
                  </a:lnTo>
                  <a:lnTo>
                    <a:pt x="210927" y="4289"/>
                  </a:lnTo>
                  <a:lnTo>
                    <a:pt x="205791" y="2970"/>
                  </a:lnTo>
                  <a:lnTo>
                    <a:pt x="200615" y="1815"/>
                  </a:lnTo>
                  <a:lnTo>
                    <a:pt x="195406" y="824"/>
                  </a:lnTo>
                  <a:lnTo>
                    <a:pt x="190167" y="0"/>
                  </a:lnTo>
                  <a:lnTo>
                    <a:pt x="166788" y="1655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64501" y="1071028"/>
              <a:ext cx="23379" cy="167167"/>
            </a:xfrm>
            <a:custGeom>
              <a:avLst/>
              <a:pathLst>
                <a:path w="23379" h="167167">
                  <a:moveTo>
                    <a:pt x="23379" y="1643"/>
                  </a:moveTo>
                  <a:lnTo>
                    <a:pt x="15615" y="730"/>
                  </a:lnTo>
                  <a:lnTo>
                    <a:pt x="7816" y="18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23296" y="1322571"/>
              <a:ext cx="65424" cy="167167"/>
            </a:xfrm>
            <a:custGeom>
              <a:avLst/>
              <a:pathLst>
                <a:path w="65424" h="167167">
                  <a:moveTo>
                    <a:pt x="65424" y="0"/>
                  </a:moveTo>
                  <a:lnTo>
                    <a:pt x="59314" y="111"/>
                  </a:lnTo>
                  <a:lnTo>
                    <a:pt x="53212" y="446"/>
                  </a:lnTo>
                  <a:lnTo>
                    <a:pt x="47127" y="1004"/>
                  </a:lnTo>
                  <a:lnTo>
                    <a:pt x="41067" y="1783"/>
                  </a:lnTo>
                  <a:lnTo>
                    <a:pt x="35038" y="2784"/>
                  </a:lnTo>
                  <a:lnTo>
                    <a:pt x="29051" y="4005"/>
                  </a:lnTo>
                  <a:lnTo>
                    <a:pt x="23112" y="5443"/>
                  </a:lnTo>
                  <a:lnTo>
                    <a:pt x="17229" y="7097"/>
                  </a:lnTo>
                  <a:lnTo>
                    <a:pt x="11411" y="8966"/>
                  </a:lnTo>
                  <a:lnTo>
                    <a:pt x="5666" y="11045"/>
                  </a:lnTo>
                  <a:lnTo>
                    <a:pt x="0" y="13334"/>
                  </a:lnTo>
                  <a:lnTo>
                    <a:pt x="6542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3296" y="1335906"/>
              <a:ext cx="65424" cy="153833"/>
            </a:xfrm>
            <a:custGeom>
              <a:avLst/>
              <a:pathLst>
                <a:path w="65424" h="153833">
                  <a:moveTo>
                    <a:pt x="0" y="0"/>
                  </a:moveTo>
                  <a:lnTo>
                    <a:pt x="65424" y="1538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3296" y="1335906"/>
              <a:ext cx="65424" cy="153833"/>
            </a:xfrm>
            <a:custGeom>
              <a:avLst/>
              <a:pathLst>
                <a:path w="65424" h="153833">
                  <a:moveTo>
                    <a:pt x="0" y="0"/>
                  </a:moveTo>
                  <a:lnTo>
                    <a:pt x="65424" y="1538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3296" y="1335906"/>
              <a:ext cx="65424" cy="153833"/>
            </a:xfrm>
            <a:custGeom>
              <a:avLst/>
              <a:pathLst>
                <a:path w="65424" h="153833">
                  <a:moveTo>
                    <a:pt x="0" y="0"/>
                  </a:moveTo>
                  <a:lnTo>
                    <a:pt x="65424" y="1538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3296" y="1335906"/>
              <a:ext cx="65424" cy="153833"/>
            </a:xfrm>
            <a:custGeom>
              <a:avLst/>
              <a:pathLst>
                <a:path w="65424" h="153833">
                  <a:moveTo>
                    <a:pt x="0" y="0"/>
                  </a:moveTo>
                  <a:lnTo>
                    <a:pt x="65424" y="1538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3296" y="1335906"/>
              <a:ext cx="65424" cy="153833"/>
            </a:xfrm>
            <a:custGeom>
              <a:avLst/>
              <a:pathLst>
                <a:path w="65424" h="153833">
                  <a:moveTo>
                    <a:pt x="0" y="0"/>
                  </a:moveTo>
                  <a:lnTo>
                    <a:pt x="65424" y="1538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3296" y="1335906"/>
              <a:ext cx="65424" cy="153833"/>
            </a:xfrm>
            <a:custGeom>
              <a:avLst/>
              <a:pathLst>
                <a:path w="65424" h="153833">
                  <a:moveTo>
                    <a:pt x="0" y="0"/>
                  </a:moveTo>
                  <a:lnTo>
                    <a:pt x="65424" y="1538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3296" y="1335906"/>
              <a:ext cx="65424" cy="153833"/>
            </a:xfrm>
            <a:custGeom>
              <a:avLst/>
              <a:pathLst>
                <a:path w="65424" h="153833">
                  <a:moveTo>
                    <a:pt x="0" y="0"/>
                  </a:moveTo>
                  <a:lnTo>
                    <a:pt x="65424" y="1538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3296" y="1335906"/>
              <a:ext cx="65424" cy="153833"/>
            </a:xfrm>
            <a:custGeom>
              <a:avLst/>
              <a:pathLst>
                <a:path w="65424" h="153833">
                  <a:moveTo>
                    <a:pt x="0" y="0"/>
                  </a:moveTo>
                  <a:lnTo>
                    <a:pt x="65424" y="1538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3296" y="1335906"/>
              <a:ext cx="65424" cy="153833"/>
            </a:xfrm>
            <a:custGeom>
              <a:avLst/>
              <a:pathLst>
                <a:path w="65424" h="153833">
                  <a:moveTo>
                    <a:pt x="0" y="0"/>
                  </a:moveTo>
                  <a:lnTo>
                    <a:pt x="65424" y="1538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3296" y="1335906"/>
              <a:ext cx="65424" cy="153833"/>
            </a:xfrm>
            <a:custGeom>
              <a:avLst/>
              <a:pathLst>
                <a:path w="65424" h="153833">
                  <a:moveTo>
                    <a:pt x="0" y="0"/>
                  </a:moveTo>
                  <a:lnTo>
                    <a:pt x="65424" y="1538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3296" y="1335906"/>
              <a:ext cx="65424" cy="153833"/>
            </a:xfrm>
            <a:custGeom>
              <a:avLst/>
              <a:pathLst>
                <a:path w="65424" h="153833">
                  <a:moveTo>
                    <a:pt x="0" y="0"/>
                  </a:moveTo>
                  <a:lnTo>
                    <a:pt x="65424" y="1538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3296" y="1335906"/>
              <a:ext cx="65424" cy="153833"/>
            </a:xfrm>
            <a:custGeom>
              <a:avLst/>
              <a:pathLst>
                <a:path w="65424" h="153833">
                  <a:moveTo>
                    <a:pt x="0" y="0"/>
                  </a:moveTo>
                  <a:lnTo>
                    <a:pt x="65424" y="1538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3296" y="1335906"/>
              <a:ext cx="65424" cy="153833"/>
            </a:xfrm>
            <a:custGeom>
              <a:avLst/>
              <a:pathLst>
                <a:path w="65424" h="153833">
                  <a:moveTo>
                    <a:pt x="0" y="0"/>
                  </a:moveTo>
                  <a:lnTo>
                    <a:pt x="65424" y="1538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3296" y="1335906"/>
              <a:ext cx="65424" cy="153833"/>
            </a:xfrm>
            <a:custGeom>
              <a:avLst/>
              <a:pathLst>
                <a:path w="65424" h="153833">
                  <a:moveTo>
                    <a:pt x="0" y="0"/>
                  </a:moveTo>
                  <a:lnTo>
                    <a:pt x="65424" y="1538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3296" y="1335906"/>
              <a:ext cx="65424" cy="153833"/>
            </a:xfrm>
            <a:custGeom>
              <a:avLst/>
              <a:pathLst>
                <a:path w="65424" h="153833">
                  <a:moveTo>
                    <a:pt x="0" y="0"/>
                  </a:moveTo>
                  <a:lnTo>
                    <a:pt x="65424" y="1538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23296" y="1335906"/>
              <a:ext cx="65424" cy="153833"/>
            </a:xfrm>
            <a:custGeom>
              <a:avLst/>
              <a:pathLst>
                <a:path w="65424" h="153833">
                  <a:moveTo>
                    <a:pt x="0" y="0"/>
                  </a:moveTo>
                  <a:lnTo>
                    <a:pt x="65424" y="1538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321558" y="1335906"/>
              <a:ext cx="334314" cy="320998"/>
            </a:xfrm>
            <a:custGeom>
              <a:avLst/>
              <a:pathLst>
                <a:path w="334314" h="320998">
                  <a:moveTo>
                    <a:pt x="101738" y="0"/>
                  </a:moveTo>
                  <a:lnTo>
                    <a:pt x="96881" y="2157"/>
                  </a:lnTo>
                  <a:lnTo>
                    <a:pt x="92095" y="4468"/>
                  </a:lnTo>
                  <a:lnTo>
                    <a:pt x="87385" y="6929"/>
                  </a:lnTo>
                  <a:lnTo>
                    <a:pt x="82755" y="9540"/>
                  </a:lnTo>
                  <a:lnTo>
                    <a:pt x="78211" y="12296"/>
                  </a:lnTo>
                  <a:lnTo>
                    <a:pt x="73757" y="15195"/>
                  </a:lnTo>
                  <a:lnTo>
                    <a:pt x="69397" y="18234"/>
                  </a:lnTo>
                  <a:lnTo>
                    <a:pt x="65136" y="21410"/>
                  </a:lnTo>
                  <a:lnTo>
                    <a:pt x="60978" y="24721"/>
                  </a:lnTo>
                  <a:lnTo>
                    <a:pt x="56927" y="28161"/>
                  </a:lnTo>
                  <a:lnTo>
                    <a:pt x="52988" y="31729"/>
                  </a:lnTo>
                  <a:lnTo>
                    <a:pt x="49164" y="35420"/>
                  </a:lnTo>
                  <a:lnTo>
                    <a:pt x="45460" y="39231"/>
                  </a:lnTo>
                  <a:lnTo>
                    <a:pt x="41878" y="43158"/>
                  </a:lnTo>
                  <a:lnTo>
                    <a:pt x="38424" y="47196"/>
                  </a:lnTo>
                  <a:lnTo>
                    <a:pt x="35099" y="51342"/>
                  </a:lnTo>
                  <a:lnTo>
                    <a:pt x="31908" y="55592"/>
                  </a:lnTo>
                  <a:lnTo>
                    <a:pt x="28853" y="59941"/>
                  </a:lnTo>
                  <a:lnTo>
                    <a:pt x="25938" y="64385"/>
                  </a:lnTo>
                  <a:lnTo>
                    <a:pt x="23166" y="68920"/>
                  </a:lnTo>
                  <a:lnTo>
                    <a:pt x="20540" y="73540"/>
                  </a:lnTo>
                  <a:lnTo>
                    <a:pt x="18062" y="78242"/>
                  </a:lnTo>
                  <a:lnTo>
                    <a:pt x="15734" y="83019"/>
                  </a:lnTo>
                  <a:lnTo>
                    <a:pt x="13560" y="87869"/>
                  </a:lnTo>
                  <a:lnTo>
                    <a:pt x="11540" y="92785"/>
                  </a:lnTo>
                  <a:lnTo>
                    <a:pt x="9678" y="97763"/>
                  </a:lnTo>
                  <a:lnTo>
                    <a:pt x="7976" y="102797"/>
                  </a:lnTo>
                  <a:lnTo>
                    <a:pt x="6434" y="107883"/>
                  </a:lnTo>
                  <a:lnTo>
                    <a:pt x="5054" y="113016"/>
                  </a:lnTo>
                  <a:lnTo>
                    <a:pt x="3839" y="118190"/>
                  </a:lnTo>
                  <a:lnTo>
                    <a:pt x="2788" y="123399"/>
                  </a:lnTo>
                  <a:lnTo>
                    <a:pt x="1904" y="128640"/>
                  </a:lnTo>
                  <a:lnTo>
                    <a:pt x="1186" y="133906"/>
                  </a:lnTo>
                  <a:lnTo>
                    <a:pt x="637" y="139192"/>
                  </a:lnTo>
                  <a:lnTo>
                    <a:pt x="256" y="144493"/>
                  </a:lnTo>
                  <a:lnTo>
                    <a:pt x="43" y="149803"/>
                  </a:lnTo>
                  <a:lnTo>
                    <a:pt x="0" y="155118"/>
                  </a:lnTo>
                  <a:lnTo>
                    <a:pt x="125" y="160431"/>
                  </a:lnTo>
                  <a:lnTo>
                    <a:pt x="419" y="165738"/>
                  </a:lnTo>
                  <a:lnTo>
                    <a:pt x="882" y="171032"/>
                  </a:lnTo>
                  <a:lnTo>
                    <a:pt x="1512" y="176309"/>
                  </a:lnTo>
                  <a:lnTo>
                    <a:pt x="2311" y="181563"/>
                  </a:lnTo>
                  <a:lnTo>
                    <a:pt x="3276" y="186790"/>
                  </a:lnTo>
                  <a:lnTo>
                    <a:pt x="4406" y="191983"/>
                  </a:lnTo>
                  <a:lnTo>
                    <a:pt x="5701" y="197137"/>
                  </a:lnTo>
                  <a:lnTo>
                    <a:pt x="7159" y="202248"/>
                  </a:lnTo>
                  <a:lnTo>
                    <a:pt x="8779" y="207310"/>
                  </a:lnTo>
                  <a:lnTo>
                    <a:pt x="10559" y="212317"/>
                  </a:lnTo>
                  <a:lnTo>
                    <a:pt x="12497" y="217266"/>
                  </a:lnTo>
                  <a:lnTo>
                    <a:pt x="14592" y="222151"/>
                  </a:lnTo>
                  <a:lnTo>
                    <a:pt x="16841" y="226966"/>
                  </a:lnTo>
                  <a:lnTo>
                    <a:pt x="19242" y="231707"/>
                  </a:lnTo>
                  <a:lnTo>
                    <a:pt x="21792" y="236370"/>
                  </a:lnTo>
                  <a:lnTo>
                    <a:pt x="24489" y="240950"/>
                  </a:lnTo>
                  <a:lnTo>
                    <a:pt x="27330" y="245441"/>
                  </a:lnTo>
                  <a:lnTo>
                    <a:pt x="30313" y="249840"/>
                  </a:lnTo>
                  <a:lnTo>
                    <a:pt x="33434" y="254141"/>
                  </a:lnTo>
                  <a:lnTo>
                    <a:pt x="36690" y="258342"/>
                  </a:lnTo>
                  <a:lnTo>
                    <a:pt x="40079" y="262436"/>
                  </a:lnTo>
                  <a:lnTo>
                    <a:pt x="43595" y="266421"/>
                  </a:lnTo>
                  <a:lnTo>
                    <a:pt x="47237" y="270292"/>
                  </a:lnTo>
                  <a:lnTo>
                    <a:pt x="50999" y="274046"/>
                  </a:lnTo>
                  <a:lnTo>
                    <a:pt x="54879" y="277677"/>
                  </a:lnTo>
                  <a:lnTo>
                    <a:pt x="58873" y="281184"/>
                  </a:lnTo>
                  <a:lnTo>
                    <a:pt x="62976" y="284562"/>
                  </a:lnTo>
                  <a:lnTo>
                    <a:pt x="67184" y="287808"/>
                  </a:lnTo>
                  <a:lnTo>
                    <a:pt x="71494" y="290918"/>
                  </a:lnTo>
                  <a:lnTo>
                    <a:pt x="75900" y="293890"/>
                  </a:lnTo>
                  <a:lnTo>
                    <a:pt x="80398" y="296721"/>
                  </a:lnTo>
                  <a:lnTo>
                    <a:pt x="84984" y="299406"/>
                  </a:lnTo>
                  <a:lnTo>
                    <a:pt x="89653" y="301945"/>
                  </a:lnTo>
                  <a:lnTo>
                    <a:pt x="94400" y="304334"/>
                  </a:lnTo>
                  <a:lnTo>
                    <a:pt x="99221" y="306571"/>
                  </a:lnTo>
                  <a:lnTo>
                    <a:pt x="104111" y="308654"/>
                  </a:lnTo>
                  <a:lnTo>
                    <a:pt x="109064" y="310580"/>
                  </a:lnTo>
                  <a:lnTo>
                    <a:pt x="114077" y="312347"/>
                  </a:lnTo>
                  <a:lnTo>
                    <a:pt x="119142" y="313955"/>
                  </a:lnTo>
                  <a:lnTo>
                    <a:pt x="124257" y="315400"/>
                  </a:lnTo>
                  <a:lnTo>
                    <a:pt x="129414" y="316682"/>
                  </a:lnTo>
                  <a:lnTo>
                    <a:pt x="134610" y="317800"/>
                  </a:lnTo>
                  <a:lnTo>
                    <a:pt x="139839" y="318752"/>
                  </a:lnTo>
                  <a:lnTo>
                    <a:pt x="145095" y="319537"/>
                  </a:lnTo>
                  <a:lnTo>
                    <a:pt x="150374" y="320155"/>
                  </a:lnTo>
                  <a:lnTo>
                    <a:pt x="155669" y="320605"/>
                  </a:lnTo>
                  <a:lnTo>
                    <a:pt x="160976" y="320886"/>
                  </a:lnTo>
                  <a:lnTo>
                    <a:pt x="166290" y="320998"/>
                  </a:lnTo>
                  <a:lnTo>
                    <a:pt x="171604" y="320941"/>
                  </a:lnTo>
                  <a:lnTo>
                    <a:pt x="176914" y="320715"/>
                  </a:lnTo>
                  <a:lnTo>
                    <a:pt x="182214" y="320321"/>
                  </a:lnTo>
                  <a:lnTo>
                    <a:pt x="187499" y="319758"/>
                  </a:lnTo>
                  <a:lnTo>
                    <a:pt x="192763" y="319028"/>
                  </a:lnTo>
                  <a:lnTo>
                    <a:pt x="198001" y="318131"/>
                  </a:lnTo>
                  <a:lnTo>
                    <a:pt x="203209" y="317067"/>
                  </a:lnTo>
                  <a:lnTo>
                    <a:pt x="208379" y="315839"/>
                  </a:lnTo>
                  <a:lnTo>
                    <a:pt x="213508" y="314447"/>
                  </a:lnTo>
                  <a:lnTo>
                    <a:pt x="218591" y="312893"/>
                  </a:lnTo>
                  <a:lnTo>
                    <a:pt x="223621" y="311177"/>
                  </a:lnTo>
                  <a:lnTo>
                    <a:pt x="228594" y="309303"/>
                  </a:lnTo>
                  <a:lnTo>
                    <a:pt x="233505" y="307272"/>
                  </a:lnTo>
                  <a:lnTo>
                    <a:pt x="238349" y="305085"/>
                  </a:lnTo>
                  <a:lnTo>
                    <a:pt x="243121" y="302746"/>
                  </a:lnTo>
                  <a:lnTo>
                    <a:pt x="247817" y="300256"/>
                  </a:lnTo>
                  <a:lnTo>
                    <a:pt x="252430" y="297618"/>
                  </a:lnTo>
                  <a:lnTo>
                    <a:pt x="256958" y="294835"/>
                  </a:lnTo>
                  <a:lnTo>
                    <a:pt x="261395" y="291909"/>
                  </a:lnTo>
                  <a:lnTo>
                    <a:pt x="265737" y="288844"/>
                  </a:lnTo>
                  <a:lnTo>
                    <a:pt x="269978" y="285642"/>
                  </a:lnTo>
                  <a:lnTo>
                    <a:pt x="274117" y="282307"/>
                  </a:lnTo>
                  <a:lnTo>
                    <a:pt x="278146" y="278842"/>
                  </a:lnTo>
                  <a:lnTo>
                    <a:pt x="282064" y="275251"/>
                  </a:lnTo>
                  <a:lnTo>
                    <a:pt x="285866" y="271537"/>
                  </a:lnTo>
                  <a:lnTo>
                    <a:pt x="289547" y="267704"/>
                  </a:lnTo>
                  <a:lnTo>
                    <a:pt x="293105" y="263756"/>
                  </a:lnTo>
                  <a:lnTo>
                    <a:pt x="296536" y="259697"/>
                  </a:lnTo>
                  <a:lnTo>
                    <a:pt x="299836" y="255531"/>
                  </a:lnTo>
                  <a:lnTo>
                    <a:pt x="303002" y="251262"/>
                  </a:lnTo>
                  <a:lnTo>
                    <a:pt x="306030" y="246895"/>
                  </a:lnTo>
                  <a:lnTo>
                    <a:pt x="308918" y="242433"/>
                  </a:lnTo>
                  <a:lnTo>
                    <a:pt x="311663" y="237883"/>
                  </a:lnTo>
                  <a:lnTo>
                    <a:pt x="314262" y="233247"/>
                  </a:lnTo>
                  <a:lnTo>
                    <a:pt x="316712" y="228530"/>
                  </a:lnTo>
                  <a:lnTo>
                    <a:pt x="319011" y="223739"/>
                  </a:lnTo>
                  <a:lnTo>
                    <a:pt x="321156" y="218876"/>
                  </a:lnTo>
                  <a:lnTo>
                    <a:pt x="323146" y="213948"/>
                  </a:lnTo>
                  <a:lnTo>
                    <a:pt x="324978" y="208959"/>
                  </a:lnTo>
                  <a:lnTo>
                    <a:pt x="326651" y="203915"/>
                  </a:lnTo>
                  <a:lnTo>
                    <a:pt x="328162" y="198820"/>
                  </a:lnTo>
                  <a:lnTo>
                    <a:pt x="329511" y="193679"/>
                  </a:lnTo>
                  <a:lnTo>
                    <a:pt x="330696" y="188498"/>
                  </a:lnTo>
                  <a:lnTo>
                    <a:pt x="331715" y="183282"/>
                  </a:lnTo>
                  <a:lnTo>
                    <a:pt x="332568" y="178036"/>
                  </a:lnTo>
                  <a:lnTo>
                    <a:pt x="333254" y="172766"/>
                  </a:lnTo>
                  <a:lnTo>
                    <a:pt x="333772" y="167477"/>
                  </a:lnTo>
                  <a:lnTo>
                    <a:pt x="334121" y="162174"/>
                  </a:lnTo>
                  <a:lnTo>
                    <a:pt x="334302" y="156862"/>
                  </a:lnTo>
                  <a:lnTo>
                    <a:pt x="334314" y="151547"/>
                  </a:lnTo>
                  <a:lnTo>
                    <a:pt x="334157" y="146235"/>
                  </a:lnTo>
                  <a:lnTo>
                    <a:pt x="333831" y="140930"/>
                  </a:lnTo>
                  <a:lnTo>
                    <a:pt x="333336" y="135639"/>
                  </a:lnTo>
                  <a:lnTo>
                    <a:pt x="332674" y="130366"/>
                  </a:lnTo>
                  <a:lnTo>
                    <a:pt x="331844" y="125116"/>
                  </a:lnTo>
                  <a:lnTo>
                    <a:pt x="330848" y="119896"/>
                  </a:lnTo>
                  <a:lnTo>
                    <a:pt x="329687" y="114709"/>
                  </a:lnTo>
                  <a:lnTo>
                    <a:pt x="328361" y="109563"/>
                  </a:lnTo>
                  <a:lnTo>
                    <a:pt x="326872" y="104461"/>
                  </a:lnTo>
                  <a:lnTo>
                    <a:pt x="325222" y="99409"/>
                  </a:lnTo>
                  <a:lnTo>
                    <a:pt x="323412" y="94412"/>
                  </a:lnTo>
                  <a:lnTo>
                    <a:pt x="321444" y="89475"/>
                  </a:lnTo>
                  <a:lnTo>
                    <a:pt x="319321" y="84603"/>
                  </a:lnTo>
                  <a:lnTo>
                    <a:pt x="317043" y="79801"/>
                  </a:lnTo>
                  <a:lnTo>
                    <a:pt x="314614" y="75074"/>
                  </a:lnTo>
                  <a:lnTo>
                    <a:pt x="312036" y="70427"/>
                  </a:lnTo>
                  <a:lnTo>
                    <a:pt x="309311" y="65864"/>
                  </a:lnTo>
                  <a:lnTo>
                    <a:pt x="306443" y="61389"/>
                  </a:lnTo>
                  <a:lnTo>
                    <a:pt x="303434" y="57009"/>
                  </a:lnTo>
                  <a:lnTo>
                    <a:pt x="300287" y="52726"/>
                  </a:lnTo>
                  <a:lnTo>
                    <a:pt x="297006" y="48545"/>
                  </a:lnTo>
                  <a:lnTo>
                    <a:pt x="293593" y="44471"/>
                  </a:lnTo>
                  <a:lnTo>
                    <a:pt x="290053" y="40507"/>
                  </a:lnTo>
                  <a:lnTo>
                    <a:pt x="286389" y="36658"/>
                  </a:lnTo>
                  <a:lnTo>
                    <a:pt x="282604" y="32927"/>
                  </a:lnTo>
                  <a:lnTo>
                    <a:pt x="278702" y="29318"/>
                  </a:lnTo>
                  <a:lnTo>
                    <a:pt x="274687" y="25836"/>
                  </a:lnTo>
                  <a:lnTo>
                    <a:pt x="167162" y="1538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88720" y="1322571"/>
              <a:ext cx="107525" cy="167167"/>
            </a:xfrm>
            <a:custGeom>
              <a:avLst/>
              <a:pathLst>
                <a:path w="107525" h="167167">
                  <a:moveTo>
                    <a:pt x="107525" y="39170"/>
                  </a:moveTo>
                  <a:lnTo>
                    <a:pt x="103207" y="35664"/>
                  </a:lnTo>
                  <a:lnTo>
                    <a:pt x="98776" y="32303"/>
                  </a:lnTo>
                  <a:lnTo>
                    <a:pt x="94235" y="29092"/>
                  </a:lnTo>
                  <a:lnTo>
                    <a:pt x="89590" y="26034"/>
                  </a:lnTo>
                  <a:lnTo>
                    <a:pt x="84845" y="23132"/>
                  </a:lnTo>
                  <a:lnTo>
                    <a:pt x="80007" y="20389"/>
                  </a:lnTo>
                  <a:lnTo>
                    <a:pt x="75080" y="17809"/>
                  </a:lnTo>
                  <a:lnTo>
                    <a:pt x="70070" y="15394"/>
                  </a:lnTo>
                  <a:lnTo>
                    <a:pt x="64983" y="13147"/>
                  </a:lnTo>
                  <a:lnTo>
                    <a:pt x="59823" y="11071"/>
                  </a:lnTo>
                  <a:lnTo>
                    <a:pt x="54598" y="9167"/>
                  </a:lnTo>
                  <a:lnTo>
                    <a:pt x="49312" y="7438"/>
                  </a:lnTo>
                  <a:lnTo>
                    <a:pt x="43971" y="5886"/>
                  </a:lnTo>
                  <a:lnTo>
                    <a:pt x="38582" y="4513"/>
                  </a:lnTo>
                  <a:lnTo>
                    <a:pt x="33149" y="3319"/>
                  </a:lnTo>
                  <a:lnTo>
                    <a:pt x="27681" y="2307"/>
                  </a:lnTo>
                  <a:lnTo>
                    <a:pt x="22181" y="1478"/>
                  </a:lnTo>
                  <a:lnTo>
                    <a:pt x="16657" y="832"/>
                  </a:lnTo>
                  <a:lnTo>
                    <a:pt x="11115" y="369"/>
                  </a:lnTo>
                  <a:lnTo>
                    <a:pt x="5560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3012" y="1681503"/>
              <a:ext cx="3512" cy="167167"/>
            </a:xfrm>
            <a:custGeom>
              <a:avLst/>
              <a:pathLst>
                <a:path w="3512" h="167167">
                  <a:moveTo>
                    <a:pt x="3512" y="0"/>
                  </a:moveTo>
                  <a:lnTo>
                    <a:pt x="0" y="36"/>
                  </a:lnTo>
                  <a:lnTo>
                    <a:pt x="351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965499" y="1681540"/>
              <a:ext cx="121025" cy="167130"/>
            </a:xfrm>
            <a:custGeom>
              <a:avLst/>
              <a:pathLst>
                <a:path w="121025" h="167130">
                  <a:moveTo>
                    <a:pt x="117513" y="0"/>
                  </a:moveTo>
                  <a:lnTo>
                    <a:pt x="112024" y="205"/>
                  </a:lnTo>
                  <a:lnTo>
                    <a:pt x="106546" y="591"/>
                  </a:lnTo>
                  <a:lnTo>
                    <a:pt x="101083" y="1156"/>
                  </a:lnTo>
                  <a:lnTo>
                    <a:pt x="95641" y="1901"/>
                  </a:lnTo>
                  <a:lnTo>
                    <a:pt x="90227" y="2824"/>
                  </a:lnTo>
                  <a:lnTo>
                    <a:pt x="84846" y="3924"/>
                  </a:lnTo>
                  <a:lnTo>
                    <a:pt x="79505" y="5201"/>
                  </a:lnTo>
                  <a:lnTo>
                    <a:pt x="74208" y="6652"/>
                  </a:lnTo>
                  <a:lnTo>
                    <a:pt x="68961" y="8277"/>
                  </a:lnTo>
                  <a:lnTo>
                    <a:pt x="63771" y="10073"/>
                  </a:lnTo>
                  <a:lnTo>
                    <a:pt x="58643" y="12038"/>
                  </a:lnTo>
                  <a:lnTo>
                    <a:pt x="53582" y="14171"/>
                  </a:lnTo>
                  <a:lnTo>
                    <a:pt x="48593" y="16469"/>
                  </a:lnTo>
                  <a:lnTo>
                    <a:pt x="43683" y="18930"/>
                  </a:lnTo>
                  <a:lnTo>
                    <a:pt x="38857" y="21551"/>
                  </a:lnTo>
                  <a:lnTo>
                    <a:pt x="34119" y="24328"/>
                  </a:lnTo>
                  <a:lnTo>
                    <a:pt x="29475" y="27260"/>
                  </a:lnTo>
                  <a:lnTo>
                    <a:pt x="24929" y="30343"/>
                  </a:lnTo>
                  <a:lnTo>
                    <a:pt x="20488" y="33574"/>
                  </a:lnTo>
                  <a:lnTo>
                    <a:pt x="16155" y="36948"/>
                  </a:lnTo>
                  <a:lnTo>
                    <a:pt x="11935" y="40464"/>
                  </a:lnTo>
                  <a:lnTo>
                    <a:pt x="7833" y="44116"/>
                  </a:lnTo>
                  <a:lnTo>
                    <a:pt x="3853" y="47900"/>
                  </a:lnTo>
                  <a:lnTo>
                    <a:pt x="0" y="51814"/>
                  </a:lnTo>
                  <a:lnTo>
                    <a:pt x="121025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19357" y="1681503"/>
              <a:ext cx="334324" cy="334327"/>
            </a:xfrm>
            <a:custGeom>
              <a:avLst/>
              <a:pathLst>
                <a:path w="334324" h="334327">
                  <a:moveTo>
                    <a:pt x="46141" y="51851"/>
                  </a:moveTo>
                  <a:lnTo>
                    <a:pt x="42554" y="55737"/>
                  </a:lnTo>
                  <a:lnTo>
                    <a:pt x="39091" y="59735"/>
                  </a:lnTo>
                  <a:lnTo>
                    <a:pt x="35757" y="63840"/>
                  </a:lnTo>
                  <a:lnTo>
                    <a:pt x="32554" y="68049"/>
                  </a:lnTo>
                  <a:lnTo>
                    <a:pt x="29486" y="72357"/>
                  </a:lnTo>
                  <a:lnTo>
                    <a:pt x="26556" y="76760"/>
                  </a:lnTo>
                  <a:lnTo>
                    <a:pt x="23766" y="81253"/>
                  </a:lnTo>
                  <a:lnTo>
                    <a:pt x="21120" y="85832"/>
                  </a:lnTo>
                  <a:lnTo>
                    <a:pt x="18620" y="90493"/>
                  </a:lnTo>
                  <a:lnTo>
                    <a:pt x="16269" y="95231"/>
                  </a:lnTo>
                  <a:lnTo>
                    <a:pt x="14069" y="100040"/>
                  </a:lnTo>
                  <a:lnTo>
                    <a:pt x="12022" y="104917"/>
                  </a:lnTo>
                  <a:lnTo>
                    <a:pt x="10130" y="109856"/>
                  </a:lnTo>
                  <a:lnTo>
                    <a:pt x="8396" y="114852"/>
                  </a:lnTo>
                  <a:lnTo>
                    <a:pt x="6820" y="119901"/>
                  </a:lnTo>
                  <a:lnTo>
                    <a:pt x="5405" y="124997"/>
                  </a:lnTo>
                  <a:lnTo>
                    <a:pt x="4152" y="130136"/>
                  </a:lnTo>
                  <a:lnTo>
                    <a:pt x="3063" y="135311"/>
                  </a:lnTo>
                  <a:lnTo>
                    <a:pt x="2137" y="140518"/>
                  </a:lnTo>
                  <a:lnTo>
                    <a:pt x="1377" y="145752"/>
                  </a:lnTo>
                  <a:lnTo>
                    <a:pt x="782" y="151008"/>
                  </a:lnTo>
                  <a:lnTo>
                    <a:pt x="354" y="156279"/>
                  </a:lnTo>
                  <a:lnTo>
                    <a:pt x="93" y="161562"/>
                  </a:lnTo>
                  <a:lnTo>
                    <a:pt x="0" y="166850"/>
                  </a:lnTo>
                  <a:lnTo>
                    <a:pt x="73" y="172138"/>
                  </a:lnTo>
                  <a:lnTo>
                    <a:pt x="314" y="177421"/>
                  </a:lnTo>
                  <a:lnTo>
                    <a:pt x="722" y="182694"/>
                  </a:lnTo>
                  <a:lnTo>
                    <a:pt x="1296" y="187952"/>
                  </a:lnTo>
                  <a:lnTo>
                    <a:pt x="2037" y="193189"/>
                  </a:lnTo>
                  <a:lnTo>
                    <a:pt x="2943" y="198400"/>
                  </a:lnTo>
                  <a:lnTo>
                    <a:pt x="4013" y="203579"/>
                  </a:lnTo>
                  <a:lnTo>
                    <a:pt x="5247" y="208722"/>
                  </a:lnTo>
                  <a:lnTo>
                    <a:pt x="6642" y="213823"/>
                  </a:lnTo>
                  <a:lnTo>
                    <a:pt x="8198" y="218878"/>
                  </a:lnTo>
                  <a:lnTo>
                    <a:pt x="9914" y="223881"/>
                  </a:lnTo>
                  <a:lnTo>
                    <a:pt x="11787" y="228827"/>
                  </a:lnTo>
                  <a:lnTo>
                    <a:pt x="13815" y="233712"/>
                  </a:lnTo>
                  <a:lnTo>
                    <a:pt x="15997" y="238530"/>
                  </a:lnTo>
                  <a:lnTo>
                    <a:pt x="18330" y="243276"/>
                  </a:lnTo>
                  <a:lnTo>
                    <a:pt x="20812" y="247946"/>
                  </a:lnTo>
                  <a:lnTo>
                    <a:pt x="23441" y="252536"/>
                  </a:lnTo>
                  <a:lnTo>
                    <a:pt x="26213" y="257040"/>
                  </a:lnTo>
                  <a:lnTo>
                    <a:pt x="29127" y="261454"/>
                  </a:lnTo>
                  <a:lnTo>
                    <a:pt x="32179" y="265773"/>
                  </a:lnTo>
                  <a:lnTo>
                    <a:pt x="35366" y="269994"/>
                  </a:lnTo>
                  <a:lnTo>
                    <a:pt x="38684" y="274112"/>
                  </a:lnTo>
                  <a:lnTo>
                    <a:pt x="42132" y="278123"/>
                  </a:lnTo>
                  <a:lnTo>
                    <a:pt x="45704" y="282023"/>
                  </a:lnTo>
                  <a:lnTo>
                    <a:pt x="49399" y="285808"/>
                  </a:lnTo>
                  <a:lnTo>
                    <a:pt x="53211" y="289474"/>
                  </a:lnTo>
                  <a:lnTo>
                    <a:pt x="57137" y="293017"/>
                  </a:lnTo>
                  <a:lnTo>
                    <a:pt x="61173" y="296435"/>
                  </a:lnTo>
                  <a:lnTo>
                    <a:pt x="65315" y="299724"/>
                  </a:lnTo>
                  <a:lnTo>
                    <a:pt x="69560" y="302879"/>
                  </a:lnTo>
                  <a:lnTo>
                    <a:pt x="73902" y="305899"/>
                  </a:lnTo>
                  <a:lnTo>
                    <a:pt x="78337" y="308780"/>
                  </a:lnTo>
                  <a:lnTo>
                    <a:pt x="82861" y="311519"/>
                  </a:lnTo>
                  <a:lnTo>
                    <a:pt x="87470" y="314114"/>
                  </a:lnTo>
                  <a:lnTo>
                    <a:pt x="92158" y="316561"/>
                  </a:lnTo>
                  <a:lnTo>
                    <a:pt x="96922" y="318859"/>
                  </a:lnTo>
                  <a:lnTo>
                    <a:pt x="101756" y="321006"/>
                  </a:lnTo>
                  <a:lnTo>
                    <a:pt x="106655" y="322998"/>
                  </a:lnTo>
                  <a:lnTo>
                    <a:pt x="111615" y="324834"/>
                  </a:lnTo>
                  <a:lnTo>
                    <a:pt x="116630" y="326513"/>
                  </a:lnTo>
                  <a:lnTo>
                    <a:pt x="121696" y="328032"/>
                  </a:lnTo>
                  <a:lnTo>
                    <a:pt x="126808" y="329389"/>
                  </a:lnTo>
                  <a:lnTo>
                    <a:pt x="131960" y="330585"/>
                  </a:lnTo>
                  <a:lnTo>
                    <a:pt x="137147" y="331617"/>
                  </a:lnTo>
                  <a:lnTo>
                    <a:pt x="142365" y="332484"/>
                  </a:lnTo>
                  <a:lnTo>
                    <a:pt x="147607" y="333186"/>
                  </a:lnTo>
                  <a:lnTo>
                    <a:pt x="152868" y="333722"/>
                  </a:lnTo>
                  <a:lnTo>
                    <a:pt x="158144" y="334091"/>
                  </a:lnTo>
                  <a:lnTo>
                    <a:pt x="163429" y="334293"/>
                  </a:lnTo>
                  <a:lnTo>
                    <a:pt x="168718" y="334327"/>
                  </a:lnTo>
                  <a:lnTo>
                    <a:pt x="174005" y="334194"/>
                  </a:lnTo>
                  <a:lnTo>
                    <a:pt x="179286" y="333895"/>
                  </a:lnTo>
                  <a:lnTo>
                    <a:pt x="184554" y="333428"/>
                  </a:lnTo>
                  <a:lnTo>
                    <a:pt x="189805" y="332794"/>
                  </a:lnTo>
                  <a:lnTo>
                    <a:pt x="195033" y="331995"/>
                  </a:lnTo>
                  <a:lnTo>
                    <a:pt x="200233" y="331031"/>
                  </a:lnTo>
                  <a:lnTo>
                    <a:pt x="205400" y="329903"/>
                  </a:lnTo>
                  <a:lnTo>
                    <a:pt x="210529" y="328612"/>
                  </a:lnTo>
                  <a:lnTo>
                    <a:pt x="215615" y="327160"/>
                  </a:lnTo>
                  <a:lnTo>
                    <a:pt x="220652" y="325547"/>
                  </a:lnTo>
                  <a:lnTo>
                    <a:pt x="225635" y="323776"/>
                  </a:lnTo>
                  <a:lnTo>
                    <a:pt x="230560" y="321848"/>
                  </a:lnTo>
                  <a:lnTo>
                    <a:pt x="235422" y="319765"/>
                  </a:lnTo>
                  <a:lnTo>
                    <a:pt x="240215" y="317530"/>
                  </a:lnTo>
                  <a:lnTo>
                    <a:pt x="244935" y="315143"/>
                  </a:lnTo>
                  <a:lnTo>
                    <a:pt x="249577" y="312609"/>
                  </a:lnTo>
                  <a:lnTo>
                    <a:pt x="254137" y="309930"/>
                  </a:lnTo>
                  <a:lnTo>
                    <a:pt x="258609" y="307107"/>
                  </a:lnTo>
                  <a:lnTo>
                    <a:pt x="262991" y="304144"/>
                  </a:lnTo>
                  <a:lnTo>
                    <a:pt x="267276" y="301044"/>
                  </a:lnTo>
                  <a:lnTo>
                    <a:pt x="271461" y="297810"/>
                  </a:lnTo>
                  <a:lnTo>
                    <a:pt x="275541" y="294446"/>
                  </a:lnTo>
                  <a:lnTo>
                    <a:pt x="279513" y="290954"/>
                  </a:lnTo>
                  <a:lnTo>
                    <a:pt x="283373" y="287338"/>
                  </a:lnTo>
                  <a:lnTo>
                    <a:pt x="287117" y="283601"/>
                  </a:lnTo>
                  <a:lnTo>
                    <a:pt x="290740" y="279749"/>
                  </a:lnTo>
                  <a:lnTo>
                    <a:pt x="294239" y="275783"/>
                  </a:lnTo>
                  <a:lnTo>
                    <a:pt x="297612" y="271709"/>
                  </a:lnTo>
                  <a:lnTo>
                    <a:pt x="300854" y="267530"/>
                  </a:lnTo>
                  <a:lnTo>
                    <a:pt x="303962" y="263251"/>
                  </a:lnTo>
                  <a:lnTo>
                    <a:pt x="306933" y="258875"/>
                  </a:lnTo>
                  <a:lnTo>
                    <a:pt x="309764" y="254408"/>
                  </a:lnTo>
                  <a:lnTo>
                    <a:pt x="312452" y="249853"/>
                  </a:lnTo>
                  <a:lnTo>
                    <a:pt x="314995" y="245216"/>
                  </a:lnTo>
                  <a:lnTo>
                    <a:pt x="317390" y="240500"/>
                  </a:lnTo>
                  <a:lnTo>
                    <a:pt x="319635" y="235712"/>
                  </a:lnTo>
                  <a:lnTo>
                    <a:pt x="321727" y="230854"/>
                  </a:lnTo>
                  <a:lnTo>
                    <a:pt x="323664" y="225933"/>
                  </a:lnTo>
                  <a:lnTo>
                    <a:pt x="325445" y="220953"/>
                  </a:lnTo>
                  <a:lnTo>
                    <a:pt x="327067" y="215919"/>
                  </a:lnTo>
                  <a:lnTo>
                    <a:pt x="328529" y="210836"/>
                  </a:lnTo>
                  <a:lnTo>
                    <a:pt x="329830" y="205710"/>
                  </a:lnTo>
                  <a:lnTo>
                    <a:pt x="330968" y="200544"/>
                  </a:lnTo>
                  <a:lnTo>
                    <a:pt x="331942" y="195346"/>
                  </a:lnTo>
                  <a:lnTo>
                    <a:pt x="332751" y="190119"/>
                  </a:lnTo>
                  <a:lnTo>
                    <a:pt x="333394" y="184870"/>
                  </a:lnTo>
                  <a:lnTo>
                    <a:pt x="333871" y="179602"/>
                  </a:lnTo>
                  <a:lnTo>
                    <a:pt x="334181" y="174323"/>
                  </a:lnTo>
                  <a:lnTo>
                    <a:pt x="334324" y="169036"/>
                  </a:lnTo>
                  <a:lnTo>
                    <a:pt x="334299" y="163747"/>
                  </a:lnTo>
                  <a:lnTo>
                    <a:pt x="334107" y="158462"/>
                  </a:lnTo>
                  <a:lnTo>
                    <a:pt x="333748" y="153185"/>
                  </a:lnTo>
                  <a:lnTo>
                    <a:pt x="333223" y="147922"/>
                  </a:lnTo>
                  <a:lnTo>
                    <a:pt x="332531" y="142679"/>
                  </a:lnTo>
                  <a:lnTo>
                    <a:pt x="331673" y="137460"/>
                  </a:lnTo>
                  <a:lnTo>
                    <a:pt x="330651" y="132271"/>
                  </a:lnTo>
                  <a:lnTo>
                    <a:pt x="329465" y="127116"/>
                  </a:lnTo>
                  <a:lnTo>
                    <a:pt x="328117" y="122002"/>
                  </a:lnTo>
                  <a:lnTo>
                    <a:pt x="326608" y="116933"/>
                  </a:lnTo>
                  <a:lnTo>
                    <a:pt x="324939" y="111915"/>
                  </a:lnTo>
                  <a:lnTo>
                    <a:pt x="323112" y="106951"/>
                  </a:lnTo>
                  <a:lnTo>
                    <a:pt x="321129" y="102048"/>
                  </a:lnTo>
                  <a:lnTo>
                    <a:pt x="318992" y="97210"/>
                  </a:lnTo>
                  <a:lnTo>
                    <a:pt x="316703" y="92442"/>
                  </a:lnTo>
                  <a:lnTo>
                    <a:pt x="314265" y="87749"/>
                  </a:lnTo>
                  <a:lnTo>
                    <a:pt x="311679" y="83136"/>
                  </a:lnTo>
                  <a:lnTo>
                    <a:pt x="308948" y="78606"/>
                  </a:lnTo>
                  <a:lnTo>
                    <a:pt x="306076" y="74165"/>
                  </a:lnTo>
                  <a:lnTo>
                    <a:pt x="303064" y="69818"/>
                  </a:lnTo>
                  <a:lnTo>
                    <a:pt x="299916" y="65567"/>
                  </a:lnTo>
                  <a:lnTo>
                    <a:pt x="296636" y="61419"/>
                  </a:lnTo>
                  <a:lnTo>
                    <a:pt x="293226" y="57376"/>
                  </a:lnTo>
                  <a:lnTo>
                    <a:pt x="289690" y="53443"/>
                  </a:lnTo>
                  <a:lnTo>
                    <a:pt x="286031" y="49624"/>
                  </a:lnTo>
                  <a:lnTo>
                    <a:pt x="282253" y="45923"/>
                  </a:lnTo>
                  <a:lnTo>
                    <a:pt x="278360" y="42343"/>
                  </a:lnTo>
                  <a:lnTo>
                    <a:pt x="274355" y="38888"/>
                  </a:lnTo>
                  <a:lnTo>
                    <a:pt x="270244" y="35561"/>
                  </a:lnTo>
                  <a:lnTo>
                    <a:pt x="266029" y="32366"/>
                  </a:lnTo>
                  <a:lnTo>
                    <a:pt x="261715" y="29306"/>
                  </a:lnTo>
                  <a:lnTo>
                    <a:pt x="257307" y="26384"/>
                  </a:lnTo>
                  <a:lnTo>
                    <a:pt x="252808" y="23603"/>
                  </a:lnTo>
                  <a:lnTo>
                    <a:pt x="248224" y="20966"/>
                  </a:lnTo>
                  <a:lnTo>
                    <a:pt x="243558" y="18475"/>
                  </a:lnTo>
                  <a:lnTo>
                    <a:pt x="238816" y="16133"/>
                  </a:lnTo>
                  <a:lnTo>
                    <a:pt x="234002" y="13942"/>
                  </a:lnTo>
                  <a:lnTo>
                    <a:pt x="229122" y="11904"/>
                  </a:lnTo>
                  <a:lnTo>
                    <a:pt x="224179" y="10022"/>
                  </a:lnTo>
                  <a:lnTo>
                    <a:pt x="219180" y="8297"/>
                  </a:lnTo>
                  <a:lnTo>
                    <a:pt x="214128" y="6731"/>
                  </a:lnTo>
                  <a:lnTo>
                    <a:pt x="209029" y="5326"/>
                  </a:lnTo>
                  <a:lnTo>
                    <a:pt x="203888" y="4083"/>
                  </a:lnTo>
                  <a:lnTo>
                    <a:pt x="198711" y="3003"/>
                  </a:lnTo>
                  <a:lnTo>
                    <a:pt x="193502" y="2087"/>
                  </a:lnTo>
                  <a:lnTo>
                    <a:pt x="188267" y="1336"/>
                  </a:lnTo>
                  <a:lnTo>
                    <a:pt x="183010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48199" y="2126963"/>
              <a:ext cx="33087" cy="167167"/>
            </a:xfrm>
            <a:custGeom>
              <a:avLst/>
              <a:pathLst>
                <a:path w="33087" h="167167">
                  <a:moveTo>
                    <a:pt x="33087" y="0"/>
                  </a:moveTo>
                  <a:lnTo>
                    <a:pt x="26427" y="132"/>
                  </a:lnTo>
                  <a:lnTo>
                    <a:pt x="19778" y="530"/>
                  </a:lnTo>
                  <a:lnTo>
                    <a:pt x="13150" y="1193"/>
                  </a:lnTo>
                  <a:lnTo>
                    <a:pt x="6554" y="2119"/>
                  </a:lnTo>
                  <a:lnTo>
                    <a:pt x="0" y="3307"/>
                  </a:lnTo>
                  <a:lnTo>
                    <a:pt x="3308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8199" y="2130270"/>
              <a:ext cx="33087" cy="163860"/>
            </a:xfrm>
            <a:custGeom>
              <a:avLst/>
              <a:pathLst>
                <a:path w="33087" h="163860">
                  <a:moveTo>
                    <a:pt x="0" y="0"/>
                  </a:moveTo>
                  <a:lnTo>
                    <a:pt x="33087" y="1638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8199" y="2130270"/>
              <a:ext cx="33087" cy="163860"/>
            </a:xfrm>
            <a:custGeom>
              <a:avLst/>
              <a:pathLst>
                <a:path w="33087" h="163860">
                  <a:moveTo>
                    <a:pt x="0" y="0"/>
                  </a:moveTo>
                  <a:lnTo>
                    <a:pt x="33087" y="1638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8199" y="2130270"/>
              <a:ext cx="33087" cy="163860"/>
            </a:xfrm>
            <a:custGeom>
              <a:avLst/>
              <a:pathLst>
                <a:path w="33087" h="163860">
                  <a:moveTo>
                    <a:pt x="0" y="0"/>
                  </a:moveTo>
                  <a:lnTo>
                    <a:pt x="33087" y="1638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8199" y="2130270"/>
              <a:ext cx="33087" cy="163860"/>
            </a:xfrm>
            <a:custGeom>
              <a:avLst/>
              <a:pathLst>
                <a:path w="33087" h="163860">
                  <a:moveTo>
                    <a:pt x="0" y="0"/>
                  </a:moveTo>
                  <a:lnTo>
                    <a:pt x="33087" y="1638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8199" y="2130270"/>
              <a:ext cx="33087" cy="163860"/>
            </a:xfrm>
            <a:custGeom>
              <a:avLst/>
              <a:pathLst>
                <a:path w="33087" h="163860">
                  <a:moveTo>
                    <a:pt x="0" y="0"/>
                  </a:moveTo>
                  <a:lnTo>
                    <a:pt x="33087" y="1638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8199" y="2130270"/>
              <a:ext cx="33087" cy="163860"/>
            </a:xfrm>
            <a:custGeom>
              <a:avLst/>
              <a:pathLst>
                <a:path w="33087" h="163860">
                  <a:moveTo>
                    <a:pt x="0" y="0"/>
                  </a:moveTo>
                  <a:lnTo>
                    <a:pt x="33087" y="1638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8199" y="2130270"/>
              <a:ext cx="33087" cy="163860"/>
            </a:xfrm>
            <a:custGeom>
              <a:avLst/>
              <a:pathLst>
                <a:path w="33087" h="163860">
                  <a:moveTo>
                    <a:pt x="0" y="0"/>
                  </a:moveTo>
                  <a:lnTo>
                    <a:pt x="33087" y="1638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8199" y="2130270"/>
              <a:ext cx="33087" cy="163860"/>
            </a:xfrm>
            <a:custGeom>
              <a:avLst/>
              <a:pathLst>
                <a:path w="33087" h="163860">
                  <a:moveTo>
                    <a:pt x="0" y="0"/>
                  </a:moveTo>
                  <a:lnTo>
                    <a:pt x="33087" y="1638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8199" y="2130270"/>
              <a:ext cx="33087" cy="163860"/>
            </a:xfrm>
            <a:custGeom>
              <a:avLst/>
              <a:pathLst>
                <a:path w="33087" h="163860">
                  <a:moveTo>
                    <a:pt x="0" y="0"/>
                  </a:moveTo>
                  <a:lnTo>
                    <a:pt x="33087" y="1638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8199" y="2130270"/>
              <a:ext cx="33087" cy="163860"/>
            </a:xfrm>
            <a:custGeom>
              <a:avLst/>
              <a:pathLst>
                <a:path w="33087" h="163860">
                  <a:moveTo>
                    <a:pt x="0" y="0"/>
                  </a:moveTo>
                  <a:lnTo>
                    <a:pt x="33087" y="1638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8199" y="2130270"/>
              <a:ext cx="33087" cy="163860"/>
            </a:xfrm>
            <a:custGeom>
              <a:avLst/>
              <a:pathLst>
                <a:path w="33087" h="163860">
                  <a:moveTo>
                    <a:pt x="0" y="0"/>
                  </a:moveTo>
                  <a:lnTo>
                    <a:pt x="33087" y="1638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8199" y="2130270"/>
              <a:ext cx="33087" cy="163860"/>
            </a:xfrm>
            <a:custGeom>
              <a:avLst/>
              <a:pathLst>
                <a:path w="33087" h="163860">
                  <a:moveTo>
                    <a:pt x="0" y="0"/>
                  </a:moveTo>
                  <a:lnTo>
                    <a:pt x="33087" y="1638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8199" y="2130270"/>
              <a:ext cx="33087" cy="163860"/>
            </a:xfrm>
            <a:custGeom>
              <a:avLst/>
              <a:pathLst>
                <a:path w="33087" h="163860">
                  <a:moveTo>
                    <a:pt x="0" y="0"/>
                  </a:moveTo>
                  <a:lnTo>
                    <a:pt x="33087" y="1638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8199" y="2130270"/>
              <a:ext cx="33087" cy="163860"/>
            </a:xfrm>
            <a:custGeom>
              <a:avLst/>
              <a:pathLst>
                <a:path w="33087" h="163860">
                  <a:moveTo>
                    <a:pt x="0" y="0"/>
                  </a:moveTo>
                  <a:lnTo>
                    <a:pt x="33087" y="1638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614131" y="2130270"/>
              <a:ext cx="334315" cy="331027"/>
            </a:xfrm>
            <a:custGeom>
              <a:avLst/>
              <a:pathLst>
                <a:path w="334315" h="331027">
                  <a:moveTo>
                    <a:pt x="134068" y="0"/>
                  </a:moveTo>
                  <a:lnTo>
                    <a:pt x="128903" y="1128"/>
                  </a:lnTo>
                  <a:lnTo>
                    <a:pt x="123776" y="2419"/>
                  </a:lnTo>
                  <a:lnTo>
                    <a:pt x="118692" y="3872"/>
                  </a:lnTo>
                  <a:lnTo>
                    <a:pt x="113657" y="5484"/>
                  </a:lnTo>
                  <a:lnTo>
                    <a:pt x="108675" y="7255"/>
                  </a:lnTo>
                  <a:lnTo>
                    <a:pt x="103752" y="9183"/>
                  </a:lnTo>
                  <a:lnTo>
                    <a:pt x="98892" y="11265"/>
                  </a:lnTo>
                  <a:lnTo>
                    <a:pt x="94101" y="13500"/>
                  </a:lnTo>
                  <a:lnTo>
                    <a:pt x="89382" y="15886"/>
                  </a:lnTo>
                  <a:lnTo>
                    <a:pt x="84742" y="18419"/>
                  </a:lnTo>
                  <a:lnTo>
                    <a:pt x="80184" y="21098"/>
                  </a:lnTo>
                  <a:lnTo>
                    <a:pt x="75713" y="23920"/>
                  </a:lnTo>
                  <a:lnTo>
                    <a:pt x="71333" y="26882"/>
                  </a:lnTo>
                  <a:lnTo>
                    <a:pt x="67049" y="29981"/>
                  </a:lnTo>
                  <a:lnTo>
                    <a:pt x="62865" y="33213"/>
                  </a:lnTo>
                  <a:lnTo>
                    <a:pt x="58786" y="36577"/>
                  </a:lnTo>
                  <a:lnTo>
                    <a:pt x="54815" y="40068"/>
                  </a:lnTo>
                  <a:lnTo>
                    <a:pt x="50956" y="43682"/>
                  </a:lnTo>
                  <a:lnTo>
                    <a:pt x="47214" y="47417"/>
                  </a:lnTo>
                  <a:lnTo>
                    <a:pt x="43592" y="51268"/>
                  </a:lnTo>
                  <a:lnTo>
                    <a:pt x="40093" y="55232"/>
                  </a:lnTo>
                  <a:lnTo>
                    <a:pt x="36721" y="59305"/>
                  </a:lnTo>
                  <a:lnTo>
                    <a:pt x="33480" y="63482"/>
                  </a:lnTo>
                  <a:lnTo>
                    <a:pt x="30373" y="67759"/>
                  </a:lnTo>
                  <a:lnTo>
                    <a:pt x="27402" y="72133"/>
                  </a:lnTo>
                  <a:lnTo>
                    <a:pt x="24571" y="76598"/>
                  </a:lnTo>
                  <a:lnTo>
                    <a:pt x="21883" y="81151"/>
                  </a:lnTo>
                  <a:lnTo>
                    <a:pt x="19340" y="85786"/>
                  </a:lnTo>
                  <a:lnTo>
                    <a:pt x="16945" y="90500"/>
                  </a:lnTo>
                  <a:lnTo>
                    <a:pt x="14700" y="95287"/>
                  </a:lnTo>
                  <a:lnTo>
                    <a:pt x="12608" y="100142"/>
                  </a:lnTo>
                  <a:lnTo>
                    <a:pt x="10670" y="105062"/>
                  </a:lnTo>
                  <a:lnTo>
                    <a:pt x="8889" y="110040"/>
                  </a:lnTo>
                  <a:lnTo>
                    <a:pt x="7266" y="115072"/>
                  </a:lnTo>
                  <a:lnTo>
                    <a:pt x="5803" y="120152"/>
                  </a:lnTo>
                  <a:lnTo>
                    <a:pt x="4502" y="125277"/>
                  </a:lnTo>
                  <a:lnTo>
                    <a:pt x="3363" y="130440"/>
                  </a:lnTo>
                  <a:lnTo>
                    <a:pt x="2388" y="135636"/>
                  </a:lnTo>
                  <a:lnTo>
                    <a:pt x="1578" y="140861"/>
                  </a:lnTo>
                  <a:lnTo>
                    <a:pt x="934" y="146109"/>
                  </a:lnTo>
                  <a:lnTo>
                    <a:pt x="455" y="151374"/>
                  </a:lnTo>
                  <a:lnTo>
                    <a:pt x="144" y="156652"/>
                  </a:lnTo>
                  <a:lnTo>
                    <a:pt x="0" y="161937"/>
                  </a:lnTo>
                  <a:lnTo>
                    <a:pt x="22" y="167224"/>
                  </a:lnTo>
                  <a:lnTo>
                    <a:pt x="212" y="172508"/>
                  </a:lnTo>
                  <a:lnTo>
                    <a:pt x="569" y="177783"/>
                  </a:lnTo>
                  <a:lnTo>
                    <a:pt x="1093" y="183044"/>
                  </a:lnTo>
                  <a:lnTo>
                    <a:pt x="1783" y="188286"/>
                  </a:lnTo>
                  <a:lnTo>
                    <a:pt x="2638" y="193504"/>
                  </a:lnTo>
                  <a:lnTo>
                    <a:pt x="3658" y="198691"/>
                  </a:lnTo>
                  <a:lnTo>
                    <a:pt x="4841" y="203844"/>
                  </a:lnTo>
                  <a:lnTo>
                    <a:pt x="6187" y="208957"/>
                  </a:lnTo>
                  <a:lnTo>
                    <a:pt x="7693" y="214025"/>
                  </a:lnTo>
                  <a:lnTo>
                    <a:pt x="9359" y="219043"/>
                  </a:lnTo>
                  <a:lnTo>
                    <a:pt x="11183" y="224006"/>
                  </a:lnTo>
                  <a:lnTo>
                    <a:pt x="13163" y="228908"/>
                  </a:lnTo>
                  <a:lnTo>
                    <a:pt x="15298" y="233745"/>
                  </a:lnTo>
                  <a:lnTo>
                    <a:pt x="17584" y="238513"/>
                  </a:lnTo>
                  <a:lnTo>
                    <a:pt x="20019" y="243205"/>
                  </a:lnTo>
                  <a:lnTo>
                    <a:pt x="22602" y="247819"/>
                  </a:lnTo>
                  <a:lnTo>
                    <a:pt x="25329" y="252348"/>
                  </a:lnTo>
                  <a:lnTo>
                    <a:pt x="28199" y="256789"/>
                  </a:lnTo>
                  <a:lnTo>
                    <a:pt x="31207" y="261137"/>
                  </a:lnTo>
                  <a:lnTo>
                    <a:pt x="34351" y="265387"/>
                  </a:lnTo>
                  <a:lnTo>
                    <a:pt x="37628" y="269536"/>
                  </a:lnTo>
                  <a:lnTo>
                    <a:pt x="41035" y="273580"/>
                  </a:lnTo>
                  <a:lnTo>
                    <a:pt x="44568" y="277513"/>
                  </a:lnTo>
                  <a:lnTo>
                    <a:pt x="48223" y="281333"/>
                  </a:lnTo>
                  <a:lnTo>
                    <a:pt x="51998" y="285035"/>
                  </a:lnTo>
                  <a:lnTo>
                    <a:pt x="55887" y="288616"/>
                  </a:lnTo>
                  <a:lnTo>
                    <a:pt x="59888" y="292073"/>
                  </a:lnTo>
                  <a:lnTo>
                    <a:pt x="63996" y="295401"/>
                  </a:lnTo>
                  <a:lnTo>
                    <a:pt x="68208" y="298597"/>
                  </a:lnTo>
                  <a:lnTo>
                    <a:pt x="72518" y="301659"/>
                  </a:lnTo>
                  <a:lnTo>
                    <a:pt x="76923" y="304583"/>
                  </a:lnTo>
                  <a:lnTo>
                    <a:pt x="81419" y="307366"/>
                  </a:lnTo>
                  <a:lnTo>
                    <a:pt x="86000" y="310006"/>
                  </a:lnTo>
                  <a:lnTo>
                    <a:pt x="90662" y="312499"/>
                  </a:lnTo>
                  <a:lnTo>
                    <a:pt x="95401" y="314844"/>
                  </a:lnTo>
                  <a:lnTo>
                    <a:pt x="100211" y="317037"/>
                  </a:lnTo>
                  <a:lnTo>
                    <a:pt x="105089" y="319078"/>
                  </a:lnTo>
                  <a:lnTo>
                    <a:pt x="110029" y="320963"/>
                  </a:lnTo>
                  <a:lnTo>
                    <a:pt x="115025" y="322691"/>
                  </a:lnTo>
                  <a:lnTo>
                    <a:pt x="120074" y="324260"/>
                  </a:lnTo>
                  <a:lnTo>
                    <a:pt x="125170" y="325669"/>
                  </a:lnTo>
                  <a:lnTo>
                    <a:pt x="130308" y="326916"/>
                  </a:lnTo>
                  <a:lnTo>
                    <a:pt x="135483" y="327999"/>
                  </a:lnTo>
                  <a:lnTo>
                    <a:pt x="140690" y="328919"/>
                  </a:lnTo>
                  <a:lnTo>
                    <a:pt x="145923" y="329673"/>
                  </a:lnTo>
                  <a:lnTo>
                    <a:pt x="151177" y="330262"/>
                  </a:lnTo>
                  <a:lnTo>
                    <a:pt x="156447" y="330684"/>
                  </a:lnTo>
                  <a:lnTo>
                    <a:pt x="161728" y="330939"/>
                  </a:lnTo>
                  <a:lnTo>
                    <a:pt x="167015" y="331027"/>
                  </a:lnTo>
                  <a:lnTo>
                    <a:pt x="172301" y="330948"/>
                  </a:lnTo>
                  <a:lnTo>
                    <a:pt x="177582" y="330702"/>
                  </a:lnTo>
                  <a:lnTo>
                    <a:pt x="182853" y="330288"/>
                  </a:lnTo>
                  <a:lnTo>
                    <a:pt x="188109" y="329709"/>
                  </a:lnTo>
                  <a:lnTo>
                    <a:pt x="193343" y="328963"/>
                  </a:lnTo>
                  <a:lnTo>
                    <a:pt x="198551" y="328053"/>
                  </a:lnTo>
                  <a:lnTo>
                    <a:pt x="203728" y="326978"/>
                  </a:lnTo>
                  <a:lnTo>
                    <a:pt x="208868" y="325739"/>
                  </a:lnTo>
                  <a:lnTo>
                    <a:pt x="213966" y="324339"/>
                  </a:lnTo>
                  <a:lnTo>
                    <a:pt x="219018" y="322779"/>
                  </a:lnTo>
                  <a:lnTo>
                    <a:pt x="224018" y="321059"/>
                  </a:lnTo>
                  <a:lnTo>
                    <a:pt x="228960" y="319182"/>
                  </a:lnTo>
                  <a:lnTo>
                    <a:pt x="233841" y="317150"/>
                  </a:lnTo>
                  <a:lnTo>
                    <a:pt x="238656" y="314965"/>
                  </a:lnTo>
                  <a:lnTo>
                    <a:pt x="243398" y="312628"/>
                  </a:lnTo>
                  <a:lnTo>
                    <a:pt x="248065" y="310143"/>
                  </a:lnTo>
                  <a:lnTo>
                    <a:pt x="252650" y="307511"/>
                  </a:lnTo>
                  <a:lnTo>
                    <a:pt x="257150" y="304735"/>
                  </a:lnTo>
                  <a:lnTo>
                    <a:pt x="261560" y="301819"/>
                  </a:lnTo>
                  <a:lnTo>
                    <a:pt x="265876" y="298764"/>
                  </a:lnTo>
                  <a:lnTo>
                    <a:pt x="270093" y="295575"/>
                  </a:lnTo>
                  <a:lnTo>
                    <a:pt x="274207" y="292254"/>
                  </a:lnTo>
                  <a:lnTo>
                    <a:pt x="278213" y="288804"/>
                  </a:lnTo>
                  <a:lnTo>
                    <a:pt x="282109" y="285230"/>
                  </a:lnTo>
                  <a:lnTo>
                    <a:pt x="285890" y="281534"/>
                  </a:lnTo>
                  <a:lnTo>
                    <a:pt x="289552" y="277720"/>
                  </a:lnTo>
                  <a:lnTo>
                    <a:pt x="293091" y="273793"/>
                  </a:lnTo>
                  <a:lnTo>
                    <a:pt x="296505" y="269755"/>
                  </a:lnTo>
                  <a:lnTo>
                    <a:pt x="299789" y="265612"/>
                  </a:lnTo>
                  <a:lnTo>
                    <a:pt x="302940" y="261366"/>
                  </a:lnTo>
                  <a:lnTo>
                    <a:pt x="305956" y="257024"/>
                  </a:lnTo>
                  <a:lnTo>
                    <a:pt x="308833" y="252588"/>
                  </a:lnTo>
                  <a:lnTo>
                    <a:pt x="311568" y="248063"/>
                  </a:lnTo>
                  <a:lnTo>
                    <a:pt x="314158" y="243454"/>
                  </a:lnTo>
                  <a:lnTo>
                    <a:pt x="316602" y="238765"/>
                  </a:lnTo>
                  <a:lnTo>
                    <a:pt x="318896" y="234002"/>
                  </a:lnTo>
                  <a:lnTo>
                    <a:pt x="321038" y="229168"/>
                  </a:lnTo>
                  <a:lnTo>
                    <a:pt x="323026" y="224269"/>
                  </a:lnTo>
                  <a:lnTo>
                    <a:pt x="324859" y="219310"/>
                  </a:lnTo>
                  <a:lnTo>
                    <a:pt x="326534" y="214295"/>
                  </a:lnTo>
                  <a:lnTo>
                    <a:pt x="328049" y="209230"/>
                  </a:lnTo>
                  <a:lnTo>
                    <a:pt x="329403" y="204119"/>
                  </a:lnTo>
                  <a:lnTo>
                    <a:pt x="330595" y="198968"/>
                  </a:lnTo>
                  <a:lnTo>
                    <a:pt x="331624" y="193782"/>
                  </a:lnTo>
                  <a:lnTo>
                    <a:pt x="332488" y="188566"/>
                  </a:lnTo>
                  <a:lnTo>
                    <a:pt x="333186" y="183325"/>
                  </a:lnTo>
                  <a:lnTo>
                    <a:pt x="333719" y="178065"/>
                  </a:lnTo>
                  <a:lnTo>
                    <a:pt x="334085" y="172790"/>
                  </a:lnTo>
                  <a:lnTo>
                    <a:pt x="334284" y="167507"/>
                  </a:lnTo>
                  <a:lnTo>
                    <a:pt x="334315" y="162220"/>
                  </a:lnTo>
                  <a:lnTo>
                    <a:pt x="334180" y="156934"/>
                  </a:lnTo>
                  <a:lnTo>
                    <a:pt x="333877" y="151656"/>
                  </a:lnTo>
                  <a:lnTo>
                    <a:pt x="333408" y="146390"/>
                  </a:lnTo>
                  <a:lnTo>
                    <a:pt x="332772" y="141141"/>
                  </a:lnTo>
                  <a:lnTo>
                    <a:pt x="331971" y="135915"/>
                  </a:lnTo>
                  <a:lnTo>
                    <a:pt x="331005" y="130717"/>
                  </a:lnTo>
                  <a:lnTo>
                    <a:pt x="329875" y="125552"/>
                  </a:lnTo>
                  <a:lnTo>
                    <a:pt x="328582" y="120425"/>
                  </a:lnTo>
                  <a:lnTo>
                    <a:pt x="327128" y="115342"/>
                  </a:lnTo>
                  <a:lnTo>
                    <a:pt x="325513" y="110307"/>
                  </a:lnTo>
                  <a:lnTo>
                    <a:pt x="323741" y="105326"/>
                  </a:lnTo>
                  <a:lnTo>
                    <a:pt x="321811" y="100404"/>
                  </a:lnTo>
                  <a:lnTo>
                    <a:pt x="319727" y="95545"/>
                  </a:lnTo>
                  <a:lnTo>
                    <a:pt x="317491" y="90754"/>
                  </a:lnTo>
                  <a:lnTo>
                    <a:pt x="315104" y="86036"/>
                  </a:lnTo>
                  <a:lnTo>
                    <a:pt x="312568" y="81397"/>
                  </a:lnTo>
                  <a:lnTo>
                    <a:pt x="309888" y="76839"/>
                  </a:lnTo>
                  <a:lnTo>
                    <a:pt x="307065" y="72369"/>
                  </a:lnTo>
                  <a:lnTo>
                    <a:pt x="304101" y="67991"/>
                  </a:lnTo>
                  <a:lnTo>
                    <a:pt x="301001" y="63708"/>
                  </a:lnTo>
                  <a:lnTo>
                    <a:pt x="297767" y="59525"/>
                  </a:lnTo>
                  <a:lnTo>
                    <a:pt x="294402" y="55447"/>
                  </a:lnTo>
                  <a:lnTo>
                    <a:pt x="290910" y="51477"/>
                  </a:lnTo>
                  <a:lnTo>
                    <a:pt x="287294" y="47620"/>
                  </a:lnTo>
                  <a:lnTo>
                    <a:pt x="283558" y="43879"/>
                  </a:lnTo>
                  <a:lnTo>
                    <a:pt x="279706" y="40258"/>
                  </a:lnTo>
                  <a:lnTo>
                    <a:pt x="275741" y="36760"/>
                  </a:lnTo>
                  <a:lnTo>
                    <a:pt x="271667" y="33390"/>
                  </a:lnTo>
                  <a:lnTo>
                    <a:pt x="267489" y="30150"/>
                  </a:lnTo>
                  <a:lnTo>
                    <a:pt x="263210" y="27044"/>
                  </a:lnTo>
                  <a:lnTo>
                    <a:pt x="258836" y="24075"/>
                  </a:lnTo>
                  <a:lnTo>
                    <a:pt x="254369" y="21246"/>
                  </a:lnTo>
                  <a:lnTo>
                    <a:pt x="249816" y="18559"/>
                  </a:lnTo>
                  <a:lnTo>
                    <a:pt x="245179" y="16018"/>
                  </a:lnTo>
                  <a:lnTo>
                    <a:pt x="240465" y="13624"/>
                  </a:lnTo>
                  <a:lnTo>
                    <a:pt x="235677" y="11381"/>
                  </a:lnTo>
                  <a:lnTo>
                    <a:pt x="230821" y="9290"/>
                  </a:lnTo>
                  <a:lnTo>
                    <a:pt x="225901" y="7354"/>
                  </a:lnTo>
                  <a:lnTo>
                    <a:pt x="220923" y="5575"/>
                  </a:lnTo>
                  <a:lnTo>
                    <a:pt x="215890" y="3954"/>
                  </a:lnTo>
                  <a:lnTo>
                    <a:pt x="210809" y="2492"/>
                  </a:lnTo>
                  <a:lnTo>
                    <a:pt x="205684" y="1193"/>
                  </a:lnTo>
                  <a:lnTo>
                    <a:pt x="200521" y="56"/>
                  </a:lnTo>
                  <a:lnTo>
                    <a:pt x="167156" y="1638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81287" y="2126963"/>
              <a:ext cx="33364" cy="167167"/>
            </a:xfrm>
            <a:custGeom>
              <a:avLst/>
              <a:pathLst>
                <a:path w="33364" h="167167">
                  <a:moveTo>
                    <a:pt x="33364" y="3363"/>
                  </a:moveTo>
                  <a:lnTo>
                    <a:pt x="26756" y="2155"/>
                  </a:lnTo>
                  <a:lnTo>
                    <a:pt x="20105" y="1213"/>
                  </a:lnTo>
                  <a:lnTo>
                    <a:pt x="13421" y="539"/>
                  </a:lnTo>
                  <a:lnTo>
                    <a:pt x="6716" y="13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4290" y="2633064"/>
              <a:ext cx="6458" cy="167167"/>
            </a:xfrm>
            <a:custGeom>
              <a:avLst/>
              <a:pathLst>
                <a:path w="6458" h="167167">
                  <a:moveTo>
                    <a:pt x="6458" y="0"/>
                  </a:moveTo>
                  <a:lnTo>
                    <a:pt x="0" y="124"/>
                  </a:lnTo>
                  <a:lnTo>
                    <a:pt x="64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290" y="2633189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290" y="2633189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290" y="2633189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290" y="2633189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290" y="2633189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290" y="2633189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290" y="2633189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290" y="2633189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290" y="2633189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290" y="2633189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290" y="2633189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290" y="2633189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290" y="2633189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423594" y="2633189"/>
              <a:ext cx="334310" cy="334210"/>
            </a:xfrm>
            <a:custGeom>
              <a:avLst/>
              <a:pathLst>
                <a:path w="334310" h="334210">
                  <a:moveTo>
                    <a:pt x="160696" y="0"/>
                  </a:moveTo>
                  <a:lnTo>
                    <a:pt x="155411" y="288"/>
                  </a:lnTo>
                  <a:lnTo>
                    <a:pt x="150139" y="743"/>
                  </a:lnTo>
                  <a:lnTo>
                    <a:pt x="144883" y="1365"/>
                  </a:lnTo>
                  <a:lnTo>
                    <a:pt x="139650" y="2153"/>
                  </a:lnTo>
                  <a:lnTo>
                    <a:pt x="134445" y="3106"/>
                  </a:lnTo>
                  <a:lnTo>
                    <a:pt x="129272" y="4224"/>
                  </a:lnTo>
                  <a:lnTo>
                    <a:pt x="124137" y="5504"/>
                  </a:lnTo>
                  <a:lnTo>
                    <a:pt x="119045" y="6947"/>
                  </a:lnTo>
                  <a:lnTo>
                    <a:pt x="114002" y="8550"/>
                  </a:lnTo>
                  <a:lnTo>
                    <a:pt x="109011" y="10312"/>
                  </a:lnTo>
                  <a:lnTo>
                    <a:pt x="104079" y="12231"/>
                  </a:lnTo>
                  <a:lnTo>
                    <a:pt x="99211" y="14305"/>
                  </a:lnTo>
                  <a:lnTo>
                    <a:pt x="94410" y="16532"/>
                  </a:lnTo>
                  <a:lnTo>
                    <a:pt x="89682" y="18910"/>
                  </a:lnTo>
                  <a:lnTo>
                    <a:pt x="85032" y="21437"/>
                  </a:lnTo>
                  <a:lnTo>
                    <a:pt x="80464" y="24109"/>
                  </a:lnTo>
                  <a:lnTo>
                    <a:pt x="75983" y="26925"/>
                  </a:lnTo>
                  <a:lnTo>
                    <a:pt x="71594" y="29881"/>
                  </a:lnTo>
                  <a:lnTo>
                    <a:pt x="67300" y="32975"/>
                  </a:lnTo>
                  <a:lnTo>
                    <a:pt x="63106" y="36203"/>
                  </a:lnTo>
                  <a:lnTo>
                    <a:pt x="59017" y="39562"/>
                  </a:lnTo>
                  <a:lnTo>
                    <a:pt x="55036" y="43048"/>
                  </a:lnTo>
                  <a:lnTo>
                    <a:pt x="51167" y="46660"/>
                  </a:lnTo>
                  <a:lnTo>
                    <a:pt x="47414" y="50391"/>
                  </a:lnTo>
                  <a:lnTo>
                    <a:pt x="43782" y="54240"/>
                  </a:lnTo>
                  <a:lnTo>
                    <a:pt x="40273" y="58202"/>
                  </a:lnTo>
                  <a:lnTo>
                    <a:pt x="36891" y="62273"/>
                  </a:lnTo>
                  <a:lnTo>
                    <a:pt x="33640" y="66448"/>
                  </a:lnTo>
                  <a:lnTo>
                    <a:pt x="30523" y="70725"/>
                  </a:lnTo>
                  <a:lnTo>
                    <a:pt x="27543" y="75098"/>
                  </a:lnTo>
                  <a:lnTo>
                    <a:pt x="24702" y="79564"/>
                  </a:lnTo>
                  <a:lnTo>
                    <a:pt x="22005" y="84117"/>
                  </a:lnTo>
                  <a:lnTo>
                    <a:pt x="19452" y="88753"/>
                  </a:lnTo>
                  <a:lnTo>
                    <a:pt x="17048" y="93467"/>
                  </a:lnTo>
                  <a:lnTo>
                    <a:pt x="14795" y="98256"/>
                  </a:lnTo>
                  <a:lnTo>
                    <a:pt x="12694" y="103113"/>
                  </a:lnTo>
                  <a:lnTo>
                    <a:pt x="10747" y="108034"/>
                  </a:lnTo>
                  <a:lnTo>
                    <a:pt x="8958" y="113015"/>
                  </a:lnTo>
                  <a:lnTo>
                    <a:pt x="7327" y="118049"/>
                  </a:lnTo>
                  <a:lnTo>
                    <a:pt x="5856" y="123133"/>
                  </a:lnTo>
                  <a:lnTo>
                    <a:pt x="4547" y="128261"/>
                  </a:lnTo>
                  <a:lnTo>
                    <a:pt x="3401" y="133427"/>
                  </a:lnTo>
                  <a:lnTo>
                    <a:pt x="2419" y="138627"/>
                  </a:lnTo>
                  <a:lnTo>
                    <a:pt x="1602" y="143856"/>
                  </a:lnTo>
                  <a:lnTo>
                    <a:pt x="951" y="149108"/>
                  </a:lnTo>
                  <a:lnTo>
                    <a:pt x="467" y="154378"/>
                  </a:lnTo>
                  <a:lnTo>
                    <a:pt x="149" y="159661"/>
                  </a:lnTo>
                  <a:lnTo>
                    <a:pt x="0" y="164951"/>
                  </a:lnTo>
                  <a:lnTo>
                    <a:pt x="17" y="170243"/>
                  </a:lnTo>
                  <a:lnTo>
                    <a:pt x="202" y="175532"/>
                  </a:lnTo>
                  <a:lnTo>
                    <a:pt x="555" y="180812"/>
                  </a:lnTo>
                  <a:lnTo>
                    <a:pt x="1074" y="186079"/>
                  </a:lnTo>
                  <a:lnTo>
                    <a:pt x="1760" y="191326"/>
                  </a:lnTo>
                  <a:lnTo>
                    <a:pt x="2611" y="196550"/>
                  </a:lnTo>
                  <a:lnTo>
                    <a:pt x="3628" y="201743"/>
                  </a:lnTo>
                  <a:lnTo>
                    <a:pt x="4808" y="206902"/>
                  </a:lnTo>
                  <a:lnTo>
                    <a:pt x="6151" y="212021"/>
                  </a:lnTo>
                  <a:lnTo>
                    <a:pt x="7656" y="217095"/>
                  </a:lnTo>
                  <a:lnTo>
                    <a:pt x="9320" y="222119"/>
                  </a:lnTo>
                  <a:lnTo>
                    <a:pt x="11142" y="227087"/>
                  </a:lnTo>
                  <a:lnTo>
                    <a:pt x="13121" y="231995"/>
                  </a:lnTo>
                  <a:lnTo>
                    <a:pt x="15254" y="236838"/>
                  </a:lnTo>
                  <a:lnTo>
                    <a:pt x="17540" y="241612"/>
                  </a:lnTo>
                  <a:lnTo>
                    <a:pt x="19975" y="246310"/>
                  </a:lnTo>
                  <a:lnTo>
                    <a:pt x="22558" y="250929"/>
                  </a:lnTo>
                  <a:lnTo>
                    <a:pt x="25286" y="255464"/>
                  </a:lnTo>
                  <a:lnTo>
                    <a:pt x="28156" y="259911"/>
                  </a:lnTo>
                  <a:lnTo>
                    <a:pt x="31165" y="264264"/>
                  </a:lnTo>
                  <a:lnTo>
                    <a:pt x="34311" y="268520"/>
                  </a:lnTo>
                  <a:lnTo>
                    <a:pt x="37590" y="272674"/>
                  </a:lnTo>
                  <a:lnTo>
                    <a:pt x="40998" y="276722"/>
                  </a:lnTo>
                  <a:lnTo>
                    <a:pt x="44533" y="280661"/>
                  </a:lnTo>
                  <a:lnTo>
                    <a:pt x="48191" y="284485"/>
                  </a:lnTo>
                  <a:lnTo>
                    <a:pt x="51968" y="288192"/>
                  </a:lnTo>
                  <a:lnTo>
                    <a:pt x="55861" y="291777"/>
                  </a:lnTo>
                  <a:lnTo>
                    <a:pt x="59865" y="295238"/>
                  </a:lnTo>
                  <a:lnTo>
                    <a:pt x="63977" y="298569"/>
                  </a:lnTo>
                  <a:lnTo>
                    <a:pt x="68192" y="301770"/>
                  </a:lnTo>
                  <a:lnTo>
                    <a:pt x="72506" y="304835"/>
                  </a:lnTo>
                  <a:lnTo>
                    <a:pt x="76915" y="307761"/>
                  </a:lnTo>
                  <a:lnTo>
                    <a:pt x="81415" y="310547"/>
                  </a:lnTo>
                  <a:lnTo>
                    <a:pt x="86000" y="313189"/>
                  </a:lnTo>
                  <a:lnTo>
                    <a:pt x="90667" y="315685"/>
                  </a:lnTo>
                  <a:lnTo>
                    <a:pt x="95410" y="318032"/>
                  </a:lnTo>
                  <a:lnTo>
                    <a:pt x="100226" y="320227"/>
                  </a:lnTo>
                  <a:lnTo>
                    <a:pt x="105108" y="322269"/>
                  </a:lnTo>
                  <a:lnTo>
                    <a:pt x="110053" y="324155"/>
                  </a:lnTo>
                  <a:lnTo>
                    <a:pt x="115055" y="325884"/>
                  </a:lnTo>
                  <a:lnTo>
                    <a:pt x="120109" y="327453"/>
                  </a:lnTo>
                  <a:lnTo>
                    <a:pt x="125210" y="328862"/>
                  </a:lnTo>
                  <a:lnTo>
                    <a:pt x="130353" y="330109"/>
                  </a:lnTo>
                  <a:lnTo>
                    <a:pt x="135533" y="331192"/>
                  </a:lnTo>
                  <a:lnTo>
                    <a:pt x="140745" y="332110"/>
                  </a:lnTo>
                  <a:lnTo>
                    <a:pt x="145983" y="332864"/>
                  </a:lnTo>
                  <a:lnTo>
                    <a:pt x="151243" y="333451"/>
                  </a:lnTo>
                  <a:lnTo>
                    <a:pt x="156518" y="333871"/>
                  </a:lnTo>
                  <a:lnTo>
                    <a:pt x="161805" y="334124"/>
                  </a:lnTo>
                  <a:lnTo>
                    <a:pt x="167096" y="334210"/>
                  </a:lnTo>
                  <a:lnTo>
                    <a:pt x="172388" y="334128"/>
                  </a:lnTo>
                  <a:lnTo>
                    <a:pt x="177674" y="333878"/>
                  </a:lnTo>
                  <a:lnTo>
                    <a:pt x="182950" y="333462"/>
                  </a:lnTo>
                  <a:lnTo>
                    <a:pt x="188210" y="332878"/>
                  </a:lnTo>
                  <a:lnTo>
                    <a:pt x="193448" y="332129"/>
                  </a:lnTo>
                  <a:lnTo>
                    <a:pt x="198661" y="331214"/>
                  </a:lnTo>
                  <a:lnTo>
                    <a:pt x="203842" y="330134"/>
                  </a:lnTo>
                  <a:lnTo>
                    <a:pt x="208986" y="328891"/>
                  </a:lnTo>
                  <a:lnTo>
                    <a:pt x="214088" y="327486"/>
                  </a:lnTo>
                  <a:lnTo>
                    <a:pt x="219143" y="325920"/>
                  </a:lnTo>
                  <a:lnTo>
                    <a:pt x="224146" y="324194"/>
                  </a:lnTo>
                  <a:lnTo>
                    <a:pt x="229092" y="322312"/>
                  </a:lnTo>
                  <a:lnTo>
                    <a:pt x="233976" y="320273"/>
                  </a:lnTo>
                  <a:lnTo>
                    <a:pt x="238793" y="318081"/>
                  </a:lnTo>
                  <a:lnTo>
                    <a:pt x="243538" y="315738"/>
                  </a:lnTo>
                  <a:lnTo>
                    <a:pt x="248207" y="313246"/>
                  </a:lnTo>
                  <a:lnTo>
                    <a:pt x="252794" y="310607"/>
                  </a:lnTo>
                  <a:lnTo>
                    <a:pt x="257295" y="307824"/>
                  </a:lnTo>
                  <a:lnTo>
                    <a:pt x="261706" y="304900"/>
                  </a:lnTo>
                  <a:lnTo>
                    <a:pt x="266023" y="301838"/>
                  </a:lnTo>
                  <a:lnTo>
                    <a:pt x="270240" y="298641"/>
                  </a:lnTo>
                  <a:lnTo>
                    <a:pt x="274354" y="295312"/>
                  </a:lnTo>
                  <a:lnTo>
                    <a:pt x="278361" y="291854"/>
                  </a:lnTo>
                  <a:lnTo>
                    <a:pt x="282256" y="288271"/>
                  </a:lnTo>
                  <a:lnTo>
                    <a:pt x="286035" y="284567"/>
                  </a:lnTo>
                  <a:lnTo>
                    <a:pt x="289696" y="280745"/>
                  </a:lnTo>
                  <a:lnTo>
                    <a:pt x="293234" y="276809"/>
                  </a:lnTo>
                  <a:lnTo>
                    <a:pt x="296645" y="272764"/>
                  </a:lnTo>
                  <a:lnTo>
                    <a:pt x="299927" y="268612"/>
                  </a:lnTo>
                  <a:lnTo>
                    <a:pt x="303075" y="264358"/>
                  </a:lnTo>
                  <a:lnTo>
                    <a:pt x="306087" y="260007"/>
                  </a:lnTo>
                  <a:lnTo>
                    <a:pt x="308961" y="255562"/>
                  </a:lnTo>
                  <a:lnTo>
                    <a:pt x="311691" y="251029"/>
                  </a:lnTo>
                  <a:lnTo>
                    <a:pt x="314278" y="246412"/>
                  </a:lnTo>
                  <a:lnTo>
                    <a:pt x="316716" y="241715"/>
                  </a:lnTo>
                  <a:lnTo>
                    <a:pt x="319005" y="236944"/>
                  </a:lnTo>
                  <a:lnTo>
                    <a:pt x="321142" y="232102"/>
                  </a:lnTo>
                  <a:lnTo>
                    <a:pt x="323124" y="227195"/>
                  </a:lnTo>
                  <a:lnTo>
                    <a:pt x="324950" y="222228"/>
                  </a:lnTo>
                  <a:lnTo>
                    <a:pt x="326617" y="217205"/>
                  </a:lnTo>
                  <a:lnTo>
                    <a:pt x="328125" y="212132"/>
                  </a:lnTo>
                  <a:lnTo>
                    <a:pt x="329472" y="207014"/>
                  </a:lnTo>
                  <a:lnTo>
                    <a:pt x="330656" y="201856"/>
                  </a:lnTo>
                  <a:lnTo>
                    <a:pt x="331676" y="196663"/>
                  </a:lnTo>
                  <a:lnTo>
                    <a:pt x="332531" y="191441"/>
                  </a:lnTo>
                  <a:lnTo>
                    <a:pt x="333221" y="186194"/>
                  </a:lnTo>
                  <a:lnTo>
                    <a:pt x="333744" y="180927"/>
                  </a:lnTo>
                  <a:lnTo>
                    <a:pt x="334100" y="175647"/>
                  </a:lnTo>
                  <a:lnTo>
                    <a:pt x="334288" y="170358"/>
                  </a:lnTo>
                  <a:lnTo>
                    <a:pt x="334310" y="165066"/>
                  </a:lnTo>
                  <a:lnTo>
                    <a:pt x="334163" y="159776"/>
                  </a:lnTo>
                  <a:lnTo>
                    <a:pt x="333850" y="154493"/>
                  </a:lnTo>
                  <a:lnTo>
                    <a:pt x="333369" y="149223"/>
                  </a:lnTo>
                  <a:lnTo>
                    <a:pt x="332722" y="143971"/>
                  </a:lnTo>
                  <a:lnTo>
                    <a:pt x="331908" y="138741"/>
                  </a:lnTo>
                  <a:lnTo>
                    <a:pt x="330930" y="133540"/>
                  </a:lnTo>
                  <a:lnTo>
                    <a:pt x="329787" y="128373"/>
                  </a:lnTo>
                  <a:lnTo>
                    <a:pt x="328482" y="123244"/>
                  </a:lnTo>
                  <a:lnTo>
                    <a:pt x="327015" y="118160"/>
                  </a:lnTo>
                  <a:lnTo>
                    <a:pt x="325387" y="113124"/>
                  </a:lnTo>
                  <a:lnTo>
                    <a:pt x="323601" y="108142"/>
                  </a:lnTo>
                  <a:lnTo>
                    <a:pt x="321658" y="103220"/>
                  </a:lnTo>
                  <a:lnTo>
                    <a:pt x="319561" y="98361"/>
                  </a:lnTo>
                  <a:lnTo>
                    <a:pt x="317310" y="93571"/>
                  </a:lnTo>
                  <a:lnTo>
                    <a:pt x="314909" y="88855"/>
                  </a:lnTo>
                  <a:lnTo>
                    <a:pt x="312360" y="84217"/>
                  </a:lnTo>
                  <a:lnTo>
                    <a:pt x="309666" y="79662"/>
                  </a:lnTo>
                  <a:lnTo>
                    <a:pt x="306829" y="75195"/>
                  </a:lnTo>
                  <a:lnTo>
                    <a:pt x="303851" y="70820"/>
                  </a:lnTo>
                  <a:lnTo>
                    <a:pt x="300737" y="66541"/>
                  </a:lnTo>
                  <a:lnTo>
                    <a:pt x="297489" y="62363"/>
                  </a:lnTo>
                  <a:lnTo>
                    <a:pt x="294110" y="58290"/>
                  </a:lnTo>
                  <a:lnTo>
                    <a:pt x="290604" y="54325"/>
                  </a:lnTo>
                  <a:lnTo>
                    <a:pt x="286974" y="50474"/>
                  </a:lnTo>
                  <a:lnTo>
                    <a:pt x="283224" y="46740"/>
                  </a:lnTo>
                  <a:lnTo>
                    <a:pt x="279358" y="43126"/>
                  </a:lnTo>
                  <a:lnTo>
                    <a:pt x="275379" y="39636"/>
                  </a:lnTo>
                  <a:lnTo>
                    <a:pt x="271292" y="36275"/>
                  </a:lnTo>
                  <a:lnTo>
                    <a:pt x="267101" y="33044"/>
                  </a:lnTo>
                  <a:lnTo>
                    <a:pt x="262809" y="29947"/>
                  </a:lnTo>
                  <a:lnTo>
                    <a:pt x="258421" y="26988"/>
                  </a:lnTo>
                  <a:lnTo>
                    <a:pt x="253942" y="24169"/>
                  </a:lnTo>
                  <a:lnTo>
                    <a:pt x="249376" y="21494"/>
                  </a:lnTo>
                  <a:lnTo>
                    <a:pt x="244728" y="18964"/>
                  </a:lnTo>
                  <a:lnTo>
                    <a:pt x="240002" y="16582"/>
                  </a:lnTo>
                  <a:lnTo>
                    <a:pt x="167154" y="167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90748" y="2633064"/>
              <a:ext cx="72848" cy="167167"/>
            </a:xfrm>
            <a:custGeom>
              <a:avLst/>
              <a:pathLst>
                <a:path w="72848" h="167167">
                  <a:moveTo>
                    <a:pt x="72848" y="16707"/>
                  </a:moveTo>
                  <a:lnTo>
                    <a:pt x="67586" y="14272"/>
                  </a:lnTo>
                  <a:lnTo>
                    <a:pt x="62243" y="12020"/>
                  </a:lnTo>
                  <a:lnTo>
                    <a:pt x="56826" y="9955"/>
                  </a:lnTo>
                  <a:lnTo>
                    <a:pt x="51340" y="8079"/>
                  </a:lnTo>
                  <a:lnTo>
                    <a:pt x="45792" y="6394"/>
                  </a:lnTo>
                  <a:lnTo>
                    <a:pt x="40189" y="4903"/>
                  </a:lnTo>
                  <a:lnTo>
                    <a:pt x="34538" y="3606"/>
                  </a:lnTo>
                  <a:lnTo>
                    <a:pt x="28845" y="2507"/>
                  </a:lnTo>
                  <a:lnTo>
                    <a:pt x="23118" y="1606"/>
                  </a:lnTo>
                  <a:lnTo>
                    <a:pt x="17363" y="904"/>
                  </a:lnTo>
                  <a:lnTo>
                    <a:pt x="11587" y="402"/>
                  </a:lnTo>
                  <a:lnTo>
                    <a:pt x="5797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499646" y="3170392"/>
              <a:ext cx="26334" cy="167167"/>
            </a:xfrm>
            <a:custGeom>
              <a:avLst/>
              <a:pathLst>
                <a:path w="26334" h="167167">
                  <a:moveTo>
                    <a:pt x="26334" y="0"/>
                  </a:moveTo>
                  <a:lnTo>
                    <a:pt x="19724" y="130"/>
                  </a:lnTo>
                  <a:lnTo>
                    <a:pt x="13125" y="522"/>
                  </a:lnTo>
                  <a:lnTo>
                    <a:pt x="6547" y="1175"/>
                  </a:lnTo>
                  <a:lnTo>
                    <a:pt x="0" y="2087"/>
                  </a:lnTo>
                  <a:lnTo>
                    <a:pt x="2633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499646" y="3172479"/>
              <a:ext cx="26334" cy="165080"/>
            </a:xfrm>
            <a:custGeom>
              <a:avLst/>
              <a:pathLst>
                <a:path w="26334" h="165080">
                  <a:moveTo>
                    <a:pt x="0" y="0"/>
                  </a:moveTo>
                  <a:lnTo>
                    <a:pt x="26334" y="1650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9646" y="3172479"/>
              <a:ext cx="26334" cy="165080"/>
            </a:xfrm>
            <a:custGeom>
              <a:avLst/>
              <a:pathLst>
                <a:path w="26334" h="165080">
                  <a:moveTo>
                    <a:pt x="0" y="0"/>
                  </a:moveTo>
                  <a:lnTo>
                    <a:pt x="26334" y="1650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9646" y="3172479"/>
              <a:ext cx="26334" cy="165080"/>
            </a:xfrm>
            <a:custGeom>
              <a:avLst/>
              <a:pathLst>
                <a:path w="26334" h="165080">
                  <a:moveTo>
                    <a:pt x="0" y="0"/>
                  </a:moveTo>
                  <a:lnTo>
                    <a:pt x="26334" y="1650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9646" y="3172479"/>
              <a:ext cx="26334" cy="165080"/>
            </a:xfrm>
            <a:custGeom>
              <a:avLst/>
              <a:pathLst>
                <a:path w="26334" h="165080">
                  <a:moveTo>
                    <a:pt x="0" y="0"/>
                  </a:moveTo>
                  <a:lnTo>
                    <a:pt x="26334" y="1650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9646" y="3172479"/>
              <a:ext cx="26334" cy="165080"/>
            </a:xfrm>
            <a:custGeom>
              <a:avLst/>
              <a:pathLst>
                <a:path w="26334" h="165080">
                  <a:moveTo>
                    <a:pt x="0" y="0"/>
                  </a:moveTo>
                  <a:lnTo>
                    <a:pt x="26334" y="1650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9646" y="3172479"/>
              <a:ext cx="26334" cy="165080"/>
            </a:xfrm>
            <a:custGeom>
              <a:avLst/>
              <a:pathLst>
                <a:path w="26334" h="165080">
                  <a:moveTo>
                    <a:pt x="0" y="0"/>
                  </a:moveTo>
                  <a:lnTo>
                    <a:pt x="26334" y="1650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9646" y="3172479"/>
              <a:ext cx="26334" cy="165080"/>
            </a:xfrm>
            <a:custGeom>
              <a:avLst/>
              <a:pathLst>
                <a:path w="26334" h="165080">
                  <a:moveTo>
                    <a:pt x="0" y="0"/>
                  </a:moveTo>
                  <a:lnTo>
                    <a:pt x="26334" y="165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9646" y="3172479"/>
              <a:ext cx="26334" cy="165080"/>
            </a:xfrm>
            <a:custGeom>
              <a:avLst/>
              <a:pathLst>
                <a:path w="26334" h="165080">
                  <a:moveTo>
                    <a:pt x="0" y="0"/>
                  </a:moveTo>
                  <a:lnTo>
                    <a:pt x="26334" y="165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9646" y="3172479"/>
              <a:ext cx="26334" cy="165080"/>
            </a:xfrm>
            <a:custGeom>
              <a:avLst/>
              <a:pathLst>
                <a:path w="26334" h="165080">
                  <a:moveTo>
                    <a:pt x="0" y="0"/>
                  </a:moveTo>
                  <a:lnTo>
                    <a:pt x="26334" y="165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9646" y="3172479"/>
              <a:ext cx="26334" cy="165080"/>
            </a:xfrm>
            <a:custGeom>
              <a:avLst/>
              <a:pathLst>
                <a:path w="26334" h="165080">
                  <a:moveTo>
                    <a:pt x="0" y="0"/>
                  </a:moveTo>
                  <a:lnTo>
                    <a:pt x="26334" y="165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9646" y="3172479"/>
              <a:ext cx="26334" cy="165080"/>
            </a:xfrm>
            <a:custGeom>
              <a:avLst/>
              <a:pathLst>
                <a:path w="26334" h="165080">
                  <a:moveTo>
                    <a:pt x="0" y="0"/>
                  </a:moveTo>
                  <a:lnTo>
                    <a:pt x="26334" y="1650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99646" y="3172479"/>
              <a:ext cx="26334" cy="165080"/>
            </a:xfrm>
            <a:custGeom>
              <a:avLst/>
              <a:pathLst>
                <a:path w="26334" h="165080">
                  <a:moveTo>
                    <a:pt x="0" y="0"/>
                  </a:moveTo>
                  <a:lnTo>
                    <a:pt x="26334" y="1650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358822" y="3172479"/>
              <a:ext cx="334325" cy="332237"/>
            </a:xfrm>
            <a:custGeom>
              <a:avLst/>
              <a:pathLst>
                <a:path w="334325" h="332237">
                  <a:moveTo>
                    <a:pt x="140824" y="0"/>
                  </a:moveTo>
                  <a:lnTo>
                    <a:pt x="135617" y="915"/>
                  </a:lnTo>
                  <a:lnTo>
                    <a:pt x="130442" y="1994"/>
                  </a:lnTo>
                  <a:lnTo>
                    <a:pt x="125304" y="3236"/>
                  </a:lnTo>
                  <a:lnTo>
                    <a:pt x="120208" y="4641"/>
                  </a:lnTo>
                  <a:lnTo>
                    <a:pt x="115159" y="6205"/>
                  </a:lnTo>
                  <a:lnTo>
                    <a:pt x="110161" y="7929"/>
                  </a:lnTo>
                  <a:lnTo>
                    <a:pt x="105221" y="9810"/>
                  </a:lnTo>
                  <a:lnTo>
                    <a:pt x="100342" y="11846"/>
                  </a:lnTo>
                  <a:lnTo>
                    <a:pt x="95531" y="14035"/>
                  </a:lnTo>
                  <a:lnTo>
                    <a:pt x="90791" y="16375"/>
                  </a:lnTo>
                  <a:lnTo>
                    <a:pt x="86127" y="18864"/>
                  </a:lnTo>
                  <a:lnTo>
                    <a:pt x="81545" y="21499"/>
                  </a:lnTo>
                  <a:lnTo>
                    <a:pt x="77048" y="24278"/>
                  </a:lnTo>
                  <a:lnTo>
                    <a:pt x="72641" y="27198"/>
                  </a:lnTo>
                  <a:lnTo>
                    <a:pt x="68328" y="30255"/>
                  </a:lnTo>
                  <a:lnTo>
                    <a:pt x="64115" y="33447"/>
                  </a:lnTo>
                  <a:lnTo>
                    <a:pt x="60004" y="36771"/>
                  </a:lnTo>
                  <a:lnTo>
                    <a:pt x="56001" y="40223"/>
                  </a:lnTo>
                  <a:lnTo>
                    <a:pt x="52109" y="43800"/>
                  </a:lnTo>
                  <a:lnTo>
                    <a:pt x="48332" y="47499"/>
                  </a:lnTo>
                  <a:lnTo>
                    <a:pt x="44673" y="51315"/>
                  </a:lnTo>
                  <a:lnTo>
                    <a:pt x="41137" y="55244"/>
                  </a:lnTo>
                  <a:lnTo>
                    <a:pt x="37728" y="59284"/>
                  </a:lnTo>
                  <a:lnTo>
                    <a:pt x="34447" y="63429"/>
                  </a:lnTo>
                  <a:lnTo>
                    <a:pt x="31300" y="67676"/>
                  </a:lnTo>
                  <a:lnTo>
                    <a:pt x="28288" y="72020"/>
                  </a:lnTo>
                  <a:lnTo>
                    <a:pt x="25415" y="76458"/>
                  </a:lnTo>
                  <a:lnTo>
                    <a:pt x="22684" y="80984"/>
                  </a:lnTo>
                  <a:lnTo>
                    <a:pt x="20097" y="85594"/>
                  </a:lnTo>
                  <a:lnTo>
                    <a:pt x="17657" y="90283"/>
                  </a:lnTo>
                  <a:lnTo>
                    <a:pt x="15367" y="95048"/>
                  </a:lnTo>
                  <a:lnTo>
                    <a:pt x="13228" y="99882"/>
                  </a:lnTo>
                  <a:lnTo>
                    <a:pt x="11244" y="104782"/>
                  </a:lnTo>
                  <a:lnTo>
                    <a:pt x="9415" y="109742"/>
                  </a:lnTo>
                  <a:lnTo>
                    <a:pt x="7745" y="114757"/>
                  </a:lnTo>
                  <a:lnTo>
                    <a:pt x="6233" y="119822"/>
                  </a:lnTo>
                  <a:lnTo>
                    <a:pt x="4883" y="124933"/>
                  </a:lnTo>
                  <a:lnTo>
                    <a:pt x="3694" y="130084"/>
                  </a:lnTo>
                  <a:lnTo>
                    <a:pt x="2670" y="135270"/>
                  </a:lnTo>
                  <a:lnTo>
                    <a:pt x="1809" y="140486"/>
                  </a:lnTo>
                  <a:lnTo>
                    <a:pt x="1114" y="145726"/>
                  </a:lnTo>
                  <a:lnTo>
                    <a:pt x="586" y="150986"/>
                  </a:lnTo>
                  <a:lnTo>
                    <a:pt x="223" y="156260"/>
                  </a:lnTo>
                  <a:lnTo>
                    <a:pt x="28" y="161542"/>
                  </a:lnTo>
                  <a:lnTo>
                    <a:pt x="0" y="166829"/>
                  </a:lnTo>
                  <a:lnTo>
                    <a:pt x="138" y="172113"/>
                  </a:lnTo>
                  <a:lnTo>
                    <a:pt x="444" y="177390"/>
                  </a:lnTo>
                  <a:lnTo>
                    <a:pt x="917" y="182656"/>
                  </a:lnTo>
                  <a:lnTo>
                    <a:pt x="1556" y="187903"/>
                  </a:lnTo>
                  <a:lnTo>
                    <a:pt x="2360" y="193128"/>
                  </a:lnTo>
                  <a:lnTo>
                    <a:pt x="3329" y="198324"/>
                  </a:lnTo>
                  <a:lnTo>
                    <a:pt x="4462" y="203488"/>
                  </a:lnTo>
                  <a:lnTo>
                    <a:pt x="5758" y="208613"/>
                  </a:lnTo>
                  <a:lnTo>
                    <a:pt x="7215" y="213694"/>
                  </a:lnTo>
                  <a:lnTo>
                    <a:pt x="8832" y="218727"/>
                  </a:lnTo>
                  <a:lnTo>
                    <a:pt x="10608" y="223706"/>
                  </a:lnTo>
                  <a:lnTo>
                    <a:pt x="12540" y="228627"/>
                  </a:lnTo>
                  <a:lnTo>
                    <a:pt x="14626" y="233484"/>
                  </a:lnTo>
                  <a:lnTo>
                    <a:pt x="16865" y="238272"/>
                  </a:lnTo>
                  <a:lnTo>
                    <a:pt x="19255" y="242988"/>
                  </a:lnTo>
                  <a:lnTo>
                    <a:pt x="21792" y="247625"/>
                  </a:lnTo>
                  <a:lnTo>
                    <a:pt x="24475" y="252180"/>
                  </a:lnTo>
                  <a:lnTo>
                    <a:pt x="27300" y="256648"/>
                  </a:lnTo>
                  <a:lnTo>
                    <a:pt x="30265" y="261024"/>
                  </a:lnTo>
                  <a:lnTo>
                    <a:pt x="33367" y="265305"/>
                  </a:lnTo>
                  <a:lnTo>
                    <a:pt x="36603" y="269485"/>
                  </a:lnTo>
                  <a:lnTo>
                    <a:pt x="39970" y="273561"/>
                  </a:lnTo>
                  <a:lnTo>
                    <a:pt x="43463" y="277528"/>
                  </a:lnTo>
                  <a:lnTo>
                    <a:pt x="47080" y="281383"/>
                  </a:lnTo>
                  <a:lnTo>
                    <a:pt x="50818" y="285121"/>
                  </a:lnTo>
                  <a:lnTo>
                    <a:pt x="54672" y="288740"/>
                  </a:lnTo>
                  <a:lnTo>
                    <a:pt x="58638" y="292234"/>
                  </a:lnTo>
                  <a:lnTo>
                    <a:pt x="62712" y="295602"/>
                  </a:lnTo>
                  <a:lnTo>
                    <a:pt x="66892" y="298839"/>
                  </a:lnTo>
                  <a:lnTo>
                    <a:pt x="71171" y="301943"/>
                  </a:lnTo>
                  <a:lnTo>
                    <a:pt x="75546" y="304909"/>
                  </a:lnTo>
                  <a:lnTo>
                    <a:pt x="80013" y="307736"/>
                  </a:lnTo>
                  <a:lnTo>
                    <a:pt x="84568" y="310420"/>
                  </a:lnTo>
                  <a:lnTo>
                    <a:pt x="89204" y="312959"/>
                  </a:lnTo>
                  <a:lnTo>
                    <a:pt x="93919" y="315350"/>
                  </a:lnTo>
                  <a:lnTo>
                    <a:pt x="98707" y="317590"/>
                  </a:lnTo>
                  <a:lnTo>
                    <a:pt x="103563" y="319678"/>
                  </a:lnTo>
                  <a:lnTo>
                    <a:pt x="108483" y="321612"/>
                  </a:lnTo>
                  <a:lnTo>
                    <a:pt x="113462" y="323389"/>
                  </a:lnTo>
                  <a:lnTo>
                    <a:pt x="118494" y="325007"/>
                  </a:lnTo>
                  <a:lnTo>
                    <a:pt x="123575" y="326466"/>
                  </a:lnTo>
                  <a:lnTo>
                    <a:pt x="128700" y="327763"/>
                  </a:lnTo>
                  <a:lnTo>
                    <a:pt x="133863" y="328898"/>
                  </a:lnTo>
                  <a:lnTo>
                    <a:pt x="139059" y="329869"/>
                  </a:lnTo>
                  <a:lnTo>
                    <a:pt x="144283" y="330675"/>
                  </a:lnTo>
                  <a:lnTo>
                    <a:pt x="149531" y="331315"/>
                  </a:lnTo>
                  <a:lnTo>
                    <a:pt x="154796" y="331789"/>
                  </a:lnTo>
                  <a:lnTo>
                    <a:pt x="160073" y="332097"/>
                  </a:lnTo>
                  <a:lnTo>
                    <a:pt x="165357" y="332237"/>
                  </a:lnTo>
                  <a:lnTo>
                    <a:pt x="170644" y="332211"/>
                  </a:lnTo>
                  <a:lnTo>
                    <a:pt x="175926" y="332017"/>
                  </a:lnTo>
                  <a:lnTo>
                    <a:pt x="181200" y="331656"/>
                  </a:lnTo>
                  <a:lnTo>
                    <a:pt x="186460" y="331129"/>
                  </a:lnTo>
                  <a:lnTo>
                    <a:pt x="191701" y="330436"/>
                  </a:lnTo>
                  <a:lnTo>
                    <a:pt x="196917" y="329577"/>
                  </a:lnTo>
                  <a:lnTo>
                    <a:pt x="202103" y="328554"/>
                  </a:lnTo>
                  <a:lnTo>
                    <a:pt x="207254" y="327367"/>
                  </a:lnTo>
                  <a:lnTo>
                    <a:pt x="212365" y="326018"/>
                  </a:lnTo>
                  <a:lnTo>
                    <a:pt x="217432" y="324508"/>
                  </a:lnTo>
                  <a:lnTo>
                    <a:pt x="222447" y="322839"/>
                  </a:lnTo>
                  <a:lnTo>
                    <a:pt x="227408" y="321012"/>
                  </a:lnTo>
                  <a:lnTo>
                    <a:pt x="232308" y="319029"/>
                  </a:lnTo>
                  <a:lnTo>
                    <a:pt x="237143" y="316892"/>
                  </a:lnTo>
                  <a:lnTo>
                    <a:pt x="241908" y="314603"/>
                  </a:lnTo>
                  <a:lnTo>
                    <a:pt x="246598" y="312165"/>
                  </a:lnTo>
                  <a:lnTo>
                    <a:pt x="251209" y="309580"/>
                  </a:lnTo>
                  <a:lnTo>
                    <a:pt x="255736" y="306850"/>
                  </a:lnTo>
                  <a:lnTo>
                    <a:pt x="260174" y="303978"/>
                  </a:lnTo>
                  <a:lnTo>
                    <a:pt x="264520" y="300968"/>
                  </a:lnTo>
                  <a:lnTo>
                    <a:pt x="268768" y="297822"/>
                  </a:lnTo>
                  <a:lnTo>
                    <a:pt x="272914" y="294542"/>
                  </a:lnTo>
                  <a:lnTo>
                    <a:pt x="276954" y="291134"/>
                  </a:lnTo>
                  <a:lnTo>
                    <a:pt x="280885" y="287599"/>
                  </a:lnTo>
                  <a:lnTo>
                    <a:pt x="284702" y="283942"/>
                  </a:lnTo>
                  <a:lnTo>
                    <a:pt x="288402" y="280166"/>
                  </a:lnTo>
                  <a:lnTo>
                    <a:pt x="291980" y="276275"/>
                  </a:lnTo>
                  <a:lnTo>
                    <a:pt x="295433" y="272273"/>
                  </a:lnTo>
                  <a:lnTo>
                    <a:pt x="298758" y="268163"/>
                  </a:lnTo>
                  <a:lnTo>
                    <a:pt x="301952" y="263951"/>
                  </a:lnTo>
                  <a:lnTo>
                    <a:pt x="305011" y="259639"/>
                  </a:lnTo>
                  <a:lnTo>
                    <a:pt x="307932" y="255233"/>
                  </a:lnTo>
                  <a:lnTo>
                    <a:pt x="310712" y="250737"/>
                  </a:lnTo>
                  <a:lnTo>
                    <a:pt x="313348" y="246155"/>
                  </a:lnTo>
                  <a:lnTo>
                    <a:pt x="315839" y="241492"/>
                  </a:lnTo>
                  <a:lnTo>
                    <a:pt x="318181" y="236753"/>
                  </a:lnTo>
                  <a:lnTo>
                    <a:pt x="320371" y="231942"/>
                  </a:lnTo>
                  <a:lnTo>
                    <a:pt x="322409" y="227064"/>
                  </a:lnTo>
                  <a:lnTo>
                    <a:pt x="324291" y="222125"/>
                  </a:lnTo>
                  <a:lnTo>
                    <a:pt x="326016" y="217128"/>
                  </a:lnTo>
                  <a:lnTo>
                    <a:pt x="327582" y="212079"/>
                  </a:lnTo>
                  <a:lnTo>
                    <a:pt x="328988" y="206983"/>
                  </a:lnTo>
                  <a:lnTo>
                    <a:pt x="330232" y="201845"/>
                  </a:lnTo>
                  <a:lnTo>
                    <a:pt x="331313" y="196671"/>
                  </a:lnTo>
                  <a:lnTo>
                    <a:pt x="332230" y="191465"/>
                  </a:lnTo>
                  <a:lnTo>
                    <a:pt x="332982" y="186232"/>
                  </a:lnTo>
                  <a:lnTo>
                    <a:pt x="333567" y="180978"/>
                  </a:lnTo>
                  <a:lnTo>
                    <a:pt x="333987" y="175709"/>
                  </a:lnTo>
                  <a:lnTo>
                    <a:pt x="334240" y="170429"/>
                  </a:lnTo>
                  <a:lnTo>
                    <a:pt x="334325" y="165143"/>
                  </a:lnTo>
                  <a:lnTo>
                    <a:pt x="334244" y="159858"/>
                  </a:lnTo>
                  <a:lnTo>
                    <a:pt x="333995" y="154577"/>
                  </a:lnTo>
                  <a:lnTo>
                    <a:pt x="333579" y="149307"/>
                  </a:lnTo>
                  <a:lnTo>
                    <a:pt x="332998" y="144053"/>
                  </a:lnTo>
                  <a:lnTo>
                    <a:pt x="332250" y="138820"/>
                  </a:lnTo>
                  <a:lnTo>
                    <a:pt x="331337" y="133613"/>
                  </a:lnTo>
                  <a:lnTo>
                    <a:pt x="330260" y="128438"/>
                  </a:lnTo>
                  <a:lnTo>
                    <a:pt x="329020" y="123299"/>
                  </a:lnTo>
                  <a:lnTo>
                    <a:pt x="327618" y="118202"/>
                  </a:lnTo>
                  <a:lnTo>
                    <a:pt x="326056" y="113152"/>
                  </a:lnTo>
                  <a:lnTo>
                    <a:pt x="324334" y="108154"/>
                  </a:lnTo>
                  <a:lnTo>
                    <a:pt x="322456" y="103213"/>
                  </a:lnTo>
                  <a:lnTo>
                    <a:pt x="320422" y="98333"/>
                  </a:lnTo>
                  <a:lnTo>
                    <a:pt x="318235" y="93521"/>
                  </a:lnTo>
                  <a:lnTo>
                    <a:pt x="315897" y="88780"/>
                  </a:lnTo>
                  <a:lnTo>
                    <a:pt x="313410" y="84115"/>
                  </a:lnTo>
                  <a:lnTo>
                    <a:pt x="310777" y="79531"/>
                  </a:lnTo>
                  <a:lnTo>
                    <a:pt x="308000" y="75033"/>
                  </a:lnTo>
                  <a:lnTo>
                    <a:pt x="305083" y="70625"/>
                  </a:lnTo>
                  <a:lnTo>
                    <a:pt x="302027" y="66311"/>
                  </a:lnTo>
                  <a:lnTo>
                    <a:pt x="298837" y="62096"/>
                  </a:lnTo>
                  <a:lnTo>
                    <a:pt x="295515" y="57984"/>
                  </a:lnTo>
                  <a:lnTo>
                    <a:pt x="292064" y="53979"/>
                  </a:lnTo>
                  <a:lnTo>
                    <a:pt x="288489" y="50085"/>
                  </a:lnTo>
                  <a:lnTo>
                    <a:pt x="167158" y="1650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5980" y="3170392"/>
              <a:ext cx="121331" cy="167167"/>
            </a:xfrm>
            <a:custGeom>
              <a:avLst/>
              <a:pathLst>
                <a:path w="121331" h="167167">
                  <a:moveTo>
                    <a:pt x="121331" y="52173"/>
                  </a:moveTo>
                  <a:lnTo>
                    <a:pt x="117370" y="48133"/>
                  </a:lnTo>
                  <a:lnTo>
                    <a:pt x="113276" y="44230"/>
                  </a:lnTo>
                  <a:lnTo>
                    <a:pt x="109051" y="40468"/>
                  </a:lnTo>
                  <a:lnTo>
                    <a:pt x="104702" y="36850"/>
                  </a:lnTo>
                  <a:lnTo>
                    <a:pt x="100232" y="33382"/>
                  </a:lnTo>
                  <a:lnTo>
                    <a:pt x="95648" y="30068"/>
                  </a:lnTo>
                  <a:lnTo>
                    <a:pt x="90955" y="26910"/>
                  </a:lnTo>
                  <a:lnTo>
                    <a:pt x="86157" y="23913"/>
                  </a:lnTo>
                  <a:lnTo>
                    <a:pt x="81261" y="21079"/>
                  </a:lnTo>
                  <a:lnTo>
                    <a:pt x="76271" y="18414"/>
                  </a:lnTo>
                  <a:lnTo>
                    <a:pt x="71194" y="15918"/>
                  </a:lnTo>
                  <a:lnTo>
                    <a:pt x="66036" y="13596"/>
                  </a:lnTo>
                  <a:lnTo>
                    <a:pt x="60802" y="11449"/>
                  </a:lnTo>
                  <a:lnTo>
                    <a:pt x="55498" y="9481"/>
                  </a:lnTo>
                  <a:lnTo>
                    <a:pt x="50131" y="7694"/>
                  </a:lnTo>
                  <a:lnTo>
                    <a:pt x="44707" y="6089"/>
                  </a:lnTo>
                  <a:lnTo>
                    <a:pt x="39231" y="4668"/>
                  </a:lnTo>
                  <a:lnTo>
                    <a:pt x="33710" y="3434"/>
                  </a:lnTo>
                  <a:lnTo>
                    <a:pt x="28151" y="2387"/>
                  </a:lnTo>
                  <a:lnTo>
                    <a:pt x="22560" y="1529"/>
                  </a:lnTo>
                  <a:lnTo>
                    <a:pt x="16942" y="860"/>
                  </a:lnTo>
                  <a:lnTo>
                    <a:pt x="11305" y="382"/>
                  </a:lnTo>
                  <a:lnTo>
                    <a:pt x="565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3927" y="3707720"/>
              <a:ext cx="6821" cy="167167"/>
            </a:xfrm>
            <a:custGeom>
              <a:avLst/>
              <a:pathLst>
                <a:path w="6821" h="167167">
                  <a:moveTo>
                    <a:pt x="6821" y="0"/>
                  </a:moveTo>
                  <a:lnTo>
                    <a:pt x="0" y="139"/>
                  </a:lnTo>
                  <a:lnTo>
                    <a:pt x="682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423587" y="3707860"/>
              <a:ext cx="334316" cy="334193"/>
            </a:xfrm>
            <a:custGeom>
              <a:avLst/>
              <a:pathLst>
                <a:path w="334316" h="334193">
                  <a:moveTo>
                    <a:pt x="160340" y="0"/>
                  </a:moveTo>
                  <a:lnTo>
                    <a:pt x="155050" y="300"/>
                  </a:lnTo>
                  <a:lnTo>
                    <a:pt x="149772" y="767"/>
                  </a:lnTo>
                  <a:lnTo>
                    <a:pt x="144512" y="1402"/>
                  </a:lnTo>
                  <a:lnTo>
                    <a:pt x="139274" y="2203"/>
                  </a:lnTo>
                  <a:lnTo>
                    <a:pt x="134065" y="3169"/>
                  </a:lnTo>
                  <a:lnTo>
                    <a:pt x="128889" y="4300"/>
                  </a:lnTo>
                  <a:lnTo>
                    <a:pt x="123751" y="5595"/>
                  </a:lnTo>
                  <a:lnTo>
                    <a:pt x="118657" y="7052"/>
                  </a:lnTo>
                  <a:lnTo>
                    <a:pt x="113611" y="8669"/>
                  </a:lnTo>
                  <a:lnTo>
                    <a:pt x="108619" y="10446"/>
                  </a:lnTo>
                  <a:lnTo>
                    <a:pt x="103686" y="12380"/>
                  </a:lnTo>
                  <a:lnTo>
                    <a:pt x="98817" y="14469"/>
                  </a:lnTo>
                  <a:lnTo>
                    <a:pt x="94017" y="16712"/>
                  </a:lnTo>
                  <a:lnTo>
                    <a:pt x="89290" y="19105"/>
                  </a:lnTo>
                  <a:lnTo>
                    <a:pt x="84641" y="21647"/>
                  </a:lnTo>
                  <a:lnTo>
                    <a:pt x="80075" y="24335"/>
                  </a:lnTo>
                  <a:lnTo>
                    <a:pt x="75597" y="27167"/>
                  </a:lnTo>
                  <a:lnTo>
                    <a:pt x="71211" y="30139"/>
                  </a:lnTo>
                  <a:lnTo>
                    <a:pt x="66921" y="33249"/>
                  </a:lnTo>
                  <a:lnTo>
                    <a:pt x="62731" y="36492"/>
                  </a:lnTo>
                  <a:lnTo>
                    <a:pt x="58647" y="39868"/>
                  </a:lnTo>
                  <a:lnTo>
                    <a:pt x="54672" y="43370"/>
                  </a:lnTo>
                  <a:lnTo>
                    <a:pt x="50809" y="46997"/>
                  </a:lnTo>
                  <a:lnTo>
                    <a:pt x="47064" y="50745"/>
                  </a:lnTo>
                  <a:lnTo>
                    <a:pt x="43439" y="54609"/>
                  </a:lnTo>
                  <a:lnTo>
                    <a:pt x="39939" y="58587"/>
                  </a:lnTo>
                  <a:lnTo>
                    <a:pt x="36566" y="62673"/>
                  </a:lnTo>
                  <a:lnTo>
                    <a:pt x="33324" y="66864"/>
                  </a:lnTo>
                  <a:lnTo>
                    <a:pt x="30217" y="71156"/>
                  </a:lnTo>
                  <a:lnTo>
                    <a:pt x="27248" y="75544"/>
                  </a:lnTo>
                  <a:lnTo>
                    <a:pt x="24419" y="80024"/>
                  </a:lnTo>
                  <a:lnTo>
                    <a:pt x="21733" y="84591"/>
                  </a:lnTo>
                  <a:lnTo>
                    <a:pt x="19194" y="89242"/>
                  </a:lnTo>
                  <a:lnTo>
                    <a:pt x="16803" y="93970"/>
                  </a:lnTo>
                  <a:lnTo>
                    <a:pt x="14563" y="98772"/>
                  </a:lnTo>
                  <a:lnTo>
                    <a:pt x="12477" y="103642"/>
                  </a:lnTo>
                  <a:lnTo>
                    <a:pt x="10546" y="108576"/>
                  </a:lnTo>
                  <a:lnTo>
                    <a:pt x="8772" y="113569"/>
                  </a:lnTo>
                  <a:lnTo>
                    <a:pt x="7157" y="118615"/>
                  </a:lnTo>
                  <a:lnTo>
                    <a:pt x="5703" y="123710"/>
                  </a:lnTo>
                  <a:lnTo>
                    <a:pt x="4412" y="128849"/>
                  </a:lnTo>
                  <a:lnTo>
                    <a:pt x="3283" y="134025"/>
                  </a:lnTo>
                  <a:lnTo>
                    <a:pt x="2320" y="139236"/>
                  </a:lnTo>
                  <a:lnTo>
                    <a:pt x="1522" y="144474"/>
                  </a:lnTo>
                  <a:lnTo>
                    <a:pt x="890" y="149734"/>
                  </a:lnTo>
                  <a:lnTo>
                    <a:pt x="426" y="155012"/>
                  </a:lnTo>
                  <a:lnTo>
                    <a:pt x="129" y="160302"/>
                  </a:lnTo>
                  <a:lnTo>
                    <a:pt x="0" y="165599"/>
                  </a:lnTo>
                  <a:lnTo>
                    <a:pt x="38" y="170897"/>
                  </a:lnTo>
                  <a:lnTo>
                    <a:pt x="245" y="176192"/>
                  </a:lnTo>
                  <a:lnTo>
                    <a:pt x="619" y="181477"/>
                  </a:lnTo>
                  <a:lnTo>
                    <a:pt x="1161" y="186748"/>
                  </a:lnTo>
                  <a:lnTo>
                    <a:pt x="1869" y="191998"/>
                  </a:lnTo>
                  <a:lnTo>
                    <a:pt x="2743" y="197224"/>
                  </a:lnTo>
                  <a:lnTo>
                    <a:pt x="3783" y="202420"/>
                  </a:lnTo>
                  <a:lnTo>
                    <a:pt x="4987" y="207579"/>
                  </a:lnTo>
                  <a:lnTo>
                    <a:pt x="6353" y="212699"/>
                  </a:lnTo>
                  <a:lnTo>
                    <a:pt x="7881" y="217772"/>
                  </a:lnTo>
                  <a:lnTo>
                    <a:pt x="9569" y="222794"/>
                  </a:lnTo>
                  <a:lnTo>
                    <a:pt x="11416" y="227760"/>
                  </a:lnTo>
                  <a:lnTo>
                    <a:pt x="13419" y="232666"/>
                  </a:lnTo>
                  <a:lnTo>
                    <a:pt x="15576" y="237505"/>
                  </a:lnTo>
                  <a:lnTo>
                    <a:pt x="17886" y="242273"/>
                  </a:lnTo>
                  <a:lnTo>
                    <a:pt x="20345" y="246966"/>
                  </a:lnTo>
                  <a:lnTo>
                    <a:pt x="22953" y="251579"/>
                  </a:lnTo>
                  <a:lnTo>
                    <a:pt x="25704" y="256107"/>
                  </a:lnTo>
                  <a:lnTo>
                    <a:pt x="28599" y="260545"/>
                  </a:lnTo>
                  <a:lnTo>
                    <a:pt x="31632" y="264889"/>
                  </a:lnTo>
                  <a:lnTo>
                    <a:pt x="34801" y="269135"/>
                  </a:lnTo>
                  <a:lnTo>
                    <a:pt x="38104" y="273278"/>
                  </a:lnTo>
                  <a:lnTo>
                    <a:pt x="41536" y="277315"/>
                  </a:lnTo>
                  <a:lnTo>
                    <a:pt x="45094" y="281241"/>
                  </a:lnTo>
                  <a:lnTo>
                    <a:pt x="48775" y="285052"/>
                  </a:lnTo>
                  <a:lnTo>
                    <a:pt x="52575" y="288744"/>
                  </a:lnTo>
                  <a:lnTo>
                    <a:pt x="56489" y="292315"/>
                  </a:lnTo>
                  <a:lnTo>
                    <a:pt x="60516" y="295759"/>
                  </a:lnTo>
                  <a:lnTo>
                    <a:pt x="64649" y="299074"/>
                  </a:lnTo>
                  <a:lnTo>
                    <a:pt x="68885" y="302256"/>
                  </a:lnTo>
                  <a:lnTo>
                    <a:pt x="73220" y="305303"/>
                  </a:lnTo>
                  <a:lnTo>
                    <a:pt x="77649" y="308211"/>
                  </a:lnTo>
                  <a:lnTo>
                    <a:pt x="82168" y="310976"/>
                  </a:lnTo>
                  <a:lnTo>
                    <a:pt x="86773" y="313598"/>
                  </a:lnTo>
                  <a:lnTo>
                    <a:pt x="91458" y="316072"/>
                  </a:lnTo>
                  <a:lnTo>
                    <a:pt x="96220" y="318396"/>
                  </a:lnTo>
                  <a:lnTo>
                    <a:pt x="101053" y="320568"/>
                  </a:lnTo>
                  <a:lnTo>
                    <a:pt x="105952" y="322586"/>
                  </a:lnTo>
                  <a:lnTo>
                    <a:pt x="110912" y="324448"/>
                  </a:lnTo>
                  <a:lnTo>
                    <a:pt x="115929" y="326151"/>
                  </a:lnTo>
                  <a:lnTo>
                    <a:pt x="120998" y="327695"/>
                  </a:lnTo>
                  <a:lnTo>
                    <a:pt x="126113" y="329077"/>
                  </a:lnTo>
                  <a:lnTo>
                    <a:pt x="131269" y="330297"/>
                  </a:lnTo>
                  <a:lnTo>
                    <a:pt x="136461" y="331352"/>
                  </a:lnTo>
                  <a:lnTo>
                    <a:pt x="141684" y="332242"/>
                  </a:lnTo>
                  <a:lnTo>
                    <a:pt x="146933" y="332967"/>
                  </a:lnTo>
                  <a:lnTo>
                    <a:pt x="152202" y="333525"/>
                  </a:lnTo>
                  <a:lnTo>
                    <a:pt x="157486" y="333915"/>
                  </a:lnTo>
                  <a:lnTo>
                    <a:pt x="162780" y="334138"/>
                  </a:lnTo>
                  <a:lnTo>
                    <a:pt x="168078" y="334193"/>
                  </a:lnTo>
                  <a:lnTo>
                    <a:pt x="173375" y="334080"/>
                  </a:lnTo>
                  <a:lnTo>
                    <a:pt x="178666" y="333799"/>
                  </a:lnTo>
                  <a:lnTo>
                    <a:pt x="183945" y="333350"/>
                  </a:lnTo>
                  <a:lnTo>
                    <a:pt x="189208" y="332735"/>
                  </a:lnTo>
                  <a:lnTo>
                    <a:pt x="194448" y="331953"/>
                  </a:lnTo>
                  <a:lnTo>
                    <a:pt x="199661" y="331005"/>
                  </a:lnTo>
                  <a:lnTo>
                    <a:pt x="204842" y="329893"/>
                  </a:lnTo>
                  <a:lnTo>
                    <a:pt x="209984" y="328617"/>
                  </a:lnTo>
                  <a:lnTo>
                    <a:pt x="215083" y="327179"/>
                  </a:lnTo>
                  <a:lnTo>
                    <a:pt x="220135" y="325580"/>
                  </a:lnTo>
                  <a:lnTo>
                    <a:pt x="225133" y="323821"/>
                  </a:lnTo>
                  <a:lnTo>
                    <a:pt x="230073" y="321905"/>
                  </a:lnTo>
                  <a:lnTo>
                    <a:pt x="234949" y="319834"/>
                  </a:lnTo>
                  <a:lnTo>
                    <a:pt x="239758" y="317609"/>
                  </a:lnTo>
                  <a:lnTo>
                    <a:pt x="244494" y="315232"/>
                  </a:lnTo>
                  <a:lnTo>
                    <a:pt x="249152" y="312707"/>
                  </a:lnTo>
                  <a:lnTo>
                    <a:pt x="253727" y="310036"/>
                  </a:lnTo>
                  <a:lnTo>
                    <a:pt x="258216" y="307220"/>
                  </a:lnTo>
                  <a:lnTo>
                    <a:pt x="262613" y="304264"/>
                  </a:lnTo>
                  <a:lnTo>
                    <a:pt x="266914" y="301170"/>
                  </a:lnTo>
                  <a:lnTo>
                    <a:pt x="271115" y="297942"/>
                  </a:lnTo>
                  <a:lnTo>
                    <a:pt x="275212" y="294581"/>
                  </a:lnTo>
                  <a:lnTo>
                    <a:pt x="279200" y="291093"/>
                  </a:lnTo>
                  <a:lnTo>
                    <a:pt x="283075" y="287480"/>
                  </a:lnTo>
                  <a:lnTo>
                    <a:pt x="286834" y="283746"/>
                  </a:lnTo>
                  <a:lnTo>
                    <a:pt x="290473" y="279895"/>
                  </a:lnTo>
                  <a:lnTo>
                    <a:pt x="293988" y="275930"/>
                  </a:lnTo>
                  <a:lnTo>
                    <a:pt x="297376" y="271856"/>
                  </a:lnTo>
                  <a:lnTo>
                    <a:pt x="300632" y="267677"/>
                  </a:lnTo>
                  <a:lnTo>
                    <a:pt x="303755" y="263397"/>
                  </a:lnTo>
                  <a:lnTo>
                    <a:pt x="306741" y="259019"/>
                  </a:lnTo>
                  <a:lnTo>
                    <a:pt x="309586" y="254550"/>
                  </a:lnTo>
                  <a:lnTo>
                    <a:pt x="312288" y="249992"/>
                  </a:lnTo>
                  <a:lnTo>
                    <a:pt x="314844" y="245351"/>
                  </a:lnTo>
                  <a:lnTo>
                    <a:pt x="317252" y="240631"/>
                  </a:lnTo>
                  <a:lnTo>
                    <a:pt x="319509" y="235838"/>
                  </a:lnTo>
                  <a:lnTo>
                    <a:pt x="321614" y="230975"/>
                  </a:lnTo>
                  <a:lnTo>
                    <a:pt x="323563" y="226048"/>
                  </a:lnTo>
                  <a:lnTo>
                    <a:pt x="325355" y="221062"/>
                  </a:lnTo>
                  <a:lnTo>
                    <a:pt x="326987" y="216022"/>
                  </a:lnTo>
                  <a:lnTo>
                    <a:pt x="328460" y="210932"/>
                  </a:lnTo>
                  <a:lnTo>
                    <a:pt x="329770" y="205798"/>
                  </a:lnTo>
                  <a:lnTo>
                    <a:pt x="330917" y="200625"/>
                  </a:lnTo>
                  <a:lnTo>
                    <a:pt x="331900" y="195419"/>
                  </a:lnTo>
                  <a:lnTo>
                    <a:pt x="332717" y="190184"/>
                  </a:lnTo>
                  <a:lnTo>
                    <a:pt x="333367" y="184925"/>
                  </a:lnTo>
                  <a:lnTo>
                    <a:pt x="333851" y="179649"/>
                  </a:lnTo>
                  <a:lnTo>
                    <a:pt x="334167" y="174360"/>
                  </a:lnTo>
                  <a:lnTo>
                    <a:pt x="334316" y="169064"/>
                  </a:lnTo>
                  <a:lnTo>
                    <a:pt x="334296" y="163766"/>
                  </a:lnTo>
                  <a:lnTo>
                    <a:pt x="334109" y="158470"/>
                  </a:lnTo>
                  <a:lnTo>
                    <a:pt x="333754" y="153184"/>
                  </a:lnTo>
                  <a:lnTo>
                    <a:pt x="333232" y="147911"/>
                  </a:lnTo>
                  <a:lnTo>
                    <a:pt x="332542" y="142658"/>
                  </a:lnTo>
                  <a:lnTo>
                    <a:pt x="331687" y="137429"/>
                  </a:lnTo>
                  <a:lnTo>
                    <a:pt x="330666" y="132230"/>
                  </a:lnTo>
                  <a:lnTo>
                    <a:pt x="329481" y="127066"/>
                  </a:lnTo>
                  <a:lnTo>
                    <a:pt x="328133" y="121942"/>
                  </a:lnTo>
                  <a:lnTo>
                    <a:pt x="326624" y="116863"/>
                  </a:lnTo>
                  <a:lnTo>
                    <a:pt x="324954" y="111834"/>
                  </a:lnTo>
                  <a:lnTo>
                    <a:pt x="323126" y="106861"/>
                  </a:lnTo>
                  <a:lnTo>
                    <a:pt x="321140" y="101949"/>
                  </a:lnTo>
                  <a:lnTo>
                    <a:pt x="319001" y="97102"/>
                  </a:lnTo>
                  <a:lnTo>
                    <a:pt x="316708" y="92325"/>
                  </a:lnTo>
                  <a:lnTo>
                    <a:pt x="314266" y="87623"/>
                  </a:lnTo>
                  <a:lnTo>
                    <a:pt x="311675" y="83001"/>
                  </a:lnTo>
                  <a:lnTo>
                    <a:pt x="308940" y="78463"/>
                  </a:lnTo>
                  <a:lnTo>
                    <a:pt x="306062" y="74015"/>
                  </a:lnTo>
                  <a:lnTo>
                    <a:pt x="303045" y="69660"/>
                  </a:lnTo>
                  <a:lnTo>
                    <a:pt x="299891" y="65402"/>
                  </a:lnTo>
                  <a:lnTo>
                    <a:pt x="296603" y="61247"/>
                  </a:lnTo>
                  <a:lnTo>
                    <a:pt x="293186" y="57198"/>
                  </a:lnTo>
                  <a:lnTo>
                    <a:pt x="289642" y="53259"/>
                  </a:lnTo>
                  <a:lnTo>
                    <a:pt x="285975" y="49435"/>
                  </a:lnTo>
                  <a:lnTo>
                    <a:pt x="282189" y="45728"/>
                  </a:lnTo>
                  <a:lnTo>
                    <a:pt x="278287" y="42144"/>
                  </a:lnTo>
                  <a:lnTo>
                    <a:pt x="274273" y="38685"/>
                  </a:lnTo>
                  <a:lnTo>
                    <a:pt x="270152" y="35355"/>
                  </a:lnTo>
                  <a:lnTo>
                    <a:pt x="265927" y="32157"/>
                  </a:lnTo>
                  <a:lnTo>
                    <a:pt x="261604" y="29095"/>
                  </a:lnTo>
                  <a:lnTo>
                    <a:pt x="257185" y="26171"/>
                  </a:lnTo>
                  <a:lnTo>
                    <a:pt x="252676" y="23389"/>
                  </a:lnTo>
                  <a:lnTo>
                    <a:pt x="248081" y="20751"/>
                  </a:lnTo>
                  <a:lnTo>
                    <a:pt x="243404" y="18260"/>
                  </a:lnTo>
                  <a:lnTo>
                    <a:pt x="238651" y="15918"/>
                  </a:lnTo>
                  <a:lnTo>
                    <a:pt x="233827" y="13729"/>
                  </a:lnTo>
                  <a:lnTo>
                    <a:pt x="228935" y="11693"/>
                  </a:lnTo>
                  <a:lnTo>
                    <a:pt x="223981" y="9813"/>
                  </a:lnTo>
                  <a:lnTo>
                    <a:pt x="167161" y="1670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90748" y="3707720"/>
              <a:ext cx="56820" cy="167167"/>
            </a:xfrm>
            <a:custGeom>
              <a:avLst/>
              <a:pathLst>
                <a:path w="56820" h="167167">
                  <a:moveTo>
                    <a:pt x="56820" y="9952"/>
                  </a:moveTo>
                  <a:lnTo>
                    <a:pt x="51334" y="8077"/>
                  </a:lnTo>
                  <a:lnTo>
                    <a:pt x="45787" y="6392"/>
                  </a:lnTo>
                  <a:lnTo>
                    <a:pt x="40185" y="4901"/>
                  </a:lnTo>
                  <a:lnTo>
                    <a:pt x="34534" y="3606"/>
                  </a:lnTo>
                  <a:lnTo>
                    <a:pt x="28842" y="2507"/>
                  </a:lnTo>
                  <a:lnTo>
                    <a:pt x="23115" y="1605"/>
                  </a:lnTo>
                  <a:lnTo>
                    <a:pt x="17361" y="903"/>
                  </a:lnTo>
                  <a:lnTo>
                    <a:pt x="11585" y="401"/>
                  </a:lnTo>
                  <a:lnTo>
                    <a:pt x="5796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4466" y="4213821"/>
              <a:ext cx="6821" cy="167167"/>
            </a:xfrm>
            <a:custGeom>
              <a:avLst/>
              <a:pathLst>
                <a:path w="6821" h="167167">
                  <a:moveTo>
                    <a:pt x="6821" y="0"/>
                  </a:moveTo>
                  <a:lnTo>
                    <a:pt x="0" y="139"/>
                  </a:lnTo>
                  <a:lnTo>
                    <a:pt x="682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14126" y="4213960"/>
              <a:ext cx="334316" cy="334193"/>
            </a:xfrm>
            <a:custGeom>
              <a:avLst/>
              <a:pathLst>
                <a:path w="334316" h="334193">
                  <a:moveTo>
                    <a:pt x="160340" y="0"/>
                  </a:moveTo>
                  <a:lnTo>
                    <a:pt x="155050" y="300"/>
                  </a:lnTo>
                  <a:lnTo>
                    <a:pt x="149772" y="767"/>
                  </a:lnTo>
                  <a:lnTo>
                    <a:pt x="144512" y="1402"/>
                  </a:lnTo>
                  <a:lnTo>
                    <a:pt x="139274" y="2203"/>
                  </a:lnTo>
                  <a:lnTo>
                    <a:pt x="134065" y="3169"/>
                  </a:lnTo>
                  <a:lnTo>
                    <a:pt x="128889" y="4300"/>
                  </a:lnTo>
                  <a:lnTo>
                    <a:pt x="123751" y="5595"/>
                  </a:lnTo>
                  <a:lnTo>
                    <a:pt x="118657" y="7052"/>
                  </a:lnTo>
                  <a:lnTo>
                    <a:pt x="113611" y="8669"/>
                  </a:lnTo>
                  <a:lnTo>
                    <a:pt x="108619" y="10446"/>
                  </a:lnTo>
                  <a:lnTo>
                    <a:pt x="103686" y="12380"/>
                  </a:lnTo>
                  <a:lnTo>
                    <a:pt x="98817" y="14469"/>
                  </a:lnTo>
                  <a:lnTo>
                    <a:pt x="94017" y="16712"/>
                  </a:lnTo>
                  <a:lnTo>
                    <a:pt x="89290" y="19105"/>
                  </a:lnTo>
                  <a:lnTo>
                    <a:pt x="84641" y="21647"/>
                  </a:lnTo>
                  <a:lnTo>
                    <a:pt x="80075" y="24335"/>
                  </a:lnTo>
                  <a:lnTo>
                    <a:pt x="75597" y="27167"/>
                  </a:lnTo>
                  <a:lnTo>
                    <a:pt x="71211" y="30139"/>
                  </a:lnTo>
                  <a:lnTo>
                    <a:pt x="66921" y="33249"/>
                  </a:lnTo>
                  <a:lnTo>
                    <a:pt x="62731" y="36492"/>
                  </a:lnTo>
                  <a:lnTo>
                    <a:pt x="58647" y="39868"/>
                  </a:lnTo>
                  <a:lnTo>
                    <a:pt x="54672" y="43370"/>
                  </a:lnTo>
                  <a:lnTo>
                    <a:pt x="50809" y="46997"/>
                  </a:lnTo>
                  <a:lnTo>
                    <a:pt x="47064" y="50745"/>
                  </a:lnTo>
                  <a:lnTo>
                    <a:pt x="43439" y="54609"/>
                  </a:lnTo>
                  <a:lnTo>
                    <a:pt x="39939" y="58587"/>
                  </a:lnTo>
                  <a:lnTo>
                    <a:pt x="36566" y="62673"/>
                  </a:lnTo>
                  <a:lnTo>
                    <a:pt x="33324" y="66864"/>
                  </a:lnTo>
                  <a:lnTo>
                    <a:pt x="30217" y="71156"/>
                  </a:lnTo>
                  <a:lnTo>
                    <a:pt x="27248" y="75544"/>
                  </a:lnTo>
                  <a:lnTo>
                    <a:pt x="24419" y="80024"/>
                  </a:lnTo>
                  <a:lnTo>
                    <a:pt x="21733" y="84591"/>
                  </a:lnTo>
                  <a:lnTo>
                    <a:pt x="19194" y="89242"/>
                  </a:lnTo>
                  <a:lnTo>
                    <a:pt x="16803" y="93970"/>
                  </a:lnTo>
                  <a:lnTo>
                    <a:pt x="14563" y="98772"/>
                  </a:lnTo>
                  <a:lnTo>
                    <a:pt x="12477" y="103642"/>
                  </a:lnTo>
                  <a:lnTo>
                    <a:pt x="10546" y="108576"/>
                  </a:lnTo>
                  <a:lnTo>
                    <a:pt x="8772" y="113569"/>
                  </a:lnTo>
                  <a:lnTo>
                    <a:pt x="7157" y="118615"/>
                  </a:lnTo>
                  <a:lnTo>
                    <a:pt x="5703" y="123710"/>
                  </a:lnTo>
                  <a:lnTo>
                    <a:pt x="4412" y="128849"/>
                  </a:lnTo>
                  <a:lnTo>
                    <a:pt x="3283" y="134025"/>
                  </a:lnTo>
                  <a:lnTo>
                    <a:pt x="2320" y="139236"/>
                  </a:lnTo>
                  <a:lnTo>
                    <a:pt x="1522" y="144474"/>
                  </a:lnTo>
                  <a:lnTo>
                    <a:pt x="890" y="149734"/>
                  </a:lnTo>
                  <a:lnTo>
                    <a:pt x="426" y="155012"/>
                  </a:lnTo>
                  <a:lnTo>
                    <a:pt x="129" y="160302"/>
                  </a:lnTo>
                  <a:lnTo>
                    <a:pt x="0" y="165599"/>
                  </a:lnTo>
                  <a:lnTo>
                    <a:pt x="38" y="170897"/>
                  </a:lnTo>
                  <a:lnTo>
                    <a:pt x="245" y="176192"/>
                  </a:lnTo>
                  <a:lnTo>
                    <a:pt x="619" y="181477"/>
                  </a:lnTo>
                  <a:lnTo>
                    <a:pt x="1161" y="186748"/>
                  </a:lnTo>
                  <a:lnTo>
                    <a:pt x="1869" y="191998"/>
                  </a:lnTo>
                  <a:lnTo>
                    <a:pt x="2743" y="197224"/>
                  </a:lnTo>
                  <a:lnTo>
                    <a:pt x="3783" y="202420"/>
                  </a:lnTo>
                  <a:lnTo>
                    <a:pt x="4987" y="207579"/>
                  </a:lnTo>
                  <a:lnTo>
                    <a:pt x="6353" y="212699"/>
                  </a:lnTo>
                  <a:lnTo>
                    <a:pt x="7881" y="217772"/>
                  </a:lnTo>
                  <a:lnTo>
                    <a:pt x="9569" y="222794"/>
                  </a:lnTo>
                  <a:lnTo>
                    <a:pt x="11416" y="227760"/>
                  </a:lnTo>
                  <a:lnTo>
                    <a:pt x="13419" y="232666"/>
                  </a:lnTo>
                  <a:lnTo>
                    <a:pt x="15576" y="237505"/>
                  </a:lnTo>
                  <a:lnTo>
                    <a:pt x="17886" y="242273"/>
                  </a:lnTo>
                  <a:lnTo>
                    <a:pt x="20345" y="246966"/>
                  </a:lnTo>
                  <a:lnTo>
                    <a:pt x="22953" y="251579"/>
                  </a:lnTo>
                  <a:lnTo>
                    <a:pt x="25704" y="256107"/>
                  </a:lnTo>
                  <a:lnTo>
                    <a:pt x="28599" y="260545"/>
                  </a:lnTo>
                  <a:lnTo>
                    <a:pt x="31632" y="264889"/>
                  </a:lnTo>
                  <a:lnTo>
                    <a:pt x="34801" y="269135"/>
                  </a:lnTo>
                  <a:lnTo>
                    <a:pt x="38104" y="273278"/>
                  </a:lnTo>
                  <a:lnTo>
                    <a:pt x="41536" y="277315"/>
                  </a:lnTo>
                  <a:lnTo>
                    <a:pt x="45094" y="281241"/>
                  </a:lnTo>
                  <a:lnTo>
                    <a:pt x="48775" y="285052"/>
                  </a:lnTo>
                  <a:lnTo>
                    <a:pt x="52575" y="288744"/>
                  </a:lnTo>
                  <a:lnTo>
                    <a:pt x="56489" y="292315"/>
                  </a:lnTo>
                  <a:lnTo>
                    <a:pt x="60516" y="295759"/>
                  </a:lnTo>
                  <a:lnTo>
                    <a:pt x="64649" y="299074"/>
                  </a:lnTo>
                  <a:lnTo>
                    <a:pt x="68885" y="302256"/>
                  </a:lnTo>
                  <a:lnTo>
                    <a:pt x="73220" y="305303"/>
                  </a:lnTo>
                  <a:lnTo>
                    <a:pt x="77649" y="308211"/>
                  </a:lnTo>
                  <a:lnTo>
                    <a:pt x="82168" y="310976"/>
                  </a:lnTo>
                  <a:lnTo>
                    <a:pt x="86773" y="313598"/>
                  </a:lnTo>
                  <a:lnTo>
                    <a:pt x="91458" y="316072"/>
                  </a:lnTo>
                  <a:lnTo>
                    <a:pt x="96220" y="318396"/>
                  </a:lnTo>
                  <a:lnTo>
                    <a:pt x="101053" y="320568"/>
                  </a:lnTo>
                  <a:lnTo>
                    <a:pt x="105952" y="322586"/>
                  </a:lnTo>
                  <a:lnTo>
                    <a:pt x="110912" y="324448"/>
                  </a:lnTo>
                  <a:lnTo>
                    <a:pt x="115929" y="326151"/>
                  </a:lnTo>
                  <a:lnTo>
                    <a:pt x="120998" y="327695"/>
                  </a:lnTo>
                  <a:lnTo>
                    <a:pt x="126113" y="329077"/>
                  </a:lnTo>
                  <a:lnTo>
                    <a:pt x="131269" y="330297"/>
                  </a:lnTo>
                  <a:lnTo>
                    <a:pt x="136461" y="331352"/>
                  </a:lnTo>
                  <a:lnTo>
                    <a:pt x="141684" y="332242"/>
                  </a:lnTo>
                  <a:lnTo>
                    <a:pt x="146933" y="332967"/>
                  </a:lnTo>
                  <a:lnTo>
                    <a:pt x="152202" y="333525"/>
                  </a:lnTo>
                  <a:lnTo>
                    <a:pt x="157486" y="333915"/>
                  </a:lnTo>
                  <a:lnTo>
                    <a:pt x="162780" y="334138"/>
                  </a:lnTo>
                  <a:lnTo>
                    <a:pt x="168078" y="334193"/>
                  </a:lnTo>
                  <a:lnTo>
                    <a:pt x="173375" y="334080"/>
                  </a:lnTo>
                  <a:lnTo>
                    <a:pt x="178666" y="333799"/>
                  </a:lnTo>
                  <a:lnTo>
                    <a:pt x="183945" y="333350"/>
                  </a:lnTo>
                  <a:lnTo>
                    <a:pt x="189208" y="332735"/>
                  </a:lnTo>
                  <a:lnTo>
                    <a:pt x="194448" y="331953"/>
                  </a:lnTo>
                  <a:lnTo>
                    <a:pt x="199661" y="331005"/>
                  </a:lnTo>
                  <a:lnTo>
                    <a:pt x="204842" y="329893"/>
                  </a:lnTo>
                  <a:lnTo>
                    <a:pt x="209984" y="328617"/>
                  </a:lnTo>
                  <a:lnTo>
                    <a:pt x="215083" y="327179"/>
                  </a:lnTo>
                  <a:lnTo>
                    <a:pt x="220135" y="325580"/>
                  </a:lnTo>
                  <a:lnTo>
                    <a:pt x="225133" y="323821"/>
                  </a:lnTo>
                  <a:lnTo>
                    <a:pt x="230073" y="321905"/>
                  </a:lnTo>
                  <a:lnTo>
                    <a:pt x="234949" y="319834"/>
                  </a:lnTo>
                  <a:lnTo>
                    <a:pt x="239758" y="317609"/>
                  </a:lnTo>
                  <a:lnTo>
                    <a:pt x="244494" y="315232"/>
                  </a:lnTo>
                  <a:lnTo>
                    <a:pt x="249152" y="312707"/>
                  </a:lnTo>
                  <a:lnTo>
                    <a:pt x="253727" y="310036"/>
                  </a:lnTo>
                  <a:lnTo>
                    <a:pt x="258216" y="307220"/>
                  </a:lnTo>
                  <a:lnTo>
                    <a:pt x="262613" y="304264"/>
                  </a:lnTo>
                  <a:lnTo>
                    <a:pt x="266914" y="301170"/>
                  </a:lnTo>
                  <a:lnTo>
                    <a:pt x="271115" y="297942"/>
                  </a:lnTo>
                  <a:lnTo>
                    <a:pt x="275212" y="294581"/>
                  </a:lnTo>
                  <a:lnTo>
                    <a:pt x="279200" y="291093"/>
                  </a:lnTo>
                  <a:lnTo>
                    <a:pt x="283075" y="287480"/>
                  </a:lnTo>
                  <a:lnTo>
                    <a:pt x="286834" y="283746"/>
                  </a:lnTo>
                  <a:lnTo>
                    <a:pt x="290473" y="279895"/>
                  </a:lnTo>
                  <a:lnTo>
                    <a:pt x="293988" y="275930"/>
                  </a:lnTo>
                  <a:lnTo>
                    <a:pt x="297376" y="271856"/>
                  </a:lnTo>
                  <a:lnTo>
                    <a:pt x="300632" y="267677"/>
                  </a:lnTo>
                  <a:lnTo>
                    <a:pt x="303755" y="263397"/>
                  </a:lnTo>
                  <a:lnTo>
                    <a:pt x="306741" y="259019"/>
                  </a:lnTo>
                  <a:lnTo>
                    <a:pt x="309586" y="254550"/>
                  </a:lnTo>
                  <a:lnTo>
                    <a:pt x="312288" y="249992"/>
                  </a:lnTo>
                  <a:lnTo>
                    <a:pt x="314844" y="245351"/>
                  </a:lnTo>
                  <a:lnTo>
                    <a:pt x="317252" y="240631"/>
                  </a:lnTo>
                  <a:lnTo>
                    <a:pt x="319509" y="235838"/>
                  </a:lnTo>
                  <a:lnTo>
                    <a:pt x="321614" y="230975"/>
                  </a:lnTo>
                  <a:lnTo>
                    <a:pt x="323563" y="226048"/>
                  </a:lnTo>
                  <a:lnTo>
                    <a:pt x="325355" y="221062"/>
                  </a:lnTo>
                  <a:lnTo>
                    <a:pt x="326987" y="216022"/>
                  </a:lnTo>
                  <a:lnTo>
                    <a:pt x="328460" y="210932"/>
                  </a:lnTo>
                  <a:lnTo>
                    <a:pt x="329770" y="205798"/>
                  </a:lnTo>
                  <a:lnTo>
                    <a:pt x="330917" y="200625"/>
                  </a:lnTo>
                  <a:lnTo>
                    <a:pt x="331900" y="195419"/>
                  </a:lnTo>
                  <a:lnTo>
                    <a:pt x="332717" y="190184"/>
                  </a:lnTo>
                  <a:lnTo>
                    <a:pt x="333367" y="184925"/>
                  </a:lnTo>
                  <a:lnTo>
                    <a:pt x="333851" y="179649"/>
                  </a:lnTo>
                  <a:lnTo>
                    <a:pt x="334167" y="174360"/>
                  </a:lnTo>
                  <a:lnTo>
                    <a:pt x="334316" y="169064"/>
                  </a:lnTo>
                  <a:lnTo>
                    <a:pt x="334296" y="163766"/>
                  </a:lnTo>
                  <a:lnTo>
                    <a:pt x="334109" y="158470"/>
                  </a:lnTo>
                  <a:lnTo>
                    <a:pt x="333754" y="153184"/>
                  </a:lnTo>
                  <a:lnTo>
                    <a:pt x="333232" y="147911"/>
                  </a:lnTo>
                  <a:lnTo>
                    <a:pt x="332542" y="142658"/>
                  </a:lnTo>
                  <a:lnTo>
                    <a:pt x="331687" y="137429"/>
                  </a:lnTo>
                  <a:lnTo>
                    <a:pt x="330666" y="132230"/>
                  </a:lnTo>
                  <a:lnTo>
                    <a:pt x="329481" y="127066"/>
                  </a:lnTo>
                  <a:lnTo>
                    <a:pt x="328133" y="121942"/>
                  </a:lnTo>
                  <a:lnTo>
                    <a:pt x="326624" y="116863"/>
                  </a:lnTo>
                  <a:lnTo>
                    <a:pt x="324954" y="111834"/>
                  </a:lnTo>
                  <a:lnTo>
                    <a:pt x="323126" y="106861"/>
                  </a:lnTo>
                  <a:lnTo>
                    <a:pt x="321140" y="101949"/>
                  </a:lnTo>
                  <a:lnTo>
                    <a:pt x="319001" y="97102"/>
                  </a:lnTo>
                  <a:lnTo>
                    <a:pt x="316708" y="92325"/>
                  </a:lnTo>
                  <a:lnTo>
                    <a:pt x="314266" y="87623"/>
                  </a:lnTo>
                  <a:lnTo>
                    <a:pt x="311675" y="83001"/>
                  </a:lnTo>
                  <a:lnTo>
                    <a:pt x="308940" y="78463"/>
                  </a:lnTo>
                  <a:lnTo>
                    <a:pt x="306062" y="74015"/>
                  </a:lnTo>
                  <a:lnTo>
                    <a:pt x="303045" y="69660"/>
                  </a:lnTo>
                  <a:lnTo>
                    <a:pt x="299891" y="65402"/>
                  </a:lnTo>
                  <a:lnTo>
                    <a:pt x="296603" y="61247"/>
                  </a:lnTo>
                  <a:lnTo>
                    <a:pt x="293186" y="57198"/>
                  </a:lnTo>
                  <a:lnTo>
                    <a:pt x="289642" y="53259"/>
                  </a:lnTo>
                  <a:lnTo>
                    <a:pt x="285975" y="49435"/>
                  </a:lnTo>
                  <a:lnTo>
                    <a:pt x="282189" y="45728"/>
                  </a:lnTo>
                  <a:lnTo>
                    <a:pt x="278287" y="42144"/>
                  </a:lnTo>
                  <a:lnTo>
                    <a:pt x="274273" y="38685"/>
                  </a:lnTo>
                  <a:lnTo>
                    <a:pt x="270152" y="35355"/>
                  </a:lnTo>
                  <a:lnTo>
                    <a:pt x="265927" y="32157"/>
                  </a:lnTo>
                  <a:lnTo>
                    <a:pt x="261604" y="29095"/>
                  </a:lnTo>
                  <a:lnTo>
                    <a:pt x="257185" y="26171"/>
                  </a:lnTo>
                  <a:lnTo>
                    <a:pt x="252676" y="23389"/>
                  </a:lnTo>
                  <a:lnTo>
                    <a:pt x="248081" y="20751"/>
                  </a:lnTo>
                  <a:lnTo>
                    <a:pt x="243404" y="18260"/>
                  </a:lnTo>
                  <a:lnTo>
                    <a:pt x="238651" y="15918"/>
                  </a:lnTo>
                  <a:lnTo>
                    <a:pt x="233827" y="13729"/>
                  </a:lnTo>
                  <a:lnTo>
                    <a:pt x="228935" y="11693"/>
                  </a:lnTo>
                  <a:lnTo>
                    <a:pt x="223981" y="9813"/>
                  </a:lnTo>
                  <a:lnTo>
                    <a:pt x="167161" y="1670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4213821"/>
              <a:ext cx="56820" cy="167167"/>
            </a:xfrm>
            <a:custGeom>
              <a:avLst/>
              <a:pathLst>
                <a:path w="56820" h="167167">
                  <a:moveTo>
                    <a:pt x="56820" y="9952"/>
                  </a:moveTo>
                  <a:lnTo>
                    <a:pt x="51334" y="8077"/>
                  </a:lnTo>
                  <a:lnTo>
                    <a:pt x="45787" y="6392"/>
                  </a:lnTo>
                  <a:lnTo>
                    <a:pt x="40185" y="4901"/>
                  </a:lnTo>
                  <a:lnTo>
                    <a:pt x="34534" y="3606"/>
                  </a:lnTo>
                  <a:lnTo>
                    <a:pt x="28842" y="2507"/>
                  </a:lnTo>
                  <a:lnTo>
                    <a:pt x="23115" y="1605"/>
                  </a:lnTo>
                  <a:lnTo>
                    <a:pt x="17361" y="903"/>
                  </a:lnTo>
                  <a:lnTo>
                    <a:pt x="11585" y="401"/>
                  </a:lnTo>
                  <a:lnTo>
                    <a:pt x="5796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4667" y="4659281"/>
              <a:ext cx="1857" cy="167167"/>
            </a:xfrm>
            <a:custGeom>
              <a:avLst/>
              <a:pathLst>
                <a:path w="1857" h="167167">
                  <a:moveTo>
                    <a:pt x="1857" y="0"/>
                  </a:moveTo>
                  <a:lnTo>
                    <a:pt x="0" y="10"/>
                  </a:lnTo>
                  <a:lnTo>
                    <a:pt x="185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921138" y="4659292"/>
              <a:ext cx="165386" cy="167157"/>
            </a:xfrm>
            <a:custGeom>
              <a:avLst/>
              <a:pathLst>
                <a:path w="165386" h="167157">
                  <a:moveTo>
                    <a:pt x="163529" y="0"/>
                  </a:moveTo>
                  <a:lnTo>
                    <a:pt x="158035" y="151"/>
                  </a:lnTo>
                  <a:lnTo>
                    <a:pt x="152550" y="483"/>
                  </a:lnTo>
                  <a:lnTo>
                    <a:pt x="147079" y="995"/>
                  </a:lnTo>
                  <a:lnTo>
                    <a:pt x="141628" y="1686"/>
                  </a:lnTo>
                  <a:lnTo>
                    <a:pt x="136202" y="2556"/>
                  </a:lnTo>
                  <a:lnTo>
                    <a:pt x="130807" y="3604"/>
                  </a:lnTo>
                  <a:lnTo>
                    <a:pt x="125450" y="4829"/>
                  </a:lnTo>
                  <a:lnTo>
                    <a:pt x="120137" y="6230"/>
                  </a:lnTo>
                  <a:lnTo>
                    <a:pt x="114872" y="7804"/>
                  </a:lnTo>
                  <a:lnTo>
                    <a:pt x="109662" y="9550"/>
                  </a:lnTo>
                  <a:lnTo>
                    <a:pt x="104511" y="11467"/>
                  </a:lnTo>
                  <a:lnTo>
                    <a:pt x="99427" y="13552"/>
                  </a:lnTo>
                  <a:lnTo>
                    <a:pt x="94414" y="15803"/>
                  </a:lnTo>
                  <a:lnTo>
                    <a:pt x="89478" y="18217"/>
                  </a:lnTo>
                  <a:lnTo>
                    <a:pt x="84624" y="20793"/>
                  </a:lnTo>
                  <a:lnTo>
                    <a:pt x="79856" y="23526"/>
                  </a:lnTo>
                  <a:lnTo>
                    <a:pt x="75182" y="26415"/>
                  </a:lnTo>
                  <a:lnTo>
                    <a:pt x="70605" y="29456"/>
                  </a:lnTo>
                  <a:lnTo>
                    <a:pt x="66130" y="32645"/>
                  </a:lnTo>
                  <a:lnTo>
                    <a:pt x="61763" y="35980"/>
                  </a:lnTo>
                  <a:lnTo>
                    <a:pt x="57507" y="39457"/>
                  </a:lnTo>
                  <a:lnTo>
                    <a:pt x="53368" y="43072"/>
                  </a:lnTo>
                  <a:lnTo>
                    <a:pt x="49350" y="46821"/>
                  </a:lnTo>
                  <a:lnTo>
                    <a:pt x="45458" y="50700"/>
                  </a:lnTo>
                  <a:lnTo>
                    <a:pt x="41695" y="54704"/>
                  </a:lnTo>
                  <a:lnTo>
                    <a:pt x="38066" y="58830"/>
                  </a:lnTo>
                  <a:lnTo>
                    <a:pt x="34574" y="63074"/>
                  </a:lnTo>
                  <a:lnTo>
                    <a:pt x="31224" y="67429"/>
                  </a:lnTo>
                  <a:lnTo>
                    <a:pt x="28018" y="71893"/>
                  </a:lnTo>
                  <a:lnTo>
                    <a:pt x="24961" y="76459"/>
                  </a:lnTo>
                  <a:lnTo>
                    <a:pt x="22056" y="81124"/>
                  </a:lnTo>
                  <a:lnTo>
                    <a:pt x="19306" y="85881"/>
                  </a:lnTo>
                  <a:lnTo>
                    <a:pt x="16714" y="90726"/>
                  </a:lnTo>
                  <a:lnTo>
                    <a:pt x="14282" y="95654"/>
                  </a:lnTo>
                  <a:lnTo>
                    <a:pt x="12013" y="100659"/>
                  </a:lnTo>
                  <a:lnTo>
                    <a:pt x="9911" y="105736"/>
                  </a:lnTo>
                  <a:lnTo>
                    <a:pt x="7976" y="110880"/>
                  </a:lnTo>
                  <a:lnTo>
                    <a:pt x="6211" y="116084"/>
                  </a:lnTo>
                  <a:lnTo>
                    <a:pt x="4619" y="121343"/>
                  </a:lnTo>
                  <a:lnTo>
                    <a:pt x="3200" y="126652"/>
                  </a:lnTo>
                  <a:lnTo>
                    <a:pt x="1956" y="132004"/>
                  </a:lnTo>
                  <a:lnTo>
                    <a:pt x="889" y="137395"/>
                  </a:lnTo>
                  <a:lnTo>
                    <a:pt x="0" y="142818"/>
                  </a:lnTo>
                  <a:lnTo>
                    <a:pt x="165386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19370" y="4659281"/>
              <a:ext cx="334303" cy="334334"/>
            </a:xfrm>
            <a:custGeom>
              <a:avLst/>
              <a:pathLst>
                <a:path w="334303" h="334334">
                  <a:moveTo>
                    <a:pt x="1767" y="142828"/>
                  </a:moveTo>
                  <a:lnTo>
                    <a:pt x="1078" y="148091"/>
                  </a:lnTo>
                  <a:lnTo>
                    <a:pt x="556" y="153374"/>
                  </a:lnTo>
                  <a:lnTo>
                    <a:pt x="202" y="158670"/>
                  </a:lnTo>
                  <a:lnTo>
                    <a:pt x="17" y="163975"/>
                  </a:lnTo>
                  <a:lnTo>
                    <a:pt x="0" y="169283"/>
                  </a:lnTo>
                  <a:lnTo>
                    <a:pt x="151" y="174589"/>
                  </a:lnTo>
                  <a:lnTo>
                    <a:pt x="471" y="179888"/>
                  </a:lnTo>
                  <a:lnTo>
                    <a:pt x="959" y="185173"/>
                  </a:lnTo>
                  <a:lnTo>
                    <a:pt x="1614" y="190441"/>
                  </a:lnTo>
                  <a:lnTo>
                    <a:pt x="2437" y="195685"/>
                  </a:lnTo>
                  <a:lnTo>
                    <a:pt x="3425" y="200900"/>
                  </a:lnTo>
                  <a:lnTo>
                    <a:pt x="4579" y="206082"/>
                  </a:lnTo>
                  <a:lnTo>
                    <a:pt x="5896" y="211224"/>
                  </a:lnTo>
                  <a:lnTo>
                    <a:pt x="7376" y="216321"/>
                  </a:lnTo>
                  <a:lnTo>
                    <a:pt x="9017" y="221369"/>
                  </a:lnTo>
                  <a:lnTo>
                    <a:pt x="10818" y="226363"/>
                  </a:lnTo>
                  <a:lnTo>
                    <a:pt x="12776" y="231297"/>
                  </a:lnTo>
                  <a:lnTo>
                    <a:pt x="14890" y="236166"/>
                  </a:lnTo>
                  <a:lnTo>
                    <a:pt x="17158" y="240965"/>
                  </a:lnTo>
                  <a:lnTo>
                    <a:pt x="19576" y="245690"/>
                  </a:lnTo>
                  <a:lnTo>
                    <a:pt x="22144" y="250336"/>
                  </a:lnTo>
                  <a:lnTo>
                    <a:pt x="24858" y="254898"/>
                  </a:lnTo>
                  <a:lnTo>
                    <a:pt x="27715" y="259372"/>
                  </a:lnTo>
                  <a:lnTo>
                    <a:pt x="30712" y="263753"/>
                  </a:lnTo>
                  <a:lnTo>
                    <a:pt x="33848" y="268036"/>
                  </a:lnTo>
                  <a:lnTo>
                    <a:pt x="37118" y="272217"/>
                  </a:lnTo>
                  <a:lnTo>
                    <a:pt x="40518" y="276293"/>
                  </a:lnTo>
                  <a:lnTo>
                    <a:pt x="44047" y="280259"/>
                  </a:lnTo>
                  <a:lnTo>
                    <a:pt x="47700" y="284110"/>
                  </a:lnTo>
                  <a:lnTo>
                    <a:pt x="51473" y="287844"/>
                  </a:lnTo>
                  <a:lnTo>
                    <a:pt x="55363" y="291456"/>
                  </a:lnTo>
                  <a:lnTo>
                    <a:pt x="59365" y="294942"/>
                  </a:lnTo>
                  <a:lnTo>
                    <a:pt x="63476" y="298300"/>
                  </a:lnTo>
                  <a:lnTo>
                    <a:pt x="67692" y="301526"/>
                  </a:lnTo>
                  <a:lnTo>
                    <a:pt x="72008" y="304616"/>
                  </a:lnTo>
                  <a:lnTo>
                    <a:pt x="76420" y="307568"/>
                  </a:lnTo>
                  <a:lnTo>
                    <a:pt x="80923" y="310378"/>
                  </a:lnTo>
                  <a:lnTo>
                    <a:pt x="85514" y="313043"/>
                  </a:lnTo>
                  <a:lnTo>
                    <a:pt x="90186" y="315562"/>
                  </a:lnTo>
                  <a:lnTo>
                    <a:pt x="94936" y="317930"/>
                  </a:lnTo>
                  <a:lnTo>
                    <a:pt x="99760" y="320147"/>
                  </a:lnTo>
                  <a:lnTo>
                    <a:pt x="104651" y="322210"/>
                  </a:lnTo>
                  <a:lnTo>
                    <a:pt x="109605" y="324116"/>
                  </a:lnTo>
                  <a:lnTo>
                    <a:pt x="114617" y="325864"/>
                  </a:lnTo>
                  <a:lnTo>
                    <a:pt x="119682" y="327452"/>
                  </a:lnTo>
                  <a:lnTo>
                    <a:pt x="124795" y="328879"/>
                  </a:lnTo>
                  <a:lnTo>
                    <a:pt x="129950" y="330142"/>
                  </a:lnTo>
                  <a:lnTo>
                    <a:pt x="135144" y="331241"/>
                  </a:lnTo>
                  <a:lnTo>
                    <a:pt x="140369" y="332175"/>
                  </a:lnTo>
                  <a:lnTo>
                    <a:pt x="145621" y="332942"/>
                  </a:lnTo>
                  <a:lnTo>
                    <a:pt x="150896" y="333542"/>
                  </a:lnTo>
                  <a:lnTo>
                    <a:pt x="156186" y="333974"/>
                  </a:lnTo>
                  <a:lnTo>
                    <a:pt x="161488" y="334238"/>
                  </a:lnTo>
                  <a:lnTo>
                    <a:pt x="166795" y="334334"/>
                  </a:lnTo>
                  <a:lnTo>
                    <a:pt x="172103" y="334261"/>
                  </a:lnTo>
                  <a:lnTo>
                    <a:pt x="177405" y="334020"/>
                  </a:lnTo>
                  <a:lnTo>
                    <a:pt x="182698" y="333610"/>
                  </a:lnTo>
                  <a:lnTo>
                    <a:pt x="187974" y="333033"/>
                  </a:lnTo>
                  <a:lnTo>
                    <a:pt x="193230" y="332288"/>
                  </a:lnTo>
                  <a:lnTo>
                    <a:pt x="198459" y="331377"/>
                  </a:lnTo>
                  <a:lnTo>
                    <a:pt x="203657" y="330300"/>
                  </a:lnTo>
                  <a:lnTo>
                    <a:pt x="208818" y="329059"/>
                  </a:lnTo>
                  <a:lnTo>
                    <a:pt x="213937" y="327654"/>
                  </a:lnTo>
                  <a:lnTo>
                    <a:pt x="219009" y="326088"/>
                  </a:lnTo>
                  <a:lnTo>
                    <a:pt x="224029" y="324362"/>
                  </a:lnTo>
                  <a:lnTo>
                    <a:pt x="228991" y="322477"/>
                  </a:lnTo>
                  <a:lnTo>
                    <a:pt x="233891" y="320435"/>
                  </a:lnTo>
                  <a:lnTo>
                    <a:pt x="238723" y="318239"/>
                  </a:lnTo>
                  <a:lnTo>
                    <a:pt x="243484" y="315890"/>
                  </a:lnTo>
                  <a:lnTo>
                    <a:pt x="248167" y="313392"/>
                  </a:lnTo>
                  <a:lnTo>
                    <a:pt x="252769" y="310746"/>
                  </a:lnTo>
                  <a:lnTo>
                    <a:pt x="257284" y="307956"/>
                  </a:lnTo>
                  <a:lnTo>
                    <a:pt x="261709" y="305023"/>
                  </a:lnTo>
                  <a:lnTo>
                    <a:pt x="266038" y="301951"/>
                  </a:lnTo>
                  <a:lnTo>
                    <a:pt x="270267" y="298744"/>
                  </a:lnTo>
                  <a:lnTo>
                    <a:pt x="274393" y="295404"/>
                  </a:lnTo>
                  <a:lnTo>
                    <a:pt x="278410" y="291934"/>
                  </a:lnTo>
                  <a:lnTo>
                    <a:pt x="282316" y="288339"/>
                  </a:lnTo>
                  <a:lnTo>
                    <a:pt x="286105" y="284622"/>
                  </a:lnTo>
                  <a:lnTo>
                    <a:pt x="289774" y="280786"/>
                  </a:lnTo>
                  <a:lnTo>
                    <a:pt x="293319" y="276835"/>
                  </a:lnTo>
                  <a:lnTo>
                    <a:pt x="296738" y="272774"/>
                  </a:lnTo>
                  <a:lnTo>
                    <a:pt x="300025" y="268607"/>
                  </a:lnTo>
                  <a:lnTo>
                    <a:pt x="303179" y="264337"/>
                  </a:lnTo>
                  <a:lnTo>
                    <a:pt x="306196" y="259969"/>
                  </a:lnTo>
                  <a:lnTo>
                    <a:pt x="309072" y="255508"/>
                  </a:lnTo>
                  <a:lnTo>
                    <a:pt x="311805" y="250958"/>
                  </a:lnTo>
                  <a:lnTo>
                    <a:pt x="314393" y="246323"/>
                  </a:lnTo>
                  <a:lnTo>
                    <a:pt x="316831" y="241608"/>
                  </a:lnTo>
                  <a:lnTo>
                    <a:pt x="319119" y="236818"/>
                  </a:lnTo>
                  <a:lnTo>
                    <a:pt x="321254" y="231958"/>
                  </a:lnTo>
                  <a:lnTo>
                    <a:pt x="323234" y="227033"/>
                  </a:lnTo>
                  <a:lnTo>
                    <a:pt x="325056" y="222047"/>
                  </a:lnTo>
                  <a:lnTo>
                    <a:pt x="326719" y="217006"/>
                  </a:lnTo>
                  <a:lnTo>
                    <a:pt x="328220" y="211915"/>
                  </a:lnTo>
                  <a:lnTo>
                    <a:pt x="329560" y="206779"/>
                  </a:lnTo>
                  <a:lnTo>
                    <a:pt x="330736" y="201602"/>
                  </a:lnTo>
                  <a:lnTo>
                    <a:pt x="331747" y="196391"/>
                  </a:lnTo>
                  <a:lnTo>
                    <a:pt x="332592" y="191151"/>
                  </a:lnTo>
                  <a:lnTo>
                    <a:pt x="333270" y="185886"/>
                  </a:lnTo>
                  <a:lnTo>
                    <a:pt x="333780" y="180603"/>
                  </a:lnTo>
                  <a:lnTo>
                    <a:pt x="334123" y="175306"/>
                  </a:lnTo>
                  <a:lnTo>
                    <a:pt x="334297" y="170000"/>
                  </a:lnTo>
                  <a:lnTo>
                    <a:pt x="334303" y="164692"/>
                  </a:lnTo>
                  <a:lnTo>
                    <a:pt x="334140" y="159386"/>
                  </a:lnTo>
                  <a:lnTo>
                    <a:pt x="333809" y="154089"/>
                  </a:lnTo>
                  <a:lnTo>
                    <a:pt x="333309" y="148804"/>
                  </a:lnTo>
                  <a:lnTo>
                    <a:pt x="332643" y="143538"/>
                  </a:lnTo>
                  <a:lnTo>
                    <a:pt x="331809" y="138296"/>
                  </a:lnTo>
                  <a:lnTo>
                    <a:pt x="330809" y="133082"/>
                  </a:lnTo>
                  <a:lnTo>
                    <a:pt x="329645" y="127904"/>
                  </a:lnTo>
                  <a:lnTo>
                    <a:pt x="328316" y="122764"/>
                  </a:lnTo>
                  <a:lnTo>
                    <a:pt x="326825" y="117670"/>
                  </a:lnTo>
                  <a:lnTo>
                    <a:pt x="325173" y="112625"/>
                  </a:lnTo>
                  <a:lnTo>
                    <a:pt x="323362" y="107636"/>
                  </a:lnTo>
                  <a:lnTo>
                    <a:pt x="321393" y="102706"/>
                  </a:lnTo>
                  <a:lnTo>
                    <a:pt x="319269" y="97842"/>
                  </a:lnTo>
                  <a:lnTo>
                    <a:pt x="316991" y="93047"/>
                  </a:lnTo>
                  <a:lnTo>
                    <a:pt x="314562" y="88327"/>
                  </a:lnTo>
                  <a:lnTo>
                    <a:pt x="311985" y="83687"/>
                  </a:lnTo>
                  <a:lnTo>
                    <a:pt x="309261" y="79131"/>
                  </a:lnTo>
                  <a:lnTo>
                    <a:pt x="306394" y="74663"/>
                  </a:lnTo>
                  <a:lnTo>
                    <a:pt x="303387" y="70289"/>
                  </a:lnTo>
                  <a:lnTo>
                    <a:pt x="300243" y="66012"/>
                  </a:lnTo>
                  <a:lnTo>
                    <a:pt x="296964" y="61838"/>
                  </a:lnTo>
                  <a:lnTo>
                    <a:pt x="293554" y="57769"/>
                  </a:lnTo>
                  <a:lnTo>
                    <a:pt x="290017" y="53811"/>
                  </a:lnTo>
                  <a:lnTo>
                    <a:pt x="286356" y="49968"/>
                  </a:lnTo>
                  <a:lnTo>
                    <a:pt x="282575" y="46242"/>
                  </a:lnTo>
                  <a:lnTo>
                    <a:pt x="278678" y="42639"/>
                  </a:lnTo>
                  <a:lnTo>
                    <a:pt x="274668" y="39160"/>
                  </a:lnTo>
                  <a:lnTo>
                    <a:pt x="270549" y="35811"/>
                  </a:lnTo>
                  <a:lnTo>
                    <a:pt x="266327" y="32595"/>
                  </a:lnTo>
                  <a:lnTo>
                    <a:pt x="262004" y="29514"/>
                  </a:lnTo>
                  <a:lnTo>
                    <a:pt x="257586" y="26572"/>
                  </a:lnTo>
                  <a:lnTo>
                    <a:pt x="253077" y="23772"/>
                  </a:lnTo>
                  <a:lnTo>
                    <a:pt x="248480" y="21116"/>
                  </a:lnTo>
                  <a:lnTo>
                    <a:pt x="243802" y="18607"/>
                  </a:lnTo>
                  <a:lnTo>
                    <a:pt x="239047" y="16249"/>
                  </a:lnTo>
                  <a:lnTo>
                    <a:pt x="234219" y="14042"/>
                  </a:lnTo>
                  <a:lnTo>
                    <a:pt x="229324" y="11990"/>
                  </a:lnTo>
                  <a:lnTo>
                    <a:pt x="224366" y="10095"/>
                  </a:lnTo>
                  <a:lnTo>
                    <a:pt x="219350" y="8357"/>
                  </a:lnTo>
                  <a:lnTo>
                    <a:pt x="214281" y="6780"/>
                  </a:lnTo>
                  <a:lnTo>
                    <a:pt x="209165" y="5365"/>
                  </a:lnTo>
                  <a:lnTo>
                    <a:pt x="204007" y="4112"/>
                  </a:lnTo>
                  <a:lnTo>
                    <a:pt x="198812" y="3025"/>
                  </a:lnTo>
                  <a:lnTo>
                    <a:pt x="193584" y="2102"/>
                  </a:lnTo>
                  <a:lnTo>
                    <a:pt x="188330" y="1346"/>
                  </a:lnTo>
                  <a:lnTo>
                    <a:pt x="183055" y="757"/>
                  </a:lnTo>
                  <a:lnTo>
                    <a:pt x="177763" y="337"/>
                  </a:lnTo>
                  <a:lnTo>
                    <a:pt x="172461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321571" y="5018213"/>
              <a:ext cx="334305" cy="334334"/>
            </a:xfrm>
            <a:custGeom>
              <a:avLst/>
              <a:pathLst>
                <a:path w="334305" h="334334">
                  <a:moveTo>
                    <a:pt x="167027" y="0"/>
                  </a:moveTo>
                  <a:lnTo>
                    <a:pt x="161729" y="87"/>
                  </a:lnTo>
                  <a:lnTo>
                    <a:pt x="156437" y="343"/>
                  </a:lnTo>
                  <a:lnTo>
                    <a:pt x="151155" y="766"/>
                  </a:lnTo>
                  <a:lnTo>
                    <a:pt x="145890" y="1357"/>
                  </a:lnTo>
                  <a:lnTo>
                    <a:pt x="140645" y="2114"/>
                  </a:lnTo>
                  <a:lnTo>
                    <a:pt x="135428" y="3037"/>
                  </a:lnTo>
                  <a:lnTo>
                    <a:pt x="130242" y="4124"/>
                  </a:lnTo>
                  <a:lnTo>
                    <a:pt x="125093" y="5376"/>
                  </a:lnTo>
                  <a:lnTo>
                    <a:pt x="119986" y="6790"/>
                  </a:lnTo>
                  <a:lnTo>
                    <a:pt x="114927" y="8365"/>
                  </a:lnTo>
                  <a:lnTo>
                    <a:pt x="109921" y="10100"/>
                  </a:lnTo>
                  <a:lnTo>
                    <a:pt x="104972" y="11993"/>
                  </a:lnTo>
                  <a:lnTo>
                    <a:pt x="100085" y="14041"/>
                  </a:lnTo>
                  <a:lnTo>
                    <a:pt x="95266" y="16244"/>
                  </a:lnTo>
                  <a:lnTo>
                    <a:pt x="90519" y="18598"/>
                  </a:lnTo>
                  <a:lnTo>
                    <a:pt x="85848" y="21101"/>
                  </a:lnTo>
                  <a:lnTo>
                    <a:pt x="81260" y="23751"/>
                  </a:lnTo>
                  <a:lnTo>
                    <a:pt x="76758" y="26545"/>
                  </a:lnTo>
                  <a:lnTo>
                    <a:pt x="72347" y="29480"/>
                  </a:lnTo>
                  <a:lnTo>
                    <a:pt x="68031" y="32554"/>
                  </a:lnTo>
                  <a:lnTo>
                    <a:pt x="63814" y="35763"/>
                  </a:lnTo>
                  <a:lnTo>
                    <a:pt x="59701" y="39104"/>
                  </a:lnTo>
                  <a:lnTo>
                    <a:pt x="55697" y="42574"/>
                  </a:lnTo>
                  <a:lnTo>
                    <a:pt x="51804" y="46169"/>
                  </a:lnTo>
                  <a:lnTo>
                    <a:pt x="48027" y="49885"/>
                  </a:lnTo>
                  <a:lnTo>
                    <a:pt x="44370" y="53719"/>
                  </a:lnTo>
                  <a:lnTo>
                    <a:pt x="40836" y="57667"/>
                  </a:lnTo>
                  <a:lnTo>
                    <a:pt x="37429" y="61726"/>
                  </a:lnTo>
                  <a:lnTo>
                    <a:pt x="34153" y="65890"/>
                  </a:lnTo>
                  <a:lnTo>
                    <a:pt x="31010" y="70156"/>
                  </a:lnTo>
                  <a:lnTo>
                    <a:pt x="28004" y="74519"/>
                  </a:lnTo>
                  <a:lnTo>
                    <a:pt x="25137" y="78975"/>
                  </a:lnTo>
                  <a:lnTo>
                    <a:pt x="22414" y="83520"/>
                  </a:lnTo>
                  <a:lnTo>
                    <a:pt x="19835" y="88150"/>
                  </a:lnTo>
                  <a:lnTo>
                    <a:pt x="17405" y="92858"/>
                  </a:lnTo>
                  <a:lnTo>
                    <a:pt x="15125" y="97641"/>
                  </a:lnTo>
                  <a:lnTo>
                    <a:pt x="12998" y="102494"/>
                  </a:lnTo>
                  <a:lnTo>
                    <a:pt x="11026" y="107412"/>
                  </a:lnTo>
                  <a:lnTo>
                    <a:pt x="9210" y="112390"/>
                  </a:lnTo>
                  <a:lnTo>
                    <a:pt x="7554" y="117423"/>
                  </a:lnTo>
                  <a:lnTo>
                    <a:pt x="6057" y="122506"/>
                  </a:lnTo>
                  <a:lnTo>
                    <a:pt x="4723" y="127634"/>
                  </a:lnTo>
                  <a:lnTo>
                    <a:pt x="3552" y="132802"/>
                  </a:lnTo>
                  <a:lnTo>
                    <a:pt x="2545" y="138004"/>
                  </a:lnTo>
                  <a:lnTo>
                    <a:pt x="1703" y="143235"/>
                  </a:lnTo>
                  <a:lnTo>
                    <a:pt x="1028" y="148491"/>
                  </a:lnTo>
                  <a:lnTo>
                    <a:pt x="519" y="153765"/>
                  </a:lnTo>
                  <a:lnTo>
                    <a:pt x="178" y="159052"/>
                  </a:lnTo>
                  <a:lnTo>
                    <a:pt x="5" y="164348"/>
                  </a:lnTo>
                  <a:lnTo>
                    <a:pt x="0" y="169647"/>
                  </a:lnTo>
                  <a:lnTo>
                    <a:pt x="162" y="174943"/>
                  </a:lnTo>
                  <a:lnTo>
                    <a:pt x="492" y="180232"/>
                  </a:lnTo>
                  <a:lnTo>
                    <a:pt x="990" y="185507"/>
                  </a:lnTo>
                  <a:lnTo>
                    <a:pt x="1655" y="190764"/>
                  </a:lnTo>
                  <a:lnTo>
                    <a:pt x="2486" y="195997"/>
                  </a:lnTo>
                  <a:lnTo>
                    <a:pt x="3482" y="201201"/>
                  </a:lnTo>
                  <a:lnTo>
                    <a:pt x="4643" y="206371"/>
                  </a:lnTo>
                  <a:lnTo>
                    <a:pt x="5967" y="211501"/>
                  </a:lnTo>
                  <a:lnTo>
                    <a:pt x="7453" y="216587"/>
                  </a:lnTo>
                  <a:lnTo>
                    <a:pt x="9100" y="221624"/>
                  </a:lnTo>
                  <a:lnTo>
                    <a:pt x="10905" y="226605"/>
                  </a:lnTo>
                  <a:lnTo>
                    <a:pt x="12867" y="231527"/>
                  </a:lnTo>
                  <a:lnTo>
                    <a:pt x="14985" y="236385"/>
                  </a:lnTo>
                  <a:lnTo>
                    <a:pt x="17255" y="241172"/>
                  </a:lnTo>
                  <a:lnTo>
                    <a:pt x="19676" y="245886"/>
                  </a:lnTo>
                  <a:lnTo>
                    <a:pt x="22244" y="250520"/>
                  </a:lnTo>
                  <a:lnTo>
                    <a:pt x="24959" y="255071"/>
                  </a:lnTo>
                  <a:lnTo>
                    <a:pt x="27816" y="259533"/>
                  </a:lnTo>
                  <a:lnTo>
                    <a:pt x="30814" y="263902"/>
                  </a:lnTo>
                  <a:lnTo>
                    <a:pt x="33948" y="268175"/>
                  </a:lnTo>
                  <a:lnTo>
                    <a:pt x="37216" y="272345"/>
                  </a:lnTo>
                  <a:lnTo>
                    <a:pt x="40615" y="276410"/>
                  </a:lnTo>
                  <a:lnTo>
                    <a:pt x="44141" y="280366"/>
                  </a:lnTo>
                  <a:lnTo>
                    <a:pt x="47790" y="284207"/>
                  </a:lnTo>
                  <a:lnTo>
                    <a:pt x="51559" y="287931"/>
                  </a:lnTo>
                  <a:lnTo>
                    <a:pt x="55445" y="291534"/>
                  </a:lnTo>
                  <a:lnTo>
                    <a:pt x="59442" y="295012"/>
                  </a:lnTo>
                  <a:lnTo>
                    <a:pt x="63548" y="298361"/>
                  </a:lnTo>
                  <a:lnTo>
                    <a:pt x="67758" y="301579"/>
                  </a:lnTo>
                  <a:lnTo>
                    <a:pt x="72068" y="304661"/>
                  </a:lnTo>
                  <a:lnTo>
                    <a:pt x="76473" y="307605"/>
                  </a:lnTo>
                  <a:lnTo>
                    <a:pt x="80970" y="310409"/>
                  </a:lnTo>
                  <a:lnTo>
                    <a:pt x="85553" y="313068"/>
                  </a:lnTo>
                  <a:lnTo>
                    <a:pt x="90218" y="315581"/>
                  </a:lnTo>
                  <a:lnTo>
                    <a:pt x="94960" y="317944"/>
                  </a:lnTo>
                  <a:lnTo>
                    <a:pt x="99775" y="320156"/>
                  </a:lnTo>
                  <a:lnTo>
                    <a:pt x="104658" y="322215"/>
                  </a:lnTo>
                  <a:lnTo>
                    <a:pt x="109603" y="324117"/>
                  </a:lnTo>
                  <a:lnTo>
                    <a:pt x="114606" y="325862"/>
                  </a:lnTo>
                  <a:lnTo>
                    <a:pt x="119662" y="327448"/>
                  </a:lnTo>
                  <a:lnTo>
                    <a:pt x="124765" y="328872"/>
                  </a:lnTo>
                  <a:lnTo>
                    <a:pt x="129912" y="330134"/>
                  </a:lnTo>
                  <a:lnTo>
                    <a:pt x="135095" y="331233"/>
                  </a:lnTo>
                  <a:lnTo>
                    <a:pt x="140311" y="332166"/>
                  </a:lnTo>
                  <a:lnTo>
                    <a:pt x="145554" y="332934"/>
                  </a:lnTo>
                  <a:lnTo>
                    <a:pt x="150818" y="333535"/>
                  </a:lnTo>
                  <a:lnTo>
                    <a:pt x="156099" y="333969"/>
                  </a:lnTo>
                  <a:lnTo>
                    <a:pt x="161391" y="334235"/>
                  </a:lnTo>
                  <a:lnTo>
                    <a:pt x="166689" y="334334"/>
                  </a:lnTo>
                  <a:lnTo>
                    <a:pt x="171987" y="334264"/>
                  </a:lnTo>
                  <a:lnTo>
                    <a:pt x="177281" y="334027"/>
                  </a:lnTo>
                  <a:lnTo>
                    <a:pt x="182564" y="333622"/>
                  </a:lnTo>
                  <a:lnTo>
                    <a:pt x="187831" y="333050"/>
                  </a:lnTo>
                  <a:lnTo>
                    <a:pt x="193078" y="332311"/>
                  </a:lnTo>
                  <a:lnTo>
                    <a:pt x="198299" y="331406"/>
                  </a:lnTo>
                  <a:lnTo>
                    <a:pt x="203489" y="330337"/>
                  </a:lnTo>
                  <a:lnTo>
                    <a:pt x="208642" y="329103"/>
                  </a:lnTo>
                  <a:lnTo>
                    <a:pt x="213753" y="327706"/>
                  </a:lnTo>
                  <a:lnTo>
                    <a:pt x="218818" y="326149"/>
                  </a:lnTo>
                  <a:lnTo>
                    <a:pt x="223830" y="324431"/>
                  </a:lnTo>
                  <a:lnTo>
                    <a:pt x="228786" y="322556"/>
                  </a:lnTo>
                  <a:lnTo>
                    <a:pt x="233680" y="320524"/>
                  </a:lnTo>
                  <a:lnTo>
                    <a:pt x="238507" y="318339"/>
                  </a:lnTo>
                  <a:lnTo>
                    <a:pt x="243262" y="316001"/>
                  </a:lnTo>
                  <a:lnTo>
                    <a:pt x="247941" y="313514"/>
                  </a:lnTo>
                  <a:lnTo>
                    <a:pt x="252538" y="310880"/>
                  </a:lnTo>
                  <a:lnTo>
                    <a:pt x="257050" y="308102"/>
                  </a:lnTo>
                  <a:lnTo>
                    <a:pt x="261472" y="305182"/>
                  </a:lnTo>
                  <a:lnTo>
                    <a:pt x="265798" y="302123"/>
                  </a:lnTo>
                  <a:lnTo>
                    <a:pt x="270026" y="298929"/>
                  </a:lnTo>
                  <a:lnTo>
                    <a:pt x="274150" y="295602"/>
                  </a:lnTo>
                  <a:lnTo>
                    <a:pt x="278167" y="292146"/>
                  </a:lnTo>
                  <a:lnTo>
                    <a:pt x="282072" y="288565"/>
                  </a:lnTo>
                  <a:lnTo>
                    <a:pt x="285862" y="284862"/>
                  </a:lnTo>
                  <a:lnTo>
                    <a:pt x="289532" y="281040"/>
                  </a:lnTo>
                  <a:lnTo>
                    <a:pt x="293080" y="277105"/>
                  </a:lnTo>
                  <a:lnTo>
                    <a:pt x="296501" y="273058"/>
                  </a:lnTo>
                  <a:lnTo>
                    <a:pt x="299792" y="268905"/>
                  </a:lnTo>
                  <a:lnTo>
                    <a:pt x="302949" y="264651"/>
                  </a:lnTo>
                  <a:lnTo>
                    <a:pt x="305971" y="260298"/>
                  </a:lnTo>
                  <a:lnTo>
                    <a:pt x="308853" y="255851"/>
                  </a:lnTo>
                  <a:lnTo>
                    <a:pt x="311592" y="251316"/>
                  </a:lnTo>
                  <a:lnTo>
                    <a:pt x="314186" y="246696"/>
                  </a:lnTo>
                  <a:lnTo>
                    <a:pt x="316633" y="241996"/>
                  </a:lnTo>
                  <a:lnTo>
                    <a:pt x="318930" y="237220"/>
                  </a:lnTo>
                  <a:lnTo>
                    <a:pt x="321073" y="232375"/>
                  </a:lnTo>
                  <a:lnTo>
                    <a:pt x="323063" y="227464"/>
                  </a:lnTo>
                  <a:lnTo>
                    <a:pt x="324895" y="222492"/>
                  </a:lnTo>
                  <a:lnTo>
                    <a:pt x="326570" y="217465"/>
                  </a:lnTo>
                  <a:lnTo>
                    <a:pt x="328084" y="212387"/>
                  </a:lnTo>
                  <a:lnTo>
                    <a:pt x="329436" y="207264"/>
                  </a:lnTo>
                  <a:lnTo>
                    <a:pt x="330625" y="202100"/>
                  </a:lnTo>
                  <a:lnTo>
                    <a:pt x="331650" y="196902"/>
                  </a:lnTo>
                  <a:lnTo>
                    <a:pt x="332510" y="191673"/>
                  </a:lnTo>
                  <a:lnTo>
                    <a:pt x="333204" y="186420"/>
                  </a:lnTo>
                  <a:lnTo>
                    <a:pt x="333730" y="181148"/>
                  </a:lnTo>
                  <a:lnTo>
                    <a:pt x="334090" y="175861"/>
                  </a:lnTo>
                  <a:lnTo>
                    <a:pt x="334281" y="170566"/>
                  </a:lnTo>
                  <a:lnTo>
                    <a:pt x="334305" y="165267"/>
                  </a:lnTo>
                  <a:lnTo>
                    <a:pt x="334161" y="159971"/>
                  </a:lnTo>
                  <a:lnTo>
                    <a:pt x="333849" y="154681"/>
                  </a:lnTo>
                  <a:lnTo>
                    <a:pt x="333370" y="149404"/>
                  </a:lnTo>
                  <a:lnTo>
                    <a:pt x="332723" y="144145"/>
                  </a:lnTo>
                  <a:lnTo>
                    <a:pt x="331910" y="138909"/>
                  </a:lnTo>
                  <a:lnTo>
                    <a:pt x="330932" y="133702"/>
                  </a:lnTo>
                  <a:lnTo>
                    <a:pt x="329789" y="128528"/>
                  </a:lnTo>
                  <a:lnTo>
                    <a:pt x="328483" y="123393"/>
                  </a:lnTo>
                  <a:lnTo>
                    <a:pt x="327014" y="118301"/>
                  </a:lnTo>
                  <a:lnTo>
                    <a:pt x="325385" y="113259"/>
                  </a:lnTo>
                  <a:lnTo>
                    <a:pt x="323598" y="108271"/>
                  </a:lnTo>
                  <a:lnTo>
                    <a:pt x="321652" y="103343"/>
                  </a:lnTo>
                  <a:lnTo>
                    <a:pt x="319552" y="98478"/>
                  </a:lnTo>
                  <a:lnTo>
                    <a:pt x="317298" y="93683"/>
                  </a:lnTo>
                  <a:lnTo>
                    <a:pt x="314894" y="88961"/>
                  </a:lnTo>
                  <a:lnTo>
                    <a:pt x="312341" y="84318"/>
                  </a:lnTo>
                  <a:lnTo>
                    <a:pt x="309643" y="79758"/>
                  </a:lnTo>
                  <a:lnTo>
                    <a:pt x="306801" y="75285"/>
                  </a:lnTo>
                  <a:lnTo>
                    <a:pt x="303819" y="70906"/>
                  </a:lnTo>
                  <a:lnTo>
                    <a:pt x="300699" y="66623"/>
                  </a:lnTo>
                  <a:lnTo>
                    <a:pt x="297446" y="62440"/>
                  </a:lnTo>
                  <a:lnTo>
                    <a:pt x="294061" y="58364"/>
                  </a:lnTo>
                  <a:lnTo>
                    <a:pt x="290549" y="54396"/>
                  </a:lnTo>
                  <a:lnTo>
                    <a:pt x="286913" y="50542"/>
                  </a:lnTo>
                  <a:lnTo>
                    <a:pt x="283157" y="46805"/>
                  </a:lnTo>
                  <a:lnTo>
                    <a:pt x="279284" y="43188"/>
                  </a:lnTo>
                  <a:lnTo>
                    <a:pt x="275298" y="39697"/>
                  </a:lnTo>
                  <a:lnTo>
                    <a:pt x="271204" y="36333"/>
                  </a:lnTo>
                  <a:lnTo>
                    <a:pt x="267005" y="33101"/>
                  </a:lnTo>
                  <a:lnTo>
                    <a:pt x="262706" y="30004"/>
                  </a:lnTo>
                  <a:lnTo>
                    <a:pt x="258311" y="27044"/>
                  </a:lnTo>
                  <a:lnTo>
                    <a:pt x="253824" y="24225"/>
                  </a:lnTo>
                  <a:lnTo>
                    <a:pt x="249251" y="21550"/>
                  </a:lnTo>
                  <a:lnTo>
                    <a:pt x="244594" y="19021"/>
                  </a:lnTo>
                  <a:lnTo>
                    <a:pt x="239860" y="16641"/>
                  </a:lnTo>
                  <a:lnTo>
                    <a:pt x="235053" y="1441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720" y="5018213"/>
              <a:ext cx="67904" cy="167167"/>
            </a:xfrm>
            <a:custGeom>
              <a:avLst/>
              <a:pathLst>
                <a:path w="67904" h="167167">
                  <a:moveTo>
                    <a:pt x="67904" y="14412"/>
                  </a:moveTo>
                  <a:lnTo>
                    <a:pt x="62539" y="12139"/>
                  </a:lnTo>
                  <a:lnTo>
                    <a:pt x="57098" y="10053"/>
                  </a:lnTo>
                  <a:lnTo>
                    <a:pt x="51588" y="8159"/>
                  </a:lnTo>
                  <a:lnTo>
                    <a:pt x="46015" y="6457"/>
                  </a:lnTo>
                  <a:lnTo>
                    <a:pt x="40386" y="4951"/>
                  </a:lnTo>
                  <a:lnTo>
                    <a:pt x="34708" y="3642"/>
                  </a:lnTo>
                  <a:lnTo>
                    <a:pt x="28988" y="2532"/>
                  </a:lnTo>
                  <a:lnTo>
                    <a:pt x="23233" y="1622"/>
                  </a:lnTo>
                  <a:lnTo>
                    <a:pt x="17449" y="913"/>
                  </a:lnTo>
                  <a:lnTo>
                    <a:pt x="11644" y="406"/>
                  </a:lnTo>
                  <a:lnTo>
                    <a:pt x="5825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798059" y="5269756"/>
              <a:ext cx="166441" cy="167167"/>
            </a:xfrm>
            <a:custGeom>
              <a:avLst/>
              <a:pathLst>
                <a:path w="166441" h="167167">
                  <a:moveTo>
                    <a:pt x="166441" y="0"/>
                  </a:moveTo>
                  <a:lnTo>
                    <a:pt x="161072" y="86"/>
                  </a:lnTo>
                  <a:lnTo>
                    <a:pt x="155709" y="344"/>
                  </a:lnTo>
                  <a:lnTo>
                    <a:pt x="150357" y="775"/>
                  </a:lnTo>
                  <a:lnTo>
                    <a:pt x="145022" y="1377"/>
                  </a:lnTo>
                  <a:lnTo>
                    <a:pt x="139708" y="2151"/>
                  </a:lnTo>
                  <a:lnTo>
                    <a:pt x="134422" y="3095"/>
                  </a:lnTo>
                  <a:lnTo>
                    <a:pt x="129170" y="4207"/>
                  </a:lnTo>
                  <a:lnTo>
                    <a:pt x="123955" y="5488"/>
                  </a:lnTo>
                  <a:lnTo>
                    <a:pt x="118785" y="6936"/>
                  </a:lnTo>
                  <a:lnTo>
                    <a:pt x="113664" y="8550"/>
                  </a:lnTo>
                  <a:lnTo>
                    <a:pt x="108597" y="10326"/>
                  </a:lnTo>
                  <a:lnTo>
                    <a:pt x="103590" y="12265"/>
                  </a:lnTo>
                  <a:lnTo>
                    <a:pt x="98647" y="14363"/>
                  </a:lnTo>
                  <a:lnTo>
                    <a:pt x="93775" y="16619"/>
                  </a:lnTo>
                  <a:lnTo>
                    <a:pt x="88977" y="19031"/>
                  </a:lnTo>
                  <a:lnTo>
                    <a:pt x="84260" y="21595"/>
                  </a:lnTo>
                  <a:lnTo>
                    <a:pt x="79627" y="24309"/>
                  </a:lnTo>
                  <a:lnTo>
                    <a:pt x="75084" y="27171"/>
                  </a:lnTo>
                  <a:lnTo>
                    <a:pt x="70635" y="30177"/>
                  </a:lnTo>
                  <a:lnTo>
                    <a:pt x="66285" y="33325"/>
                  </a:lnTo>
                  <a:lnTo>
                    <a:pt x="62038" y="36611"/>
                  </a:lnTo>
                  <a:lnTo>
                    <a:pt x="57899" y="40031"/>
                  </a:lnTo>
                  <a:lnTo>
                    <a:pt x="53872" y="43582"/>
                  </a:lnTo>
                  <a:lnTo>
                    <a:pt x="49961" y="47261"/>
                  </a:lnTo>
                  <a:lnTo>
                    <a:pt x="46170" y="51064"/>
                  </a:lnTo>
                  <a:lnTo>
                    <a:pt x="42504" y="54986"/>
                  </a:lnTo>
                  <a:lnTo>
                    <a:pt x="38965" y="59025"/>
                  </a:lnTo>
                  <a:lnTo>
                    <a:pt x="35558" y="63174"/>
                  </a:lnTo>
                  <a:lnTo>
                    <a:pt x="32285" y="67431"/>
                  </a:lnTo>
                  <a:lnTo>
                    <a:pt x="29151" y="71791"/>
                  </a:lnTo>
                  <a:lnTo>
                    <a:pt x="26159" y="76250"/>
                  </a:lnTo>
                  <a:lnTo>
                    <a:pt x="23312" y="80802"/>
                  </a:lnTo>
                  <a:lnTo>
                    <a:pt x="20612" y="85443"/>
                  </a:lnTo>
                  <a:lnTo>
                    <a:pt x="18062" y="90169"/>
                  </a:lnTo>
                  <a:lnTo>
                    <a:pt x="15666" y="94974"/>
                  </a:lnTo>
                  <a:lnTo>
                    <a:pt x="13425" y="99853"/>
                  </a:lnTo>
                  <a:lnTo>
                    <a:pt x="11342" y="104802"/>
                  </a:lnTo>
                  <a:lnTo>
                    <a:pt x="9420" y="109815"/>
                  </a:lnTo>
                  <a:lnTo>
                    <a:pt x="7659" y="114888"/>
                  </a:lnTo>
                  <a:lnTo>
                    <a:pt x="6062" y="120014"/>
                  </a:lnTo>
                  <a:lnTo>
                    <a:pt x="4630" y="125189"/>
                  </a:lnTo>
                  <a:lnTo>
                    <a:pt x="3365" y="130407"/>
                  </a:lnTo>
                  <a:lnTo>
                    <a:pt x="2269" y="135664"/>
                  </a:lnTo>
                  <a:lnTo>
                    <a:pt x="1342" y="140952"/>
                  </a:lnTo>
                  <a:lnTo>
                    <a:pt x="585" y="146268"/>
                  </a:lnTo>
                  <a:lnTo>
                    <a:pt x="0" y="151606"/>
                  </a:lnTo>
                  <a:lnTo>
                    <a:pt x="16644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7334" y="5269756"/>
              <a:ext cx="334323" cy="334327"/>
            </a:xfrm>
            <a:custGeom>
              <a:avLst/>
              <a:pathLst>
                <a:path w="334323" h="334327">
                  <a:moveTo>
                    <a:pt x="725" y="151606"/>
                  </a:moveTo>
                  <a:lnTo>
                    <a:pt x="314" y="156910"/>
                  </a:lnTo>
                  <a:lnTo>
                    <a:pt x="72" y="162224"/>
                  </a:lnTo>
                  <a:lnTo>
                    <a:pt x="0" y="167543"/>
                  </a:lnTo>
                  <a:lnTo>
                    <a:pt x="96" y="172862"/>
                  </a:lnTo>
                  <a:lnTo>
                    <a:pt x="362" y="178176"/>
                  </a:lnTo>
                  <a:lnTo>
                    <a:pt x="797" y="183478"/>
                  </a:lnTo>
                  <a:lnTo>
                    <a:pt x="1400" y="188763"/>
                  </a:lnTo>
                  <a:lnTo>
                    <a:pt x="2171" y="194027"/>
                  </a:lnTo>
                  <a:lnTo>
                    <a:pt x="3109" y="199264"/>
                  </a:lnTo>
                  <a:lnTo>
                    <a:pt x="4214" y="204468"/>
                  </a:lnTo>
                  <a:lnTo>
                    <a:pt x="5483" y="209634"/>
                  </a:lnTo>
                  <a:lnTo>
                    <a:pt x="6916" y="214757"/>
                  </a:lnTo>
                  <a:lnTo>
                    <a:pt x="8512" y="219832"/>
                  </a:lnTo>
                  <a:lnTo>
                    <a:pt x="10268" y="224854"/>
                  </a:lnTo>
                  <a:lnTo>
                    <a:pt x="12183" y="229817"/>
                  </a:lnTo>
                  <a:lnTo>
                    <a:pt x="14255" y="234717"/>
                  </a:lnTo>
                  <a:lnTo>
                    <a:pt x="16482" y="239549"/>
                  </a:lnTo>
                  <a:lnTo>
                    <a:pt x="18861" y="244307"/>
                  </a:lnTo>
                  <a:lnTo>
                    <a:pt x="21391" y="248987"/>
                  </a:lnTo>
                  <a:lnTo>
                    <a:pt x="24068" y="253584"/>
                  </a:lnTo>
                  <a:lnTo>
                    <a:pt x="26891" y="258093"/>
                  </a:lnTo>
                  <a:lnTo>
                    <a:pt x="29855" y="262511"/>
                  </a:lnTo>
                  <a:lnTo>
                    <a:pt x="32958" y="266832"/>
                  </a:lnTo>
                  <a:lnTo>
                    <a:pt x="36198" y="271052"/>
                  </a:lnTo>
                  <a:lnTo>
                    <a:pt x="39569" y="275167"/>
                  </a:lnTo>
                  <a:lnTo>
                    <a:pt x="43071" y="279172"/>
                  </a:lnTo>
                  <a:lnTo>
                    <a:pt x="46697" y="283064"/>
                  </a:lnTo>
                  <a:lnTo>
                    <a:pt x="50446" y="286839"/>
                  </a:lnTo>
                  <a:lnTo>
                    <a:pt x="54313" y="290492"/>
                  </a:lnTo>
                  <a:lnTo>
                    <a:pt x="58295" y="294021"/>
                  </a:lnTo>
                  <a:lnTo>
                    <a:pt x="62386" y="297421"/>
                  </a:lnTo>
                  <a:lnTo>
                    <a:pt x="66584" y="300689"/>
                  </a:lnTo>
                  <a:lnTo>
                    <a:pt x="70884" y="303822"/>
                  </a:lnTo>
                  <a:lnTo>
                    <a:pt x="75281" y="306816"/>
                  </a:lnTo>
                  <a:lnTo>
                    <a:pt x="79771" y="309669"/>
                  </a:lnTo>
                  <a:lnTo>
                    <a:pt x="84349" y="312378"/>
                  </a:lnTo>
                  <a:lnTo>
                    <a:pt x="89012" y="314940"/>
                  </a:lnTo>
                  <a:lnTo>
                    <a:pt x="93754" y="317352"/>
                  </a:lnTo>
                  <a:lnTo>
                    <a:pt x="98570" y="319612"/>
                  </a:lnTo>
                  <a:lnTo>
                    <a:pt x="103455" y="321717"/>
                  </a:lnTo>
                  <a:lnTo>
                    <a:pt x="108405" y="323666"/>
                  </a:lnTo>
                  <a:lnTo>
                    <a:pt x="113415" y="325457"/>
                  </a:lnTo>
                  <a:lnTo>
                    <a:pt x="118479" y="327087"/>
                  </a:lnTo>
                  <a:lnTo>
                    <a:pt x="123592" y="328555"/>
                  </a:lnTo>
                  <a:lnTo>
                    <a:pt x="128750" y="329860"/>
                  </a:lnTo>
                  <a:lnTo>
                    <a:pt x="133946" y="331000"/>
                  </a:lnTo>
                  <a:lnTo>
                    <a:pt x="139176" y="331974"/>
                  </a:lnTo>
                  <a:lnTo>
                    <a:pt x="144434" y="332782"/>
                  </a:lnTo>
                  <a:lnTo>
                    <a:pt x="149716" y="333421"/>
                  </a:lnTo>
                  <a:lnTo>
                    <a:pt x="155015" y="333892"/>
                  </a:lnTo>
                  <a:lnTo>
                    <a:pt x="160326" y="334194"/>
                  </a:lnTo>
                  <a:lnTo>
                    <a:pt x="165644" y="334327"/>
                  </a:lnTo>
                  <a:lnTo>
                    <a:pt x="170964" y="334291"/>
                  </a:lnTo>
                  <a:lnTo>
                    <a:pt x="176280" y="334086"/>
                  </a:lnTo>
                  <a:lnTo>
                    <a:pt x="181587" y="333711"/>
                  </a:lnTo>
                  <a:lnTo>
                    <a:pt x="186879" y="333168"/>
                  </a:lnTo>
                  <a:lnTo>
                    <a:pt x="192151" y="332457"/>
                  </a:lnTo>
                  <a:lnTo>
                    <a:pt x="197398" y="331578"/>
                  </a:lnTo>
                  <a:lnTo>
                    <a:pt x="202614" y="330533"/>
                  </a:lnTo>
                  <a:lnTo>
                    <a:pt x="207794" y="329322"/>
                  </a:lnTo>
                  <a:lnTo>
                    <a:pt x="212933" y="327947"/>
                  </a:lnTo>
                  <a:lnTo>
                    <a:pt x="218026" y="326410"/>
                  </a:lnTo>
                  <a:lnTo>
                    <a:pt x="223068" y="324711"/>
                  </a:lnTo>
                  <a:lnTo>
                    <a:pt x="228052" y="322852"/>
                  </a:lnTo>
                  <a:lnTo>
                    <a:pt x="232975" y="320836"/>
                  </a:lnTo>
                  <a:lnTo>
                    <a:pt x="237832" y="318664"/>
                  </a:lnTo>
                  <a:lnTo>
                    <a:pt x="242617" y="316339"/>
                  </a:lnTo>
                  <a:lnTo>
                    <a:pt x="247325" y="313862"/>
                  </a:lnTo>
                  <a:lnTo>
                    <a:pt x="251952" y="311237"/>
                  </a:lnTo>
                  <a:lnTo>
                    <a:pt x="256494" y="308467"/>
                  </a:lnTo>
                  <a:lnTo>
                    <a:pt x="260945" y="305553"/>
                  </a:lnTo>
                  <a:lnTo>
                    <a:pt x="265301" y="302499"/>
                  </a:lnTo>
                  <a:lnTo>
                    <a:pt x="269557" y="299308"/>
                  </a:lnTo>
                  <a:lnTo>
                    <a:pt x="273710" y="295983"/>
                  </a:lnTo>
                  <a:lnTo>
                    <a:pt x="277755" y="292527"/>
                  </a:lnTo>
                  <a:lnTo>
                    <a:pt x="281688" y="288945"/>
                  </a:lnTo>
                  <a:lnTo>
                    <a:pt x="285505" y="285239"/>
                  </a:lnTo>
                  <a:lnTo>
                    <a:pt x="289202" y="281414"/>
                  </a:lnTo>
                  <a:lnTo>
                    <a:pt x="292775" y="277473"/>
                  </a:lnTo>
                  <a:lnTo>
                    <a:pt x="296222" y="273420"/>
                  </a:lnTo>
                  <a:lnTo>
                    <a:pt x="299537" y="269260"/>
                  </a:lnTo>
                  <a:lnTo>
                    <a:pt x="302719" y="264996"/>
                  </a:lnTo>
                  <a:lnTo>
                    <a:pt x="305763" y="260633"/>
                  </a:lnTo>
                  <a:lnTo>
                    <a:pt x="308667" y="256176"/>
                  </a:lnTo>
                  <a:lnTo>
                    <a:pt x="311428" y="251628"/>
                  </a:lnTo>
                  <a:lnTo>
                    <a:pt x="314042" y="246995"/>
                  </a:lnTo>
                  <a:lnTo>
                    <a:pt x="316508" y="242281"/>
                  </a:lnTo>
                  <a:lnTo>
                    <a:pt x="318822" y="237491"/>
                  </a:lnTo>
                  <a:lnTo>
                    <a:pt x="320983" y="232630"/>
                  </a:lnTo>
                  <a:lnTo>
                    <a:pt x="322988" y="227702"/>
                  </a:lnTo>
                  <a:lnTo>
                    <a:pt x="324836" y="222713"/>
                  </a:lnTo>
                  <a:lnTo>
                    <a:pt x="326523" y="217668"/>
                  </a:lnTo>
                  <a:lnTo>
                    <a:pt x="328050" y="212572"/>
                  </a:lnTo>
                  <a:lnTo>
                    <a:pt x="329413" y="207429"/>
                  </a:lnTo>
                  <a:lnTo>
                    <a:pt x="330612" y="202246"/>
                  </a:lnTo>
                  <a:lnTo>
                    <a:pt x="331645" y="197028"/>
                  </a:lnTo>
                  <a:lnTo>
                    <a:pt x="332512" y="191779"/>
                  </a:lnTo>
                  <a:lnTo>
                    <a:pt x="333212" y="186505"/>
                  </a:lnTo>
                  <a:lnTo>
                    <a:pt x="333743" y="181212"/>
                  </a:lnTo>
                  <a:lnTo>
                    <a:pt x="334105" y="175904"/>
                  </a:lnTo>
                  <a:lnTo>
                    <a:pt x="334299" y="170588"/>
                  </a:lnTo>
                  <a:lnTo>
                    <a:pt x="334323" y="165268"/>
                  </a:lnTo>
                  <a:lnTo>
                    <a:pt x="334178" y="159950"/>
                  </a:lnTo>
                  <a:lnTo>
                    <a:pt x="333864" y="154640"/>
                  </a:lnTo>
                  <a:lnTo>
                    <a:pt x="333381" y="149342"/>
                  </a:lnTo>
                  <a:lnTo>
                    <a:pt x="332730" y="144062"/>
                  </a:lnTo>
                  <a:lnTo>
                    <a:pt x="331910" y="138805"/>
                  </a:lnTo>
                  <a:lnTo>
                    <a:pt x="330925" y="133577"/>
                  </a:lnTo>
                  <a:lnTo>
                    <a:pt x="329773" y="128384"/>
                  </a:lnTo>
                  <a:lnTo>
                    <a:pt x="328456" y="123229"/>
                  </a:lnTo>
                  <a:lnTo>
                    <a:pt x="326977" y="118119"/>
                  </a:lnTo>
                  <a:lnTo>
                    <a:pt x="325335" y="113059"/>
                  </a:lnTo>
                  <a:lnTo>
                    <a:pt x="323533" y="108053"/>
                  </a:lnTo>
                  <a:lnTo>
                    <a:pt x="321573" y="103108"/>
                  </a:lnTo>
                  <a:lnTo>
                    <a:pt x="319457" y="98227"/>
                  </a:lnTo>
                  <a:lnTo>
                    <a:pt x="317186" y="93416"/>
                  </a:lnTo>
                  <a:lnTo>
                    <a:pt x="314763" y="88680"/>
                  </a:lnTo>
                  <a:lnTo>
                    <a:pt x="312191" y="84023"/>
                  </a:lnTo>
                  <a:lnTo>
                    <a:pt x="309472" y="79451"/>
                  </a:lnTo>
                  <a:lnTo>
                    <a:pt x="306609" y="74967"/>
                  </a:lnTo>
                  <a:lnTo>
                    <a:pt x="303604" y="70576"/>
                  </a:lnTo>
                  <a:lnTo>
                    <a:pt x="300462" y="66284"/>
                  </a:lnTo>
                  <a:lnTo>
                    <a:pt x="297184" y="62094"/>
                  </a:lnTo>
                  <a:lnTo>
                    <a:pt x="293775" y="58010"/>
                  </a:lnTo>
                  <a:lnTo>
                    <a:pt x="290237" y="54036"/>
                  </a:lnTo>
                  <a:lnTo>
                    <a:pt x="286575" y="50177"/>
                  </a:lnTo>
                  <a:lnTo>
                    <a:pt x="282792" y="46437"/>
                  </a:lnTo>
                  <a:lnTo>
                    <a:pt x="278892" y="42819"/>
                  </a:lnTo>
                  <a:lnTo>
                    <a:pt x="274879" y="39327"/>
                  </a:lnTo>
                  <a:lnTo>
                    <a:pt x="270756" y="35964"/>
                  </a:lnTo>
                  <a:lnTo>
                    <a:pt x="266529" y="32735"/>
                  </a:lnTo>
                  <a:lnTo>
                    <a:pt x="262201" y="29641"/>
                  </a:lnTo>
                  <a:lnTo>
                    <a:pt x="257777" y="26687"/>
                  </a:lnTo>
                  <a:lnTo>
                    <a:pt x="253261" y="23875"/>
                  </a:lnTo>
                  <a:lnTo>
                    <a:pt x="248658" y="21208"/>
                  </a:lnTo>
                  <a:lnTo>
                    <a:pt x="243972" y="18688"/>
                  </a:lnTo>
                  <a:lnTo>
                    <a:pt x="239209" y="16320"/>
                  </a:lnTo>
                  <a:lnTo>
                    <a:pt x="234372" y="14104"/>
                  </a:lnTo>
                  <a:lnTo>
                    <a:pt x="229468" y="12043"/>
                  </a:lnTo>
                  <a:lnTo>
                    <a:pt x="224500" y="10139"/>
                  </a:lnTo>
                  <a:lnTo>
                    <a:pt x="219474" y="8394"/>
                  </a:lnTo>
                  <a:lnTo>
                    <a:pt x="214396" y="6810"/>
                  </a:lnTo>
                  <a:lnTo>
                    <a:pt x="209269" y="5388"/>
                  </a:lnTo>
                  <a:lnTo>
                    <a:pt x="204100" y="4131"/>
                  </a:lnTo>
                  <a:lnTo>
                    <a:pt x="198894" y="3038"/>
                  </a:lnTo>
                  <a:lnTo>
                    <a:pt x="193655" y="2111"/>
                  </a:lnTo>
                  <a:lnTo>
                    <a:pt x="188390" y="1352"/>
                  </a:lnTo>
                  <a:lnTo>
                    <a:pt x="183103" y="761"/>
                  </a:lnTo>
                  <a:lnTo>
                    <a:pt x="177800" y="338"/>
                  </a:lnTo>
                  <a:lnTo>
                    <a:pt x="172486" y="84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76934" y="5399291"/>
              <a:ext cx="9281" cy="167167"/>
            </a:xfrm>
            <a:custGeom>
              <a:avLst/>
              <a:pathLst>
                <a:path w="9281" h="167167">
                  <a:moveTo>
                    <a:pt x="9281" y="0"/>
                  </a:moveTo>
                  <a:lnTo>
                    <a:pt x="0" y="257"/>
                  </a:lnTo>
                  <a:lnTo>
                    <a:pt x="928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6934" y="5399549"/>
              <a:ext cx="9281" cy="166909"/>
            </a:xfrm>
            <a:custGeom>
              <a:avLst/>
              <a:pathLst>
                <a:path w="9281" h="166909">
                  <a:moveTo>
                    <a:pt x="0" y="0"/>
                  </a:moveTo>
                  <a:lnTo>
                    <a:pt x="9281" y="166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6934" y="5399549"/>
              <a:ext cx="9281" cy="166909"/>
            </a:xfrm>
            <a:custGeom>
              <a:avLst/>
              <a:pathLst>
                <a:path w="9281" h="166909">
                  <a:moveTo>
                    <a:pt x="0" y="0"/>
                  </a:moveTo>
                  <a:lnTo>
                    <a:pt x="9281" y="166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6934" y="5399549"/>
              <a:ext cx="9281" cy="166909"/>
            </a:xfrm>
            <a:custGeom>
              <a:avLst/>
              <a:pathLst>
                <a:path w="9281" h="166909">
                  <a:moveTo>
                    <a:pt x="0" y="0"/>
                  </a:moveTo>
                  <a:lnTo>
                    <a:pt x="9281" y="166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6934" y="5399549"/>
              <a:ext cx="9281" cy="166909"/>
            </a:xfrm>
            <a:custGeom>
              <a:avLst/>
              <a:pathLst>
                <a:path w="9281" h="166909">
                  <a:moveTo>
                    <a:pt x="0" y="0"/>
                  </a:moveTo>
                  <a:lnTo>
                    <a:pt x="9281" y="166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6934" y="5399549"/>
              <a:ext cx="9281" cy="166909"/>
            </a:xfrm>
            <a:custGeom>
              <a:avLst/>
              <a:pathLst>
                <a:path w="9281" h="166909">
                  <a:moveTo>
                    <a:pt x="0" y="0"/>
                  </a:moveTo>
                  <a:lnTo>
                    <a:pt x="9281" y="1669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6934" y="5399549"/>
              <a:ext cx="9281" cy="166909"/>
            </a:xfrm>
            <a:custGeom>
              <a:avLst/>
              <a:pathLst>
                <a:path w="9281" h="166909">
                  <a:moveTo>
                    <a:pt x="0" y="0"/>
                  </a:moveTo>
                  <a:lnTo>
                    <a:pt x="9281" y="1669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319053" y="5399549"/>
              <a:ext cx="334326" cy="334070"/>
            </a:xfrm>
            <a:custGeom>
              <a:avLst/>
              <a:pathLst>
                <a:path w="334326" h="334070">
                  <a:moveTo>
                    <a:pt x="157881" y="0"/>
                  </a:moveTo>
                  <a:lnTo>
                    <a:pt x="152592" y="378"/>
                  </a:lnTo>
                  <a:lnTo>
                    <a:pt x="147317" y="924"/>
                  </a:lnTo>
                  <a:lnTo>
                    <a:pt x="142062" y="1637"/>
                  </a:lnTo>
                  <a:lnTo>
                    <a:pt x="136833" y="2516"/>
                  </a:lnTo>
                  <a:lnTo>
                    <a:pt x="131634" y="3561"/>
                  </a:lnTo>
                  <a:lnTo>
                    <a:pt x="126471" y="4770"/>
                  </a:lnTo>
                  <a:lnTo>
                    <a:pt x="121348" y="6142"/>
                  </a:lnTo>
                  <a:lnTo>
                    <a:pt x="116272" y="7676"/>
                  </a:lnTo>
                  <a:lnTo>
                    <a:pt x="111247" y="9370"/>
                  </a:lnTo>
                  <a:lnTo>
                    <a:pt x="106279" y="11223"/>
                  </a:lnTo>
                  <a:lnTo>
                    <a:pt x="101371" y="13233"/>
                  </a:lnTo>
                  <a:lnTo>
                    <a:pt x="96530" y="15397"/>
                  </a:lnTo>
                  <a:lnTo>
                    <a:pt x="91760" y="17713"/>
                  </a:lnTo>
                  <a:lnTo>
                    <a:pt x="87066" y="20180"/>
                  </a:lnTo>
                  <a:lnTo>
                    <a:pt x="82452" y="22794"/>
                  </a:lnTo>
                  <a:lnTo>
                    <a:pt x="77924" y="25554"/>
                  </a:lnTo>
                  <a:lnTo>
                    <a:pt x="73485" y="28455"/>
                  </a:lnTo>
                  <a:lnTo>
                    <a:pt x="69141" y="31496"/>
                  </a:lnTo>
                  <a:lnTo>
                    <a:pt x="64895" y="34673"/>
                  </a:lnTo>
                  <a:lnTo>
                    <a:pt x="60752" y="37983"/>
                  </a:lnTo>
                  <a:lnTo>
                    <a:pt x="56716" y="41423"/>
                  </a:lnTo>
                  <a:lnTo>
                    <a:pt x="52792" y="44990"/>
                  </a:lnTo>
                  <a:lnTo>
                    <a:pt x="48982" y="48679"/>
                  </a:lnTo>
                  <a:lnTo>
                    <a:pt x="45292" y="52487"/>
                  </a:lnTo>
                  <a:lnTo>
                    <a:pt x="41724" y="56410"/>
                  </a:lnTo>
                  <a:lnTo>
                    <a:pt x="38282" y="60444"/>
                  </a:lnTo>
                  <a:lnTo>
                    <a:pt x="34970" y="64585"/>
                  </a:lnTo>
                  <a:lnTo>
                    <a:pt x="31791" y="68830"/>
                  </a:lnTo>
                  <a:lnTo>
                    <a:pt x="28748" y="73173"/>
                  </a:lnTo>
                  <a:lnTo>
                    <a:pt x="25845" y="77610"/>
                  </a:lnTo>
                  <a:lnTo>
                    <a:pt x="23083" y="82137"/>
                  </a:lnTo>
                  <a:lnTo>
                    <a:pt x="20467" y="86750"/>
                  </a:lnTo>
                  <a:lnTo>
                    <a:pt x="17998" y="91443"/>
                  </a:lnTo>
                  <a:lnTo>
                    <a:pt x="15680" y="96212"/>
                  </a:lnTo>
                  <a:lnTo>
                    <a:pt x="13514" y="101053"/>
                  </a:lnTo>
                  <a:lnTo>
                    <a:pt x="11502" y="105959"/>
                  </a:lnTo>
                  <a:lnTo>
                    <a:pt x="9647" y="110927"/>
                  </a:lnTo>
                  <a:lnTo>
                    <a:pt x="7951" y="115951"/>
                  </a:lnTo>
                  <a:lnTo>
                    <a:pt x="6415" y="121027"/>
                  </a:lnTo>
                  <a:lnTo>
                    <a:pt x="5040" y="126148"/>
                  </a:lnTo>
                  <a:lnTo>
                    <a:pt x="3829" y="131311"/>
                  </a:lnTo>
                  <a:lnTo>
                    <a:pt x="2782" y="136510"/>
                  </a:lnTo>
                  <a:lnTo>
                    <a:pt x="1901" y="141739"/>
                  </a:lnTo>
                  <a:lnTo>
                    <a:pt x="1185" y="146993"/>
                  </a:lnTo>
                  <a:lnTo>
                    <a:pt x="637" y="152268"/>
                  </a:lnTo>
                  <a:lnTo>
                    <a:pt x="257" y="157557"/>
                  </a:lnTo>
                  <a:lnTo>
                    <a:pt x="44" y="162856"/>
                  </a:lnTo>
                  <a:lnTo>
                    <a:pt x="0" y="168158"/>
                  </a:lnTo>
                  <a:lnTo>
                    <a:pt x="123" y="173460"/>
                  </a:lnTo>
                  <a:lnTo>
                    <a:pt x="415" y="178755"/>
                  </a:lnTo>
                  <a:lnTo>
                    <a:pt x="875" y="184038"/>
                  </a:lnTo>
                  <a:lnTo>
                    <a:pt x="1502" y="189303"/>
                  </a:lnTo>
                  <a:lnTo>
                    <a:pt x="2295" y="194546"/>
                  </a:lnTo>
                  <a:lnTo>
                    <a:pt x="3255" y="199762"/>
                  </a:lnTo>
                  <a:lnTo>
                    <a:pt x="4379" y="204944"/>
                  </a:lnTo>
                  <a:lnTo>
                    <a:pt x="5668" y="210088"/>
                  </a:lnTo>
                  <a:lnTo>
                    <a:pt x="7118" y="215189"/>
                  </a:lnTo>
                  <a:lnTo>
                    <a:pt x="8730" y="220241"/>
                  </a:lnTo>
                  <a:lnTo>
                    <a:pt x="10502" y="225239"/>
                  </a:lnTo>
                  <a:lnTo>
                    <a:pt x="12430" y="230179"/>
                  </a:lnTo>
                  <a:lnTo>
                    <a:pt x="14515" y="235054"/>
                  </a:lnTo>
                  <a:lnTo>
                    <a:pt x="16753" y="239862"/>
                  </a:lnTo>
                  <a:lnTo>
                    <a:pt x="19143" y="244596"/>
                  </a:lnTo>
                  <a:lnTo>
                    <a:pt x="21681" y="249252"/>
                  </a:lnTo>
                  <a:lnTo>
                    <a:pt x="24366" y="253825"/>
                  </a:lnTo>
                  <a:lnTo>
                    <a:pt x="27195" y="258310"/>
                  </a:lnTo>
                  <a:lnTo>
                    <a:pt x="30165" y="262704"/>
                  </a:lnTo>
                  <a:lnTo>
                    <a:pt x="33272" y="267001"/>
                  </a:lnTo>
                  <a:lnTo>
                    <a:pt x="36514" y="271197"/>
                  </a:lnTo>
                  <a:lnTo>
                    <a:pt x="39888" y="275288"/>
                  </a:lnTo>
                  <a:lnTo>
                    <a:pt x="43389" y="279271"/>
                  </a:lnTo>
                  <a:lnTo>
                    <a:pt x="47015" y="283140"/>
                  </a:lnTo>
                  <a:lnTo>
                    <a:pt x="50762" y="286892"/>
                  </a:lnTo>
                  <a:lnTo>
                    <a:pt x="54627" y="290524"/>
                  </a:lnTo>
                  <a:lnTo>
                    <a:pt x="58604" y="294031"/>
                  </a:lnTo>
                  <a:lnTo>
                    <a:pt x="62691" y="297411"/>
                  </a:lnTo>
                  <a:lnTo>
                    <a:pt x="66883" y="300659"/>
                  </a:lnTo>
                  <a:lnTo>
                    <a:pt x="71175" y="303772"/>
                  </a:lnTo>
                  <a:lnTo>
                    <a:pt x="75565" y="306748"/>
                  </a:lnTo>
                  <a:lnTo>
                    <a:pt x="80046" y="309583"/>
                  </a:lnTo>
                  <a:lnTo>
                    <a:pt x="84615" y="312274"/>
                  </a:lnTo>
                  <a:lnTo>
                    <a:pt x="89267" y="314819"/>
                  </a:lnTo>
                  <a:lnTo>
                    <a:pt x="93998" y="317215"/>
                  </a:lnTo>
                  <a:lnTo>
                    <a:pt x="98802" y="319460"/>
                  </a:lnTo>
                  <a:lnTo>
                    <a:pt x="103675" y="321552"/>
                  </a:lnTo>
                  <a:lnTo>
                    <a:pt x="108612" y="323488"/>
                  </a:lnTo>
                  <a:lnTo>
                    <a:pt x="113608" y="325266"/>
                  </a:lnTo>
                  <a:lnTo>
                    <a:pt x="118658" y="326885"/>
                  </a:lnTo>
                  <a:lnTo>
                    <a:pt x="123756" y="328343"/>
                  </a:lnTo>
                  <a:lnTo>
                    <a:pt x="128898" y="329638"/>
                  </a:lnTo>
                  <a:lnTo>
                    <a:pt x="134079" y="330770"/>
                  </a:lnTo>
                  <a:lnTo>
                    <a:pt x="139293" y="331737"/>
                  </a:lnTo>
                  <a:lnTo>
                    <a:pt x="144535" y="332538"/>
                  </a:lnTo>
                  <a:lnTo>
                    <a:pt x="149800" y="333172"/>
                  </a:lnTo>
                  <a:lnTo>
                    <a:pt x="155082" y="333640"/>
                  </a:lnTo>
                  <a:lnTo>
                    <a:pt x="160377" y="333939"/>
                  </a:lnTo>
                  <a:lnTo>
                    <a:pt x="165678" y="334070"/>
                  </a:lnTo>
                  <a:lnTo>
                    <a:pt x="170981" y="334033"/>
                  </a:lnTo>
                  <a:lnTo>
                    <a:pt x="176280" y="333828"/>
                  </a:lnTo>
                  <a:lnTo>
                    <a:pt x="181569" y="333455"/>
                  </a:lnTo>
                  <a:lnTo>
                    <a:pt x="186845" y="332914"/>
                  </a:lnTo>
                  <a:lnTo>
                    <a:pt x="192100" y="332206"/>
                  </a:lnTo>
                  <a:lnTo>
                    <a:pt x="197330" y="331332"/>
                  </a:lnTo>
                  <a:lnTo>
                    <a:pt x="202530" y="330292"/>
                  </a:lnTo>
                  <a:lnTo>
                    <a:pt x="207695" y="329088"/>
                  </a:lnTo>
                  <a:lnTo>
                    <a:pt x="212818" y="327721"/>
                  </a:lnTo>
                  <a:lnTo>
                    <a:pt x="217896" y="326192"/>
                  </a:lnTo>
                  <a:lnTo>
                    <a:pt x="222923" y="324503"/>
                  </a:lnTo>
                  <a:lnTo>
                    <a:pt x="227893" y="322655"/>
                  </a:lnTo>
                  <a:lnTo>
                    <a:pt x="232803" y="320650"/>
                  </a:lnTo>
                  <a:lnTo>
                    <a:pt x="237646" y="318491"/>
                  </a:lnTo>
                  <a:lnTo>
                    <a:pt x="242418" y="316179"/>
                  </a:lnTo>
                  <a:lnTo>
                    <a:pt x="247115" y="313717"/>
                  </a:lnTo>
                  <a:lnTo>
                    <a:pt x="251731" y="311107"/>
                  </a:lnTo>
                  <a:lnTo>
                    <a:pt x="256262" y="308352"/>
                  </a:lnTo>
                  <a:lnTo>
                    <a:pt x="260704" y="305455"/>
                  </a:lnTo>
                  <a:lnTo>
                    <a:pt x="265051" y="302418"/>
                  </a:lnTo>
                  <a:lnTo>
                    <a:pt x="269300" y="299245"/>
                  </a:lnTo>
                  <a:lnTo>
                    <a:pt x="273446" y="295939"/>
                  </a:lnTo>
                  <a:lnTo>
                    <a:pt x="277485" y="292503"/>
                  </a:lnTo>
                  <a:lnTo>
                    <a:pt x="281413" y="288941"/>
                  </a:lnTo>
                  <a:lnTo>
                    <a:pt x="285226" y="285255"/>
                  </a:lnTo>
                  <a:lnTo>
                    <a:pt x="288921" y="281451"/>
                  </a:lnTo>
                  <a:lnTo>
                    <a:pt x="292492" y="277531"/>
                  </a:lnTo>
                  <a:lnTo>
                    <a:pt x="295938" y="273501"/>
                  </a:lnTo>
                  <a:lnTo>
                    <a:pt x="299254" y="269362"/>
                  </a:lnTo>
                  <a:lnTo>
                    <a:pt x="302437" y="265121"/>
                  </a:lnTo>
                  <a:lnTo>
                    <a:pt x="305484" y="260781"/>
                  </a:lnTo>
                  <a:lnTo>
                    <a:pt x="308392" y="256347"/>
                  </a:lnTo>
                  <a:lnTo>
                    <a:pt x="311158" y="251822"/>
                  </a:lnTo>
                  <a:lnTo>
                    <a:pt x="313779" y="247212"/>
                  </a:lnTo>
                  <a:lnTo>
                    <a:pt x="316252" y="242521"/>
                  </a:lnTo>
                  <a:lnTo>
                    <a:pt x="318575" y="237754"/>
                  </a:lnTo>
                  <a:lnTo>
                    <a:pt x="320746" y="232916"/>
                  </a:lnTo>
                  <a:lnTo>
                    <a:pt x="322763" y="228012"/>
                  </a:lnTo>
                  <a:lnTo>
                    <a:pt x="324622" y="223046"/>
                  </a:lnTo>
                  <a:lnTo>
                    <a:pt x="326324" y="218023"/>
                  </a:lnTo>
                  <a:lnTo>
                    <a:pt x="327865" y="212949"/>
                  </a:lnTo>
                  <a:lnTo>
                    <a:pt x="329244" y="207829"/>
                  </a:lnTo>
                  <a:lnTo>
                    <a:pt x="330461" y="202667"/>
                  </a:lnTo>
                  <a:lnTo>
                    <a:pt x="331513" y="197470"/>
                  </a:lnTo>
                  <a:lnTo>
                    <a:pt x="332399" y="192241"/>
                  </a:lnTo>
                  <a:lnTo>
                    <a:pt x="333120" y="186988"/>
                  </a:lnTo>
                  <a:lnTo>
                    <a:pt x="333673" y="181714"/>
                  </a:lnTo>
                  <a:lnTo>
                    <a:pt x="334059" y="176425"/>
                  </a:lnTo>
                  <a:lnTo>
                    <a:pt x="334277" y="171126"/>
                  </a:lnTo>
                  <a:lnTo>
                    <a:pt x="334326" y="165824"/>
                  </a:lnTo>
                  <a:lnTo>
                    <a:pt x="334208" y="160522"/>
                  </a:lnTo>
                  <a:lnTo>
                    <a:pt x="333921" y="155227"/>
                  </a:lnTo>
                  <a:lnTo>
                    <a:pt x="333467" y="149944"/>
                  </a:lnTo>
                  <a:lnTo>
                    <a:pt x="332845" y="144677"/>
                  </a:lnTo>
                  <a:lnTo>
                    <a:pt x="332056" y="139433"/>
                  </a:lnTo>
                  <a:lnTo>
                    <a:pt x="331102" y="134217"/>
                  </a:lnTo>
                  <a:lnTo>
                    <a:pt x="329982" y="129034"/>
                  </a:lnTo>
                  <a:lnTo>
                    <a:pt x="328699" y="123888"/>
                  </a:lnTo>
                  <a:lnTo>
                    <a:pt x="327253" y="118787"/>
                  </a:lnTo>
                  <a:lnTo>
                    <a:pt x="325646" y="113733"/>
                  </a:lnTo>
                  <a:lnTo>
                    <a:pt x="323880" y="108733"/>
                  </a:lnTo>
                  <a:lnTo>
                    <a:pt x="321956" y="103791"/>
                  </a:lnTo>
                  <a:lnTo>
                    <a:pt x="319876" y="98913"/>
                  </a:lnTo>
                  <a:lnTo>
                    <a:pt x="317643" y="94104"/>
                  </a:lnTo>
                  <a:lnTo>
                    <a:pt x="315258" y="89367"/>
                  </a:lnTo>
                  <a:lnTo>
                    <a:pt x="312724" y="84709"/>
                  </a:lnTo>
                  <a:lnTo>
                    <a:pt x="310043" y="80134"/>
                  </a:lnTo>
                  <a:lnTo>
                    <a:pt x="307219" y="75645"/>
                  </a:lnTo>
                  <a:lnTo>
                    <a:pt x="304254" y="71249"/>
                  </a:lnTo>
                  <a:lnTo>
                    <a:pt x="301151" y="66949"/>
                  </a:lnTo>
                  <a:lnTo>
                    <a:pt x="297913" y="62749"/>
                  </a:lnTo>
                  <a:lnTo>
                    <a:pt x="294543" y="58655"/>
                  </a:lnTo>
                  <a:lnTo>
                    <a:pt x="291046" y="54669"/>
                  </a:lnTo>
                  <a:lnTo>
                    <a:pt x="287423" y="50796"/>
                  </a:lnTo>
                  <a:lnTo>
                    <a:pt x="283680" y="47040"/>
                  </a:lnTo>
                  <a:lnTo>
                    <a:pt x="279819" y="43404"/>
                  </a:lnTo>
                  <a:lnTo>
                    <a:pt x="275845" y="39893"/>
                  </a:lnTo>
                  <a:lnTo>
                    <a:pt x="271762" y="36510"/>
                  </a:lnTo>
                  <a:lnTo>
                    <a:pt x="267573" y="33258"/>
                  </a:lnTo>
                  <a:lnTo>
                    <a:pt x="263283" y="30140"/>
                  </a:lnTo>
                  <a:lnTo>
                    <a:pt x="258897" y="27160"/>
                  </a:lnTo>
                  <a:lnTo>
                    <a:pt x="254418" y="24321"/>
                  </a:lnTo>
                  <a:lnTo>
                    <a:pt x="249852" y="21625"/>
                  </a:lnTo>
                  <a:lnTo>
                    <a:pt x="245202" y="19076"/>
                  </a:lnTo>
                  <a:lnTo>
                    <a:pt x="240474" y="16675"/>
                  </a:lnTo>
                  <a:lnTo>
                    <a:pt x="235672" y="14425"/>
                  </a:lnTo>
                  <a:lnTo>
                    <a:pt x="230801" y="12329"/>
                  </a:lnTo>
                  <a:lnTo>
                    <a:pt x="225866" y="10388"/>
                  </a:lnTo>
                  <a:lnTo>
                    <a:pt x="220872" y="8605"/>
                  </a:lnTo>
                  <a:lnTo>
                    <a:pt x="215824" y="6981"/>
                  </a:lnTo>
                  <a:lnTo>
                    <a:pt x="167162" y="1669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86215" y="5399291"/>
              <a:ext cx="48661" cy="167167"/>
            </a:xfrm>
            <a:custGeom>
              <a:avLst/>
              <a:pathLst>
                <a:path w="48661" h="167167">
                  <a:moveTo>
                    <a:pt x="48661" y="7239"/>
                  </a:moveTo>
                  <a:lnTo>
                    <a:pt x="42724" y="5552"/>
                  </a:lnTo>
                  <a:lnTo>
                    <a:pt x="36729" y="4085"/>
                  </a:lnTo>
                  <a:lnTo>
                    <a:pt x="30685" y="2840"/>
                  </a:lnTo>
                  <a:lnTo>
                    <a:pt x="24598" y="1819"/>
                  </a:lnTo>
                  <a:lnTo>
                    <a:pt x="18478" y="1024"/>
                  </a:lnTo>
                  <a:lnTo>
                    <a:pt x="12332" y="455"/>
                  </a:lnTo>
                  <a:lnTo>
                    <a:pt x="6170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38948" y="5399291"/>
              <a:ext cx="84595" cy="167167"/>
            </a:xfrm>
            <a:custGeom>
              <a:avLst/>
              <a:pathLst>
                <a:path w="84595" h="167167">
                  <a:moveTo>
                    <a:pt x="84595" y="0"/>
                  </a:moveTo>
                  <a:lnTo>
                    <a:pt x="78683" y="104"/>
                  </a:lnTo>
                  <a:lnTo>
                    <a:pt x="72778" y="418"/>
                  </a:lnTo>
                  <a:lnTo>
                    <a:pt x="66889" y="940"/>
                  </a:lnTo>
                  <a:lnTo>
                    <a:pt x="61021" y="1670"/>
                  </a:lnTo>
                  <a:lnTo>
                    <a:pt x="55183" y="2607"/>
                  </a:lnTo>
                  <a:lnTo>
                    <a:pt x="49381" y="3751"/>
                  </a:lnTo>
                  <a:lnTo>
                    <a:pt x="43624" y="5098"/>
                  </a:lnTo>
                  <a:lnTo>
                    <a:pt x="37918" y="6649"/>
                  </a:lnTo>
                  <a:lnTo>
                    <a:pt x="32270" y="8400"/>
                  </a:lnTo>
                  <a:lnTo>
                    <a:pt x="26688" y="10350"/>
                  </a:lnTo>
                  <a:lnTo>
                    <a:pt x="21178" y="12496"/>
                  </a:lnTo>
                  <a:lnTo>
                    <a:pt x="15747" y="14835"/>
                  </a:lnTo>
                  <a:lnTo>
                    <a:pt x="10403" y="17365"/>
                  </a:lnTo>
                  <a:lnTo>
                    <a:pt x="5152" y="20083"/>
                  </a:lnTo>
                  <a:lnTo>
                    <a:pt x="0" y="22985"/>
                  </a:lnTo>
                  <a:lnTo>
                    <a:pt x="8459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8948" y="5422276"/>
              <a:ext cx="84595" cy="144182"/>
            </a:xfrm>
            <a:custGeom>
              <a:avLst/>
              <a:pathLst>
                <a:path w="84595" h="144182">
                  <a:moveTo>
                    <a:pt x="0" y="0"/>
                  </a:moveTo>
                  <a:lnTo>
                    <a:pt x="84595" y="1441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8948" y="5422276"/>
              <a:ext cx="84595" cy="144182"/>
            </a:xfrm>
            <a:custGeom>
              <a:avLst/>
              <a:pathLst>
                <a:path w="84595" h="144182">
                  <a:moveTo>
                    <a:pt x="0" y="0"/>
                  </a:moveTo>
                  <a:lnTo>
                    <a:pt x="84595" y="1441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8948" y="5422276"/>
              <a:ext cx="84595" cy="144182"/>
            </a:xfrm>
            <a:custGeom>
              <a:avLst/>
              <a:pathLst>
                <a:path w="84595" h="144182">
                  <a:moveTo>
                    <a:pt x="0" y="0"/>
                  </a:moveTo>
                  <a:lnTo>
                    <a:pt x="84595" y="1441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8948" y="5422276"/>
              <a:ext cx="84595" cy="144182"/>
            </a:xfrm>
            <a:custGeom>
              <a:avLst/>
              <a:pathLst>
                <a:path w="84595" h="144182">
                  <a:moveTo>
                    <a:pt x="0" y="0"/>
                  </a:moveTo>
                  <a:lnTo>
                    <a:pt x="84595" y="1441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38948" y="5422276"/>
              <a:ext cx="84595" cy="144182"/>
            </a:xfrm>
            <a:custGeom>
              <a:avLst/>
              <a:pathLst>
                <a:path w="84595" h="144182">
                  <a:moveTo>
                    <a:pt x="0" y="0"/>
                  </a:moveTo>
                  <a:lnTo>
                    <a:pt x="84595" y="1441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856384" y="5422276"/>
              <a:ext cx="213963" cy="311349"/>
            </a:xfrm>
            <a:custGeom>
              <a:avLst/>
              <a:pathLst>
                <a:path w="213963" h="311349">
                  <a:moveTo>
                    <a:pt x="82564" y="0"/>
                  </a:moveTo>
                  <a:lnTo>
                    <a:pt x="78021" y="2763"/>
                  </a:lnTo>
                  <a:lnTo>
                    <a:pt x="73568" y="5670"/>
                  </a:lnTo>
                  <a:lnTo>
                    <a:pt x="69210" y="8716"/>
                  </a:lnTo>
                  <a:lnTo>
                    <a:pt x="64951" y="11900"/>
                  </a:lnTo>
                  <a:lnTo>
                    <a:pt x="60795" y="15218"/>
                  </a:lnTo>
                  <a:lnTo>
                    <a:pt x="56747" y="18666"/>
                  </a:lnTo>
                  <a:lnTo>
                    <a:pt x="52811" y="22241"/>
                  </a:lnTo>
                  <a:lnTo>
                    <a:pt x="48991" y="25940"/>
                  </a:lnTo>
                  <a:lnTo>
                    <a:pt x="45290" y="29758"/>
                  </a:lnTo>
                  <a:lnTo>
                    <a:pt x="41712" y="33692"/>
                  </a:lnTo>
                  <a:lnTo>
                    <a:pt x="38262" y="37738"/>
                  </a:lnTo>
                  <a:lnTo>
                    <a:pt x="34941" y="41891"/>
                  </a:lnTo>
                  <a:lnTo>
                    <a:pt x="31755" y="46148"/>
                  </a:lnTo>
                  <a:lnTo>
                    <a:pt x="28705" y="50504"/>
                  </a:lnTo>
                  <a:lnTo>
                    <a:pt x="25796" y="54955"/>
                  </a:lnTo>
                  <a:lnTo>
                    <a:pt x="23030" y="59497"/>
                  </a:lnTo>
                  <a:lnTo>
                    <a:pt x="20409" y="64124"/>
                  </a:lnTo>
                  <a:lnTo>
                    <a:pt x="17937" y="68832"/>
                  </a:lnTo>
                  <a:lnTo>
                    <a:pt x="15616" y="73616"/>
                  </a:lnTo>
                  <a:lnTo>
                    <a:pt x="13448" y="78471"/>
                  </a:lnTo>
                  <a:lnTo>
                    <a:pt x="11436" y="83393"/>
                  </a:lnTo>
                  <a:lnTo>
                    <a:pt x="9581" y="88377"/>
                  </a:lnTo>
                  <a:lnTo>
                    <a:pt x="7886" y="93417"/>
                  </a:lnTo>
                  <a:lnTo>
                    <a:pt x="6352" y="98508"/>
                  </a:lnTo>
                  <a:lnTo>
                    <a:pt x="4981" y="103646"/>
                  </a:lnTo>
                  <a:lnTo>
                    <a:pt x="3774" y="108825"/>
                  </a:lnTo>
                  <a:lnTo>
                    <a:pt x="2732" y="114039"/>
                  </a:lnTo>
                  <a:lnTo>
                    <a:pt x="1856" y="119284"/>
                  </a:lnTo>
                  <a:lnTo>
                    <a:pt x="1148" y="124554"/>
                  </a:lnTo>
                  <a:lnTo>
                    <a:pt x="608" y="129844"/>
                  </a:lnTo>
                  <a:lnTo>
                    <a:pt x="236" y="135148"/>
                  </a:lnTo>
                  <a:lnTo>
                    <a:pt x="33" y="140462"/>
                  </a:lnTo>
                  <a:lnTo>
                    <a:pt x="0" y="145779"/>
                  </a:lnTo>
                  <a:lnTo>
                    <a:pt x="135" y="151095"/>
                  </a:lnTo>
                  <a:lnTo>
                    <a:pt x="439" y="156404"/>
                  </a:lnTo>
                  <a:lnTo>
                    <a:pt x="912" y="161700"/>
                  </a:lnTo>
                  <a:lnTo>
                    <a:pt x="1554" y="166979"/>
                  </a:lnTo>
                  <a:lnTo>
                    <a:pt x="2362" y="172235"/>
                  </a:lnTo>
                  <a:lnTo>
                    <a:pt x="3338" y="177462"/>
                  </a:lnTo>
                  <a:lnTo>
                    <a:pt x="4479" y="182655"/>
                  </a:lnTo>
                  <a:lnTo>
                    <a:pt x="5785" y="187810"/>
                  </a:lnTo>
                  <a:lnTo>
                    <a:pt x="7255" y="192920"/>
                  </a:lnTo>
                  <a:lnTo>
                    <a:pt x="8886" y="197982"/>
                  </a:lnTo>
                  <a:lnTo>
                    <a:pt x="10677" y="202988"/>
                  </a:lnTo>
                  <a:lnTo>
                    <a:pt x="12626" y="207935"/>
                  </a:lnTo>
                  <a:lnTo>
                    <a:pt x="14732" y="212818"/>
                  </a:lnTo>
                  <a:lnTo>
                    <a:pt x="16992" y="217631"/>
                  </a:lnTo>
                  <a:lnTo>
                    <a:pt x="19404" y="222370"/>
                  </a:lnTo>
                  <a:lnTo>
                    <a:pt x="21966" y="227030"/>
                  </a:lnTo>
                  <a:lnTo>
                    <a:pt x="24674" y="231606"/>
                  </a:lnTo>
                  <a:lnTo>
                    <a:pt x="27527" y="236094"/>
                  </a:lnTo>
                  <a:lnTo>
                    <a:pt x="30521" y="240488"/>
                  </a:lnTo>
                  <a:lnTo>
                    <a:pt x="33653" y="244785"/>
                  </a:lnTo>
                  <a:lnTo>
                    <a:pt x="36920" y="248981"/>
                  </a:lnTo>
                  <a:lnTo>
                    <a:pt x="40320" y="253070"/>
                  </a:lnTo>
                  <a:lnTo>
                    <a:pt x="43847" y="257049"/>
                  </a:lnTo>
                  <a:lnTo>
                    <a:pt x="47499" y="260914"/>
                  </a:lnTo>
                  <a:lnTo>
                    <a:pt x="51272" y="264661"/>
                  </a:lnTo>
                  <a:lnTo>
                    <a:pt x="55163" y="268286"/>
                  </a:lnTo>
                  <a:lnTo>
                    <a:pt x="59167" y="271785"/>
                  </a:lnTo>
                  <a:lnTo>
                    <a:pt x="63280" y="275155"/>
                  </a:lnTo>
                  <a:lnTo>
                    <a:pt x="67498" y="278393"/>
                  </a:lnTo>
                  <a:lnTo>
                    <a:pt x="71817" y="281495"/>
                  </a:lnTo>
                  <a:lnTo>
                    <a:pt x="76232" y="284457"/>
                  </a:lnTo>
                  <a:lnTo>
                    <a:pt x="80740" y="287278"/>
                  </a:lnTo>
                  <a:lnTo>
                    <a:pt x="85335" y="289955"/>
                  </a:lnTo>
                  <a:lnTo>
                    <a:pt x="90013" y="292483"/>
                  </a:lnTo>
                  <a:lnTo>
                    <a:pt x="94768" y="294862"/>
                  </a:lnTo>
                  <a:lnTo>
                    <a:pt x="99597" y="297088"/>
                  </a:lnTo>
                  <a:lnTo>
                    <a:pt x="104495" y="299160"/>
                  </a:lnTo>
                  <a:lnTo>
                    <a:pt x="109456" y="301074"/>
                  </a:lnTo>
                  <a:lnTo>
                    <a:pt x="114475" y="302830"/>
                  </a:lnTo>
                  <a:lnTo>
                    <a:pt x="119547" y="304426"/>
                  </a:lnTo>
                  <a:lnTo>
                    <a:pt x="124668" y="305859"/>
                  </a:lnTo>
                  <a:lnTo>
                    <a:pt x="129832" y="307128"/>
                  </a:lnTo>
                  <a:lnTo>
                    <a:pt x="135033" y="308233"/>
                  </a:lnTo>
                  <a:lnTo>
                    <a:pt x="140267" y="309172"/>
                  </a:lnTo>
                  <a:lnTo>
                    <a:pt x="145528" y="309944"/>
                  </a:lnTo>
                  <a:lnTo>
                    <a:pt x="150811" y="310548"/>
                  </a:lnTo>
                  <a:lnTo>
                    <a:pt x="156111" y="310984"/>
                  </a:lnTo>
                  <a:lnTo>
                    <a:pt x="161422" y="311251"/>
                  </a:lnTo>
                  <a:lnTo>
                    <a:pt x="166738" y="311349"/>
                  </a:lnTo>
                  <a:lnTo>
                    <a:pt x="172055" y="311278"/>
                  </a:lnTo>
                  <a:lnTo>
                    <a:pt x="177367" y="311037"/>
                  </a:lnTo>
                  <a:lnTo>
                    <a:pt x="182669" y="310628"/>
                  </a:lnTo>
                  <a:lnTo>
                    <a:pt x="187955" y="310051"/>
                  </a:lnTo>
                  <a:lnTo>
                    <a:pt x="193220" y="309305"/>
                  </a:lnTo>
                  <a:lnTo>
                    <a:pt x="198459" y="308393"/>
                  </a:lnTo>
                  <a:lnTo>
                    <a:pt x="203666" y="307314"/>
                  </a:lnTo>
                  <a:lnTo>
                    <a:pt x="208836" y="306071"/>
                  </a:lnTo>
                  <a:lnTo>
                    <a:pt x="213963" y="304663"/>
                  </a:lnTo>
                  <a:lnTo>
                    <a:pt x="167159" y="1441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023544" y="5399291"/>
              <a:ext cx="167166" cy="327648"/>
            </a:xfrm>
            <a:custGeom>
              <a:avLst/>
              <a:pathLst>
                <a:path w="167166" h="327648">
                  <a:moveTo>
                    <a:pt x="46804" y="327648"/>
                  </a:moveTo>
                  <a:lnTo>
                    <a:pt x="51932" y="326063"/>
                  </a:lnTo>
                  <a:lnTo>
                    <a:pt x="57006" y="324314"/>
                  </a:lnTo>
                  <a:lnTo>
                    <a:pt x="62022" y="322403"/>
                  </a:lnTo>
                  <a:lnTo>
                    <a:pt x="66974" y="320332"/>
                  </a:lnTo>
                  <a:lnTo>
                    <a:pt x="71857" y="318102"/>
                  </a:lnTo>
                  <a:lnTo>
                    <a:pt x="76665" y="315718"/>
                  </a:lnTo>
                  <a:lnTo>
                    <a:pt x="81395" y="313180"/>
                  </a:lnTo>
                  <a:lnTo>
                    <a:pt x="86041" y="310491"/>
                  </a:lnTo>
                  <a:lnTo>
                    <a:pt x="90598" y="307655"/>
                  </a:lnTo>
                  <a:lnTo>
                    <a:pt x="95061" y="304674"/>
                  </a:lnTo>
                  <a:lnTo>
                    <a:pt x="99427" y="301551"/>
                  </a:lnTo>
                  <a:lnTo>
                    <a:pt x="103690" y="298290"/>
                  </a:lnTo>
                  <a:lnTo>
                    <a:pt x="107846" y="294893"/>
                  </a:lnTo>
                  <a:lnTo>
                    <a:pt x="111891" y="291365"/>
                  </a:lnTo>
                  <a:lnTo>
                    <a:pt x="115821" y="287709"/>
                  </a:lnTo>
                  <a:lnTo>
                    <a:pt x="119631" y="283928"/>
                  </a:lnTo>
                  <a:lnTo>
                    <a:pt x="123318" y="280027"/>
                  </a:lnTo>
                  <a:lnTo>
                    <a:pt x="126878" y="276010"/>
                  </a:lnTo>
                  <a:lnTo>
                    <a:pt x="130307" y="271880"/>
                  </a:lnTo>
                  <a:lnTo>
                    <a:pt x="133602" y="267643"/>
                  </a:lnTo>
                  <a:lnTo>
                    <a:pt x="136759" y="263302"/>
                  </a:lnTo>
                  <a:lnTo>
                    <a:pt x="139774" y="258862"/>
                  </a:lnTo>
                  <a:lnTo>
                    <a:pt x="142646" y="254327"/>
                  </a:lnTo>
                  <a:lnTo>
                    <a:pt x="145371" y="249702"/>
                  </a:lnTo>
                  <a:lnTo>
                    <a:pt x="147946" y="244993"/>
                  </a:lnTo>
                  <a:lnTo>
                    <a:pt x="150368" y="240203"/>
                  </a:lnTo>
                  <a:lnTo>
                    <a:pt x="152635" y="235338"/>
                  </a:lnTo>
                  <a:lnTo>
                    <a:pt x="154745" y="230402"/>
                  </a:lnTo>
                  <a:lnTo>
                    <a:pt x="156696" y="225401"/>
                  </a:lnTo>
                  <a:lnTo>
                    <a:pt x="158485" y="220341"/>
                  </a:lnTo>
                  <a:lnTo>
                    <a:pt x="160110" y="215225"/>
                  </a:lnTo>
                  <a:lnTo>
                    <a:pt x="161570" y="210060"/>
                  </a:lnTo>
                  <a:lnTo>
                    <a:pt x="162864" y="204851"/>
                  </a:lnTo>
                  <a:lnTo>
                    <a:pt x="163990" y="199603"/>
                  </a:lnTo>
                  <a:lnTo>
                    <a:pt x="164947" y="194321"/>
                  </a:lnTo>
                  <a:lnTo>
                    <a:pt x="165734" y="189011"/>
                  </a:lnTo>
                  <a:lnTo>
                    <a:pt x="166349" y="183679"/>
                  </a:lnTo>
                  <a:lnTo>
                    <a:pt x="166794" y="178330"/>
                  </a:lnTo>
                  <a:lnTo>
                    <a:pt x="167066" y="172970"/>
                  </a:lnTo>
                  <a:lnTo>
                    <a:pt x="167166" y="167603"/>
                  </a:lnTo>
                  <a:lnTo>
                    <a:pt x="167094" y="162236"/>
                  </a:lnTo>
                  <a:lnTo>
                    <a:pt x="166850" y="156874"/>
                  </a:lnTo>
                  <a:lnTo>
                    <a:pt x="166433" y="151522"/>
                  </a:lnTo>
                  <a:lnTo>
                    <a:pt x="165845" y="146187"/>
                  </a:lnTo>
                  <a:lnTo>
                    <a:pt x="165086" y="140874"/>
                  </a:lnTo>
                  <a:lnTo>
                    <a:pt x="164157" y="135587"/>
                  </a:lnTo>
                  <a:lnTo>
                    <a:pt x="163058" y="130333"/>
                  </a:lnTo>
                  <a:lnTo>
                    <a:pt x="161792" y="125117"/>
                  </a:lnTo>
                  <a:lnTo>
                    <a:pt x="160358" y="119944"/>
                  </a:lnTo>
                  <a:lnTo>
                    <a:pt x="158760" y="114821"/>
                  </a:lnTo>
                  <a:lnTo>
                    <a:pt x="156997" y="109751"/>
                  </a:lnTo>
                  <a:lnTo>
                    <a:pt x="155073" y="104740"/>
                  </a:lnTo>
                  <a:lnTo>
                    <a:pt x="152989" y="99793"/>
                  </a:lnTo>
                  <a:lnTo>
                    <a:pt x="150747" y="94916"/>
                  </a:lnTo>
                  <a:lnTo>
                    <a:pt x="148350" y="90114"/>
                  </a:lnTo>
                  <a:lnTo>
                    <a:pt x="145799" y="85391"/>
                  </a:lnTo>
                  <a:lnTo>
                    <a:pt x="143099" y="80752"/>
                  </a:lnTo>
                  <a:lnTo>
                    <a:pt x="140251" y="76203"/>
                  </a:lnTo>
                  <a:lnTo>
                    <a:pt x="137258" y="71747"/>
                  </a:lnTo>
                  <a:lnTo>
                    <a:pt x="134124" y="67389"/>
                  </a:lnTo>
                  <a:lnTo>
                    <a:pt x="130851" y="63135"/>
                  </a:lnTo>
                  <a:lnTo>
                    <a:pt x="127444" y="58987"/>
                  </a:lnTo>
                  <a:lnTo>
                    <a:pt x="123905" y="54951"/>
                  </a:lnTo>
                  <a:lnTo>
                    <a:pt x="120239" y="51031"/>
                  </a:lnTo>
                  <a:lnTo>
                    <a:pt x="116448" y="47231"/>
                  </a:lnTo>
                  <a:lnTo>
                    <a:pt x="112538" y="43554"/>
                  </a:lnTo>
                  <a:lnTo>
                    <a:pt x="108511" y="40005"/>
                  </a:lnTo>
                  <a:lnTo>
                    <a:pt x="104373" y="36587"/>
                  </a:lnTo>
                  <a:lnTo>
                    <a:pt x="100127" y="33303"/>
                  </a:lnTo>
                  <a:lnTo>
                    <a:pt x="95777" y="30158"/>
                  </a:lnTo>
                  <a:lnTo>
                    <a:pt x="91329" y="27153"/>
                  </a:lnTo>
                  <a:lnTo>
                    <a:pt x="86787" y="24293"/>
                  </a:lnTo>
                  <a:lnTo>
                    <a:pt x="82155" y="21581"/>
                  </a:lnTo>
                  <a:lnTo>
                    <a:pt x="77439" y="19018"/>
                  </a:lnTo>
                  <a:lnTo>
                    <a:pt x="72643" y="16608"/>
                  </a:lnTo>
                  <a:lnTo>
                    <a:pt x="67772" y="14354"/>
                  </a:lnTo>
                  <a:lnTo>
                    <a:pt x="62831" y="12257"/>
                  </a:lnTo>
                  <a:lnTo>
                    <a:pt x="57825" y="10319"/>
                  </a:lnTo>
                  <a:lnTo>
                    <a:pt x="52760" y="8544"/>
                  </a:lnTo>
                  <a:lnTo>
                    <a:pt x="47640" y="6932"/>
                  </a:lnTo>
                  <a:lnTo>
                    <a:pt x="42471" y="5485"/>
                  </a:lnTo>
                  <a:lnTo>
                    <a:pt x="37258" y="4205"/>
                  </a:lnTo>
                  <a:lnTo>
                    <a:pt x="32007" y="3092"/>
                  </a:lnTo>
                  <a:lnTo>
                    <a:pt x="26723" y="2149"/>
                  </a:lnTo>
                  <a:lnTo>
                    <a:pt x="21412" y="1376"/>
                  </a:lnTo>
                  <a:lnTo>
                    <a:pt x="16078" y="775"/>
                  </a:lnTo>
                  <a:lnTo>
                    <a:pt x="10728" y="344"/>
                  </a:lnTo>
                  <a:lnTo>
                    <a:pt x="5366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21439" y="5269756"/>
              <a:ext cx="23819" cy="167167"/>
            </a:xfrm>
            <a:custGeom>
              <a:avLst/>
              <a:pathLst>
                <a:path w="23819" h="167167">
                  <a:moveTo>
                    <a:pt x="23819" y="0"/>
                  </a:moveTo>
                  <a:lnTo>
                    <a:pt x="15855" y="189"/>
                  </a:lnTo>
                  <a:lnTo>
                    <a:pt x="7909" y="758"/>
                  </a:lnTo>
                  <a:lnTo>
                    <a:pt x="0" y="1705"/>
                  </a:lnTo>
                  <a:lnTo>
                    <a:pt x="2381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21439" y="5271461"/>
              <a:ext cx="23819" cy="165461"/>
            </a:xfrm>
            <a:custGeom>
              <a:avLst/>
              <a:pathLst>
                <a:path w="23819" h="165461">
                  <a:moveTo>
                    <a:pt x="0" y="0"/>
                  </a:moveTo>
                  <a:lnTo>
                    <a:pt x="23819" y="1654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21439" y="5271461"/>
              <a:ext cx="23819" cy="165461"/>
            </a:xfrm>
            <a:custGeom>
              <a:avLst/>
              <a:pathLst>
                <a:path w="23819" h="165461">
                  <a:moveTo>
                    <a:pt x="0" y="0"/>
                  </a:moveTo>
                  <a:lnTo>
                    <a:pt x="23819" y="1654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21439" y="5271461"/>
              <a:ext cx="23819" cy="165461"/>
            </a:xfrm>
            <a:custGeom>
              <a:avLst/>
              <a:pathLst>
                <a:path w="23819" h="165461">
                  <a:moveTo>
                    <a:pt x="0" y="0"/>
                  </a:moveTo>
                  <a:lnTo>
                    <a:pt x="23819" y="1654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21439" y="5271461"/>
              <a:ext cx="23819" cy="165461"/>
            </a:xfrm>
            <a:custGeom>
              <a:avLst/>
              <a:pathLst>
                <a:path w="23819" h="165461">
                  <a:moveTo>
                    <a:pt x="0" y="0"/>
                  </a:moveTo>
                  <a:lnTo>
                    <a:pt x="23819" y="1654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395725" y="5271461"/>
              <a:ext cx="149532" cy="165461"/>
            </a:xfrm>
            <a:custGeom>
              <a:avLst/>
              <a:pathLst>
                <a:path w="149532" h="165461">
                  <a:moveTo>
                    <a:pt x="125713" y="0"/>
                  </a:moveTo>
                  <a:lnTo>
                    <a:pt x="120225" y="883"/>
                  </a:lnTo>
                  <a:lnTo>
                    <a:pt x="114769" y="1948"/>
                  </a:lnTo>
                  <a:lnTo>
                    <a:pt x="109352" y="3195"/>
                  </a:lnTo>
                  <a:lnTo>
                    <a:pt x="103979" y="4620"/>
                  </a:lnTo>
                  <a:lnTo>
                    <a:pt x="98657" y="6224"/>
                  </a:lnTo>
                  <a:lnTo>
                    <a:pt x="93391" y="8003"/>
                  </a:lnTo>
                  <a:lnTo>
                    <a:pt x="88187" y="9957"/>
                  </a:lnTo>
                  <a:lnTo>
                    <a:pt x="83050" y="12082"/>
                  </a:lnTo>
                  <a:lnTo>
                    <a:pt x="77988" y="14377"/>
                  </a:lnTo>
                  <a:lnTo>
                    <a:pt x="73004" y="16840"/>
                  </a:lnTo>
                  <a:lnTo>
                    <a:pt x="68105" y="19466"/>
                  </a:lnTo>
                  <a:lnTo>
                    <a:pt x="63296" y="22254"/>
                  </a:lnTo>
                  <a:lnTo>
                    <a:pt x="58583" y="25201"/>
                  </a:lnTo>
                  <a:lnTo>
                    <a:pt x="53969" y="28302"/>
                  </a:lnTo>
                  <a:lnTo>
                    <a:pt x="49462" y="31555"/>
                  </a:lnTo>
                  <a:lnTo>
                    <a:pt x="45065" y="34956"/>
                  </a:lnTo>
                  <a:lnTo>
                    <a:pt x="40784" y="38502"/>
                  </a:lnTo>
                  <a:lnTo>
                    <a:pt x="36623" y="42187"/>
                  </a:lnTo>
                  <a:lnTo>
                    <a:pt x="32587" y="46010"/>
                  </a:lnTo>
                  <a:lnTo>
                    <a:pt x="28680" y="49964"/>
                  </a:lnTo>
                  <a:lnTo>
                    <a:pt x="24907" y="54046"/>
                  </a:lnTo>
                  <a:lnTo>
                    <a:pt x="21272" y="58251"/>
                  </a:lnTo>
                  <a:lnTo>
                    <a:pt x="17778" y="62574"/>
                  </a:lnTo>
                  <a:lnTo>
                    <a:pt x="14430" y="67012"/>
                  </a:lnTo>
                  <a:lnTo>
                    <a:pt x="11232" y="71558"/>
                  </a:lnTo>
                  <a:lnTo>
                    <a:pt x="8186" y="76208"/>
                  </a:lnTo>
                  <a:lnTo>
                    <a:pt x="5297" y="80957"/>
                  </a:lnTo>
                  <a:lnTo>
                    <a:pt x="2567" y="85799"/>
                  </a:lnTo>
                  <a:lnTo>
                    <a:pt x="0" y="90729"/>
                  </a:lnTo>
                  <a:lnTo>
                    <a:pt x="149532" y="1654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78104" y="5269756"/>
              <a:ext cx="334302" cy="334334"/>
            </a:xfrm>
            <a:custGeom>
              <a:avLst/>
              <a:pathLst>
                <a:path w="334302" h="334334">
                  <a:moveTo>
                    <a:pt x="17620" y="92435"/>
                  </a:moveTo>
                  <a:lnTo>
                    <a:pt x="15323" y="97220"/>
                  </a:lnTo>
                  <a:lnTo>
                    <a:pt x="13179" y="102076"/>
                  </a:lnTo>
                  <a:lnTo>
                    <a:pt x="11190" y="106997"/>
                  </a:lnTo>
                  <a:lnTo>
                    <a:pt x="9358" y="111979"/>
                  </a:lnTo>
                  <a:lnTo>
                    <a:pt x="7686" y="117017"/>
                  </a:lnTo>
                  <a:lnTo>
                    <a:pt x="6174" y="122105"/>
                  </a:lnTo>
                  <a:lnTo>
                    <a:pt x="4824" y="127238"/>
                  </a:lnTo>
                  <a:lnTo>
                    <a:pt x="3638" y="132412"/>
                  </a:lnTo>
                  <a:lnTo>
                    <a:pt x="2618" y="137621"/>
                  </a:lnTo>
                  <a:lnTo>
                    <a:pt x="1762" y="142859"/>
                  </a:lnTo>
                  <a:lnTo>
                    <a:pt x="1074" y="148123"/>
                  </a:lnTo>
                  <a:lnTo>
                    <a:pt x="553" y="153405"/>
                  </a:lnTo>
                  <a:lnTo>
                    <a:pt x="200" y="158701"/>
                  </a:lnTo>
                  <a:lnTo>
                    <a:pt x="16" y="164006"/>
                  </a:lnTo>
                  <a:lnTo>
                    <a:pt x="0" y="169314"/>
                  </a:lnTo>
                  <a:lnTo>
                    <a:pt x="152" y="174620"/>
                  </a:lnTo>
                  <a:lnTo>
                    <a:pt x="473" y="179918"/>
                  </a:lnTo>
                  <a:lnTo>
                    <a:pt x="962" y="185203"/>
                  </a:lnTo>
                  <a:lnTo>
                    <a:pt x="1618" y="190470"/>
                  </a:lnTo>
                  <a:lnTo>
                    <a:pt x="2441" y="195714"/>
                  </a:lnTo>
                  <a:lnTo>
                    <a:pt x="3431" y="200929"/>
                  </a:lnTo>
                  <a:lnTo>
                    <a:pt x="4585" y="206110"/>
                  </a:lnTo>
                  <a:lnTo>
                    <a:pt x="5903" y="211252"/>
                  </a:lnTo>
                  <a:lnTo>
                    <a:pt x="7384" y="216349"/>
                  </a:lnTo>
                  <a:lnTo>
                    <a:pt x="9026" y="221396"/>
                  </a:lnTo>
                  <a:lnTo>
                    <a:pt x="10828" y="226389"/>
                  </a:lnTo>
                  <a:lnTo>
                    <a:pt x="12787" y="231323"/>
                  </a:lnTo>
                  <a:lnTo>
                    <a:pt x="14901" y="236191"/>
                  </a:lnTo>
                  <a:lnTo>
                    <a:pt x="17170" y="240990"/>
                  </a:lnTo>
                  <a:lnTo>
                    <a:pt x="19589" y="245715"/>
                  </a:lnTo>
                  <a:lnTo>
                    <a:pt x="22157" y="250360"/>
                  </a:lnTo>
                  <a:lnTo>
                    <a:pt x="24871" y="254921"/>
                  </a:lnTo>
                  <a:lnTo>
                    <a:pt x="27729" y="259394"/>
                  </a:lnTo>
                  <a:lnTo>
                    <a:pt x="30728" y="263774"/>
                  </a:lnTo>
                  <a:lnTo>
                    <a:pt x="33863" y="268057"/>
                  </a:lnTo>
                  <a:lnTo>
                    <a:pt x="37134" y="272238"/>
                  </a:lnTo>
                  <a:lnTo>
                    <a:pt x="40535" y="276313"/>
                  </a:lnTo>
                  <a:lnTo>
                    <a:pt x="44064" y="280278"/>
                  </a:lnTo>
                  <a:lnTo>
                    <a:pt x="47717" y="284129"/>
                  </a:lnTo>
                  <a:lnTo>
                    <a:pt x="51491" y="287861"/>
                  </a:lnTo>
                  <a:lnTo>
                    <a:pt x="55381" y="291473"/>
                  </a:lnTo>
                  <a:lnTo>
                    <a:pt x="59384" y="294959"/>
                  </a:lnTo>
                  <a:lnTo>
                    <a:pt x="63495" y="298316"/>
                  </a:lnTo>
                  <a:lnTo>
                    <a:pt x="67711" y="301541"/>
                  </a:lnTo>
                  <a:lnTo>
                    <a:pt x="72028" y="304630"/>
                  </a:lnTo>
                  <a:lnTo>
                    <a:pt x="76440" y="307581"/>
                  </a:lnTo>
                  <a:lnTo>
                    <a:pt x="80943" y="310390"/>
                  </a:lnTo>
                  <a:lnTo>
                    <a:pt x="85534" y="313055"/>
                  </a:lnTo>
                  <a:lnTo>
                    <a:pt x="90207" y="315572"/>
                  </a:lnTo>
                  <a:lnTo>
                    <a:pt x="94957" y="317941"/>
                  </a:lnTo>
                  <a:lnTo>
                    <a:pt x="99780" y="320157"/>
                  </a:lnTo>
                  <a:lnTo>
                    <a:pt x="104672" y="322219"/>
                  </a:lnTo>
                  <a:lnTo>
                    <a:pt x="109626" y="324124"/>
                  </a:lnTo>
                  <a:lnTo>
                    <a:pt x="114638" y="325871"/>
                  </a:lnTo>
                  <a:lnTo>
                    <a:pt x="119703" y="327459"/>
                  </a:lnTo>
                  <a:lnTo>
                    <a:pt x="124816" y="328884"/>
                  </a:lnTo>
                  <a:lnTo>
                    <a:pt x="129971" y="330147"/>
                  </a:lnTo>
                  <a:lnTo>
                    <a:pt x="135164" y="331245"/>
                  </a:lnTo>
                  <a:lnTo>
                    <a:pt x="140390" y="332178"/>
                  </a:lnTo>
                  <a:lnTo>
                    <a:pt x="145642" y="332945"/>
                  </a:lnTo>
                  <a:lnTo>
                    <a:pt x="150916" y="333544"/>
                  </a:lnTo>
                  <a:lnTo>
                    <a:pt x="156207" y="333976"/>
                  </a:lnTo>
                  <a:lnTo>
                    <a:pt x="161508" y="334239"/>
                  </a:lnTo>
                  <a:lnTo>
                    <a:pt x="166815" y="334334"/>
                  </a:lnTo>
                  <a:lnTo>
                    <a:pt x="172123" y="334261"/>
                  </a:lnTo>
                  <a:lnTo>
                    <a:pt x="177425" y="334019"/>
                  </a:lnTo>
                  <a:lnTo>
                    <a:pt x="182717" y="333608"/>
                  </a:lnTo>
                  <a:lnTo>
                    <a:pt x="187993" y="333030"/>
                  </a:lnTo>
                  <a:lnTo>
                    <a:pt x="193249" y="332285"/>
                  </a:lnTo>
                  <a:lnTo>
                    <a:pt x="198478" y="331373"/>
                  </a:lnTo>
                  <a:lnTo>
                    <a:pt x="203675" y="330296"/>
                  </a:lnTo>
                  <a:lnTo>
                    <a:pt x="208836" y="329054"/>
                  </a:lnTo>
                  <a:lnTo>
                    <a:pt x="213955" y="327649"/>
                  </a:lnTo>
                  <a:lnTo>
                    <a:pt x="219026" y="326082"/>
                  </a:lnTo>
                  <a:lnTo>
                    <a:pt x="224045" y="324355"/>
                  </a:lnTo>
                  <a:lnTo>
                    <a:pt x="229007" y="322470"/>
                  </a:lnTo>
                  <a:lnTo>
                    <a:pt x="233907" y="320428"/>
                  </a:lnTo>
                  <a:lnTo>
                    <a:pt x="238739" y="318231"/>
                  </a:lnTo>
                  <a:lnTo>
                    <a:pt x="243499" y="315883"/>
                  </a:lnTo>
                  <a:lnTo>
                    <a:pt x="248182" y="313384"/>
                  </a:lnTo>
                  <a:lnTo>
                    <a:pt x="252783" y="310737"/>
                  </a:lnTo>
                  <a:lnTo>
                    <a:pt x="257298" y="307947"/>
                  </a:lnTo>
                  <a:lnTo>
                    <a:pt x="261722" y="305014"/>
                  </a:lnTo>
                  <a:lnTo>
                    <a:pt x="266051" y="301942"/>
                  </a:lnTo>
                  <a:lnTo>
                    <a:pt x="270280" y="298734"/>
                  </a:lnTo>
                  <a:lnTo>
                    <a:pt x="274405" y="295394"/>
                  </a:lnTo>
                  <a:lnTo>
                    <a:pt x="278422" y="291924"/>
                  </a:lnTo>
                  <a:lnTo>
                    <a:pt x="282326" y="288328"/>
                  </a:lnTo>
                  <a:lnTo>
                    <a:pt x="286115" y="284611"/>
                  </a:lnTo>
                  <a:lnTo>
                    <a:pt x="289784" y="280775"/>
                  </a:lnTo>
                  <a:lnTo>
                    <a:pt x="293329" y="276824"/>
                  </a:lnTo>
                  <a:lnTo>
                    <a:pt x="296747" y="272763"/>
                  </a:lnTo>
                  <a:lnTo>
                    <a:pt x="300034" y="268595"/>
                  </a:lnTo>
                  <a:lnTo>
                    <a:pt x="303187" y="264325"/>
                  </a:lnTo>
                  <a:lnTo>
                    <a:pt x="306203" y="259958"/>
                  </a:lnTo>
                  <a:lnTo>
                    <a:pt x="309079" y="255496"/>
                  </a:lnTo>
                  <a:lnTo>
                    <a:pt x="311812" y="250946"/>
                  </a:lnTo>
                  <a:lnTo>
                    <a:pt x="314398" y="246311"/>
                  </a:lnTo>
                  <a:lnTo>
                    <a:pt x="316837" y="241596"/>
                  </a:lnTo>
                  <a:lnTo>
                    <a:pt x="319125" y="236806"/>
                  </a:lnTo>
                  <a:lnTo>
                    <a:pt x="321259" y="231947"/>
                  </a:lnTo>
                  <a:lnTo>
                    <a:pt x="323238" y="227021"/>
                  </a:lnTo>
                  <a:lnTo>
                    <a:pt x="325059" y="222036"/>
                  </a:lnTo>
                  <a:lnTo>
                    <a:pt x="326722" y="216995"/>
                  </a:lnTo>
                  <a:lnTo>
                    <a:pt x="328223" y="211904"/>
                  </a:lnTo>
                  <a:lnTo>
                    <a:pt x="329562" y="206767"/>
                  </a:lnTo>
                  <a:lnTo>
                    <a:pt x="330738" y="201591"/>
                  </a:lnTo>
                  <a:lnTo>
                    <a:pt x="331748" y="196380"/>
                  </a:lnTo>
                  <a:lnTo>
                    <a:pt x="332593" y="191140"/>
                  </a:lnTo>
                  <a:lnTo>
                    <a:pt x="333270" y="185875"/>
                  </a:lnTo>
                  <a:lnTo>
                    <a:pt x="333781" y="180592"/>
                  </a:lnTo>
                  <a:lnTo>
                    <a:pt x="334123" y="175295"/>
                  </a:lnTo>
                  <a:lnTo>
                    <a:pt x="334297" y="169990"/>
                  </a:lnTo>
                  <a:lnTo>
                    <a:pt x="334302" y="164682"/>
                  </a:lnTo>
                  <a:lnTo>
                    <a:pt x="334139" y="159377"/>
                  </a:lnTo>
                  <a:lnTo>
                    <a:pt x="333807" y="154079"/>
                  </a:lnTo>
                  <a:lnTo>
                    <a:pt x="333308" y="148795"/>
                  </a:lnTo>
                  <a:lnTo>
                    <a:pt x="332641" y="143529"/>
                  </a:lnTo>
                  <a:lnTo>
                    <a:pt x="331807" y="138287"/>
                  </a:lnTo>
                  <a:lnTo>
                    <a:pt x="330807" y="133074"/>
                  </a:lnTo>
                  <a:lnTo>
                    <a:pt x="329642" y="127895"/>
                  </a:lnTo>
                  <a:lnTo>
                    <a:pt x="328313" y="122756"/>
                  </a:lnTo>
                  <a:lnTo>
                    <a:pt x="326822" y="117662"/>
                  </a:lnTo>
                  <a:lnTo>
                    <a:pt x="325170" y="112618"/>
                  </a:lnTo>
                  <a:lnTo>
                    <a:pt x="323359" y="107628"/>
                  </a:lnTo>
                  <a:lnTo>
                    <a:pt x="321390" y="102699"/>
                  </a:lnTo>
                  <a:lnTo>
                    <a:pt x="319265" y="97835"/>
                  </a:lnTo>
                  <a:lnTo>
                    <a:pt x="316987" y="93041"/>
                  </a:lnTo>
                  <a:lnTo>
                    <a:pt x="314558" y="88321"/>
                  </a:lnTo>
                  <a:lnTo>
                    <a:pt x="311981" y="83681"/>
                  </a:lnTo>
                  <a:lnTo>
                    <a:pt x="309257" y="79125"/>
                  </a:lnTo>
                  <a:lnTo>
                    <a:pt x="306390" y="74658"/>
                  </a:lnTo>
                  <a:lnTo>
                    <a:pt x="303383" y="70284"/>
                  </a:lnTo>
                  <a:lnTo>
                    <a:pt x="300239" y="66008"/>
                  </a:lnTo>
                  <a:lnTo>
                    <a:pt x="296960" y="61833"/>
                  </a:lnTo>
                  <a:lnTo>
                    <a:pt x="293550" y="57765"/>
                  </a:lnTo>
                  <a:lnTo>
                    <a:pt x="290013" y="53808"/>
                  </a:lnTo>
                  <a:lnTo>
                    <a:pt x="286352" y="49964"/>
                  </a:lnTo>
                  <a:lnTo>
                    <a:pt x="282571" y="46239"/>
                  </a:lnTo>
                  <a:lnTo>
                    <a:pt x="278674" y="42635"/>
                  </a:lnTo>
                  <a:lnTo>
                    <a:pt x="274664" y="39158"/>
                  </a:lnTo>
                  <a:lnTo>
                    <a:pt x="270546" y="35809"/>
                  </a:lnTo>
                  <a:lnTo>
                    <a:pt x="266323" y="32592"/>
                  </a:lnTo>
                  <a:lnTo>
                    <a:pt x="262001" y="29512"/>
                  </a:lnTo>
                  <a:lnTo>
                    <a:pt x="257582" y="26570"/>
                  </a:lnTo>
                  <a:lnTo>
                    <a:pt x="253073" y="23770"/>
                  </a:lnTo>
                  <a:lnTo>
                    <a:pt x="248477" y="21114"/>
                  </a:lnTo>
                  <a:lnTo>
                    <a:pt x="243799" y="18606"/>
                  </a:lnTo>
                  <a:lnTo>
                    <a:pt x="239044" y="16248"/>
                  </a:lnTo>
                  <a:lnTo>
                    <a:pt x="234216" y="14041"/>
                  </a:lnTo>
                  <a:lnTo>
                    <a:pt x="229321" y="11989"/>
                  </a:lnTo>
                  <a:lnTo>
                    <a:pt x="224363" y="10094"/>
                  </a:lnTo>
                  <a:lnTo>
                    <a:pt x="219347" y="8357"/>
                  </a:lnTo>
                  <a:lnTo>
                    <a:pt x="214279" y="6780"/>
                  </a:lnTo>
                  <a:lnTo>
                    <a:pt x="209163" y="5364"/>
                  </a:lnTo>
                  <a:lnTo>
                    <a:pt x="204005" y="4112"/>
                  </a:lnTo>
                  <a:lnTo>
                    <a:pt x="198810" y="3024"/>
                  </a:lnTo>
                  <a:lnTo>
                    <a:pt x="193583" y="2102"/>
                  </a:lnTo>
                  <a:lnTo>
                    <a:pt x="188329" y="1346"/>
                  </a:lnTo>
                  <a:lnTo>
                    <a:pt x="183054" y="757"/>
                  </a:lnTo>
                  <a:lnTo>
                    <a:pt x="177762" y="336"/>
                  </a:lnTo>
                  <a:lnTo>
                    <a:pt x="172460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973499" y="5018213"/>
              <a:ext cx="47540" cy="167167"/>
            </a:xfrm>
            <a:custGeom>
              <a:avLst/>
              <a:pathLst>
                <a:path w="47540" h="167167">
                  <a:moveTo>
                    <a:pt x="47540" y="0"/>
                  </a:moveTo>
                  <a:lnTo>
                    <a:pt x="41515" y="108"/>
                  </a:lnTo>
                  <a:lnTo>
                    <a:pt x="35499" y="434"/>
                  </a:lnTo>
                  <a:lnTo>
                    <a:pt x="29498" y="976"/>
                  </a:lnTo>
                  <a:lnTo>
                    <a:pt x="23520" y="1734"/>
                  </a:lnTo>
                  <a:lnTo>
                    <a:pt x="17574" y="2707"/>
                  </a:lnTo>
                  <a:lnTo>
                    <a:pt x="11667" y="3894"/>
                  </a:lnTo>
                  <a:lnTo>
                    <a:pt x="5806" y="5293"/>
                  </a:lnTo>
                  <a:lnTo>
                    <a:pt x="0" y="6902"/>
                  </a:lnTo>
                  <a:lnTo>
                    <a:pt x="475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3499" y="5025115"/>
              <a:ext cx="47540" cy="160265"/>
            </a:xfrm>
            <a:custGeom>
              <a:avLst/>
              <a:pathLst>
                <a:path w="47540" h="160265">
                  <a:moveTo>
                    <a:pt x="0" y="0"/>
                  </a:moveTo>
                  <a:lnTo>
                    <a:pt x="47540" y="160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3499" y="5025115"/>
              <a:ext cx="47540" cy="160265"/>
            </a:xfrm>
            <a:custGeom>
              <a:avLst/>
              <a:pathLst>
                <a:path w="47540" h="160265">
                  <a:moveTo>
                    <a:pt x="0" y="0"/>
                  </a:moveTo>
                  <a:lnTo>
                    <a:pt x="47540" y="1602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3499" y="5025115"/>
              <a:ext cx="47540" cy="160265"/>
            </a:xfrm>
            <a:custGeom>
              <a:avLst/>
              <a:pathLst>
                <a:path w="47540" h="160265">
                  <a:moveTo>
                    <a:pt x="0" y="0"/>
                  </a:moveTo>
                  <a:lnTo>
                    <a:pt x="47540" y="1602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853886" y="5025115"/>
              <a:ext cx="167152" cy="215564"/>
            </a:xfrm>
            <a:custGeom>
              <a:avLst/>
              <a:pathLst>
                <a:path w="167152" h="215564">
                  <a:moveTo>
                    <a:pt x="119612" y="0"/>
                  </a:moveTo>
                  <a:lnTo>
                    <a:pt x="114447" y="1623"/>
                  </a:lnTo>
                  <a:lnTo>
                    <a:pt x="109337" y="3413"/>
                  </a:lnTo>
                  <a:lnTo>
                    <a:pt x="104287" y="5368"/>
                  </a:lnTo>
                  <a:lnTo>
                    <a:pt x="99304" y="7485"/>
                  </a:lnTo>
                  <a:lnTo>
                    <a:pt x="94391" y="9763"/>
                  </a:lnTo>
                  <a:lnTo>
                    <a:pt x="89555" y="12198"/>
                  </a:lnTo>
                  <a:lnTo>
                    <a:pt x="84801" y="14789"/>
                  </a:lnTo>
                  <a:lnTo>
                    <a:pt x="80133" y="17532"/>
                  </a:lnTo>
                  <a:lnTo>
                    <a:pt x="75556" y="20425"/>
                  </a:lnTo>
                  <a:lnTo>
                    <a:pt x="71075" y="23465"/>
                  </a:lnTo>
                  <a:lnTo>
                    <a:pt x="66695" y="26648"/>
                  </a:lnTo>
                  <a:lnTo>
                    <a:pt x="62420" y="29972"/>
                  </a:lnTo>
                  <a:lnTo>
                    <a:pt x="58256" y="33432"/>
                  </a:lnTo>
                  <a:lnTo>
                    <a:pt x="54205" y="37025"/>
                  </a:lnTo>
                  <a:lnTo>
                    <a:pt x="50273" y="40748"/>
                  </a:lnTo>
                  <a:lnTo>
                    <a:pt x="46464" y="44596"/>
                  </a:lnTo>
                  <a:lnTo>
                    <a:pt x="42781" y="48565"/>
                  </a:lnTo>
                  <a:lnTo>
                    <a:pt x="39229" y="52652"/>
                  </a:lnTo>
                  <a:lnTo>
                    <a:pt x="35811" y="56851"/>
                  </a:lnTo>
                  <a:lnTo>
                    <a:pt x="32531" y="61159"/>
                  </a:lnTo>
                  <a:lnTo>
                    <a:pt x="29392" y="65571"/>
                  </a:lnTo>
                  <a:lnTo>
                    <a:pt x="26397" y="70082"/>
                  </a:lnTo>
                  <a:lnTo>
                    <a:pt x="23550" y="74688"/>
                  </a:lnTo>
                  <a:lnTo>
                    <a:pt x="20854" y="79383"/>
                  </a:lnTo>
                  <a:lnTo>
                    <a:pt x="18311" y="84164"/>
                  </a:lnTo>
                  <a:lnTo>
                    <a:pt x="15925" y="89024"/>
                  </a:lnTo>
                  <a:lnTo>
                    <a:pt x="13697" y="93959"/>
                  </a:lnTo>
                  <a:lnTo>
                    <a:pt x="11630" y="98963"/>
                  </a:lnTo>
                  <a:lnTo>
                    <a:pt x="9726" y="104032"/>
                  </a:lnTo>
                  <a:lnTo>
                    <a:pt x="7988" y="109160"/>
                  </a:lnTo>
                  <a:lnTo>
                    <a:pt x="6416" y="114342"/>
                  </a:lnTo>
                  <a:lnTo>
                    <a:pt x="5013" y="119571"/>
                  </a:lnTo>
                  <a:lnTo>
                    <a:pt x="3781" y="124844"/>
                  </a:lnTo>
                  <a:lnTo>
                    <a:pt x="2719" y="130153"/>
                  </a:lnTo>
                  <a:lnTo>
                    <a:pt x="1830" y="135494"/>
                  </a:lnTo>
                  <a:lnTo>
                    <a:pt x="1115" y="140862"/>
                  </a:lnTo>
                  <a:lnTo>
                    <a:pt x="573" y="146249"/>
                  </a:lnTo>
                  <a:lnTo>
                    <a:pt x="207" y="151651"/>
                  </a:lnTo>
                  <a:lnTo>
                    <a:pt x="16" y="157062"/>
                  </a:lnTo>
                  <a:lnTo>
                    <a:pt x="0" y="162477"/>
                  </a:lnTo>
                  <a:lnTo>
                    <a:pt x="159" y="167889"/>
                  </a:lnTo>
                  <a:lnTo>
                    <a:pt x="493" y="173293"/>
                  </a:lnTo>
                  <a:lnTo>
                    <a:pt x="1003" y="178684"/>
                  </a:lnTo>
                  <a:lnTo>
                    <a:pt x="1686" y="184055"/>
                  </a:lnTo>
                  <a:lnTo>
                    <a:pt x="2544" y="189402"/>
                  </a:lnTo>
                  <a:lnTo>
                    <a:pt x="3574" y="194717"/>
                  </a:lnTo>
                  <a:lnTo>
                    <a:pt x="4775" y="199997"/>
                  </a:lnTo>
                  <a:lnTo>
                    <a:pt x="6147" y="205235"/>
                  </a:lnTo>
                  <a:lnTo>
                    <a:pt x="7688" y="210425"/>
                  </a:lnTo>
                  <a:lnTo>
                    <a:pt x="9396" y="215564"/>
                  </a:lnTo>
                  <a:lnTo>
                    <a:pt x="167152" y="1602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63283" y="5018213"/>
              <a:ext cx="324906" cy="334334"/>
            </a:xfrm>
            <a:custGeom>
              <a:avLst/>
              <a:pathLst>
                <a:path w="324906" h="334334">
                  <a:moveTo>
                    <a:pt x="0" y="222466"/>
                  </a:moveTo>
                  <a:lnTo>
                    <a:pt x="1832" y="227439"/>
                  </a:lnTo>
                  <a:lnTo>
                    <a:pt x="3821" y="232351"/>
                  </a:lnTo>
                  <a:lnTo>
                    <a:pt x="5964" y="237198"/>
                  </a:lnTo>
                  <a:lnTo>
                    <a:pt x="8261" y="241975"/>
                  </a:lnTo>
                  <a:lnTo>
                    <a:pt x="10707" y="246676"/>
                  </a:lnTo>
                  <a:lnTo>
                    <a:pt x="13301" y="251297"/>
                  </a:lnTo>
                  <a:lnTo>
                    <a:pt x="16041" y="255834"/>
                  </a:lnTo>
                  <a:lnTo>
                    <a:pt x="18923" y="260282"/>
                  </a:lnTo>
                  <a:lnTo>
                    <a:pt x="21944" y="264636"/>
                  </a:lnTo>
                  <a:lnTo>
                    <a:pt x="25102" y="268892"/>
                  </a:lnTo>
                  <a:lnTo>
                    <a:pt x="28393" y="273046"/>
                  </a:lnTo>
                  <a:lnTo>
                    <a:pt x="31815" y="277093"/>
                  </a:lnTo>
                  <a:lnTo>
                    <a:pt x="35363" y="281030"/>
                  </a:lnTo>
                  <a:lnTo>
                    <a:pt x="39033" y="284853"/>
                  </a:lnTo>
                  <a:lnTo>
                    <a:pt x="42824" y="288557"/>
                  </a:lnTo>
                  <a:lnTo>
                    <a:pt x="46729" y="292140"/>
                  </a:lnTo>
                  <a:lnTo>
                    <a:pt x="50747" y="295596"/>
                  </a:lnTo>
                  <a:lnTo>
                    <a:pt x="54872" y="298924"/>
                  </a:lnTo>
                  <a:lnTo>
                    <a:pt x="59100" y="302119"/>
                  </a:lnTo>
                  <a:lnTo>
                    <a:pt x="63427" y="305178"/>
                  </a:lnTo>
                  <a:lnTo>
                    <a:pt x="67850" y="308099"/>
                  </a:lnTo>
                  <a:lnTo>
                    <a:pt x="72362" y="310878"/>
                  </a:lnTo>
                  <a:lnTo>
                    <a:pt x="76961" y="313513"/>
                  </a:lnTo>
                  <a:lnTo>
                    <a:pt x="81640" y="316001"/>
                  </a:lnTo>
                  <a:lnTo>
                    <a:pt x="86397" y="318339"/>
                  </a:lnTo>
                  <a:lnTo>
                    <a:pt x="91225" y="320525"/>
                  </a:lnTo>
                  <a:lnTo>
                    <a:pt x="96119" y="322557"/>
                  </a:lnTo>
                  <a:lnTo>
                    <a:pt x="101076" y="324432"/>
                  </a:lnTo>
                  <a:lnTo>
                    <a:pt x="106090" y="326150"/>
                  </a:lnTo>
                  <a:lnTo>
                    <a:pt x="111155" y="327708"/>
                  </a:lnTo>
                  <a:lnTo>
                    <a:pt x="116268" y="329104"/>
                  </a:lnTo>
                  <a:lnTo>
                    <a:pt x="121422" y="330338"/>
                  </a:lnTo>
                  <a:lnTo>
                    <a:pt x="126613" y="331408"/>
                  </a:lnTo>
                  <a:lnTo>
                    <a:pt x="131835" y="332313"/>
                  </a:lnTo>
                  <a:lnTo>
                    <a:pt x="137083" y="333051"/>
                  </a:lnTo>
                  <a:lnTo>
                    <a:pt x="142351" y="333623"/>
                  </a:lnTo>
                  <a:lnTo>
                    <a:pt x="147636" y="334028"/>
                  </a:lnTo>
                  <a:lnTo>
                    <a:pt x="152930" y="334265"/>
                  </a:lnTo>
                  <a:lnTo>
                    <a:pt x="158230" y="334334"/>
                  </a:lnTo>
                  <a:lnTo>
                    <a:pt x="163528" y="334235"/>
                  </a:lnTo>
                  <a:lnTo>
                    <a:pt x="168821" y="333968"/>
                  </a:lnTo>
                  <a:lnTo>
                    <a:pt x="174103" y="333533"/>
                  </a:lnTo>
                  <a:lnTo>
                    <a:pt x="179369" y="332931"/>
                  </a:lnTo>
                  <a:lnTo>
                    <a:pt x="184613" y="332163"/>
                  </a:lnTo>
                  <a:lnTo>
                    <a:pt x="189829" y="331229"/>
                  </a:lnTo>
                  <a:lnTo>
                    <a:pt x="195014" y="330129"/>
                  </a:lnTo>
                  <a:lnTo>
                    <a:pt x="200161" y="328866"/>
                  </a:lnTo>
                  <a:lnTo>
                    <a:pt x="205265" y="327441"/>
                  </a:lnTo>
                  <a:lnTo>
                    <a:pt x="210322" y="325854"/>
                  </a:lnTo>
                  <a:lnTo>
                    <a:pt x="215326" y="324108"/>
                  </a:lnTo>
                  <a:lnTo>
                    <a:pt x="220272" y="322205"/>
                  </a:lnTo>
                  <a:lnTo>
                    <a:pt x="225155" y="320145"/>
                  </a:lnTo>
                  <a:lnTo>
                    <a:pt x="229970" y="317932"/>
                  </a:lnTo>
                  <a:lnTo>
                    <a:pt x="234713" y="315567"/>
                  </a:lnTo>
                  <a:lnTo>
                    <a:pt x="239379" y="313053"/>
                  </a:lnTo>
                  <a:lnTo>
                    <a:pt x="243962" y="310392"/>
                  </a:lnTo>
                  <a:lnTo>
                    <a:pt x="248459" y="307587"/>
                  </a:lnTo>
                  <a:lnTo>
                    <a:pt x="252865" y="304641"/>
                  </a:lnTo>
                  <a:lnTo>
                    <a:pt x="257175" y="301557"/>
                  </a:lnTo>
                  <a:lnTo>
                    <a:pt x="261385" y="298338"/>
                  </a:lnTo>
                  <a:lnTo>
                    <a:pt x="265491" y="294987"/>
                  </a:lnTo>
                  <a:lnTo>
                    <a:pt x="269489" y="291508"/>
                  </a:lnTo>
                  <a:lnTo>
                    <a:pt x="273374" y="287904"/>
                  </a:lnTo>
                  <a:lnTo>
                    <a:pt x="277143" y="284178"/>
                  </a:lnTo>
                  <a:lnTo>
                    <a:pt x="280792" y="280335"/>
                  </a:lnTo>
                  <a:lnTo>
                    <a:pt x="284318" y="276378"/>
                  </a:lnTo>
                  <a:lnTo>
                    <a:pt x="287716" y="272311"/>
                  </a:lnTo>
                  <a:lnTo>
                    <a:pt x="290984" y="268138"/>
                  </a:lnTo>
                  <a:lnTo>
                    <a:pt x="294117" y="263864"/>
                  </a:lnTo>
                  <a:lnTo>
                    <a:pt x="297114" y="259493"/>
                  </a:lnTo>
                  <a:lnTo>
                    <a:pt x="299971" y="255029"/>
                  </a:lnTo>
                  <a:lnTo>
                    <a:pt x="302685" y="250477"/>
                  </a:lnTo>
                  <a:lnTo>
                    <a:pt x="305253" y="245841"/>
                  </a:lnTo>
                  <a:lnTo>
                    <a:pt x="307672" y="241126"/>
                  </a:lnTo>
                  <a:lnTo>
                    <a:pt x="309941" y="236336"/>
                  </a:lnTo>
                  <a:lnTo>
                    <a:pt x="312058" y="231477"/>
                  </a:lnTo>
                  <a:lnTo>
                    <a:pt x="314019" y="226554"/>
                  </a:lnTo>
                  <a:lnTo>
                    <a:pt x="315823" y="221571"/>
                  </a:lnTo>
                  <a:lnTo>
                    <a:pt x="317468" y="216533"/>
                  </a:lnTo>
                  <a:lnTo>
                    <a:pt x="318952" y="211445"/>
                  </a:lnTo>
                  <a:lnTo>
                    <a:pt x="320275" y="206313"/>
                  </a:lnTo>
                  <a:lnTo>
                    <a:pt x="321434" y="201141"/>
                  </a:lnTo>
                  <a:lnTo>
                    <a:pt x="322429" y="195936"/>
                  </a:lnTo>
                  <a:lnTo>
                    <a:pt x="323258" y="190701"/>
                  </a:lnTo>
                  <a:lnTo>
                    <a:pt x="323921" y="185443"/>
                  </a:lnTo>
                  <a:lnTo>
                    <a:pt x="324417" y="180167"/>
                  </a:lnTo>
                  <a:lnTo>
                    <a:pt x="324745" y="174877"/>
                  </a:lnTo>
                  <a:lnTo>
                    <a:pt x="324906" y="169580"/>
                  </a:lnTo>
                  <a:lnTo>
                    <a:pt x="324898" y="164280"/>
                  </a:lnTo>
                  <a:lnTo>
                    <a:pt x="324723" y="158983"/>
                  </a:lnTo>
                  <a:lnTo>
                    <a:pt x="324379" y="153695"/>
                  </a:lnTo>
                  <a:lnTo>
                    <a:pt x="323868" y="148420"/>
                  </a:lnTo>
                  <a:lnTo>
                    <a:pt x="323191" y="143163"/>
                  </a:lnTo>
                  <a:lnTo>
                    <a:pt x="322347" y="137931"/>
                  </a:lnTo>
                  <a:lnTo>
                    <a:pt x="321337" y="132728"/>
                  </a:lnTo>
                  <a:lnTo>
                    <a:pt x="320163" y="127560"/>
                  </a:lnTo>
                  <a:lnTo>
                    <a:pt x="318826" y="122432"/>
                  </a:lnTo>
                  <a:lnTo>
                    <a:pt x="317327" y="117349"/>
                  </a:lnTo>
                  <a:lnTo>
                    <a:pt x="315668" y="112315"/>
                  </a:lnTo>
                  <a:lnTo>
                    <a:pt x="313850" y="107337"/>
                  </a:lnTo>
                  <a:lnTo>
                    <a:pt x="311875" y="102419"/>
                  </a:lnTo>
                  <a:lnTo>
                    <a:pt x="309745" y="97566"/>
                  </a:lnTo>
                  <a:lnTo>
                    <a:pt x="307462" y="92783"/>
                  </a:lnTo>
                  <a:lnTo>
                    <a:pt x="305029" y="88075"/>
                  </a:lnTo>
                  <a:lnTo>
                    <a:pt x="302448" y="83446"/>
                  </a:lnTo>
                  <a:lnTo>
                    <a:pt x="299721" y="78902"/>
                  </a:lnTo>
                  <a:lnTo>
                    <a:pt x="296852" y="74446"/>
                  </a:lnTo>
                  <a:lnTo>
                    <a:pt x="293843" y="70083"/>
                  </a:lnTo>
                  <a:lnTo>
                    <a:pt x="290697" y="65818"/>
                  </a:lnTo>
                  <a:lnTo>
                    <a:pt x="287417" y="61655"/>
                  </a:lnTo>
                  <a:lnTo>
                    <a:pt x="284008" y="57598"/>
                  </a:lnTo>
                  <a:lnTo>
                    <a:pt x="280471" y="53651"/>
                  </a:lnTo>
                  <a:lnTo>
                    <a:pt x="276811" y="49818"/>
                  </a:lnTo>
                  <a:lnTo>
                    <a:pt x="273031" y="46103"/>
                  </a:lnTo>
                  <a:lnTo>
                    <a:pt x="269136" y="42510"/>
                  </a:lnTo>
                  <a:lnTo>
                    <a:pt x="265128" y="39042"/>
                  </a:lnTo>
                  <a:lnTo>
                    <a:pt x="261013" y="35702"/>
                  </a:lnTo>
                  <a:lnTo>
                    <a:pt x="256793" y="32495"/>
                  </a:lnTo>
                  <a:lnTo>
                    <a:pt x="252475" y="29423"/>
                  </a:lnTo>
                  <a:lnTo>
                    <a:pt x="248061" y="26490"/>
                  </a:lnTo>
                  <a:lnTo>
                    <a:pt x="243556" y="23698"/>
                  </a:lnTo>
                  <a:lnTo>
                    <a:pt x="238965" y="21051"/>
                  </a:lnTo>
                  <a:lnTo>
                    <a:pt x="234292" y="18550"/>
                  </a:lnTo>
                  <a:lnTo>
                    <a:pt x="229543" y="16198"/>
                  </a:lnTo>
                  <a:lnTo>
                    <a:pt x="224721" y="13998"/>
                  </a:lnTo>
                  <a:lnTo>
                    <a:pt x="219832" y="11953"/>
                  </a:lnTo>
                  <a:lnTo>
                    <a:pt x="214881" y="10063"/>
                  </a:lnTo>
                  <a:lnTo>
                    <a:pt x="209872" y="8331"/>
                  </a:lnTo>
                  <a:lnTo>
                    <a:pt x="204811" y="6759"/>
                  </a:lnTo>
                  <a:lnTo>
                    <a:pt x="199702" y="5348"/>
                  </a:lnTo>
                  <a:lnTo>
                    <a:pt x="194552" y="4099"/>
                  </a:lnTo>
                  <a:lnTo>
                    <a:pt x="189364" y="3015"/>
                  </a:lnTo>
                  <a:lnTo>
                    <a:pt x="184145" y="2096"/>
                  </a:lnTo>
                  <a:lnTo>
                    <a:pt x="178899" y="1342"/>
                  </a:lnTo>
                  <a:lnTo>
                    <a:pt x="173632" y="755"/>
                  </a:lnTo>
                  <a:lnTo>
                    <a:pt x="168348" y="335"/>
                  </a:lnTo>
                  <a:lnTo>
                    <a:pt x="163055" y="84"/>
                  </a:lnTo>
                  <a:lnTo>
                    <a:pt x="157756" y="0"/>
                  </a:lnTo>
                  <a:lnTo>
                    <a:pt x="1577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319749" y="4659281"/>
              <a:ext cx="103486" cy="167167"/>
            </a:xfrm>
            <a:custGeom>
              <a:avLst/>
              <a:pathLst>
                <a:path w="103486" h="167167">
                  <a:moveTo>
                    <a:pt x="103486" y="0"/>
                  </a:moveTo>
                  <a:lnTo>
                    <a:pt x="97907" y="93"/>
                  </a:lnTo>
                  <a:lnTo>
                    <a:pt x="92335" y="372"/>
                  </a:lnTo>
                  <a:lnTo>
                    <a:pt x="86775" y="837"/>
                  </a:lnTo>
                  <a:lnTo>
                    <a:pt x="81234" y="1487"/>
                  </a:lnTo>
                  <a:lnTo>
                    <a:pt x="75717" y="2322"/>
                  </a:lnTo>
                  <a:lnTo>
                    <a:pt x="70232" y="3340"/>
                  </a:lnTo>
                  <a:lnTo>
                    <a:pt x="64783" y="4541"/>
                  </a:lnTo>
                  <a:lnTo>
                    <a:pt x="59378" y="5923"/>
                  </a:lnTo>
                  <a:lnTo>
                    <a:pt x="54021" y="7485"/>
                  </a:lnTo>
                  <a:lnTo>
                    <a:pt x="48720" y="9225"/>
                  </a:lnTo>
                  <a:lnTo>
                    <a:pt x="43480" y="11140"/>
                  </a:lnTo>
                  <a:lnTo>
                    <a:pt x="38307" y="13230"/>
                  </a:lnTo>
                  <a:lnTo>
                    <a:pt x="33206" y="15490"/>
                  </a:lnTo>
                  <a:lnTo>
                    <a:pt x="28184" y="17920"/>
                  </a:lnTo>
                  <a:lnTo>
                    <a:pt x="23245" y="20516"/>
                  </a:lnTo>
                  <a:lnTo>
                    <a:pt x="18396" y="23276"/>
                  </a:lnTo>
                  <a:lnTo>
                    <a:pt x="13642" y="26195"/>
                  </a:lnTo>
                  <a:lnTo>
                    <a:pt x="8987" y="29272"/>
                  </a:lnTo>
                  <a:lnTo>
                    <a:pt x="4438" y="32502"/>
                  </a:lnTo>
                  <a:lnTo>
                    <a:pt x="0" y="35883"/>
                  </a:lnTo>
                  <a:lnTo>
                    <a:pt x="10348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19749" y="4695164"/>
              <a:ext cx="103486" cy="131284"/>
            </a:xfrm>
            <a:custGeom>
              <a:avLst/>
              <a:pathLst>
                <a:path w="103486" h="131284">
                  <a:moveTo>
                    <a:pt x="0" y="0"/>
                  </a:moveTo>
                  <a:lnTo>
                    <a:pt x="103486" y="1312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19749" y="4695164"/>
              <a:ext cx="103486" cy="131284"/>
            </a:xfrm>
            <a:custGeom>
              <a:avLst/>
              <a:pathLst>
                <a:path w="103486" h="131284">
                  <a:moveTo>
                    <a:pt x="0" y="0"/>
                  </a:moveTo>
                  <a:lnTo>
                    <a:pt x="103486" y="1312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56073" y="4695164"/>
              <a:ext cx="246976" cy="298436"/>
            </a:xfrm>
            <a:custGeom>
              <a:avLst/>
              <a:pathLst>
                <a:path w="246976" h="298436">
                  <a:moveTo>
                    <a:pt x="63675" y="0"/>
                  </a:moveTo>
                  <a:lnTo>
                    <a:pt x="59533" y="3373"/>
                  </a:lnTo>
                  <a:lnTo>
                    <a:pt x="55501" y="6877"/>
                  </a:lnTo>
                  <a:lnTo>
                    <a:pt x="51584" y="10508"/>
                  </a:lnTo>
                  <a:lnTo>
                    <a:pt x="47784" y="14262"/>
                  </a:lnTo>
                  <a:lnTo>
                    <a:pt x="44106" y="18136"/>
                  </a:lnTo>
                  <a:lnTo>
                    <a:pt x="40554" y="22125"/>
                  </a:lnTo>
                  <a:lnTo>
                    <a:pt x="37131" y="26226"/>
                  </a:lnTo>
                  <a:lnTo>
                    <a:pt x="33841" y="30434"/>
                  </a:lnTo>
                  <a:lnTo>
                    <a:pt x="30687" y="34745"/>
                  </a:lnTo>
                  <a:lnTo>
                    <a:pt x="27672" y="39154"/>
                  </a:lnTo>
                  <a:lnTo>
                    <a:pt x="24800" y="43658"/>
                  </a:lnTo>
                  <a:lnTo>
                    <a:pt x="22073" y="48251"/>
                  </a:lnTo>
                  <a:lnTo>
                    <a:pt x="19494" y="52929"/>
                  </a:lnTo>
                  <a:lnTo>
                    <a:pt x="17066" y="57687"/>
                  </a:lnTo>
                  <a:lnTo>
                    <a:pt x="14791" y="62520"/>
                  </a:lnTo>
                  <a:lnTo>
                    <a:pt x="12672" y="67423"/>
                  </a:lnTo>
                  <a:lnTo>
                    <a:pt x="10711" y="72392"/>
                  </a:lnTo>
                  <a:lnTo>
                    <a:pt x="8909" y="77420"/>
                  </a:lnTo>
                  <a:lnTo>
                    <a:pt x="7269" y="82504"/>
                  </a:lnTo>
                  <a:lnTo>
                    <a:pt x="5792" y="87637"/>
                  </a:lnTo>
                  <a:lnTo>
                    <a:pt x="4480" y="92815"/>
                  </a:lnTo>
                  <a:lnTo>
                    <a:pt x="3334" y="98032"/>
                  </a:lnTo>
                  <a:lnTo>
                    <a:pt x="2355" y="103283"/>
                  </a:lnTo>
                  <a:lnTo>
                    <a:pt x="1545" y="108563"/>
                  </a:lnTo>
                  <a:lnTo>
                    <a:pt x="903" y="113866"/>
                  </a:lnTo>
                  <a:lnTo>
                    <a:pt x="432" y="119187"/>
                  </a:lnTo>
                  <a:lnTo>
                    <a:pt x="130" y="124520"/>
                  </a:lnTo>
                  <a:lnTo>
                    <a:pt x="0" y="129860"/>
                  </a:lnTo>
                  <a:lnTo>
                    <a:pt x="39" y="135201"/>
                  </a:lnTo>
                  <a:lnTo>
                    <a:pt x="250" y="140539"/>
                  </a:lnTo>
                  <a:lnTo>
                    <a:pt x="631" y="145867"/>
                  </a:lnTo>
                  <a:lnTo>
                    <a:pt x="1182" y="151180"/>
                  </a:lnTo>
                  <a:lnTo>
                    <a:pt x="1902" y="156473"/>
                  </a:lnTo>
                  <a:lnTo>
                    <a:pt x="2791" y="161740"/>
                  </a:lnTo>
                  <a:lnTo>
                    <a:pt x="3848" y="166976"/>
                  </a:lnTo>
                  <a:lnTo>
                    <a:pt x="5072" y="172175"/>
                  </a:lnTo>
                  <a:lnTo>
                    <a:pt x="6461" y="177333"/>
                  </a:lnTo>
                  <a:lnTo>
                    <a:pt x="8014" y="182444"/>
                  </a:lnTo>
                  <a:lnTo>
                    <a:pt x="9730" y="187503"/>
                  </a:lnTo>
                  <a:lnTo>
                    <a:pt x="11607" y="192504"/>
                  </a:lnTo>
                  <a:lnTo>
                    <a:pt x="13642" y="197442"/>
                  </a:lnTo>
                  <a:lnTo>
                    <a:pt x="15834" y="202313"/>
                  </a:lnTo>
                  <a:lnTo>
                    <a:pt x="18181" y="207112"/>
                  </a:lnTo>
                  <a:lnTo>
                    <a:pt x="20679" y="211833"/>
                  </a:lnTo>
                  <a:lnTo>
                    <a:pt x="23328" y="216472"/>
                  </a:lnTo>
                  <a:lnTo>
                    <a:pt x="26123" y="221024"/>
                  </a:lnTo>
                  <a:lnTo>
                    <a:pt x="29062" y="225484"/>
                  </a:lnTo>
                  <a:lnTo>
                    <a:pt x="32142" y="229848"/>
                  </a:lnTo>
                  <a:lnTo>
                    <a:pt x="35360" y="234112"/>
                  </a:lnTo>
                  <a:lnTo>
                    <a:pt x="38713" y="238270"/>
                  </a:lnTo>
                  <a:lnTo>
                    <a:pt x="42197" y="242319"/>
                  </a:lnTo>
                  <a:lnTo>
                    <a:pt x="45808" y="246255"/>
                  </a:lnTo>
                  <a:lnTo>
                    <a:pt x="49543" y="250074"/>
                  </a:lnTo>
                  <a:lnTo>
                    <a:pt x="53398" y="253771"/>
                  </a:lnTo>
                  <a:lnTo>
                    <a:pt x="57370" y="257343"/>
                  </a:lnTo>
                  <a:lnTo>
                    <a:pt x="61453" y="260786"/>
                  </a:lnTo>
                  <a:lnTo>
                    <a:pt x="65645" y="264098"/>
                  </a:lnTo>
                  <a:lnTo>
                    <a:pt x="69940" y="267273"/>
                  </a:lnTo>
                  <a:lnTo>
                    <a:pt x="74335" y="270310"/>
                  </a:lnTo>
                  <a:lnTo>
                    <a:pt x="78824" y="273205"/>
                  </a:lnTo>
                  <a:lnTo>
                    <a:pt x="83403" y="275955"/>
                  </a:lnTo>
                  <a:lnTo>
                    <a:pt x="88068" y="278557"/>
                  </a:lnTo>
                  <a:lnTo>
                    <a:pt x="92814" y="281009"/>
                  </a:lnTo>
                  <a:lnTo>
                    <a:pt x="97635" y="283307"/>
                  </a:lnTo>
                  <a:lnTo>
                    <a:pt x="102528" y="285451"/>
                  </a:lnTo>
                  <a:lnTo>
                    <a:pt x="107486" y="287437"/>
                  </a:lnTo>
                  <a:lnTo>
                    <a:pt x="112506" y="289264"/>
                  </a:lnTo>
                  <a:lnTo>
                    <a:pt x="117581" y="290930"/>
                  </a:lnTo>
                  <a:lnTo>
                    <a:pt x="122707" y="292432"/>
                  </a:lnTo>
                  <a:lnTo>
                    <a:pt x="127878" y="293770"/>
                  </a:lnTo>
                  <a:lnTo>
                    <a:pt x="133090" y="294942"/>
                  </a:lnTo>
                  <a:lnTo>
                    <a:pt x="138336" y="295947"/>
                  </a:lnTo>
                  <a:lnTo>
                    <a:pt x="143612" y="296784"/>
                  </a:lnTo>
                  <a:lnTo>
                    <a:pt x="148911" y="297452"/>
                  </a:lnTo>
                  <a:lnTo>
                    <a:pt x="154230" y="297950"/>
                  </a:lnTo>
                  <a:lnTo>
                    <a:pt x="159561" y="298279"/>
                  </a:lnTo>
                  <a:lnTo>
                    <a:pt x="164900" y="298436"/>
                  </a:lnTo>
                  <a:lnTo>
                    <a:pt x="170242" y="298423"/>
                  </a:lnTo>
                  <a:lnTo>
                    <a:pt x="175581" y="298239"/>
                  </a:lnTo>
                  <a:lnTo>
                    <a:pt x="180910" y="297885"/>
                  </a:lnTo>
                  <a:lnTo>
                    <a:pt x="186226" y="297361"/>
                  </a:lnTo>
                  <a:lnTo>
                    <a:pt x="191522" y="296667"/>
                  </a:lnTo>
                  <a:lnTo>
                    <a:pt x="196794" y="295804"/>
                  </a:lnTo>
                  <a:lnTo>
                    <a:pt x="202035" y="294773"/>
                  </a:lnTo>
                  <a:lnTo>
                    <a:pt x="207241" y="293576"/>
                  </a:lnTo>
                  <a:lnTo>
                    <a:pt x="212405" y="292212"/>
                  </a:lnTo>
                  <a:lnTo>
                    <a:pt x="217524" y="290684"/>
                  </a:lnTo>
                  <a:lnTo>
                    <a:pt x="222591" y="288994"/>
                  </a:lnTo>
                  <a:lnTo>
                    <a:pt x="227601" y="287142"/>
                  </a:lnTo>
                  <a:lnTo>
                    <a:pt x="232550" y="285132"/>
                  </a:lnTo>
                  <a:lnTo>
                    <a:pt x="237432" y="282964"/>
                  </a:lnTo>
                  <a:lnTo>
                    <a:pt x="242242" y="280642"/>
                  </a:lnTo>
                  <a:lnTo>
                    <a:pt x="246976" y="278167"/>
                  </a:lnTo>
                  <a:lnTo>
                    <a:pt x="167161" y="131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423235" y="4659281"/>
              <a:ext cx="167159" cy="314050"/>
            </a:xfrm>
            <a:custGeom>
              <a:avLst/>
              <a:pathLst>
                <a:path w="167159" h="314050">
                  <a:moveTo>
                    <a:pt x="79815" y="314050"/>
                  </a:moveTo>
                  <a:lnTo>
                    <a:pt x="84452" y="311433"/>
                  </a:lnTo>
                  <a:lnTo>
                    <a:pt x="89004" y="308670"/>
                  </a:lnTo>
                  <a:lnTo>
                    <a:pt x="93465" y="305764"/>
                  </a:lnTo>
                  <a:lnTo>
                    <a:pt x="97832" y="302717"/>
                  </a:lnTo>
                  <a:lnTo>
                    <a:pt x="102099" y="299532"/>
                  </a:lnTo>
                  <a:lnTo>
                    <a:pt x="106263" y="296214"/>
                  </a:lnTo>
                  <a:lnTo>
                    <a:pt x="110319" y="292764"/>
                  </a:lnTo>
                  <a:lnTo>
                    <a:pt x="114263" y="289187"/>
                  </a:lnTo>
                  <a:lnTo>
                    <a:pt x="118091" y="285486"/>
                  </a:lnTo>
                  <a:lnTo>
                    <a:pt x="121799" y="281665"/>
                  </a:lnTo>
                  <a:lnTo>
                    <a:pt x="125384" y="277727"/>
                  </a:lnTo>
                  <a:lnTo>
                    <a:pt x="128842" y="273678"/>
                  </a:lnTo>
                  <a:lnTo>
                    <a:pt x="132169" y="269521"/>
                  </a:lnTo>
                  <a:lnTo>
                    <a:pt x="135361" y="265259"/>
                  </a:lnTo>
                  <a:lnTo>
                    <a:pt x="138417" y="260899"/>
                  </a:lnTo>
                  <a:lnTo>
                    <a:pt x="141332" y="256443"/>
                  </a:lnTo>
                  <a:lnTo>
                    <a:pt x="144103" y="251896"/>
                  </a:lnTo>
                  <a:lnTo>
                    <a:pt x="146729" y="247264"/>
                  </a:lnTo>
                  <a:lnTo>
                    <a:pt x="149205" y="242550"/>
                  </a:lnTo>
                  <a:lnTo>
                    <a:pt x="151530" y="237760"/>
                  </a:lnTo>
                  <a:lnTo>
                    <a:pt x="153702" y="232898"/>
                  </a:lnTo>
                  <a:lnTo>
                    <a:pt x="155717" y="227970"/>
                  </a:lnTo>
                  <a:lnTo>
                    <a:pt x="157575" y="222980"/>
                  </a:lnTo>
                  <a:lnTo>
                    <a:pt x="159272" y="217933"/>
                  </a:lnTo>
                  <a:lnTo>
                    <a:pt x="160808" y="212835"/>
                  </a:lnTo>
                  <a:lnTo>
                    <a:pt x="162181" y="207690"/>
                  </a:lnTo>
                  <a:lnTo>
                    <a:pt x="163389" y="202504"/>
                  </a:lnTo>
                  <a:lnTo>
                    <a:pt x="164432" y="197283"/>
                  </a:lnTo>
                  <a:lnTo>
                    <a:pt x="165308" y="192031"/>
                  </a:lnTo>
                  <a:lnTo>
                    <a:pt x="166016" y="186753"/>
                  </a:lnTo>
                  <a:lnTo>
                    <a:pt x="166555" y="181456"/>
                  </a:lnTo>
                  <a:lnTo>
                    <a:pt x="166926" y="176144"/>
                  </a:lnTo>
                  <a:lnTo>
                    <a:pt x="167127" y="170824"/>
                  </a:lnTo>
                  <a:lnTo>
                    <a:pt x="167159" y="165499"/>
                  </a:lnTo>
                  <a:lnTo>
                    <a:pt x="167021" y="160176"/>
                  </a:lnTo>
                  <a:lnTo>
                    <a:pt x="166713" y="154860"/>
                  </a:lnTo>
                  <a:lnTo>
                    <a:pt x="166237" y="149557"/>
                  </a:lnTo>
                  <a:lnTo>
                    <a:pt x="165592" y="144272"/>
                  </a:lnTo>
                  <a:lnTo>
                    <a:pt x="164778" y="139010"/>
                  </a:lnTo>
                  <a:lnTo>
                    <a:pt x="163798" y="133776"/>
                  </a:lnTo>
                  <a:lnTo>
                    <a:pt x="162652" y="128576"/>
                  </a:lnTo>
                  <a:lnTo>
                    <a:pt x="161340" y="123416"/>
                  </a:lnTo>
                  <a:lnTo>
                    <a:pt x="159865" y="118299"/>
                  </a:lnTo>
                  <a:lnTo>
                    <a:pt x="158227" y="113233"/>
                  </a:lnTo>
                  <a:lnTo>
                    <a:pt x="156429" y="108221"/>
                  </a:lnTo>
                  <a:lnTo>
                    <a:pt x="154473" y="103269"/>
                  </a:lnTo>
                  <a:lnTo>
                    <a:pt x="152359" y="98382"/>
                  </a:lnTo>
                  <a:lnTo>
                    <a:pt x="150091" y="93564"/>
                  </a:lnTo>
                  <a:lnTo>
                    <a:pt x="147671" y="88821"/>
                  </a:lnTo>
                  <a:lnTo>
                    <a:pt x="145101" y="84158"/>
                  </a:lnTo>
                  <a:lnTo>
                    <a:pt x="142384" y="79579"/>
                  </a:lnTo>
                  <a:lnTo>
                    <a:pt x="139522" y="75089"/>
                  </a:lnTo>
                  <a:lnTo>
                    <a:pt x="136519" y="70692"/>
                  </a:lnTo>
                  <a:lnTo>
                    <a:pt x="133377" y="66393"/>
                  </a:lnTo>
                  <a:lnTo>
                    <a:pt x="130100" y="62196"/>
                  </a:lnTo>
                  <a:lnTo>
                    <a:pt x="126691" y="58106"/>
                  </a:lnTo>
                  <a:lnTo>
                    <a:pt x="123153" y="54127"/>
                  </a:lnTo>
                  <a:lnTo>
                    <a:pt x="119491" y="50262"/>
                  </a:lnTo>
                  <a:lnTo>
                    <a:pt x="115707" y="46515"/>
                  </a:lnTo>
                  <a:lnTo>
                    <a:pt x="111806" y="42892"/>
                  </a:lnTo>
                  <a:lnTo>
                    <a:pt x="107791" y="39394"/>
                  </a:lnTo>
                  <a:lnTo>
                    <a:pt x="103667" y="36026"/>
                  </a:lnTo>
                  <a:lnTo>
                    <a:pt x="99438" y="32791"/>
                  </a:lnTo>
                  <a:lnTo>
                    <a:pt x="95108" y="29692"/>
                  </a:lnTo>
                  <a:lnTo>
                    <a:pt x="90681" y="26733"/>
                  </a:lnTo>
                  <a:lnTo>
                    <a:pt x="86162" y="23916"/>
                  </a:lnTo>
                  <a:lnTo>
                    <a:pt x="81557" y="21244"/>
                  </a:lnTo>
                  <a:lnTo>
                    <a:pt x="76868" y="18721"/>
                  </a:lnTo>
                  <a:lnTo>
                    <a:pt x="72101" y="16348"/>
                  </a:lnTo>
                  <a:lnTo>
                    <a:pt x="67261" y="14128"/>
                  </a:lnTo>
                  <a:lnTo>
                    <a:pt x="62353" y="12064"/>
                  </a:lnTo>
                  <a:lnTo>
                    <a:pt x="57382" y="10157"/>
                  </a:lnTo>
                  <a:lnTo>
                    <a:pt x="52352" y="8409"/>
                  </a:lnTo>
                  <a:lnTo>
                    <a:pt x="47269" y="6822"/>
                  </a:lnTo>
                  <a:lnTo>
                    <a:pt x="42139" y="5398"/>
                  </a:lnTo>
                  <a:lnTo>
                    <a:pt x="36965" y="4138"/>
                  </a:lnTo>
                  <a:lnTo>
                    <a:pt x="31755" y="3043"/>
                  </a:lnTo>
                  <a:lnTo>
                    <a:pt x="26511" y="2115"/>
                  </a:lnTo>
                  <a:lnTo>
                    <a:pt x="21241" y="1355"/>
                  </a:lnTo>
                  <a:lnTo>
                    <a:pt x="15950" y="762"/>
                  </a:lnTo>
                  <a:lnTo>
                    <a:pt x="10642" y="339"/>
                  </a:lnTo>
                  <a:lnTo>
                    <a:pt x="5323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601231" y="4213821"/>
              <a:ext cx="127240" cy="167167"/>
            </a:xfrm>
            <a:custGeom>
              <a:avLst/>
              <a:pathLst>
                <a:path w="127240" h="167167">
                  <a:moveTo>
                    <a:pt x="127240" y="0"/>
                  </a:moveTo>
                  <a:lnTo>
                    <a:pt x="121679" y="92"/>
                  </a:lnTo>
                  <a:lnTo>
                    <a:pt x="116124" y="370"/>
                  </a:lnTo>
                  <a:lnTo>
                    <a:pt x="110582" y="832"/>
                  </a:lnTo>
                  <a:lnTo>
                    <a:pt x="105057" y="1478"/>
                  </a:lnTo>
                  <a:lnTo>
                    <a:pt x="99558" y="2308"/>
                  </a:lnTo>
                  <a:lnTo>
                    <a:pt x="94089" y="3320"/>
                  </a:lnTo>
                  <a:lnTo>
                    <a:pt x="88656" y="4513"/>
                  </a:lnTo>
                  <a:lnTo>
                    <a:pt x="83267" y="5887"/>
                  </a:lnTo>
                  <a:lnTo>
                    <a:pt x="77926" y="7439"/>
                  </a:lnTo>
                  <a:lnTo>
                    <a:pt x="72639" y="9168"/>
                  </a:lnTo>
                  <a:lnTo>
                    <a:pt x="67414" y="11072"/>
                  </a:lnTo>
                  <a:lnTo>
                    <a:pt x="62254" y="13148"/>
                  </a:lnTo>
                  <a:lnTo>
                    <a:pt x="57166" y="15396"/>
                  </a:lnTo>
                  <a:lnTo>
                    <a:pt x="52156" y="17811"/>
                  </a:lnTo>
                  <a:lnTo>
                    <a:pt x="47229" y="20391"/>
                  </a:lnTo>
                  <a:lnTo>
                    <a:pt x="42390" y="23134"/>
                  </a:lnTo>
                  <a:lnTo>
                    <a:pt x="37646" y="26037"/>
                  </a:lnTo>
                  <a:lnTo>
                    <a:pt x="33001" y="29095"/>
                  </a:lnTo>
                  <a:lnTo>
                    <a:pt x="28459" y="32307"/>
                  </a:lnTo>
                  <a:lnTo>
                    <a:pt x="24028" y="35667"/>
                  </a:lnTo>
                  <a:lnTo>
                    <a:pt x="19710" y="39174"/>
                  </a:lnTo>
                  <a:lnTo>
                    <a:pt x="15512" y="42822"/>
                  </a:lnTo>
                  <a:lnTo>
                    <a:pt x="11437" y="46608"/>
                  </a:lnTo>
                  <a:lnTo>
                    <a:pt x="7491" y="50527"/>
                  </a:lnTo>
                  <a:lnTo>
                    <a:pt x="3677" y="54575"/>
                  </a:lnTo>
                  <a:lnTo>
                    <a:pt x="0" y="58748"/>
                  </a:lnTo>
                  <a:lnTo>
                    <a:pt x="12724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601231" y="4272569"/>
              <a:ext cx="127240" cy="108419"/>
            </a:xfrm>
            <a:custGeom>
              <a:avLst/>
              <a:pathLst>
                <a:path w="127240" h="108419">
                  <a:moveTo>
                    <a:pt x="0" y="0"/>
                  </a:moveTo>
                  <a:lnTo>
                    <a:pt x="127240" y="1084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61308" y="4272569"/>
              <a:ext cx="333986" cy="275573"/>
            </a:xfrm>
            <a:custGeom>
              <a:avLst/>
              <a:pathLst>
                <a:path w="333986" h="275573">
                  <a:moveTo>
                    <a:pt x="39923" y="0"/>
                  </a:moveTo>
                  <a:lnTo>
                    <a:pt x="36541" y="4099"/>
                  </a:lnTo>
                  <a:lnTo>
                    <a:pt x="33291" y="8303"/>
                  </a:lnTo>
                  <a:lnTo>
                    <a:pt x="30177" y="12609"/>
                  </a:lnTo>
                  <a:lnTo>
                    <a:pt x="27200" y="17011"/>
                  </a:lnTo>
                  <a:lnTo>
                    <a:pt x="24366" y="21506"/>
                  </a:lnTo>
                  <a:lnTo>
                    <a:pt x="21675" y="26089"/>
                  </a:lnTo>
                  <a:lnTo>
                    <a:pt x="19132" y="30755"/>
                  </a:lnTo>
                  <a:lnTo>
                    <a:pt x="16738" y="35499"/>
                  </a:lnTo>
                  <a:lnTo>
                    <a:pt x="14497" y="40318"/>
                  </a:lnTo>
                  <a:lnTo>
                    <a:pt x="12409" y="45204"/>
                  </a:lnTo>
                  <a:lnTo>
                    <a:pt x="10478" y="50155"/>
                  </a:lnTo>
                  <a:lnTo>
                    <a:pt x="8705" y="55165"/>
                  </a:lnTo>
                  <a:lnTo>
                    <a:pt x="7093" y="60228"/>
                  </a:lnTo>
                  <a:lnTo>
                    <a:pt x="5642" y="65341"/>
                  </a:lnTo>
                  <a:lnTo>
                    <a:pt x="4354" y="70496"/>
                  </a:lnTo>
                  <a:lnTo>
                    <a:pt x="3231" y="75690"/>
                  </a:lnTo>
                  <a:lnTo>
                    <a:pt x="2274" y="80918"/>
                  </a:lnTo>
                  <a:lnTo>
                    <a:pt x="1483" y="86172"/>
                  </a:lnTo>
                  <a:lnTo>
                    <a:pt x="860" y="91450"/>
                  </a:lnTo>
                  <a:lnTo>
                    <a:pt x="404" y="96744"/>
                  </a:lnTo>
                  <a:lnTo>
                    <a:pt x="117" y="102051"/>
                  </a:lnTo>
                  <a:lnTo>
                    <a:pt x="0" y="107364"/>
                  </a:lnTo>
                  <a:lnTo>
                    <a:pt x="50" y="112677"/>
                  </a:lnTo>
                  <a:lnTo>
                    <a:pt x="270" y="117987"/>
                  </a:lnTo>
                  <a:lnTo>
                    <a:pt x="659" y="123287"/>
                  </a:lnTo>
                  <a:lnTo>
                    <a:pt x="1215" y="128572"/>
                  </a:lnTo>
                  <a:lnTo>
                    <a:pt x="1940" y="133836"/>
                  </a:lnTo>
                  <a:lnTo>
                    <a:pt x="2831" y="139075"/>
                  </a:lnTo>
                  <a:lnTo>
                    <a:pt x="3889" y="144283"/>
                  </a:lnTo>
                  <a:lnTo>
                    <a:pt x="5111" y="149454"/>
                  </a:lnTo>
                  <a:lnTo>
                    <a:pt x="6497" y="154584"/>
                  </a:lnTo>
                  <a:lnTo>
                    <a:pt x="8046" y="159668"/>
                  </a:lnTo>
                  <a:lnTo>
                    <a:pt x="9755" y="164699"/>
                  </a:lnTo>
                  <a:lnTo>
                    <a:pt x="11624" y="169674"/>
                  </a:lnTo>
                  <a:lnTo>
                    <a:pt x="13649" y="174587"/>
                  </a:lnTo>
                  <a:lnTo>
                    <a:pt x="15830" y="179433"/>
                  </a:lnTo>
                  <a:lnTo>
                    <a:pt x="18164" y="184207"/>
                  </a:lnTo>
                  <a:lnTo>
                    <a:pt x="20648" y="188905"/>
                  </a:lnTo>
                  <a:lnTo>
                    <a:pt x="23280" y="193521"/>
                  </a:lnTo>
                  <a:lnTo>
                    <a:pt x="26058" y="198052"/>
                  </a:lnTo>
                  <a:lnTo>
                    <a:pt x="28978" y="202492"/>
                  </a:lnTo>
                  <a:lnTo>
                    <a:pt x="32038" y="206836"/>
                  </a:lnTo>
                  <a:lnTo>
                    <a:pt x="35234" y="211081"/>
                  </a:lnTo>
                  <a:lnTo>
                    <a:pt x="38564" y="215223"/>
                  </a:lnTo>
                  <a:lnTo>
                    <a:pt x="42024" y="219257"/>
                  </a:lnTo>
                  <a:lnTo>
                    <a:pt x="45610" y="223178"/>
                  </a:lnTo>
                  <a:lnTo>
                    <a:pt x="49319" y="226984"/>
                  </a:lnTo>
                  <a:lnTo>
                    <a:pt x="53147" y="230669"/>
                  </a:lnTo>
                  <a:lnTo>
                    <a:pt x="57091" y="234232"/>
                  </a:lnTo>
                  <a:lnTo>
                    <a:pt x="61145" y="237667"/>
                  </a:lnTo>
                  <a:lnTo>
                    <a:pt x="65307" y="240971"/>
                  </a:lnTo>
                  <a:lnTo>
                    <a:pt x="69572" y="244142"/>
                  </a:lnTo>
                  <a:lnTo>
                    <a:pt x="73935" y="247175"/>
                  </a:lnTo>
                  <a:lnTo>
                    <a:pt x="78392" y="250068"/>
                  </a:lnTo>
                  <a:lnTo>
                    <a:pt x="82940" y="252818"/>
                  </a:lnTo>
                  <a:lnTo>
                    <a:pt x="87572" y="255422"/>
                  </a:lnTo>
                  <a:lnTo>
                    <a:pt x="92285" y="257878"/>
                  </a:lnTo>
                  <a:lnTo>
                    <a:pt x="97073" y="260182"/>
                  </a:lnTo>
                  <a:lnTo>
                    <a:pt x="101932" y="262334"/>
                  </a:lnTo>
                  <a:lnTo>
                    <a:pt x="106857" y="264329"/>
                  </a:lnTo>
                  <a:lnTo>
                    <a:pt x="111843" y="266167"/>
                  </a:lnTo>
                  <a:lnTo>
                    <a:pt x="116885" y="267846"/>
                  </a:lnTo>
                  <a:lnTo>
                    <a:pt x="121978" y="269363"/>
                  </a:lnTo>
                  <a:lnTo>
                    <a:pt x="127117" y="270718"/>
                  </a:lnTo>
                  <a:lnTo>
                    <a:pt x="132296" y="271909"/>
                  </a:lnTo>
                  <a:lnTo>
                    <a:pt x="137510" y="272935"/>
                  </a:lnTo>
                  <a:lnTo>
                    <a:pt x="142754" y="273794"/>
                  </a:lnTo>
                  <a:lnTo>
                    <a:pt x="148023" y="274487"/>
                  </a:lnTo>
                  <a:lnTo>
                    <a:pt x="153311" y="275011"/>
                  </a:lnTo>
                  <a:lnTo>
                    <a:pt x="158613" y="275367"/>
                  </a:lnTo>
                  <a:lnTo>
                    <a:pt x="163924" y="275555"/>
                  </a:lnTo>
                  <a:lnTo>
                    <a:pt x="169238" y="275573"/>
                  </a:lnTo>
                  <a:lnTo>
                    <a:pt x="174550" y="275423"/>
                  </a:lnTo>
                  <a:lnTo>
                    <a:pt x="179854" y="275104"/>
                  </a:lnTo>
                  <a:lnTo>
                    <a:pt x="185146" y="274616"/>
                  </a:lnTo>
                  <a:lnTo>
                    <a:pt x="190419" y="273961"/>
                  </a:lnTo>
                  <a:lnTo>
                    <a:pt x="195669" y="273138"/>
                  </a:lnTo>
                  <a:lnTo>
                    <a:pt x="200891" y="272148"/>
                  </a:lnTo>
                  <a:lnTo>
                    <a:pt x="206078" y="270994"/>
                  </a:lnTo>
                  <a:lnTo>
                    <a:pt x="211226" y="269675"/>
                  </a:lnTo>
                  <a:lnTo>
                    <a:pt x="216329" y="268193"/>
                  </a:lnTo>
                  <a:lnTo>
                    <a:pt x="221382" y="266549"/>
                  </a:lnTo>
                  <a:lnTo>
                    <a:pt x="226381" y="264746"/>
                  </a:lnTo>
                  <a:lnTo>
                    <a:pt x="231320" y="262785"/>
                  </a:lnTo>
                  <a:lnTo>
                    <a:pt x="236194" y="260668"/>
                  </a:lnTo>
                  <a:lnTo>
                    <a:pt x="240999" y="258396"/>
                  </a:lnTo>
                  <a:lnTo>
                    <a:pt x="245728" y="255974"/>
                  </a:lnTo>
                  <a:lnTo>
                    <a:pt x="250379" y="253402"/>
                  </a:lnTo>
                  <a:lnTo>
                    <a:pt x="254945" y="250684"/>
                  </a:lnTo>
                  <a:lnTo>
                    <a:pt x="259422" y="247822"/>
                  </a:lnTo>
                  <a:lnTo>
                    <a:pt x="263807" y="244819"/>
                  </a:lnTo>
                  <a:lnTo>
                    <a:pt x="268093" y="241678"/>
                  </a:lnTo>
                  <a:lnTo>
                    <a:pt x="272278" y="238403"/>
                  </a:lnTo>
                  <a:lnTo>
                    <a:pt x="276356" y="234996"/>
                  </a:lnTo>
                  <a:lnTo>
                    <a:pt x="280325" y="231462"/>
                  </a:lnTo>
                  <a:lnTo>
                    <a:pt x="284178" y="227803"/>
                  </a:lnTo>
                  <a:lnTo>
                    <a:pt x="287914" y="224023"/>
                  </a:lnTo>
                  <a:lnTo>
                    <a:pt x="291527" y="220126"/>
                  </a:lnTo>
                  <a:lnTo>
                    <a:pt x="295015" y="216117"/>
                  </a:lnTo>
                  <a:lnTo>
                    <a:pt x="298374" y="211999"/>
                  </a:lnTo>
                  <a:lnTo>
                    <a:pt x="301600" y="207776"/>
                  </a:lnTo>
                  <a:lnTo>
                    <a:pt x="304690" y="203453"/>
                  </a:lnTo>
                  <a:lnTo>
                    <a:pt x="307641" y="199034"/>
                  </a:lnTo>
                  <a:lnTo>
                    <a:pt x="310450" y="194523"/>
                  </a:lnTo>
                  <a:lnTo>
                    <a:pt x="313115" y="189925"/>
                  </a:lnTo>
                  <a:lnTo>
                    <a:pt x="315632" y="185245"/>
                  </a:lnTo>
                  <a:lnTo>
                    <a:pt x="317998" y="180487"/>
                  </a:lnTo>
                  <a:lnTo>
                    <a:pt x="320213" y="175656"/>
                  </a:lnTo>
                  <a:lnTo>
                    <a:pt x="322273" y="170757"/>
                  </a:lnTo>
                  <a:lnTo>
                    <a:pt x="324176" y="165796"/>
                  </a:lnTo>
                  <a:lnTo>
                    <a:pt x="325920" y="160776"/>
                  </a:lnTo>
                  <a:lnTo>
                    <a:pt x="327504" y="155704"/>
                  </a:lnTo>
                  <a:lnTo>
                    <a:pt x="328926" y="150583"/>
                  </a:lnTo>
                  <a:lnTo>
                    <a:pt x="330185" y="145420"/>
                  </a:lnTo>
                  <a:lnTo>
                    <a:pt x="331278" y="140220"/>
                  </a:lnTo>
                  <a:lnTo>
                    <a:pt x="332206" y="134988"/>
                  </a:lnTo>
                  <a:lnTo>
                    <a:pt x="332967" y="129728"/>
                  </a:lnTo>
                  <a:lnTo>
                    <a:pt x="333561" y="124447"/>
                  </a:lnTo>
                  <a:lnTo>
                    <a:pt x="333986" y="119150"/>
                  </a:lnTo>
                  <a:lnTo>
                    <a:pt x="167164" y="1084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728472" y="4213821"/>
              <a:ext cx="167167" cy="177899"/>
            </a:xfrm>
            <a:custGeom>
              <a:avLst/>
              <a:pathLst>
                <a:path w="167167" h="177899">
                  <a:moveTo>
                    <a:pt x="166822" y="177899"/>
                  </a:moveTo>
                  <a:lnTo>
                    <a:pt x="167080" y="172546"/>
                  </a:lnTo>
                  <a:lnTo>
                    <a:pt x="167167" y="167188"/>
                  </a:lnTo>
                  <a:lnTo>
                    <a:pt x="167082" y="161829"/>
                  </a:lnTo>
                  <a:lnTo>
                    <a:pt x="166825" y="156476"/>
                  </a:lnTo>
                  <a:lnTo>
                    <a:pt x="166396" y="151134"/>
                  </a:lnTo>
                  <a:lnTo>
                    <a:pt x="165797" y="145809"/>
                  </a:lnTo>
                  <a:lnTo>
                    <a:pt x="165027" y="140505"/>
                  </a:lnTo>
                  <a:lnTo>
                    <a:pt x="164088" y="135229"/>
                  </a:lnTo>
                  <a:lnTo>
                    <a:pt x="162980" y="129986"/>
                  </a:lnTo>
                  <a:lnTo>
                    <a:pt x="161704" y="124781"/>
                  </a:lnTo>
                  <a:lnTo>
                    <a:pt x="160262" y="119619"/>
                  </a:lnTo>
                  <a:lnTo>
                    <a:pt x="158656" y="114507"/>
                  </a:lnTo>
                  <a:lnTo>
                    <a:pt x="156886" y="109448"/>
                  </a:lnTo>
                  <a:lnTo>
                    <a:pt x="154956" y="104449"/>
                  </a:lnTo>
                  <a:lnTo>
                    <a:pt x="152866" y="99514"/>
                  </a:lnTo>
                  <a:lnTo>
                    <a:pt x="150619" y="94649"/>
                  </a:lnTo>
                  <a:lnTo>
                    <a:pt x="148217" y="89858"/>
                  </a:lnTo>
                  <a:lnTo>
                    <a:pt x="145662" y="85147"/>
                  </a:lnTo>
                  <a:lnTo>
                    <a:pt x="142958" y="80520"/>
                  </a:lnTo>
                  <a:lnTo>
                    <a:pt x="140108" y="75982"/>
                  </a:lnTo>
                  <a:lnTo>
                    <a:pt x="137113" y="71538"/>
                  </a:lnTo>
                  <a:lnTo>
                    <a:pt x="133977" y="67192"/>
                  </a:lnTo>
                  <a:lnTo>
                    <a:pt x="130704" y="62949"/>
                  </a:lnTo>
                  <a:lnTo>
                    <a:pt x="127296" y="58813"/>
                  </a:lnTo>
                  <a:lnTo>
                    <a:pt x="123757" y="54788"/>
                  </a:lnTo>
                  <a:lnTo>
                    <a:pt x="120091" y="50879"/>
                  </a:lnTo>
                  <a:lnTo>
                    <a:pt x="116302" y="47089"/>
                  </a:lnTo>
                  <a:lnTo>
                    <a:pt x="112393" y="43423"/>
                  </a:lnTo>
                  <a:lnTo>
                    <a:pt x="108369" y="39884"/>
                  </a:lnTo>
                  <a:lnTo>
                    <a:pt x="104234" y="36476"/>
                  </a:lnTo>
                  <a:lnTo>
                    <a:pt x="99991" y="33202"/>
                  </a:lnTo>
                  <a:lnTo>
                    <a:pt x="95645" y="30065"/>
                  </a:lnTo>
                  <a:lnTo>
                    <a:pt x="91202" y="27070"/>
                  </a:lnTo>
                  <a:lnTo>
                    <a:pt x="86664" y="24219"/>
                  </a:lnTo>
                  <a:lnTo>
                    <a:pt x="82037" y="21514"/>
                  </a:lnTo>
                  <a:lnTo>
                    <a:pt x="77326" y="18959"/>
                  </a:lnTo>
                  <a:lnTo>
                    <a:pt x="72536" y="16557"/>
                  </a:lnTo>
                  <a:lnTo>
                    <a:pt x="67671" y="14309"/>
                  </a:lnTo>
                  <a:lnTo>
                    <a:pt x="62737" y="12219"/>
                  </a:lnTo>
                  <a:lnTo>
                    <a:pt x="57738" y="10287"/>
                  </a:lnTo>
                  <a:lnTo>
                    <a:pt x="52679" y="8517"/>
                  </a:lnTo>
                  <a:lnTo>
                    <a:pt x="47567" y="6910"/>
                  </a:lnTo>
                  <a:lnTo>
                    <a:pt x="42406" y="5468"/>
                  </a:lnTo>
                  <a:lnTo>
                    <a:pt x="37201" y="4191"/>
                  </a:lnTo>
                  <a:lnTo>
                    <a:pt x="31957" y="3083"/>
                  </a:lnTo>
                  <a:lnTo>
                    <a:pt x="26681" y="2143"/>
                  </a:lnTo>
                  <a:lnTo>
                    <a:pt x="21378" y="1372"/>
                  </a:lnTo>
                  <a:lnTo>
                    <a:pt x="16053" y="772"/>
                  </a:lnTo>
                  <a:lnTo>
                    <a:pt x="10711" y="343"/>
                  </a:lnTo>
                  <a:lnTo>
                    <a:pt x="535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51851" y="3707720"/>
              <a:ext cx="167160" cy="167167"/>
            </a:xfrm>
            <a:custGeom>
              <a:avLst/>
              <a:pathLst>
                <a:path w="167160" h="167167">
                  <a:moveTo>
                    <a:pt x="167160" y="0"/>
                  </a:moveTo>
                  <a:lnTo>
                    <a:pt x="161723" y="88"/>
                  </a:lnTo>
                  <a:lnTo>
                    <a:pt x="156292" y="353"/>
                  </a:lnTo>
                  <a:lnTo>
                    <a:pt x="150872" y="795"/>
                  </a:lnTo>
                  <a:lnTo>
                    <a:pt x="145470" y="1413"/>
                  </a:lnTo>
                  <a:lnTo>
                    <a:pt x="140091" y="2206"/>
                  </a:lnTo>
                  <a:lnTo>
                    <a:pt x="134740" y="3173"/>
                  </a:lnTo>
                  <a:lnTo>
                    <a:pt x="129423" y="4314"/>
                  </a:lnTo>
                  <a:lnTo>
                    <a:pt x="124147" y="5628"/>
                  </a:lnTo>
                  <a:lnTo>
                    <a:pt x="118916" y="7112"/>
                  </a:lnTo>
                  <a:lnTo>
                    <a:pt x="113736" y="8766"/>
                  </a:lnTo>
                  <a:lnTo>
                    <a:pt x="108613" y="10587"/>
                  </a:lnTo>
                  <a:lnTo>
                    <a:pt x="103551" y="12574"/>
                  </a:lnTo>
                  <a:lnTo>
                    <a:pt x="98557" y="14725"/>
                  </a:lnTo>
                  <a:lnTo>
                    <a:pt x="93635" y="17036"/>
                  </a:lnTo>
                  <a:lnTo>
                    <a:pt x="88792" y="19507"/>
                  </a:lnTo>
                  <a:lnTo>
                    <a:pt x="84031" y="22134"/>
                  </a:lnTo>
                  <a:lnTo>
                    <a:pt x="79358" y="24914"/>
                  </a:lnTo>
                  <a:lnTo>
                    <a:pt x="74778" y="27845"/>
                  </a:lnTo>
                  <a:lnTo>
                    <a:pt x="70296" y="30923"/>
                  </a:lnTo>
                  <a:lnTo>
                    <a:pt x="65916" y="34146"/>
                  </a:lnTo>
                  <a:lnTo>
                    <a:pt x="61643" y="37509"/>
                  </a:lnTo>
                  <a:lnTo>
                    <a:pt x="57482" y="41009"/>
                  </a:lnTo>
                  <a:lnTo>
                    <a:pt x="53437" y="44643"/>
                  </a:lnTo>
                  <a:lnTo>
                    <a:pt x="49512" y="48406"/>
                  </a:lnTo>
                  <a:lnTo>
                    <a:pt x="45712" y="52295"/>
                  </a:lnTo>
                  <a:lnTo>
                    <a:pt x="42040" y="56306"/>
                  </a:lnTo>
                  <a:lnTo>
                    <a:pt x="38501" y="60434"/>
                  </a:lnTo>
                  <a:lnTo>
                    <a:pt x="35098" y="64675"/>
                  </a:lnTo>
                  <a:lnTo>
                    <a:pt x="31834" y="69024"/>
                  </a:lnTo>
                  <a:lnTo>
                    <a:pt x="28714" y="73477"/>
                  </a:lnTo>
                  <a:lnTo>
                    <a:pt x="25740" y="78029"/>
                  </a:lnTo>
                  <a:lnTo>
                    <a:pt x="22916" y="82676"/>
                  </a:lnTo>
                  <a:lnTo>
                    <a:pt x="20244" y="87412"/>
                  </a:lnTo>
                  <a:lnTo>
                    <a:pt x="17728" y="92232"/>
                  </a:lnTo>
                  <a:lnTo>
                    <a:pt x="15370" y="97132"/>
                  </a:lnTo>
                  <a:lnTo>
                    <a:pt x="13173" y="102105"/>
                  </a:lnTo>
                  <a:lnTo>
                    <a:pt x="11138" y="107148"/>
                  </a:lnTo>
                  <a:lnTo>
                    <a:pt x="9269" y="112254"/>
                  </a:lnTo>
                  <a:lnTo>
                    <a:pt x="7566" y="117418"/>
                  </a:lnTo>
                  <a:lnTo>
                    <a:pt x="6033" y="122635"/>
                  </a:lnTo>
                  <a:lnTo>
                    <a:pt x="4670" y="127899"/>
                  </a:lnTo>
                  <a:lnTo>
                    <a:pt x="3479" y="133204"/>
                  </a:lnTo>
                  <a:lnTo>
                    <a:pt x="2461" y="138545"/>
                  </a:lnTo>
                  <a:lnTo>
                    <a:pt x="1617" y="143917"/>
                  </a:lnTo>
                  <a:lnTo>
                    <a:pt x="948" y="149313"/>
                  </a:lnTo>
                  <a:lnTo>
                    <a:pt x="455" y="154728"/>
                  </a:lnTo>
                  <a:lnTo>
                    <a:pt x="139" y="160157"/>
                  </a:lnTo>
                  <a:lnTo>
                    <a:pt x="0" y="165592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1851" y="3707736"/>
              <a:ext cx="334327" cy="334310"/>
            </a:xfrm>
            <a:custGeom>
              <a:avLst/>
              <a:pathLst>
                <a:path w="334327" h="334310">
                  <a:moveTo>
                    <a:pt x="0" y="165577"/>
                  </a:moveTo>
                  <a:lnTo>
                    <a:pt x="34" y="170894"/>
                  </a:lnTo>
                  <a:lnTo>
                    <a:pt x="238" y="176208"/>
                  </a:lnTo>
                  <a:lnTo>
                    <a:pt x="610" y="181512"/>
                  </a:lnTo>
                  <a:lnTo>
                    <a:pt x="1151" y="186802"/>
                  </a:lnTo>
                  <a:lnTo>
                    <a:pt x="1860" y="192072"/>
                  </a:lnTo>
                  <a:lnTo>
                    <a:pt x="2736" y="197317"/>
                  </a:lnTo>
                  <a:lnTo>
                    <a:pt x="3779" y="202531"/>
                  </a:lnTo>
                  <a:lnTo>
                    <a:pt x="4987" y="207710"/>
                  </a:lnTo>
                  <a:lnTo>
                    <a:pt x="6359" y="212847"/>
                  </a:lnTo>
                  <a:lnTo>
                    <a:pt x="7894" y="217939"/>
                  </a:lnTo>
                  <a:lnTo>
                    <a:pt x="9590" y="222979"/>
                  </a:lnTo>
                  <a:lnTo>
                    <a:pt x="11445" y="227962"/>
                  </a:lnTo>
                  <a:lnTo>
                    <a:pt x="13458" y="232884"/>
                  </a:lnTo>
                  <a:lnTo>
                    <a:pt x="15626" y="237739"/>
                  </a:lnTo>
                  <a:lnTo>
                    <a:pt x="17948" y="242523"/>
                  </a:lnTo>
                  <a:lnTo>
                    <a:pt x="20421" y="247231"/>
                  </a:lnTo>
                  <a:lnTo>
                    <a:pt x="23042" y="251857"/>
                  </a:lnTo>
                  <a:lnTo>
                    <a:pt x="25809" y="256398"/>
                  </a:lnTo>
                  <a:lnTo>
                    <a:pt x="28719" y="260849"/>
                  </a:lnTo>
                  <a:lnTo>
                    <a:pt x="31769" y="265205"/>
                  </a:lnTo>
                  <a:lnTo>
                    <a:pt x="34957" y="269461"/>
                  </a:lnTo>
                  <a:lnTo>
                    <a:pt x="38278" y="273614"/>
                  </a:lnTo>
                  <a:lnTo>
                    <a:pt x="41729" y="277660"/>
                  </a:lnTo>
                  <a:lnTo>
                    <a:pt x="45307" y="281593"/>
                  </a:lnTo>
                  <a:lnTo>
                    <a:pt x="49009" y="285411"/>
                  </a:lnTo>
                  <a:lnTo>
                    <a:pt x="52830" y="289109"/>
                  </a:lnTo>
                  <a:lnTo>
                    <a:pt x="56767" y="292683"/>
                  </a:lnTo>
                  <a:lnTo>
                    <a:pt x="60815" y="296131"/>
                  </a:lnTo>
                  <a:lnTo>
                    <a:pt x="64971" y="299448"/>
                  </a:lnTo>
                  <a:lnTo>
                    <a:pt x="69231" y="302631"/>
                  </a:lnTo>
                  <a:lnTo>
                    <a:pt x="73589" y="305678"/>
                  </a:lnTo>
                  <a:lnTo>
                    <a:pt x="78043" y="308583"/>
                  </a:lnTo>
                  <a:lnTo>
                    <a:pt x="82586" y="311346"/>
                  </a:lnTo>
                  <a:lnTo>
                    <a:pt x="87215" y="313963"/>
                  </a:lnTo>
                  <a:lnTo>
                    <a:pt x="91925" y="316432"/>
                  </a:lnTo>
                  <a:lnTo>
                    <a:pt x="96711" y="318749"/>
                  </a:lnTo>
                  <a:lnTo>
                    <a:pt x="101568" y="320913"/>
                  </a:lnTo>
                  <a:lnTo>
                    <a:pt x="106492" y="322921"/>
                  </a:lnTo>
                  <a:lnTo>
                    <a:pt x="111477" y="324772"/>
                  </a:lnTo>
                  <a:lnTo>
                    <a:pt x="116519" y="326464"/>
                  </a:lnTo>
                  <a:lnTo>
                    <a:pt x="121611" y="327994"/>
                  </a:lnTo>
                  <a:lnTo>
                    <a:pt x="126750" y="329361"/>
                  </a:lnTo>
                  <a:lnTo>
                    <a:pt x="131930" y="330564"/>
                  </a:lnTo>
                  <a:lnTo>
                    <a:pt x="137145" y="331602"/>
                  </a:lnTo>
                  <a:lnTo>
                    <a:pt x="142391" y="332473"/>
                  </a:lnTo>
                  <a:lnTo>
                    <a:pt x="147661" y="333178"/>
                  </a:lnTo>
                  <a:lnTo>
                    <a:pt x="152952" y="333714"/>
                  </a:lnTo>
                  <a:lnTo>
                    <a:pt x="158257" y="334081"/>
                  </a:lnTo>
                  <a:lnTo>
                    <a:pt x="163570" y="334280"/>
                  </a:lnTo>
                  <a:lnTo>
                    <a:pt x="168888" y="334310"/>
                  </a:lnTo>
                  <a:lnTo>
                    <a:pt x="174204" y="334170"/>
                  </a:lnTo>
                  <a:lnTo>
                    <a:pt x="179512" y="333862"/>
                  </a:lnTo>
                  <a:lnTo>
                    <a:pt x="184808" y="333384"/>
                  </a:lnTo>
                  <a:lnTo>
                    <a:pt x="190087" y="332739"/>
                  </a:lnTo>
                  <a:lnTo>
                    <a:pt x="195342" y="331926"/>
                  </a:lnTo>
                  <a:lnTo>
                    <a:pt x="200568" y="330946"/>
                  </a:lnTo>
                  <a:lnTo>
                    <a:pt x="205761" y="329801"/>
                  </a:lnTo>
                  <a:lnTo>
                    <a:pt x="210914" y="328491"/>
                  </a:lnTo>
                  <a:lnTo>
                    <a:pt x="216024" y="327017"/>
                  </a:lnTo>
                  <a:lnTo>
                    <a:pt x="221084" y="325382"/>
                  </a:lnTo>
                  <a:lnTo>
                    <a:pt x="226089" y="323587"/>
                  </a:lnTo>
                  <a:lnTo>
                    <a:pt x="231035" y="321634"/>
                  </a:lnTo>
                  <a:lnTo>
                    <a:pt x="235916" y="319524"/>
                  </a:lnTo>
                  <a:lnTo>
                    <a:pt x="240728" y="317260"/>
                  </a:lnTo>
                  <a:lnTo>
                    <a:pt x="245465" y="314844"/>
                  </a:lnTo>
                  <a:lnTo>
                    <a:pt x="250123" y="312279"/>
                  </a:lnTo>
                  <a:lnTo>
                    <a:pt x="254697" y="309567"/>
                  </a:lnTo>
                  <a:lnTo>
                    <a:pt x="259182" y="306711"/>
                  </a:lnTo>
                  <a:lnTo>
                    <a:pt x="263574" y="303713"/>
                  </a:lnTo>
                  <a:lnTo>
                    <a:pt x="267869" y="300578"/>
                  </a:lnTo>
                  <a:lnTo>
                    <a:pt x="272062" y="297307"/>
                  </a:lnTo>
                  <a:lnTo>
                    <a:pt x="276148" y="293905"/>
                  </a:lnTo>
                  <a:lnTo>
                    <a:pt x="280125" y="290374"/>
                  </a:lnTo>
                  <a:lnTo>
                    <a:pt x="283987" y="286719"/>
                  </a:lnTo>
                  <a:lnTo>
                    <a:pt x="287730" y="282942"/>
                  </a:lnTo>
                  <a:lnTo>
                    <a:pt x="291352" y="279049"/>
                  </a:lnTo>
                  <a:lnTo>
                    <a:pt x="294848" y="275042"/>
                  </a:lnTo>
                  <a:lnTo>
                    <a:pt x="298215" y="270927"/>
                  </a:lnTo>
                  <a:lnTo>
                    <a:pt x="301450" y="266706"/>
                  </a:lnTo>
                  <a:lnTo>
                    <a:pt x="304548" y="262384"/>
                  </a:lnTo>
                  <a:lnTo>
                    <a:pt x="307508" y="257966"/>
                  </a:lnTo>
                  <a:lnTo>
                    <a:pt x="310325" y="253456"/>
                  </a:lnTo>
                  <a:lnTo>
                    <a:pt x="312998" y="248859"/>
                  </a:lnTo>
                  <a:lnTo>
                    <a:pt x="315523" y="244179"/>
                  </a:lnTo>
                  <a:lnTo>
                    <a:pt x="317897" y="239422"/>
                  </a:lnTo>
                  <a:lnTo>
                    <a:pt x="320120" y="234591"/>
                  </a:lnTo>
                  <a:lnTo>
                    <a:pt x="322187" y="229692"/>
                  </a:lnTo>
                  <a:lnTo>
                    <a:pt x="324098" y="224729"/>
                  </a:lnTo>
                  <a:lnTo>
                    <a:pt x="325850" y="219709"/>
                  </a:lnTo>
                  <a:lnTo>
                    <a:pt x="327441" y="214635"/>
                  </a:lnTo>
                  <a:lnTo>
                    <a:pt x="328871" y="209513"/>
                  </a:lnTo>
                  <a:lnTo>
                    <a:pt x="330136" y="204348"/>
                  </a:lnTo>
                  <a:lnTo>
                    <a:pt x="331237" y="199146"/>
                  </a:lnTo>
                  <a:lnTo>
                    <a:pt x="332171" y="193911"/>
                  </a:lnTo>
                  <a:lnTo>
                    <a:pt x="332939" y="188649"/>
                  </a:lnTo>
                  <a:lnTo>
                    <a:pt x="333539" y="183365"/>
                  </a:lnTo>
                  <a:lnTo>
                    <a:pt x="333970" y="178065"/>
                  </a:lnTo>
                  <a:lnTo>
                    <a:pt x="334233" y="172754"/>
                  </a:lnTo>
                  <a:lnTo>
                    <a:pt x="334327" y="167438"/>
                  </a:lnTo>
                  <a:lnTo>
                    <a:pt x="334251" y="162121"/>
                  </a:lnTo>
                  <a:lnTo>
                    <a:pt x="334007" y="156809"/>
                  </a:lnTo>
                  <a:lnTo>
                    <a:pt x="333593" y="151507"/>
                  </a:lnTo>
                  <a:lnTo>
                    <a:pt x="333012" y="146221"/>
                  </a:lnTo>
                  <a:lnTo>
                    <a:pt x="332262" y="140957"/>
                  </a:lnTo>
                  <a:lnTo>
                    <a:pt x="331345" y="135719"/>
                  </a:lnTo>
                  <a:lnTo>
                    <a:pt x="330263" y="130513"/>
                  </a:lnTo>
                  <a:lnTo>
                    <a:pt x="329015" y="125344"/>
                  </a:lnTo>
                  <a:lnTo>
                    <a:pt x="327603" y="120217"/>
                  </a:lnTo>
                  <a:lnTo>
                    <a:pt x="326029" y="115138"/>
                  </a:lnTo>
                  <a:lnTo>
                    <a:pt x="324294" y="110111"/>
                  </a:lnTo>
                  <a:lnTo>
                    <a:pt x="322401" y="105142"/>
                  </a:lnTo>
                  <a:lnTo>
                    <a:pt x="320350" y="100236"/>
                  </a:lnTo>
                  <a:lnTo>
                    <a:pt x="318144" y="95398"/>
                  </a:lnTo>
                  <a:lnTo>
                    <a:pt x="315786" y="90632"/>
                  </a:lnTo>
                  <a:lnTo>
                    <a:pt x="313277" y="85943"/>
                  </a:lnTo>
                  <a:lnTo>
                    <a:pt x="310620" y="81337"/>
                  </a:lnTo>
                  <a:lnTo>
                    <a:pt x="307818" y="76818"/>
                  </a:lnTo>
                  <a:lnTo>
                    <a:pt x="304874" y="72389"/>
                  </a:lnTo>
                  <a:lnTo>
                    <a:pt x="301790" y="68057"/>
                  </a:lnTo>
                  <a:lnTo>
                    <a:pt x="298570" y="63825"/>
                  </a:lnTo>
                  <a:lnTo>
                    <a:pt x="295217" y="59698"/>
                  </a:lnTo>
                  <a:lnTo>
                    <a:pt x="291735" y="55679"/>
                  </a:lnTo>
                  <a:lnTo>
                    <a:pt x="288126" y="51774"/>
                  </a:lnTo>
                  <a:lnTo>
                    <a:pt x="284396" y="47985"/>
                  </a:lnTo>
                  <a:lnTo>
                    <a:pt x="280546" y="44316"/>
                  </a:lnTo>
                  <a:lnTo>
                    <a:pt x="276582" y="40772"/>
                  </a:lnTo>
                  <a:lnTo>
                    <a:pt x="272507" y="37356"/>
                  </a:lnTo>
                  <a:lnTo>
                    <a:pt x="268325" y="34071"/>
                  </a:lnTo>
                  <a:lnTo>
                    <a:pt x="264041" y="30920"/>
                  </a:lnTo>
                  <a:lnTo>
                    <a:pt x="259660" y="27908"/>
                  </a:lnTo>
                  <a:lnTo>
                    <a:pt x="255184" y="25036"/>
                  </a:lnTo>
                  <a:lnTo>
                    <a:pt x="250619" y="22308"/>
                  </a:lnTo>
                  <a:lnTo>
                    <a:pt x="245970" y="19727"/>
                  </a:lnTo>
                  <a:lnTo>
                    <a:pt x="241242" y="17295"/>
                  </a:lnTo>
                  <a:lnTo>
                    <a:pt x="236438" y="15015"/>
                  </a:lnTo>
                  <a:lnTo>
                    <a:pt x="231564" y="12888"/>
                  </a:lnTo>
                  <a:lnTo>
                    <a:pt x="226625" y="10918"/>
                  </a:lnTo>
                  <a:lnTo>
                    <a:pt x="221626" y="9106"/>
                  </a:lnTo>
                  <a:lnTo>
                    <a:pt x="216571" y="7453"/>
                  </a:lnTo>
                  <a:lnTo>
                    <a:pt x="211467" y="5962"/>
                  </a:lnTo>
                  <a:lnTo>
                    <a:pt x="206318" y="4635"/>
                  </a:lnTo>
                  <a:lnTo>
                    <a:pt x="201129" y="3471"/>
                  </a:lnTo>
                  <a:lnTo>
                    <a:pt x="195906" y="2474"/>
                  </a:lnTo>
                  <a:lnTo>
                    <a:pt x="190654" y="1643"/>
                  </a:lnTo>
                  <a:lnTo>
                    <a:pt x="185378" y="979"/>
                  </a:lnTo>
                  <a:lnTo>
                    <a:pt x="180083" y="484"/>
                  </a:lnTo>
                  <a:lnTo>
                    <a:pt x="174776" y="157"/>
                  </a:lnTo>
                  <a:lnTo>
                    <a:pt x="169461" y="0"/>
                  </a:lnTo>
                  <a:lnTo>
                    <a:pt x="167160" y="1671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919011" y="3707720"/>
              <a:ext cx="2301" cy="167167"/>
            </a:xfrm>
            <a:custGeom>
              <a:avLst/>
              <a:pathLst>
                <a:path w="2301" h="167167">
                  <a:moveTo>
                    <a:pt x="2301" y="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tx76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2025-06-05T18:34:44Z</dcterms:modified>
  <cp:category/>
</cp:coreProperties>
</file>