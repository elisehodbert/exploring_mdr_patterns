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1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7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6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20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38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03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44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26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417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3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05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4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0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3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9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6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3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2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77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8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697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0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3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07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0888" y="3170392"/>
              <a:ext cx="2891" cy="167167"/>
            </a:xfrm>
            <a:custGeom>
              <a:avLst/>
              <a:pathLst>
                <a:path w="2891" h="167167">
                  <a:moveTo>
                    <a:pt x="2891" y="0"/>
                  </a:moveTo>
                  <a:lnTo>
                    <a:pt x="0" y="25"/>
                  </a:lnTo>
                  <a:lnTo>
                    <a:pt x="289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888" y="3170417"/>
              <a:ext cx="2891" cy="167142"/>
            </a:xfrm>
            <a:custGeom>
              <a:avLst/>
              <a:pathLst>
                <a:path w="2891" h="167142">
                  <a:moveTo>
                    <a:pt x="0" y="0"/>
                  </a:moveTo>
                  <a:lnTo>
                    <a:pt x="2891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11" y="3170417"/>
              <a:ext cx="334333" cy="334293"/>
            </a:xfrm>
            <a:custGeom>
              <a:avLst/>
              <a:pathLst>
                <a:path w="334333" h="334293">
                  <a:moveTo>
                    <a:pt x="164276" y="0"/>
                  </a:moveTo>
                  <a:lnTo>
                    <a:pt x="158980" y="175"/>
                  </a:lnTo>
                  <a:lnTo>
                    <a:pt x="153693" y="518"/>
                  </a:lnTo>
                  <a:lnTo>
                    <a:pt x="148419" y="1029"/>
                  </a:lnTo>
                  <a:lnTo>
                    <a:pt x="143164" y="1707"/>
                  </a:lnTo>
                  <a:lnTo>
                    <a:pt x="137933" y="2551"/>
                  </a:lnTo>
                  <a:lnTo>
                    <a:pt x="132731" y="3560"/>
                  </a:lnTo>
                  <a:lnTo>
                    <a:pt x="127564" y="4733"/>
                  </a:lnTo>
                  <a:lnTo>
                    <a:pt x="122437" y="6070"/>
                  </a:lnTo>
                  <a:lnTo>
                    <a:pt x="117354" y="7569"/>
                  </a:lnTo>
                  <a:lnTo>
                    <a:pt x="112322" y="9227"/>
                  </a:lnTo>
                  <a:lnTo>
                    <a:pt x="107345" y="11045"/>
                  </a:lnTo>
                  <a:lnTo>
                    <a:pt x="102428" y="13019"/>
                  </a:lnTo>
                  <a:lnTo>
                    <a:pt x="97576" y="15148"/>
                  </a:lnTo>
                  <a:lnTo>
                    <a:pt x="92794" y="17430"/>
                  </a:lnTo>
                  <a:lnTo>
                    <a:pt x="88086" y="19863"/>
                  </a:lnTo>
                  <a:lnTo>
                    <a:pt x="83459" y="22443"/>
                  </a:lnTo>
                  <a:lnTo>
                    <a:pt x="78915" y="25168"/>
                  </a:lnTo>
                  <a:lnTo>
                    <a:pt x="74460" y="28037"/>
                  </a:lnTo>
                  <a:lnTo>
                    <a:pt x="70097" y="31045"/>
                  </a:lnTo>
                  <a:lnTo>
                    <a:pt x="65833" y="34189"/>
                  </a:lnTo>
                  <a:lnTo>
                    <a:pt x="61670" y="37468"/>
                  </a:lnTo>
                  <a:lnTo>
                    <a:pt x="57614" y="40876"/>
                  </a:lnTo>
                  <a:lnTo>
                    <a:pt x="53667" y="44412"/>
                  </a:lnTo>
                  <a:lnTo>
                    <a:pt x="49834" y="48070"/>
                  </a:lnTo>
                  <a:lnTo>
                    <a:pt x="46120" y="51849"/>
                  </a:lnTo>
                  <a:lnTo>
                    <a:pt x="42526" y="55743"/>
                  </a:lnTo>
                  <a:lnTo>
                    <a:pt x="39059" y="59749"/>
                  </a:lnTo>
                  <a:lnTo>
                    <a:pt x="35719" y="63863"/>
                  </a:lnTo>
                  <a:lnTo>
                    <a:pt x="32512" y="68081"/>
                  </a:lnTo>
                  <a:lnTo>
                    <a:pt x="29440" y="72398"/>
                  </a:lnTo>
                  <a:lnTo>
                    <a:pt x="26507" y="76811"/>
                  </a:lnTo>
                  <a:lnTo>
                    <a:pt x="23715" y="81314"/>
                  </a:lnTo>
                  <a:lnTo>
                    <a:pt x="21067" y="85903"/>
                  </a:lnTo>
                  <a:lnTo>
                    <a:pt x="18565" y="90575"/>
                  </a:lnTo>
                  <a:lnTo>
                    <a:pt x="16214" y="95323"/>
                  </a:lnTo>
                  <a:lnTo>
                    <a:pt x="14013" y="100143"/>
                  </a:lnTo>
                  <a:lnTo>
                    <a:pt x="11967" y="105030"/>
                  </a:lnTo>
                  <a:lnTo>
                    <a:pt x="10076" y="109980"/>
                  </a:lnTo>
                  <a:lnTo>
                    <a:pt x="8344" y="114987"/>
                  </a:lnTo>
                  <a:lnTo>
                    <a:pt x="6770" y="120047"/>
                  </a:lnTo>
                  <a:lnTo>
                    <a:pt x="5358" y="125154"/>
                  </a:lnTo>
                  <a:lnTo>
                    <a:pt x="4109" y="130303"/>
                  </a:lnTo>
                  <a:lnTo>
                    <a:pt x="3023" y="135490"/>
                  </a:lnTo>
                  <a:lnTo>
                    <a:pt x="2103" y="140708"/>
                  </a:lnTo>
                  <a:lnTo>
                    <a:pt x="1348" y="145952"/>
                  </a:lnTo>
                  <a:lnTo>
                    <a:pt x="760" y="151218"/>
                  </a:lnTo>
                  <a:lnTo>
                    <a:pt x="339" y="156500"/>
                  </a:lnTo>
                  <a:lnTo>
                    <a:pt x="85" y="161792"/>
                  </a:lnTo>
                  <a:lnTo>
                    <a:pt x="0" y="167090"/>
                  </a:lnTo>
                  <a:lnTo>
                    <a:pt x="82" y="172388"/>
                  </a:lnTo>
                  <a:lnTo>
                    <a:pt x="332" y="177681"/>
                  </a:lnTo>
                  <a:lnTo>
                    <a:pt x="750" y="182963"/>
                  </a:lnTo>
                  <a:lnTo>
                    <a:pt x="1335" y="188229"/>
                  </a:lnTo>
                  <a:lnTo>
                    <a:pt x="2086" y="193474"/>
                  </a:lnTo>
                  <a:lnTo>
                    <a:pt x="3004" y="198693"/>
                  </a:lnTo>
                  <a:lnTo>
                    <a:pt x="4086" y="203880"/>
                  </a:lnTo>
                  <a:lnTo>
                    <a:pt x="5333" y="209030"/>
                  </a:lnTo>
                  <a:lnTo>
                    <a:pt x="6741" y="214138"/>
                  </a:lnTo>
                  <a:lnTo>
                    <a:pt x="8311" y="219198"/>
                  </a:lnTo>
                  <a:lnTo>
                    <a:pt x="10041" y="224207"/>
                  </a:lnTo>
                  <a:lnTo>
                    <a:pt x="11928" y="229158"/>
                  </a:lnTo>
                  <a:lnTo>
                    <a:pt x="13972" y="234047"/>
                  </a:lnTo>
                  <a:lnTo>
                    <a:pt x="16169" y="238868"/>
                  </a:lnTo>
                  <a:lnTo>
                    <a:pt x="18518" y="243618"/>
                  </a:lnTo>
                  <a:lnTo>
                    <a:pt x="21017" y="248290"/>
                  </a:lnTo>
                  <a:lnTo>
                    <a:pt x="23662" y="252881"/>
                  </a:lnTo>
                  <a:lnTo>
                    <a:pt x="26451" y="257386"/>
                  </a:lnTo>
                  <a:lnTo>
                    <a:pt x="29382" y="261801"/>
                  </a:lnTo>
                  <a:lnTo>
                    <a:pt x="32451" y="266120"/>
                  </a:lnTo>
                  <a:lnTo>
                    <a:pt x="35656" y="270340"/>
                  </a:lnTo>
                  <a:lnTo>
                    <a:pt x="38992" y="274456"/>
                  </a:lnTo>
                  <a:lnTo>
                    <a:pt x="42458" y="278464"/>
                  </a:lnTo>
                  <a:lnTo>
                    <a:pt x="46048" y="282360"/>
                  </a:lnTo>
                  <a:lnTo>
                    <a:pt x="49761" y="286141"/>
                  </a:lnTo>
                  <a:lnTo>
                    <a:pt x="53591" y="289802"/>
                  </a:lnTo>
                  <a:lnTo>
                    <a:pt x="57536" y="293340"/>
                  </a:lnTo>
                  <a:lnTo>
                    <a:pt x="61590" y="296751"/>
                  </a:lnTo>
                  <a:lnTo>
                    <a:pt x="65751" y="300032"/>
                  </a:lnTo>
                  <a:lnTo>
                    <a:pt x="70014" y="303179"/>
                  </a:lnTo>
                  <a:lnTo>
                    <a:pt x="74374" y="306190"/>
                  </a:lnTo>
                  <a:lnTo>
                    <a:pt x="78827" y="309061"/>
                  </a:lnTo>
                  <a:lnTo>
                    <a:pt x="83369" y="311789"/>
                  </a:lnTo>
                  <a:lnTo>
                    <a:pt x="87996" y="314373"/>
                  </a:lnTo>
                  <a:lnTo>
                    <a:pt x="92701" y="316808"/>
                  </a:lnTo>
                  <a:lnTo>
                    <a:pt x="97482" y="319093"/>
                  </a:lnTo>
                  <a:lnTo>
                    <a:pt x="102333" y="321225"/>
                  </a:lnTo>
                  <a:lnTo>
                    <a:pt x="107249" y="323202"/>
                  </a:lnTo>
                  <a:lnTo>
                    <a:pt x="112225" y="325023"/>
                  </a:lnTo>
                  <a:lnTo>
                    <a:pt x="117256" y="326685"/>
                  </a:lnTo>
                  <a:lnTo>
                    <a:pt x="122337" y="328186"/>
                  </a:lnTo>
                  <a:lnTo>
                    <a:pt x="127464" y="329526"/>
                  </a:lnTo>
                  <a:lnTo>
                    <a:pt x="132630" y="330703"/>
                  </a:lnTo>
                  <a:lnTo>
                    <a:pt x="137831" y="331715"/>
                  </a:lnTo>
                  <a:lnTo>
                    <a:pt x="143062" y="332562"/>
                  </a:lnTo>
                  <a:lnTo>
                    <a:pt x="148316" y="333243"/>
                  </a:lnTo>
                  <a:lnTo>
                    <a:pt x="153590" y="333757"/>
                  </a:lnTo>
                  <a:lnTo>
                    <a:pt x="158877" y="334104"/>
                  </a:lnTo>
                  <a:lnTo>
                    <a:pt x="164173" y="334283"/>
                  </a:lnTo>
                  <a:lnTo>
                    <a:pt x="169471" y="334293"/>
                  </a:lnTo>
                  <a:lnTo>
                    <a:pt x="174768" y="334137"/>
                  </a:lnTo>
                  <a:lnTo>
                    <a:pt x="180056" y="333812"/>
                  </a:lnTo>
                  <a:lnTo>
                    <a:pt x="185332" y="333320"/>
                  </a:lnTo>
                  <a:lnTo>
                    <a:pt x="190589" y="332660"/>
                  </a:lnTo>
                  <a:lnTo>
                    <a:pt x="195823" y="331835"/>
                  </a:lnTo>
                  <a:lnTo>
                    <a:pt x="201028" y="330844"/>
                  </a:lnTo>
                  <a:lnTo>
                    <a:pt x="206200" y="329689"/>
                  </a:lnTo>
                  <a:lnTo>
                    <a:pt x="211331" y="328370"/>
                  </a:lnTo>
                  <a:lnTo>
                    <a:pt x="216419" y="326889"/>
                  </a:lnTo>
                  <a:lnTo>
                    <a:pt x="221457" y="325248"/>
                  </a:lnTo>
                  <a:lnTo>
                    <a:pt x="226441" y="323448"/>
                  </a:lnTo>
                  <a:lnTo>
                    <a:pt x="231365" y="321491"/>
                  </a:lnTo>
                  <a:lnTo>
                    <a:pt x="236224" y="319379"/>
                  </a:lnTo>
                  <a:lnTo>
                    <a:pt x="241014" y="317114"/>
                  </a:lnTo>
                  <a:lnTo>
                    <a:pt x="245730" y="314698"/>
                  </a:lnTo>
                  <a:lnTo>
                    <a:pt x="250367" y="312134"/>
                  </a:lnTo>
                  <a:lnTo>
                    <a:pt x="254920" y="309424"/>
                  </a:lnTo>
                  <a:lnTo>
                    <a:pt x="259385" y="306572"/>
                  </a:lnTo>
                  <a:lnTo>
                    <a:pt x="263758" y="303579"/>
                  </a:lnTo>
                  <a:lnTo>
                    <a:pt x="268034" y="300449"/>
                  </a:lnTo>
                  <a:lnTo>
                    <a:pt x="272208" y="297186"/>
                  </a:lnTo>
                  <a:lnTo>
                    <a:pt x="276276" y="293791"/>
                  </a:lnTo>
                  <a:lnTo>
                    <a:pt x="280235" y="290270"/>
                  </a:lnTo>
                  <a:lnTo>
                    <a:pt x="284081" y="286625"/>
                  </a:lnTo>
                  <a:lnTo>
                    <a:pt x="287809" y="282859"/>
                  </a:lnTo>
                  <a:lnTo>
                    <a:pt x="291416" y="278978"/>
                  </a:lnTo>
                  <a:lnTo>
                    <a:pt x="294898" y="274984"/>
                  </a:lnTo>
                  <a:lnTo>
                    <a:pt x="298251" y="270881"/>
                  </a:lnTo>
                  <a:lnTo>
                    <a:pt x="301473" y="266675"/>
                  </a:lnTo>
                  <a:lnTo>
                    <a:pt x="304560" y="262368"/>
                  </a:lnTo>
                  <a:lnTo>
                    <a:pt x="307509" y="257966"/>
                  </a:lnTo>
                  <a:lnTo>
                    <a:pt x="310317" y="253473"/>
                  </a:lnTo>
                  <a:lnTo>
                    <a:pt x="312981" y="248893"/>
                  </a:lnTo>
                  <a:lnTo>
                    <a:pt x="315499" y="244230"/>
                  </a:lnTo>
                  <a:lnTo>
                    <a:pt x="317867" y="239491"/>
                  </a:lnTo>
                  <a:lnTo>
                    <a:pt x="320085" y="234678"/>
                  </a:lnTo>
                  <a:lnTo>
                    <a:pt x="322148" y="229798"/>
                  </a:lnTo>
                  <a:lnTo>
                    <a:pt x="324056" y="224855"/>
                  </a:lnTo>
                  <a:lnTo>
                    <a:pt x="325806" y="219854"/>
                  </a:lnTo>
                  <a:lnTo>
                    <a:pt x="327397" y="214799"/>
                  </a:lnTo>
                  <a:lnTo>
                    <a:pt x="328827" y="209697"/>
                  </a:lnTo>
                  <a:lnTo>
                    <a:pt x="330094" y="204553"/>
                  </a:lnTo>
                  <a:lnTo>
                    <a:pt x="331198" y="199370"/>
                  </a:lnTo>
                  <a:lnTo>
                    <a:pt x="332137" y="194156"/>
                  </a:lnTo>
                  <a:lnTo>
                    <a:pt x="332911" y="188914"/>
                  </a:lnTo>
                  <a:lnTo>
                    <a:pt x="333517" y="183650"/>
                  </a:lnTo>
                  <a:lnTo>
                    <a:pt x="333957" y="178370"/>
                  </a:lnTo>
                  <a:lnTo>
                    <a:pt x="334229" y="173078"/>
                  </a:lnTo>
                  <a:lnTo>
                    <a:pt x="334333" y="167780"/>
                  </a:lnTo>
                  <a:lnTo>
                    <a:pt x="334269" y="162482"/>
                  </a:lnTo>
                  <a:lnTo>
                    <a:pt x="334038" y="157189"/>
                  </a:lnTo>
                  <a:lnTo>
                    <a:pt x="333639" y="151905"/>
                  </a:lnTo>
                  <a:lnTo>
                    <a:pt x="333072" y="146637"/>
                  </a:lnTo>
                  <a:lnTo>
                    <a:pt x="332339" y="141389"/>
                  </a:lnTo>
                  <a:lnTo>
                    <a:pt x="331440" y="136167"/>
                  </a:lnTo>
                  <a:lnTo>
                    <a:pt x="330375" y="130977"/>
                  </a:lnTo>
                  <a:lnTo>
                    <a:pt x="329147" y="125822"/>
                  </a:lnTo>
                  <a:lnTo>
                    <a:pt x="327756" y="120710"/>
                  </a:lnTo>
                  <a:lnTo>
                    <a:pt x="326204" y="115643"/>
                  </a:lnTo>
                  <a:lnTo>
                    <a:pt x="324492" y="110629"/>
                  </a:lnTo>
                  <a:lnTo>
                    <a:pt x="322622" y="105671"/>
                  </a:lnTo>
                  <a:lnTo>
                    <a:pt x="320596" y="100775"/>
                  </a:lnTo>
                  <a:lnTo>
                    <a:pt x="318415" y="95946"/>
                  </a:lnTo>
                  <a:lnTo>
                    <a:pt x="316083" y="91189"/>
                  </a:lnTo>
                  <a:lnTo>
                    <a:pt x="313601" y="86507"/>
                  </a:lnTo>
                  <a:lnTo>
                    <a:pt x="310972" y="81907"/>
                  </a:lnTo>
                  <a:lnTo>
                    <a:pt x="308199" y="77392"/>
                  </a:lnTo>
                  <a:lnTo>
                    <a:pt x="305283" y="72968"/>
                  </a:lnTo>
                  <a:lnTo>
                    <a:pt x="302229" y="68638"/>
                  </a:lnTo>
                  <a:lnTo>
                    <a:pt x="299040" y="64407"/>
                  </a:lnTo>
                  <a:lnTo>
                    <a:pt x="295717" y="60279"/>
                  </a:lnTo>
                  <a:lnTo>
                    <a:pt x="292266" y="56258"/>
                  </a:lnTo>
                  <a:lnTo>
                    <a:pt x="288689" y="52349"/>
                  </a:lnTo>
                  <a:lnTo>
                    <a:pt x="284990" y="48556"/>
                  </a:lnTo>
                  <a:lnTo>
                    <a:pt x="281172" y="44881"/>
                  </a:lnTo>
                  <a:lnTo>
                    <a:pt x="277240" y="41330"/>
                  </a:lnTo>
                  <a:lnTo>
                    <a:pt x="273198" y="37904"/>
                  </a:lnTo>
                  <a:lnTo>
                    <a:pt x="269049" y="34609"/>
                  </a:lnTo>
                  <a:lnTo>
                    <a:pt x="264797" y="31446"/>
                  </a:lnTo>
                  <a:lnTo>
                    <a:pt x="260448" y="28420"/>
                  </a:lnTo>
                  <a:lnTo>
                    <a:pt x="256004" y="25534"/>
                  </a:lnTo>
                  <a:lnTo>
                    <a:pt x="251472" y="22789"/>
                  </a:lnTo>
                  <a:lnTo>
                    <a:pt x="246855" y="20190"/>
                  </a:lnTo>
                  <a:lnTo>
                    <a:pt x="242157" y="17738"/>
                  </a:lnTo>
                  <a:lnTo>
                    <a:pt x="237385" y="15437"/>
                  </a:lnTo>
                  <a:lnTo>
                    <a:pt x="232542" y="13288"/>
                  </a:lnTo>
                  <a:lnTo>
                    <a:pt x="227633" y="11293"/>
                  </a:lnTo>
                  <a:lnTo>
                    <a:pt x="222663" y="9455"/>
                  </a:lnTo>
                  <a:lnTo>
                    <a:pt x="217638" y="7776"/>
                  </a:lnTo>
                  <a:lnTo>
                    <a:pt x="212562" y="6256"/>
                  </a:lnTo>
                  <a:lnTo>
                    <a:pt x="207440" y="4898"/>
                  </a:lnTo>
                  <a:lnTo>
                    <a:pt x="202278" y="3703"/>
                  </a:lnTo>
                  <a:lnTo>
                    <a:pt x="197080" y="2673"/>
                  </a:lnTo>
                  <a:lnTo>
                    <a:pt x="191853" y="1807"/>
                  </a:lnTo>
                  <a:lnTo>
                    <a:pt x="186601" y="1108"/>
                  </a:lnTo>
                  <a:lnTo>
                    <a:pt x="181329" y="575"/>
                  </a:lnTo>
                  <a:lnTo>
                    <a:pt x="176043" y="210"/>
                  </a:lnTo>
                  <a:lnTo>
                    <a:pt x="170748" y="13"/>
                  </a:lnTo>
                  <a:lnTo>
                    <a:pt x="167167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3580" cy="167167"/>
            </a:xfrm>
            <a:custGeom>
              <a:avLst/>
              <a:pathLst>
                <a:path w="3580" h="167167">
                  <a:moveTo>
                    <a:pt x="3580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335" y="2633064"/>
              <a:ext cx="32676" cy="167167"/>
            </a:xfrm>
            <a:custGeom>
              <a:avLst/>
              <a:pathLst>
                <a:path w="32676" h="167167">
                  <a:moveTo>
                    <a:pt x="32676" y="0"/>
                  </a:moveTo>
                  <a:lnTo>
                    <a:pt x="26100" y="129"/>
                  </a:lnTo>
                  <a:lnTo>
                    <a:pt x="19534" y="517"/>
                  </a:lnTo>
                  <a:lnTo>
                    <a:pt x="12989" y="1163"/>
                  </a:lnTo>
                  <a:lnTo>
                    <a:pt x="6474" y="2066"/>
                  </a:lnTo>
                  <a:lnTo>
                    <a:pt x="0" y="3224"/>
                  </a:lnTo>
                  <a:lnTo>
                    <a:pt x="326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335" y="2636289"/>
              <a:ext cx="32676" cy="163942"/>
            </a:xfrm>
            <a:custGeom>
              <a:avLst/>
              <a:pathLst>
                <a:path w="32676" h="163942">
                  <a:moveTo>
                    <a:pt x="0" y="0"/>
                  </a:moveTo>
                  <a:lnTo>
                    <a:pt x="32676" y="163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58" y="2636289"/>
              <a:ext cx="334312" cy="331109"/>
            </a:xfrm>
            <a:custGeom>
              <a:avLst/>
              <a:pathLst>
                <a:path w="334312" h="331109">
                  <a:moveTo>
                    <a:pt x="134476" y="0"/>
                  </a:moveTo>
                  <a:lnTo>
                    <a:pt x="129305" y="1115"/>
                  </a:lnTo>
                  <a:lnTo>
                    <a:pt x="124172" y="2394"/>
                  </a:lnTo>
                  <a:lnTo>
                    <a:pt x="119082" y="3835"/>
                  </a:lnTo>
                  <a:lnTo>
                    <a:pt x="114041" y="5436"/>
                  </a:lnTo>
                  <a:lnTo>
                    <a:pt x="109052" y="7196"/>
                  </a:lnTo>
                  <a:lnTo>
                    <a:pt x="104122" y="9113"/>
                  </a:lnTo>
                  <a:lnTo>
                    <a:pt x="99255" y="11185"/>
                  </a:lnTo>
                  <a:lnTo>
                    <a:pt x="94456" y="13409"/>
                  </a:lnTo>
                  <a:lnTo>
                    <a:pt x="89729" y="15785"/>
                  </a:lnTo>
                  <a:lnTo>
                    <a:pt x="85080" y="18309"/>
                  </a:lnTo>
                  <a:lnTo>
                    <a:pt x="80513" y="20978"/>
                  </a:lnTo>
                  <a:lnTo>
                    <a:pt x="76033" y="23791"/>
                  </a:lnTo>
                  <a:lnTo>
                    <a:pt x="71645" y="26744"/>
                  </a:lnTo>
                  <a:lnTo>
                    <a:pt x="67352" y="29835"/>
                  </a:lnTo>
                  <a:lnTo>
                    <a:pt x="63158" y="33060"/>
                  </a:lnTo>
                  <a:lnTo>
                    <a:pt x="59069" y="36415"/>
                  </a:lnTo>
                  <a:lnTo>
                    <a:pt x="55089" y="39899"/>
                  </a:lnTo>
                  <a:lnTo>
                    <a:pt x="51220" y="43507"/>
                  </a:lnTo>
                  <a:lnTo>
                    <a:pt x="47467" y="47235"/>
                  </a:lnTo>
                  <a:lnTo>
                    <a:pt x="43835" y="51080"/>
                  </a:lnTo>
                  <a:lnTo>
                    <a:pt x="40326" y="55039"/>
                  </a:lnTo>
                  <a:lnTo>
                    <a:pt x="36943" y="59106"/>
                  </a:lnTo>
                  <a:lnTo>
                    <a:pt x="33692" y="63278"/>
                  </a:lnTo>
                  <a:lnTo>
                    <a:pt x="30573" y="67551"/>
                  </a:lnTo>
                  <a:lnTo>
                    <a:pt x="27592" y="71921"/>
                  </a:lnTo>
                  <a:lnTo>
                    <a:pt x="24750" y="76383"/>
                  </a:lnTo>
                  <a:lnTo>
                    <a:pt x="22051" y="80932"/>
                  </a:lnTo>
                  <a:lnTo>
                    <a:pt x="19498" y="85564"/>
                  </a:lnTo>
                  <a:lnTo>
                    <a:pt x="17092" y="90275"/>
                  </a:lnTo>
                  <a:lnTo>
                    <a:pt x="14836" y="95060"/>
                  </a:lnTo>
                  <a:lnTo>
                    <a:pt x="12733" y="99914"/>
                  </a:lnTo>
                  <a:lnTo>
                    <a:pt x="10784" y="104832"/>
                  </a:lnTo>
                  <a:lnTo>
                    <a:pt x="8992" y="109809"/>
                  </a:lnTo>
                  <a:lnTo>
                    <a:pt x="7359" y="114840"/>
                  </a:lnTo>
                  <a:lnTo>
                    <a:pt x="5885" y="119921"/>
                  </a:lnTo>
                  <a:lnTo>
                    <a:pt x="4573" y="125045"/>
                  </a:lnTo>
                  <a:lnTo>
                    <a:pt x="3424" y="130208"/>
                  </a:lnTo>
                  <a:lnTo>
                    <a:pt x="2438" y="135406"/>
                  </a:lnTo>
                  <a:lnTo>
                    <a:pt x="1618" y="140632"/>
                  </a:lnTo>
                  <a:lnTo>
                    <a:pt x="963" y="145881"/>
                  </a:lnTo>
                  <a:lnTo>
                    <a:pt x="475" y="151148"/>
                  </a:lnTo>
                  <a:lnTo>
                    <a:pt x="154" y="156428"/>
                  </a:lnTo>
                  <a:lnTo>
                    <a:pt x="0" y="161715"/>
                  </a:lnTo>
                  <a:lnTo>
                    <a:pt x="13" y="167005"/>
                  </a:lnTo>
                  <a:lnTo>
                    <a:pt x="193" y="172292"/>
                  </a:lnTo>
                  <a:lnTo>
                    <a:pt x="541" y="177570"/>
                  </a:lnTo>
                  <a:lnTo>
                    <a:pt x="1056" y="182835"/>
                  </a:lnTo>
                  <a:lnTo>
                    <a:pt x="1737" y="188081"/>
                  </a:lnTo>
                  <a:lnTo>
                    <a:pt x="2583" y="193302"/>
                  </a:lnTo>
                  <a:lnTo>
                    <a:pt x="3595" y="198495"/>
                  </a:lnTo>
                  <a:lnTo>
                    <a:pt x="4770" y="203652"/>
                  </a:lnTo>
                  <a:lnTo>
                    <a:pt x="6107" y="208770"/>
                  </a:lnTo>
                  <a:lnTo>
                    <a:pt x="7606" y="213843"/>
                  </a:lnTo>
                  <a:lnTo>
                    <a:pt x="9265" y="218866"/>
                  </a:lnTo>
                  <a:lnTo>
                    <a:pt x="11082" y="223834"/>
                  </a:lnTo>
                  <a:lnTo>
                    <a:pt x="13055" y="228742"/>
                  </a:lnTo>
                  <a:lnTo>
                    <a:pt x="15182" y="233585"/>
                  </a:lnTo>
                  <a:lnTo>
                    <a:pt x="17462" y="238359"/>
                  </a:lnTo>
                  <a:lnTo>
                    <a:pt x="19892" y="243058"/>
                  </a:lnTo>
                  <a:lnTo>
                    <a:pt x="22468" y="247677"/>
                  </a:lnTo>
                  <a:lnTo>
                    <a:pt x="25190" y="252213"/>
                  </a:lnTo>
                  <a:lnTo>
                    <a:pt x="28054" y="256661"/>
                  </a:lnTo>
                  <a:lnTo>
                    <a:pt x="31057" y="261015"/>
                  </a:lnTo>
                  <a:lnTo>
                    <a:pt x="34197" y="265273"/>
                  </a:lnTo>
                  <a:lnTo>
                    <a:pt x="37470" y="269429"/>
                  </a:lnTo>
                  <a:lnTo>
                    <a:pt x="40872" y="273479"/>
                  </a:lnTo>
                  <a:lnTo>
                    <a:pt x="44401" y="277420"/>
                  </a:lnTo>
                  <a:lnTo>
                    <a:pt x="48053" y="281247"/>
                  </a:lnTo>
                  <a:lnTo>
                    <a:pt x="51824" y="284956"/>
                  </a:lnTo>
                  <a:lnTo>
                    <a:pt x="55711" y="288545"/>
                  </a:lnTo>
                  <a:lnTo>
                    <a:pt x="59709" y="292008"/>
                  </a:lnTo>
                  <a:lnTo>
                    <a:pt x="63815" y="295344"/>
                  </a:lnTo>
                  <a:lnTo>
                    <a:pt x="68024" y="298547"/>
                  </a:lnTo>
                  <a:lnTo>
                    <a:pt x="72332" y="301616"/>
                  </a:lnTo>
                  <a:lnTo>
                    <a:pt x="76736" y="304548"/>
                  </a:lnTo>
                  <a:lnTo>
                    <a:pt x="81230" y="307338"/>
                  </a:lnTo>
                  <a:lnTo>
                    <a:pt x="85810" y="309985"/>
                  </a:lnTo>
                  <a:lnTo>
                    <a:pt x="90471" y="312485"/>
                  </a:lnTo>
                  <a:lnTo>
                    <a:pt x="95210" y="314837"/>
                  </a:lnTo>
                  <a:lnTo>
                    <a:pt x="100020" y="317038"/>
                  </a:lnTo>
                  <a:lnTo>
                    <a:pt x="104897" y="319085"/>
                  </a:lnTo>
                  <a:lnTo>
                    <a:pt x="109837" y="320977"/>
                  </a:lnTo>
                  <a:lnTo>
                    <a:pt x="114834" y="322712"/>
                  </a:lnTo>
                  <a:lnTo>
                    <a:pt x="119884" y="324288"/>
                  </a:lnTo>
                  <a:lnTo>
                    <a:pt x="124981" y="325703"/>
                  </a:lnTo>
                  <a:lnTo>
                    <a:pt x="130120" y="326956"/>
                  </a:lnTo>
                  <a:lnTo>
                    <a:pt x="135297" y="328046"/>
                  </a:lnTo>
                  <a:lnTo>
                    <a:pt x="140505" y="328972"/>
                  </a:lnTo>
                  <a:lnTo>
                    <a:pt x="145740" y="329733"/>
                  </a:lnTo>
                  <a:lnTo>
                    <a:pt x="150996" y="330327"/>
                  </a:lnTo>
                  <a:lnTo>
                    <a:pt x="156268" y="330755"/>
                  </a:lnTo>
                  <a:lnTo>
                    <a:pt x="161552" y="331016"/>
                  </a:lnTo>
                  <a:lnTo>
                    <a:pt x="166841" y="331109"/>
                  </a:lnTo>
                  <a:lnTo>
                    <a:pt x="172130" y="331036"/>
                  </a:lnTo>
                  <a:lnTo>
                    <a:pt x="177414" y="330794"/>
                  </a:lnTo>
                  <a:lnTo>
                    <a:pt x="182688" y="330386"/>
                  </a:lnTo>
                  <a:lnTo>
                    <a:pt x="187947" y="329811"/>
                  </a:lnTo>
                  <a:lnTo>
                    <a:pt x="193184" y="329070"/>
                  </a:lnTo>
                  <a:lnTo>
                    <a:pt x="198396" y="328164"/>
                  </a:lnTo>
                  <a:lnTo>
                    <a:pt x="203576" y="327093"/>
                  </a:lnTo>
                  <a:lnTo>
                    <a:pt x="208720" y="325859"/>
                  </a:lnTo>
                  <a:lnTo>
                    <a:pt x="213822" y="324463"/>
                  </a:lnTo>
                  <a:lnTo>
                    <a:pt x="218878" y="322906"/>
                  </a:lnTo>
                  <a:lnTo>
                    <a:pt x="223882" y="321190"/>
                  </a:lnTo>
                  <a:lnTo>
                    <a:pt x="228828" y="319316"/>
                  </a:lnTo>
                  <a:lnTo>
                    <a:pt x="233714" y="317287"/>
                  </a:lnTo>
                  <a:lnTo>
                    <a:pt x="238532" y="315104"/>
                  </a:lnTo>
                  <a:lnTo>
                    <a:pt x="243279" y="312770"/>
                  </a:lnTo>
                  <a:lnTo>
                    <a:pt x="247950" y="310287"/>
                  </a:lnTo>
                  <a:lnTo>
                    <a:pt x="252540" y="307657"/>
                  </a:lnTo>
                  <a:lnTo>
                    <a:pt x="257044" y="304883"/>
                  </a:lnTo>
                  <a:lnTo>
                    <a:pt x="261458" y="301969"/>
                  </a:lnTo>
                  <a:lnTo>
                    <a:pt x="265778" y="298916"/>
                  </a:lnTo>
                  <a:lnTo>
                    <a:pt x="269999" y="295728"/>
                  </a:lnTo>
                  <a:lnTo>
                    <a:pt x="274118" y="292408"/>
                  </a:lnTo>
                  <a:lnTo>
                    <a:pt x="278129" y="288959"/>
                  </a:lnTo>
                  <a:lnTo>
                    <a:pt x="282029" y="285385"/>
                  </a:lnTo>
                  <a:lnTo>
                    <a:pt x="285813" y="281690"/>
                  </a:lnTo>
                  <a:lnTo>
                    <a:pt x="289480" y="277876"/>
                  </a:lnTo>
                  <a:lnTo>
                    <a:pt x="293023" y="273949"/>
                  </a:lnTo>
                  <a:lnTo>
                    <a:pt x="296441" y="269911"/>
                  </a:lnTo>
                  <a:lnTo>
                    <a:pt x="299729" y="265767"/>
                  </a:lnTo>
                  <a:lnTo>
                    <a:pt x="302884" y="261522"/>
                  </a:lnTo>
                  <a:lnTo>
                    <a:pt x="305904" y="257178"/>
                  </a:lnTo>
                  <a:lnTo>
                    <a:pt x="308784" y="252742"/>
                  </a:lnTo>
                  <a:lnTo>
                    <a:pt x="311523" y="248216"/>
                  </a:lnTo>
                  <a:lnTo>
                    <a:pt x="314117" y="243606"/>
                  </a:lnTo>
                  <a:lnTo>
                    <a:pt x="316564" y="238916"/>
                  </a:lnTo>
                  <a:lnTo>
                    <a:pt x="318861" y="234151"/>
                  </a:lnTo>
                  <a:lnTo>
                    <a:pt x="321007" y="229316"/>
                  </a:lnTo>
                  <a:lnTo>
                    <a:pt x="322998" y="224415"/>
                  </a:lnTo>
                  <a:lnTo>
                    <a:pt x="324833" y="219454"/>
                  </a:lnTo>
                  <a:lnTo>
                    <a:pt x="326511" y="214437"/>
                  </a:lnTo>
                  <a:lnTo>
                    <a:pt x="328029" y="209370"/>
                  </a:lnTo>
                  <a:lnTo>
                    <a:pt x="329385" y="204257"/>
                  </a:lnTo>
                  <a:lnTo>
                    <a:pt x="330580" y="199104"/>
                  </a:lnTo>
                  <a:lnTo>
                    <a:pt x="331611" y="193915"/>
                  </a:lnTo>
                  <a:lnTo>
                    <a:pt x="332477" y="188697"/>
                  </a:lnTo>
                  <a:lnTo>
                    <a:pt x="333177" y="183454"/>
                  </a:lnTo>
                  <a:lnTo>
                    <a:pt x="333711" y="178191"/>
                  </a:lnTo>
                  <a:lnTo>
                    <a:pt x="334079" y="172914"/>
                  </a:lnTo>
                  <a:lnTo>
                    <a:pt x="334279" y="167628"/>
                  </a:lnTo>
                  <a:lnTo>
                    <a:pt x="334312" y="162338"/>
                  </a:lnTo>
                  <a:lnTo>
                    <a:pt x="334177" y="157050"/>
                  </a:lnTo>
                  <a:lnTo>
                    <a:pt x="333876" y="151769"/>
                  </a:lnTo>
                  <a:lnTo>
                    <a:pt x="333407" y="146500"/>
                  </a:lnTo>
                  <a:lnTo>
                    <a:pt x="332772" y="141248"/>
                  </a:lnTo>
                  <a:lnTo>
                    <a:pt x="331971" y="136020"/>
                  </a:lnTo>
                  <a:lnTo>
                    <a:pt x="331005" y="130819"/>
                  </a:lnTo>
                  <a:lnTo>
                    <a:pt x="329875" y="125651"/>
                  </a:lnTo>
                  <a:lnTo>
                    <a:pt x="328582" y="120522"/>
                  </a:lnTo>
                  <a:lnTo>
                    <a:pt x="327127" y="115436"/>
                  </a:lnTo>
                  <a:lnTo>
                    <a:pt x="325513" y="110398"/>
                  </a:lnTo>
                  <a:lnTo>
                    <a:pt x="323739" y="105415"/>
                  </a:lnTo>
                  <a:lnTo>
                    <a:pt x="321809" y="100490"/>
                  </a:lnTo>
                  <a:lnTo>
                    <a:pt x="319724" y="95628"/>
                  </a:lnTo>
                  <a:lnTo>
                    <a:pt x="317486" y="90835"/>
                  </a:lnTo>
                  <a:lnTo>
                    <a:pt x="315098" y="86115"/>
                  </a:lnTo>
                  <a:lnTo>
                    <a:pt x="312561" y="81473"/>
                  </a:lnTo>
                  <a:lnTo>
                    <a:pt x="309879" y="76914"/>
                  </a:lnTo>
                  <a:lnTo>
                    <a:pt x="307054" y="72441"/>
                  </a:lnTo>
                  <a:lnTo>
                    <a:pt x="304089" y="68061"/>
                  </a:lnTo>
                  <a:lnTo>
                    <a:pt x="300987" y="63776"/>
                  </a:lnTo>
                  <a:lnTo>
                    <a:pt x="297750" y="59592"/>
                  </a:lnTo>
                  <a:lnTo>
                    <a:pt x="294383" y="55512"/>
                  </a:lnTo>
                  <a:lnTo>
                    <a:pt x="290889" y="51541"/>
                  </a:lnTo>
                  <a:lnTo>
                    <a:pt x="287271" y="47682"/>
                  </a:lnTo>
                  <a:lnTo>
                    <a:pt x="283532" y="43940"/>
                  </a:lnTo>
                  <a:lnTo>
                    <a:pt x="279677" y="40317"/>
                  </a:lnTo>
                  <a:lnTo>
                    <a:pt x="275709" y="36819"/>
                  </a:lnTo>
                  <a:lnTo>
                    <a:pt x="271633" y="33448"/>
                  </a:lnTo>
                  <a:lnTo>
                    <a:pt x="267452" y="30208"/>
                  </a:lnTo>
                  <a:lnTo>
                    <a:pt x="263170" y="27101"/>
                  </a:lnTo>
                  <a:lnTo>
                    <a:pt x="258792" y="24132"/>
                  </a:lnTo>
                  <a:lnTo>
                    <a:pt x="254323" y="21302"/>
                  </a:lnTo>
                  <a:lnTo>
                    <a:pt x="249766" y="18615"/>
                  </a:lnTo>
                  <a:lnTo>
                    <a:pt x="245127" y="16074"/>
                  </a:lnTo>
                  <a:lnTo>
                    <a:pt x="240409" y="13681"/>
                  </a:lnTo>
                  <a:lnTo>
                    <a:pt x="235618" y="11439"/>
                  </a:lnTo>
                  <a:lnTo>
                    <a:pt x="230759" y="9349"/>
                  </a:lnTo>
                  <a:lnTo>
                    <a:pt x="225836" y="7414"/>
                  </a:lnTo>
                  <a:lnTo>
                    <a:pt x="220854" y="5635"/>
                  </a:lnTo>
                  <a:lnTo>
                    <a:pt x="167152" y="163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3701" cy="167167"/>
            </a:xfrm>
            <a:custGeom>
              <a:avLst/>
              <a:pathLst>
                <a:path w="53701" h="167167">
                  <a:moveTo>
                    <a:pt x="53701" y="8860"/>
                  </a:moveTo>
                  <a:lnTo>
                    <a:pt x="47914" y="7013"/>
                  </a:lnTo>
                  <a:lnTo>
                    <a:pt x="42064" y="5378"/>
                  </a:lnTo>
                  <a:lnTo>
                    <a:pt x="36159" y="3957"/>
                  </a:lnTo>
                  <a:lnTo>
                    <a:pt x="30205" y="2751"/>
                  </a:lnTo>
                  <a:lnTo>
                    <a:pt x="24212" y="1762"/>
                  </a:lnTo>
                  <a:lnTo>
                    <a:pt x="18187" y="992"/>
                  </a:lnTo>
                  <a:lnTo>
                    <a:pt x="12138" y="441"/>
                  </a:lnTo>
                  <a:lnTo>
                    <a:pt x="6073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610" y="2126963"/>
              <a:ext cx="4861" cy="167167"/>
            </a:xfrm>
            <a:custGeom>
              <a:avLst/>
              <a:pathLst>
                <a:path w="4861" h="167167">
                  <a:moveTo>
                    <a:pt x="4861" y="0"/>
                  </a:moveTo>
                  <a:lnTo>
                    <a:pt x="0" y="70"/>
                  </a:lnTo>
                  <a:lnTo>
                    <a:pt x="48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3610" y="2127034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16" y="2127034"/>
              <a:ext cx="334314" cy="334262"/>
            </a:xfrm>
            <a:custGeom>
              <a:avLst/>
              <a:pathLst>
                <a:path w="334314" h="334262">
                  <a:moveTo>
                    <a:pt x="162293" y="0"/>
                  </a:moveTo>
                  <a:lnTo>
                    <a:pt x="156998" y="238"/>
                  </a:lnTo>
                  <a:lnTo>
                    <a:pt x="151713" y="644"/>
                  </a:lnTo>
                  <a:lnTo>
                    <a:pt x="146443" y="1217"/>
                  </a:lnTo>
                  <a:lnTo>
                    <a:pt x="141195" y="1957"/>
                  </a:lnTo>
                  <a:lnTo>
                    <a:pt x="135972" y="2863"/>
                  </a:lnTo>
                  <a:lnTo>
                    <a:pt x="130781" y="3934"/>
                  </a:lnTo>
                  <a:lnTo>
                    <a:pt x="125626" y="5169"/>
                  </a:lnTo>
                  <a:lnTo>
                    <a:pt x="120513" y="6567"/>
                  </a:lnTo>
                  <a:lnTo>
                    <a:pt x="115448" y="8127"/>
                  </a:lnTo>
                  <a:lnTo>
                    <a:pt x="110434" y="9846"/>
                  </a:lnTo>
                  <a:lnTo>
                    <a:pt x="105477" y="11723"/>
                  </a:lnTo>
                  <a:lnTo>
                    <a:pt x="100582" y="13757"/>
                  </a:lnTo>
                  <a:lnTo>
                    <a:pt x="95754" y="15945"/>
                  </a:lnTo>
                  <a:lnTo>
                    <a:pt x="90997" y="18284"/>
                  </a:lnTo>
                  <a:lnTo>
                    <a:pt x="86318" y="20774"/>
                  </a:lnTo>
                  <a:lnTo>
                    <a:pt x="81719" y="23410"/>
                  </a:lnTo>
                  <a:lnTo>
                    <a:pt x="77207" y="26191"/>
                  </a:lnTo>
                  <a:lnTo>
                    <a:pt x="72785" y="29113"/>
                  </a:lnTo>
                  <a:lnTo>
                    <a:pt x="68458" y="32175"/>
                  </a:lnTo>
                  <a:lnTo>
                    <a:pt x="64230" y="35372"/>
                  </a:lnTo>
                  <a:lnTo>
                    <a:pt x="60105" y="38701"/>
                  </a:lnTo>
                  <a:lnTo>
                    <a:pt x="56088" y="42159"/>
                  </a:lnTo>
                  <a:lnTo>
                    <a:pt x="52183" y="45743"/>
                  </a:lnTo>
                  <a:lnTo>
                    <a:pt x="48394" y="49449"/>
                  </a:lnTo>
                  <a:lnTo>
                    <a:pt x="44724" y="53274"/>
                  </a:lnTo>
                  <a:lnTo>
                    <a:pt x="41176" y="57213"/>
                  </a:lnTo>
                  <a:lnTo>
                    <a:pt x="37756" y="61262"/>
                  </a:lnTo>
                  <a:lnTo>
                    <a:pt x="34466" y="65418"/>
                  </a:lnTo>
                  <a:lnTo>
                    <a:pt x="31309" y="69675"/>
                  </a:lnTo>
                  <a:lnTo>
                    <a:pt x="28288" y="74031"/>
                  </a:lnTo>
                  <a:lnTo>
                    <a:pt x="25408" y="78481"/>
                  </a:lnTo>
                  <a:lnTo>
                    <a:pt x="22670" y="83019"/>
                  </a:lnTo>
                  <a:lnTo>
                    <a:pt x="20077" y="87642"/>
                  </a:lnTo>
                  <a:lnTo>
                    <a:pt x="17631" y="92345"/>
                  </a:lnTo>
                  <a:lnTo>
                    <a:pt x="15337" y="97123"/>
                  </a:lnTo>
                  <a:lnTo>
                    <a:pt x="13195" y="101972"/>
                  </a:lnTo>
                  <a:lnTo>
                    <a:pt x="11207" y="106885"/>
                  </a:lnTo>
                  <a:lnTo>
                    <a:pt x="9377" y="111860"/>
                  </a:lnTo>
                  <a:lnTo>
                    <a:pt x="7705" y="116890"/>
                  </a:lnTo>
                  <a:lnTo>
                    <a:pt x="6193" y="121970"/>
                  </a:lnTo>
                  <a:lnTo>
                    <a:pt x="4844" y="127096"/>
                  </a:lnTo>
                  <a:lnTo>
                    <a:pt x="3657" y="132262"/>
                  </a:lnTo>
                  <a:lnTo>
                    <a:pt x="2635" y="137463"/>
                  </a:lnTo>
                  <a:lnTo>
                    <a:pt x="1778" y="142694"/>
                  </a:lnTo>
                  <a:lnTo>
                    <a:pt x="1087" y="147949"/>
                  </a:lnTo>
                  <a:lnTo>
                    <a:pt x="564" y="153224"/>
                  </a:lnTo>
                  <a:lnTo>
                    <a:pt x="208" y="158513"/>
                  </a:lnTo>
                  <a:lnTo>
                    <a:pt x="20" y="163810"/>
                  </a:lnTo>
                  <a:lnTo>
                    <a:pt x="0" y="169110"/>
                  </a:lnTo>
                  <a:lnTo>
                    <a:pt x="147" y="174409"/>
                  </a:lnTo>
                  <a:lnTo>
                    <a:pt x="463" y="179700"/>
                  </a:lnTo>
                  <a:lnTo>
                    <a:pt x="947" y="184978"/>
                  </a:lnTo>
                  <a:lnTo>
                    <a:pt x="1597" y="190239"/>
                  </a:lnTo>
                  <a:lnTo>
                    <a:pt x="2414" y="195476"/>
                  </a:lnTo>
                  <a:lnTo>
                    <a:pt x="3397" y="200685"/>
                  </a:lnTo>
                  <a:lnTo>
                    <a:pt x="4544" y="205860"/>
                  </a:lnTo>
                  <a:lnTo>
                    <a:pt x="5854" y="210996"/>
                  </a:lnTo>
                  <a:lnTo>
                    <a:pt x="7327" y="216087"/>
                  </a:lnTo>
                  <a:lnTo>
                    <a:pt x="8961" y="221130"/>
                  </a:lnTo>
                  <a:lnTo>
                    <a:pt x="10754" y="226118"/>
                  </a:lnTo>
                  <a:lnTo>
                    <a:pt x="12703" y="231047"/>
                  </a:lnTo>
                  <a:lnTo>
                    <a:pt x="14809" y="235912"/>
                  </a:lnTo>
                  <a:lnTo>
                    <a:pt x="17067" y="240707"/>
                  </a:lnTo>
                  <a:lnTo>
                    <a:pt x="19476" y="245428"/>
                  </a:lnTo>
                  <a:lnTo>
                    <a:pt x="22034" y="250071"/>
                  </a:lnTo>
                  <a:lnTo>
                    <a:pt x="24737" y="254630"/>
                  </a:lnTo>
                  <a:lnTo>
                    <a:pt x="27584" y="259101"/>
                  </a:lnTo>
                  <a:lnTo>
                    <a:pt x="30571" y="263480"/>
                  </a:lnTo>
                  <a:lnTo>
                    <a:pt x="33696" y="267762"/>
                  </a:lnTo>
                  <a:lnTo>
                    <a:pt x="36954" y="271943"/>
                  </a:lnTo>
                  <a:lnTo>
                    <a:pt x="40344" y="276018"/>
                  </a:lnTo>
                  <a:lnTo>
                    <a:pt x="43861" y="279983"/>
                  </a:lnTo>
                  <a:lnTo>
                    <a:pt x="47502" y="283836"/>
                  </a:lnTo>
                  <a:lnTo>
                    <a:pt x="51263" y="287570"/>
                  </a:lnTo>
                  <a:lnTo>
                    <a:pt x="55141" y="291184"/>
                  </a:lnTo>
                  <a:lnTo>
                    <a:pt x="59131" y="294673"/>
                  </a:lnTo>
                  <a:lnTo>
                    <a:pt x="63230" y="298034"/>
                  </a:lnTo>
                  <a:lnTo>
                    <a:pt x="67434" y="301263"/>
                  </a:lnTo>
                  <a:lnTo>
                    <a:pt x="71737" y="304357"/>
                  </a:lnTo>
                  <a:lnTo>
                    <a:pt x="76137" y="307313"/>
                  </a:lnTo>
                  <a:lnTo>
                    <a:pt x="80628" y="310128"/>
                  </a:lnTo>
                  <a:lnTo>
                    <a:pt x="85206" y="312799"/>
                  </a:lnTo>
                  <a:lnTo>
                    <a:pt x="89867" y="315324"/>
                  </a:lnTo>
                  <a:lnTo>
                    <a:pt x="94605" y="317700"/>
                  </a:lnTo>
                  <a:lnTo>
                    <a:pt x="99416" y="319924"/>
                  </a:lnTo>
                  <a:lnTo>
                    <a:pt x="104296" y="321995"/>
                  </a:lnTo>
                  <a:lnTo>
                    <a:pt x="109238" y="323910"/>
                  </a:lnTo>
                  <a:lnTo>
                    <a:pt x="114239" y="325668"/>
                  </a:lnTo>
                  <a:lnTo>
                    <a:pt x="119293" y="327265"/>
                  </a:lnTo>
                  <a:lnTo>
                    <a:pt x="124395" y="328702"/>
                  </a:lnTo>
                  <a:lnTo>
                    <a:pt x="129540" y="329977"/>
                  </a:lnTo>
                  <a:lnTo>
                    <a:pt x="134723" y="331087"/>
                  </a:lnTo>
                  <a:lnTo>
                    <a:pt x="139938" y="332033"/>
                  </a:lnTo>
                  <a:lnTo>
                    <a:pt x="145181" y="332813"/>
                  </a:lnTo>
                  <a:lnTo>
                    <a:pt x="150446" y="333427"/>
                  </a:lnTo>
                  <a:lnTo>
                    <a:pt x="155728" y="333873"/>
                  </a:lnTo>
                  <a:lnTo>
                    <a:pt x="161021" y="334151"/>
                  </a:lnTo>
                  <a:lnTo>
                    <a:pt x="166321" y="334262"/>
                  </a:lnTo>
                  <a:lnTo>
                    <a:pt x="171621" y="334204"/>
                  </a:lnTo>
                  <a:lnTo>
                    <a:pt x="176917" y="333978"/>
                  </a:lnTo>
                  <a:lnTo>
                    <a:pt x="182202" y="333585"/>
                  </a:lnTo>
                  <a:lnTo>
                    <a:pt x="187473" y="333024"/>
                  </a:lnTo>
                  <a:lnTo>
                    <a:pt x="192724" y="332297"/>
                  </a:lnTo>
                  <a:lnTo>
                    <a:pt x="197948" y="331403"/>
                  </a:lnTo>
                  <a:lnTo>
                    <a:pt x="203142" y="330344"/>
                  </a:lnTo>
                  <a:lnTo>
                    <a:pt x="208300" y="329121"/>
                  </a:lnTo>
                  <a:lnTo>
                    <a:pt x="213416" y="327735"/>
                  </a:lnTo>
                  <a:lnTo>
                    <a:pt x="218485" y="326188"/>
                  </a:lnTo>
                  <a:lnTo>
                    <a:pt x="223503" y="324480"/>
                  </a:lnTo>
                  <a:lnTo>
                    <a:pt x="228465" y="322615"/>
                  </a:lnTo>
                  <a:lnTo>
                    <a:pt x="233364" y="320593"/>
                  </a:lnTo>
                  <a:lnTo>
                    <a:pt x="238198" y="318417"/>
                  </a:lnTo>
                  <a:lnTo>
                    <a:pt x="242959" y="316088"/>
                  </a:lnTo>
                  <a:lnTo>
                    <a:pt x="247645" y="313610"/>
                  </a:lnTo>
                  <a:lnTo>
                    <a:pt x="252250" y="310984"/>
                  </a:lnTo>
                  <a:lnTo>
                    <a:pt x="256769" y="308214"/>
                  </a:lnTo>
                  <a:lnTo>
                    <a:pt x="261198" y="305302"/>
                  </a:lnTo>
                  <a:lnTo>
                    <a:pt x="265532" y="302251"/>
                  </a:lnTo>
                  <a:lnTo>
                    <a:pt x="269768" y="299064"/>
                  </a:lnTo>
                  <a:lnTo>
                    <a:pt x="273900" y="295745"/>
                  </a:lnTo>
                  <a:lnTo>
                    <a:pt x="277925" y="292296"/>
                  </a:lnTo>
                  <a:lnTo>
                    <a:pt x="281839" y="288721"/>
                  </a:lnTo>
                  <a:lnTo>
                    <a:pt x="285637" y="285024"/>
                  </a:lnTo>
                  <a:lnTo>
                    <a:pt x="289316" y="281208"/>
                  </a:lnTo>
                  <a:lnTo>
                    <a:pt x="292872" y="277278"/>
                  </a:lnTo>
                  <a:lnTo>
                    <a:pt x="296302" y="273237"/>
                  </a:lnTo>
                  <a:lnTo>
                    <a:pt x="299603" y="269089"/>
                  </a:lnTo>
                  <a:lnTo>
                    <a:pt x="302770" y="264839"/>
                  </a:lnTo>
                  <a:lnTo>
                    <a:pt x="305800" y="260490"/>
                  </a:lnTo>
                  <a:lnTo>
                    <a:pt x="308692" y="256047"/>
                  </a:lnTo>
                  <a:lnTo>
                    <a:pt x="311441" y="251515"/>
                  </a:lnTo>
                  <a:lnTo>
                    <a:pt x="314044" y="246898"/>
                  </a:lnTo>
                  <a:lnTo>
                    <a:pt x="316501" y="242201"/>
                  </a:lnTo>
                  <a:lnTo>
                    <a:pt x="318807" y="237429"/>
                  </a:lnTo>
                  <a:lnTo>
                    <a:pt x="320960" y="232585"/>
                  </a:lnTo>
                  <a:lnTo>
                    <a:pt x="322959" y="227676"/>
                  </a:lnTo>
                  <a:lnTo>
                    <a:pt x="324802" y="222706"/>
                  </a:lnTo>
                  <a:lnTo>
                    <a:pt x="326485" y="217680"/>
                  </a:lnTo>
                  <a:lnTo>
                    <a:pt x="328009" y="212603"/>
                  </a:lnTo>
                  <a:lnTo>
                    <a:pt x="329371" y="207481"/>
                  </a:lnTo>
                  <a:lnTo>
                    <a:pt x="330570" y="202318"/>
                  </a:lnTo>
                  <a:lnTo>
                    <a:pt x="331604" y="197119"/>
                  </a:lnTo>
                  <a:lnTo>
                    <a:pt x="332473" y="191890"/>
                  </a:lnTo>
                  <a:lnTo>
                    <a:pt x="333176" y="186636"/>
                  </a:lnTo>
                  <a:lnTo>
                    <a:pt x="333712" y="181363"/>
                  </a:lnTo>
                  <a:lnTo>
                    <a:pt x="334081" y="176075"/>
                  </a:lnTo>
                  <a:lnTo>
                    <a:pt x="334282" y="170779"/>
                  </a:lnTo>
                  <a:lnTo>
                    <a:pt x="334314" y="165478"/>
                  </a:lnTo>
                  <a:lnTo>
                    <a:pt x="167155" y="167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159" cy="167167"/>
            </a:xfrm>
            <a:custGeom>
              <a:avLst/>
              <a:pathLst>
                <a:path w="167159" h="167167">
                  <a:moveTo>
                    <a:pt x="167159" y="165549"/>
                  </a:moveTo>
                  <a:lnTo>
                    <a:pt x="167018" y="160114"/>
                  </a:lnTo>
                  <a:lnTo>
                    <a:pt x="166700" y="154687"/>
                  </a:lnTo>
                  <a:lnTo>
                    <a:pt x="166206" y="149273"/>
                  </a:lnTo>
                  <a:lnTo>
                    <a:pt x="165537" y="143878"/>
                  </a:lnTo>
                  <a:lnTo>
                    <a:pt x="164692" y="138507"/>
                  </a:lnTo>
                  <a:lnTo>
                    <a:pt x="163673" y="133167"/>
                  </a:lnTo>
                  <a:lnTo>
                    <a:pt x="162481" y="127862"/>
                  </a:lnTo>
                  <a:lnTo>
                    <a:pt x="161117" y="122600"/>
                  </a:lnTo>
                  <a:lnTo>
                    <a:pt x="159582" y="117384"/>
                  </a:lnTo>
                  <a:lnTo>
                    <a:pt x="157879" y="112221"/>
                  </a:lnTo>
                  <a:lnTo>
                    <a:pt x="156009" y="107117"/>
                  </a:lnTo>
                  <a:lnTo>
                    <a:pt x="153974" y="102075"/>
                  </a:lnTo>
                  <a:lnTo>
                    <a:pt x="151776" y="97103"/>
                  </a:lnTo>
                  <a:lnTo>
                    <a:pt x="149417" y="92204"/>
                  </a:lnTo>
                  <a:lnTo>
                    <a:pt x="146900" y="87385"/>
                  </a:lnTo>
                  <a:lnTo>
                    <a:pt x="144228" y="82651"/>
                  </a:lnTo>
                  <a:lnTo>
                    <a:pt x="141404" y="78005"/>
                  </a:lnTo>
                  <a:lnTo>
                    <a:pt x="138430" y="73455"/>
                  </a:lnTo>
                  <a:lnTo>
                    <a:pt x="135309" y="69003"/>
                  </a:lnTo>
                  <a:lnTo>
                    <a:pt x="132046" y="64655"/>
                  </a:lnTo>
                  <a:lnTo>
                    <a:pt x="128642" y="60415"/>
                  </a:lnTo>
                  <a:lnTo>
                    <a:pt x="125103" y="56288"/>
                  </a:lnTo>
                  <a:lnTo>
                    <a:pt x="121431" y="52279"/>
                  </a:lnTo>
                  <a:lnTo>
                    <a:pt x="117631" y="48391"/>
                  </a:lnTo>
                  <a:lnTo>
                    <a:pt x="113707" y="44629"/>
                  </a:lnTo>
                  <a:lnTo>
                    <a:pt x="109662" y="40996"/>
                  </a:lnTo>
                  <a:lnTo>
                    <a:pt x="105501" y="37497"/>
                  </a:lnTo>
                  <a:lnTo>
                    <a:pt x="101229" y="34135"/>
                  </a:lnTo>
                  <a:lnTo>
                    <a:pt x="96849" y="30913"/>
                  </a:lnTo>
                  <a:lnTo>
                    <a:pt x="92368" y="27836"/>
                  </a:lnTo>
                  <a:lnTo>
                    <a:pt x="87788" y="24906"/>
                  </a:lnTo>
                  <a:lnTo>
                    <a:pt x="83116" y="22127"/>
                  </a:lnTo>
                  <a:lnTo>
                    <a:pt x="78355" y="19501"/>
                  </a:lnTo>
                  <a:lnTo>
                    <a:pt x="73512" y="17031"/>
                  </a:lnTo>
                  <a:lnTo>
                    <a:pt x="68591" y="14720"/>
                  </a:lnTo>
                  <a:lnTo>
                    <a:pt x="63598" y="12570"/>
                  </a:lnTo>
                  <a:lnTo>
                    <a:pt x="58537" y="10584"/>
                  </a:lnTo>
                  <a:lnTo>
                    <a:pt x="53414" y="8763"/>
                  </a:lnTo>
                  <a:lnTo>
                    <a:pt x="48235" y="7110"/>
                  </a:lnTo>
                  <a:lnTo>
                    <a:pt x="43005" y="5626"/>
                  </a:lnTo>
                  <a:lnTo>
                    <a:pt x="37729" y="4313"/>
                  </a:lnTo>
                  <a:lnTo>
                    <a:pt x="32414" y="3172"/>
                  </a:lnTo>
                  <a:lnTo>
                    <a:pt x="27064" y="2205"/>
                  </a:lnTo>
                  <a:lnTo>
                    <a:pt x="21686" y="1412"/>
                  </a:lnTo>
                  <a:lnTo>
                    <a:pt x="16284" y="795"/>
                  </a:lnTo>
                  <a:lnTo>
                    <a:pt x="10865" y="353"/>
                  </a:lnTo>
                  <a:lnTo>
                    <a:pt x="5435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991" y="1681503"/>
              <a:ext cx="12243" cy="167167"/>
            </a:xfrm>
            <a:custGeom>
              <a:avLst/>
              <a:pathLst>
                <a:path w="12243" h="167167">
                  <a:moveTo>
                    <a:pt x="12243" y="0"/>
                  </a:moveTo>
                  <a:lnTo>
                    <a:pt x="0" y="449"/>
                  </a:lnTo>
                  <a:lnTo>
                    <a:pt x="1224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70" y="1681952"/>
              <a:ext cx="334330" cy="333875"/>
            </a:xfrm>
            <a:custGeom>
              <a:avLst/>
              <a:pathLst>
                <a:path w="334330" h="333875">
                  <a:moveTo>
                    <a:pt x="154920" y="0"/>
                  </a:moveTo>
                  <a:lnTo>
                    <a:pt x="149635" y="472"/>
                  </a:lnTo>
                  <a:lnTo>
                    <a:pt x="144367" y="1112"/>
                  </a:lnTo>
                  <a:lnTo>
                    <a:pt x="139123" y="1919"/>
                  </a:lnTo>
                  <a:lnTo>
                    <a:pt x="133906" y="2892"/>
                  </a:lnTo>
                  <a:lnTo>
                    <a:pt x="128723" y="4030"/>
                  </a:lnTo>
                  <a:lnTo>
                    <a:pt x="123579" y="5333"/>
                  </a:lnTo>
                  <a:lnTo>
                    <a:pt x="118479" y="6797"/>
                  </a:lnTo>
                  <a:lnTo>
                    <a:pt x="113427" y="8423"/>
                  </a:lnTo>
                  <a:lnTo>
                    <a:pt x="108430" y="10208"/>
                  </a:lnTo>
                  <a:lnTo>
                    <a:pt x="103492" y="12151"/>
                  </a:lnTo>
                  <a:lnTo>
                    <a:pt x="98618" y="14250"/>
                  </a:lnTo>
                  <a:lnTo>
                    <a:pt x="93814" y="16503"/>
                  </a:lnTo>
                  <a:lnTo>
                    <a:pt x="89083" y="18906"/>
                  </a:lnTo>
                  <a:lnTo>
                    <a:pt x="84431" y="21459"/>
                  </a:lnTo>
                  <a:lnTo>
                    <a:pt x="79862" y="24158"/>
                  </a:lnTo>
                  <a:lnTo>
                    <a:pt x="75381" y="27001"/>
                  </a:lnTo>
                  <a:lnTo>
                    <a:pt x="70993" y="29985"/>
                  </a:lnTo>
                  <a:lnTo>
                    <a:pt x="66702" y="33106"/>
                  </a:lnTo>
                  <a:lnTo>
                    <a:pt x="62511" y="36362"/>
                  </a:lnTo>
                  <a:lnTo>
                    <a:pt x="58427" y="39749"/>
                  </a:lnTo>
                  <a:lnTo>
                    <a:pt x="54452" y="43264"/>
                  </a:lnTo>
                  <a:lnTo>
                    <a:pt x="50590" y="46904"/>
                  </a:lnTo>
                  <a:lnTo>
                    <a:pt x="46846" y="50664"/>
                  </a:lnTo>
                  <a:lnTo>
                    <a:pt x="43223" y="54542"/>
                  </a:lnTo>
                  <a:lnTo>
                    <a:pt x="39725" y="58532"/>
                  </a:lnTo>
                  <a:lnTo>
                    <a:pt x="36356" y="62631"/>
                  </a:lnTo>
                  <a:lnTo>
                    <a:pt x="33118" y="66836"/>
                  </a:lnTo>
                  <a:lnTo>
                    <a:pt x="30015" y="71141"/>
                  </a:lnTo>
                  <a:lnTo>
                    <a:pt x="27051" y="75542"/>
                  </a:lnTo>
                  <a:lnTo>
                    <a:pt x="24227" y="80035"/>
                  </a:lnTo>
                  <a:lnTo>
                    <a:pt x="21548" y="84615"/>
                  </a:lnTo>
                  <a:lnTo>
                    <a:pt x="19016" y="89278"/>
                  </a:lnTo>
                  <a:lnTo>
                    <a:pt x="16632" y="94020"/>
                  </a:lnTo>
                  <a:lnTo>
                    <a:pt x="14401" y="98834"/>
                  </a:lnTo>
                  <a:lnTo>
                    <a:pt x="12323" y="103717"/>
                  </a:lnTo>
                  <a:lnTo>
                    <a:pt x="10402" y="108663"/>
                  </a:lnTo>
                  <a:lnTo>
                    <a:pt x="8638" y="113668"/>
                  </a:lnTo>
                  <a:lnTo>
                    <a:pt x="7034" y="118726"/>
                  </a:lnTo>
                  <a:lnTo>
                    <a:pt x="5591" y="123833"/>
                  </a:lnTo>
                  <a:lnTo>
                    <a:pt x="4312" y="128983"/>
                  </a:lnTo>
                  <a:lnTo>
                    <a:pt x="3196" y="134171"/>
                  </a:lnTo>
                  <a:lnTo>
                    <a:pt x="2246" y="139391"/>
                  </a:lnTo>
                  <a:lnTo>
                    <a:pt x="1461" y="144640"/>
                  </a:lnTo>
                  <a:lnTo>
                    <a:pt x="844" y="149910"/>
                  </a:lnTo>
                  <a:lnTo>
                    <a:pt x="394" y="155197"/>
                  </a:lnTo>
                  <a:lnTo>
                    <a:pt x="113" y="160496"/>
                  </a:lnTo>
                  <a:lnTo>
                    <a:pt x="0" y="165802"/>
                  </a:lnTo>
                  <a:lnTo>
                    <a:pt x="55" y="171108"/>
                  </a:lnTo>
                  <a:lnTo>
                    <a:pt x="278" y="176410"/>
                  </a:lnTo>
                  <a:lnTo>
                    <a:pt x="670" y="181702"/>
                  </a:lnTo>
                  <a:lnTo>
                    <a:pt x="1229" y="186979"/>
                  </a:lnTo>
                  <a:lnTo>
                    <a:pt x="1956" y="192235"/>
                  </a:lnTo>
                  <a:lnTo>
                    <a:pt x="2849" y="197466"/>
                  </a:lnTo>
                  <a:lnTo>
                    <a:pt x="3908" y="202666"/>
                  </a:lnTo>
                  <a:lnTo>
                    <a:pt x="5131" y="207829"/>
                  </a:lnTo>
                  <a:lnTo>
                    <a:pt x="6518" y="212951"/>
                  </a:lnTo>
                  <a:lnTo>
                    <a:pt x="8066" y="218027"/>
                  </a:lnTo>
                  <a:lnTo>
                    <a:pt x="9775" y="223051"/>
                  </a:lnTo>
                  <a:lnTo>
                    <a:pt x="11642" y="228018"/>
                  </a:lnTo>
                  <a:lnTo>
                    <a:pt x="13666" y="232923"/>
                  </a:lnTo>
                  <a:lnTo>
                    <a:pt x="15844" y="237762"/>
                  </a:lnTo>
                  <a:lnTo>
                    <a:pt x="18176" y="242529"/>
                  </a:lnTo>
                  <a:lnTo>
                    <a:pt x="20657" y="247219"/>
                  </a:lnTo>
                  <a:lnTo>
                    <a:pt x="23286" y="251829"/>
                  </a:lnTo>
                  <a:lnTo>
                    <a:pt x="26060" y="256353"/>
                  </a:lnTo>
                  <a:lnTo>
                    <a:pt x="28976" y="260786"/>
                  </a:lnTo>
                  <a:lnTo>
                    <a:pt x="32031" y="265125"/>
                  </a:lnTo>
                  <a:lnTo>
                    <a:pt x="35222" y="269364"/>
                  </a:lnTo>
                  <a:lnTo>
                    <a:pt x="38547" y="273500"/>
                  </a:lnTo>
                  <a:lnTo>
                    <a:pt x="42001" y="277529"/>
                  </a:lnTo>
                  <a:lnTo>
                    <a:pt x="45581" y="281445"/>
                  </a:lnTo>
                  <a:lnTo>
                    <a:pt x="49284" y="285247"/>
                  </a:lnTo>
                  <a:lnTo>
                    <a:pt x="53105" y="288928"/>
                  </a:lnTo>
                  <a:lnTo>
                    <a:pt x="57041" y="292487"/>
                  </a:lnTo>
                  <a:lnTo>
                    <a:pt x="61089" y="295919"/>
                  </a:lnTo>
                  <a:lnTo>
                    <a:pt x="65243" y="299221"/>
                  </a:lnTo>
                  <a:lnTo>
                    <a:pt x="69500" y="302389"/>
                  </a:lnTo>
                  <a:lnTo>
                    <a:pt x="73855" y="305420"/>
                  </a:lnTo>
                  <a:lnTo>
                    <a:pt x="78305" y="308312"/>
                  </a:lnTo>
                  <a:lnTo>
                    <a:pt x="82843" y="311061"/>
                  </a:lnTo>
                  <a:lnTo>
                    <a:pt x="87467" y="313665"/>
                  </a:lnTo>
                  <a:lnTo>
                    <a:pt x="92171" y="316120"/>
                  </a:lnTo>
                  <a:lnTo>
                    <a:pt x="96951" y="318425"/>
                  </a:lnTo>
                  <a:lnTo>
                    <a:pt x="101802" y="320577"/>
                  </a:lnTo>
                  <a:lnTo>
                    <a:pt x="106718" y="322574"/>
                  </a:lnTo>
                  <a:lnTo>
                    <a:pt x="111695" y="324414"/>
                  </a:lnTo>
                  <a:lnTo>
                    <a:pt x="116728" y="326095"/>
                  </a:lnTo>
                  <a:lnTo>
                    <a:pt x="121812" y="327616"/>
                  </a:lnTo>
                  <a:lnTo>
                    <a:pt x="126942" y="328974"/>
                  </a:lnTo>
                  <a:lnTo>
                    <a:pt x="132112" y="330169"/>
                  </a:lnTo>
                  <a:lnTo>
                    <a:pt x="137318" y="331199"/>
                  </a:lnTo>
                  <a:lnTo>
                    <a:pt x="142553" y="332064"/>
                  </a:lnTo>
                  <a:lnTo>
                    <a:pt x="147814" y="332762"/>
                  </a:lnTo>
                  <a:lnTo>
                    <a:pt x="153094" y="333292"/>
                  </a:lnTo>
                  <a:lnTo>
                    <a:pt x="158388" y="333655"/>
                  </a:lnTo>
                  <a:lnTo>
                    <a:pt x="163691" y="333849"/>
                  </a:lnTo>
                  <a:lnTo>
                    <a:pt x="168997" y="333875"/>
                  </a:lnTo>
                  <a:lnTo>
                    <a:pt x="174302" y="333733"/>
                  </a:lnTo>
                  <a:lnTo>
                    <a:pt x="179599" y="333422"/>
                  </a:lnTo>
                  <a:lnTo>
                    <a:pt x="184884" y="332944"/>
                  </a:lnTo>
                  <a:lnTo>
                    <a:pt x="190151" y="332297"/>
                  </a:lnTo>
                  <a:lnTo>
                    <a:pt x="195395" y="331484"/>
                  </a:lnTo>
                  <a:lnTo>
                    <a:pt x="200610" y="330505"/>
                  </a:lnTo>
                  <a:lnTo>
                    <a:pt x="205792" y="329361"/>
                  </a:lnTo>
                  <a:lnTo>
                    <a:pt x="210934" y="328053"/>
                  </a:lnTo>
                  <a:lnTo>
                    <a:pt x="216033" y="326583"/>
                  </a:lnTo>
                  <a:lnTo>
                    <a:pt x="221082" y="324951"/>
                  </a:lnTo>
                  <a:lnTo>
                    <a:pt x="226078" y="323160"/>
                  </a:lnTo>
                  <a:lnTo>
                    <a:pt x="231013" y="321212"/>
                  </a:lnTo>
                  <a:lnTo>
                    <a:pt x="235885" y="319107"/>
                  </a:lnTo>
                  <a:lnTo>
                    <a:pt x="240687" y="316849"/>
                  </a:lnTo>
                  <a:lnTo>
                    <a:pt x="245415" y="314440"/>
                  </a:lnTo>
                  <a:lnTo>
                    <a:pt x="250064" y="311882"/>
                  </a:lnTo>
                  <a:lnTo>
                    <a:pt x="254630" y="309178"/>
                  </a:lnTo>
                  <a:lnTo>
                    <a:pt x="259107" y="306330"/>
                  </a:lnTo>
                  <a:lnTo>
                    <a:pt x="263492" y="303341"/>
                  </a:lnTo>
                  <a:lnTo>
                    <a:pt x="267780" y="300215"/>
                  </a:lnTo>
                  <a:lnTo>
                    <a:pt x="271966" y="296954"/>
                  </a:lnTo>
                  <a:lnTo>
                    <a:pt x="276047" y="293562"/>
                  </a:lnTo>
                  <a:lnTo>
                    <a:pt x="280018" y="290043"/>
                  </a:lnTo>
                  <a:lnTo>
                    <a:pt x="283876" y="286399"/>
                  </a:lnTo>
                  <a:lnTo>
                    <a:pt x="287615" y="282634"/>
                  </a:lnTo>
                  <a:lnTo>
                    <a:pt x="291234" y="278752"/>
                  </a:lnTo>
                  <a:lnTo>
                    <a:pt x="294727" y="274758"/>
                  </a:lnTo>
                  <a:lnTo>
                    <a:pt x="298092" y="270655"/>
                  </a:lnTo>
                  <a:lnTo>
                    <a:pt x="301325" y="266447"/>
                  </a:lnTo>
                  <a:lnTo>
                    <a:pt x="304423" y="262138"/>
                  </a:lnTo>
                  <a:lnTo>
                    <a:pt x="307382" y="257734"/>
                  </a:lnTo>
                  <a:lnTo>
                    <a:pt x="310200" y="253238"/>
                  </a:lnTo>
                  <a:lnTo>
                    <a:pt x="312874" y="248654"/>
                  </a:lnTo>
                  <a:lnTo>
                    <a:pt x="315402" y="243988"/>
                  </a:lnTo>
                  <a:lnTo>
                    <a:pt x="317779" y="239244"/>
                  </a:lnTo>
                  <a:lnTo>
                    <a:pt x="320006" y="234427"/>
                  </a:lnTo>
                  <a:lnTo>
                    <a:pt x="322078" y="229542"/>
                  </a:lnTo>
                  <a:lnTo>
                    <a:pt x="323994" y="224593"/>
                  </a:lnTo>
                  <a:lnTo>
                    <a:pt x="325751" y="219587"/>
                  </a:lnTo>
                  <a:lnTo>
                    <a:pt x="327350" y="214527"/>
                  </a:lnTo>
                  <a:lnTo>
                    <a:pt x="328786" y="209418"/>
                  </a:lnTo>
                  <a:lnTo>
                    <a:pt x="330060" y="204267"/>
                  </a:lnTo>
                  <a:lnTo>
                    <a:pt x="331170" y="199078"/>
                  </a:lnTo>
                  <a:lnTo>
                    <a:pt x="332114" y="193856"/>
                  </a:lnTo>
                  <a:lnTo>
                    <a:pt x="332893" y="188607"/>
                  </a:lnTo>
                  <a:lnTo>
                    <a:pt x="333504" y="183336"/>
                  </a:lnTo>
                  <a:lnTo>
                    <a:pt x="333947" y="178048"/>
                  </a:lnTo>
                  <a:lnTo>
                    <a:pt x="334223" y="172749"/>
                  </a:lnTo>
                  <a:lnTo>
                    <a:pt x="334330" y="167443"/>
                  </a:lnTo>
                  <a:lnTo>
                    <a:pt x="334269" y="162137"/>
                  </a:lnTo>
                  <a:lnTo>
                    <a:pt x="334040" y="156836"/>
                  </a:lnTo>
                  <a:lnTo>
                    <a:pt x="333642" y="151544"/>
                  </a:lnTo>
                  <a:lnTo>
                    <a:pt x="333076" y="146268"/>
                  </a:lnTo>
                  <a:lnTo>
                    <a:pt x="332344" y="141012"/>
                  </a:lnTo>
                  <a:lnTo>
                    <a:pt x="331445" y="135782"/>
                  </a:lnTo>
                  <a:lnTo>
                    <a:pt x="330380" y="130584"/>
                  </a:lnTo>
                  <a:lnTo>
                    <a:pt x="329151" y="125422"/>
                  </a:lnTo>
                  <a:lnTo>
                    <a:pt x="327758" y="120301"/>
                  </a:lnTo>
                  <a:lnTo>
                    <a:pt x="326204" y="115227"/>
                  </a:lnTo>
                  <a:lnTo>
                    <a:pt x="324490" y="110205"/>
                  </a:lnTo>
                  <a:lnTo>
                    <a:pt x="322617" y="105240"/>
                  </a:lnTo>
                  <a:lnTo>
                    <a:pt x="320587" y="100337"/>
                  </a:lnTo>
                  <a:lnTo>
                    <a:pt x="318403" y="95501"/>
                  </a:lnTo>
                  <a:lnTo>
                    <a:pt x="316067" y="90737"/>
                  </a:lnTo>
                  <a:lnTo>
                    <a:pt x="313580" y="86049"/>
                  </a:lnTo>
                  <a:lnTo>
                    <a:pt x="310946" y="81443"/>
                  </a:lnTo>
                  <a:lnTo>
                    <a:pt x="308167" y="76922"/>
                  </a:lnTo>
                  <a:lnTo>
                    <a:pt x="305246" y="72492"/>
                  </a:lnTo>
                  <a:lnTo>
                    <a:pt x="302185" y="68157"/>
                  </a:lnTo>
                  <a:lnTo>
                    <a:pt x="298989" y="63921"/>
                  </a:lnTo>
                  <a:lnTo>
                    <a:pt x="295660" y="59789"/>
                  </a:lnTo>
                  <a:lnTo>
                    <a:pt x="292201" y="55764"/>
                  </a:lnTo>
                  <a:lnTo>
                    <a:pt x="288617" y="51852"/>
                  </a:lnTo>
                  <a:lnTo>
                    <a:pt x="284910" y="48055"/>
                  </a:lnTo>
                  <a:lnTo>
                    <a:pt x="281084" y="44377"/>
                  </a:lnTo>
                  <a:lnTo>
                    <a:pt x="277144" y="40823"/>
                  </a:lnTo>
                  <a:lnTo>
                    <a:pt x="273092" y="37396"/>
                  </a:lnTo>
                  <a:lnTo>
                    <a:pt x="268934" y="34099"/>
                  </a:lnTo>
                  <a:lnTo>
                    <a:pt x="264674" y="30936"/>
                  </a:lnTo>
                  <a:lnTo>
                    <a:pt x="260315" y="27909"/>
                  </a:lnTo>
                  <a:lnTo>
                    <a:pt x="255862" y="25022"/>
                  </a:lnTo>
                  <a:lnTo>
                    <a:pt x="251320" y="22279"/>
                  </a:lnTo>
                  <a:lnTo>
                    <a:pt x="246694" y="19680"/>
                  </a:lnTo>
                  <a:lnTo>
                    <a:pt x="241987" y="17230"/>
                  </a:lnTo>
                  <a:lnTo>
                    <a:pt x="237204" y="14931"/>
                  </a:lnTo>
                  <a:lnTo>
                    <a:pt x="232351" y="12784"/>
                  </a:lnTo>
                  <a:lnTo>
                    <a:pt x="227433" y="10793"/>
                  </a:lnTo>
                  <a:lnTo>
                    <a:pt x="222453" y="8958"/>
                  </a:lnTo>
                  <a:lnTo>
                    <a:pt x="217418" y="7283"/>
                  </a:lnTo>
                  <a:lnTo>
                    <a:pt x="212333" y="5768"/>
                  </a:lnTo>
                  <a:lnTo>
                    <a:pt x="207201" y="4416"/>
                  </a:lnTo>
                  <a:lnTo>
                    <a:pt x="202030" y="3227"/>
                  </a:lnTo>
                  <a:lnTo>
                    <a:pt x="196823" y="2203"/>
                  </a:lnTo>
                  <a:lnTo>
                    <a:pt x="191587" y="1344"/>
                  </a:lnTo>
                  <a:lnTo>
                    <a:pt x="167164" y="166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24422" cy="167167"/>
            </a:xfrm>
            <a:custGeom>
              <a:avLst/>
              <a:pathLst>
                <a:path w="24422" h="167167">
                  <a:moveTo>
                    <a:pt x="24422" y="1793"/>
                  </a:moveTo>
                  <a:lnTo>
                    <a:pt x="16313" y="797"/>
                  </a:lnTo>
                  <a:lnTo>
                    <a:pt x="8166" y="1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1" y="1322571"/>
              <a:ext cx="167167" cy="310124"/>
            </a:xfrm>
            <a:custGeom>
              <a:avLst/>
              <a:pathLst>
                <a:path w="167167" h="310124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5" y="772"/>
                  </a:lnTo>
                  <a:lnTo>
                    <a:pt x="145790" y="1372"/>
                  </a:lnTo>
                  <a:lnTo>
                    <a:pt x="140486" y="2142"/>
                  </a:lnTo>
                  <a:lnTo>
                    <a:pt x="135211" y="3082"/>
                  </a:lnTo>
                  <a:lnTo>
                    <a:pt x="129968" y="4191"/>
                  </a:lnTo>
                  <a:lnTo>
                    <a:pt x="124763" y="5467"/>
                  </a:lnTo>
                  <a:lnTo>
                    <a:pt x="119602" y="6909"/>
                  </a:lnTo>
                  <a:lnTo>
                    <a:pt x="114490" y="8516"/>
                  </a:lnTo>
                  <a:lnTo>
                    <a:pt x="109432" y="10286"/>
                  </a:lnTo>
                  <a:lnTo>
                    <a:pt x="104433" y="12217"/>
                  </a:lnTo>
                  <a:lnTo>
                    <a:pt x="99499" y="14308"/>
                  </a:lnTo>
                  <a:lnTo>
                    <a:pt x="94634" y="16555"/>
                  </a:lnTo>
                  <a:lnTo>
                    <a:pt x="89844" y="18957"/>
                  </a:lnTo>
                  <a:lnTo>
                    <a:pt x="85133" y="21512"/>
                  </a:lnTo>
                  <a:lnTo>
                    <a:pt x="80507" y="24216"/>
                  </a:lnTo>
                  <a:lnTo>
                    <a:pt x="75969" y="27067"/>
                  </a:lnTo>
                  <a:lnTo>
                    <a:pt x="71526" y="30062"/>
                  </a:lnTo>
                  <a:lnTo>
                    <a:pt x="67180" y="33198"/>
                  </a:lnTo>
                  <a:lnTo>
                    <a:pt x="62938" y="36472"/>
                  </a:lnTo>
                  <a:lnTo>
                    <a:pt x="58802" y="39880"/>
                  </a:lnTo>
                  <a:lnTo>
                    <a:pt x="54778" y="43419"/>
                  </a:lnTo>
                  <a:lnTo>
                    <a:pt x="50869" y="47084"/>
                  </a:lnTo>
                  <a:lnTo>
                    <a:pt x="47080" y="50874"/>
                  </a:lnTo>
                  <a:lnTo>
                    <a:pt x="43414" y="54783"/>
                  </a:lnTo>
                  <a:lnTo>
                    <a:pt x="39876" y="58807"/>
                  </a:lnTo>
                  <a:lnTo>
                    <a:pt x="36468" y="62943"/>
                  </a:lnTo>
                  <a:lnTo>
                    <a:pt x="33194" y="67185"/>
                  </a:lnTo>
                  <a:lnTo>
                    <a:pt x="30059" y="71531"/>
                  </a:lnTo>
                  <a:lnTo>
                    <a:pt x="27064" y="75975"/>
                  </a:lnTo>
                  <a:lnTo>
                    <a:pt x="24213" y="80512"/>
                  </a:lnTo>
                  <a:lnTo>
                    <a:pt x="21509" y="85139"/>
                  </a:lnTo>
                  <a:lnTo>
                    <a:pt x="18954" y="89850"/>
                  </a:lnTo>
                  <a:lnTo>
                    <a:pt x="16552" y="94640"/>
                  </a:lnTo>
                  <a:lnTo>
                    <a:pt x="14305" y="99505"/>
                  </a:lnTo>
                  <a:lnTo>
                    <a:pt x="12215" y="104439"/>
                  </a:lnTo>
                  <a:lnTo>
                    <a:pt x="10284" y="109438"/>
                  </a:lnTo>
                  <a:lnTo>
                    <a:pt x="8514" y="114496"/>
                  </a:lnTo>
                  <a:lnTo>
                    <a:pt x="6907" y="119608"/>
                  </a:lnTo>
                  <a:lnTo>
                    <a:pt x="5465" y="124769"/>
                  </a:lnTo>
                  <a:lnTo>
                    <a:pt x="4190" y="129974"/>
                  </a:lnTo>
                  <a:lnTo>
                    <a:pt x="3081" y="135217"/>
                  </a:lnTo>
                  <a:lnTo>
                    <a:pt x="2141" y="140493"/>
                  </a:lnTo>
                  <a:lnTo>
                    <a:pt x="1371" y="145796"/>
                  </a:lnTo>
                  <a:lnTo>
                    <a:pt x="771" y="151121"/>
                  </a:lnTo>
                  <a:lnTo>
                    <a:pt x="343" y="156463"/>
                  </a:lnTo>
                  <a:lnTo>
                    <a:pt x="85" y="161815"/>
                  </a:lnTo>
                  <a:lnTo>
                    <a:pt x="0" y="167173"/>
                  </a:lnTo>
                  <a:lnTo>
                    <a:pt x="86" y="172531"/>
                  </a:lnTo>
                  <a:lnTo>
                    <a:pt x="343" y="177884"/>
                  </a:lnTo>
                  <a:lnTo>
                    <a:pt x="773" y="183226"/>
                  </a:lnTo>
                  <a:lnTo>
                    <a:pt x="1373" y="188551"/>
                  </a:lnTo>
                  <a:lnTo>
                    <a:pt x="2143" y="193854"/>
                  </a:lnTo>
                  <a:lnTo>
                    <a:pt x="3084" y="199129"/>
                  </a:lnTo>
                  <a:lnTo>
                    <a:pt x="4192" y="204372"/>
                  </a:lnTo>
                  <a:lnTo>
                    <a:pt x="5469" y="209577"/>
                  </a:lnTo>
                  <a:lnTo>
                    <a:pt x="6911" y="214738"/>
                  </a:lnTo>
                  <a:lnTo>
                    <a:pt x="8518" y="219850"/>
                  </a:lnTo>
                  <a:lnTo>
                    <a:pt x="10288" y="224908"/>
                  </a:lnTo>
                  <a:lnTo>
                    <a:pt x="12220" y="229907"/>
                  </a:lnTo>
                  <a:lnTo>
                    <a:pt x="14310" y="234841"/>
                  </a:lnTo>
                  <a:lnTo>
                    <a:pt x="16558" y="239706"/>
                  </a:lnTo>
                  <a:lnTo>
                    <a:pt x="18960" y="244496"/>
                  </a:lnTo>
                  <a:lnTo>
                    <a:pt x="21515" y="249206"/>
                  </a:lnTo>
                  <a:lnTo>
                    <a:pt x="24219" y="253833"/>
                  </a:lnTo>
                  <a:lnTo>
                    <a:pt x="27071" y="258370"/>
                  </a:lnTo>
                  <a:lnTo>
                    <a:pt x="30066" y="262813"/>
                  </a:lnTo>
                  <a:lnTo>
                    <a:pt x="33202" y="267159"/>
                  </a:lnTo>
                  <a:lnTo>
                    <a:pt x="36476" y="271401"/>
                  </a:lnTo>
                  <a:lnTo>
                    <a:pt x="39884" y="275537"/>
                  </a:lnTo>
                  <a:lnTo>
                    <a:pt x="43423" y="279561"/>
                  </a:lnTo>
                  <a:lnTo>
                    <a:pt x="47089" y="283469"/>
                  </a:lnTo>
                  <a:lnTo>
                    <a:pt x="50878" y="287258"/>
                  </a:lnTo>
                  <a:lnTo>
                    <a:pt x="54787" y="290924"/>
                  </a:lnTo>
                  <a:lnTo>
                    <a:pt x="58812" y="294462"/>
                  </a:lnTo>
                  <a:lnTo>
                    <a:pt x="62948" y="297870"/>
                  </a:lnTo>
                  <a:lnTo>
                    <a:pt x="67190" y="301143"/>
                  </a:lnTo>
                  <a:lnTo>
                    <a:pt x="71536" y="304279"/>
                  </a:lnTo>
                  <a:lnTo>
                    <a:pt x="75980" y="307274"/>
                  </a:lnTo>
                  <a:lnTo>
                    <a:pt x="80518" y="31012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4389" y="1489739"/>
              <a:ext cx="86649" cy="142957"/>
            </a:xfrm>
            <a:custGeom>
              <a:avLst/>
              <a:pathLst>
                <a:path w="86649" h="142957">
                  <a:moveTo>
                    <a:pt x="0" y="142957"/>
                  </a:moveTo>
                  <a:lnTo>
                    <a:pt x="866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4389" y="1341111"/>
              <a:ext cx="253799" cy="315793"/>
            </a:xfrm>
            <a:custGeom>
              <a:avLst/>
              <a:pathLst>
                <a:path w="253799" h="315793">
                  <a:moveTo>
                    <a:pt x="0" y="291585"/>
                  </a:moveTo>
                  <a:lnTo>
                    <a:pt x="4588" y="294267"/>
                  </a:lnTo>
                  <a:lnTo>
                    <a:pt x="9259" y="296802"/>
                  </a:lnTo>
                  <a:lnTo>
                    <a:pt x="14008" y="299187"/>
                  </a:lnTo>
                  <a:lnTo>
                    <a:pt x="18830" y="301420"/>
                  </a:lnTo>
                  <a:lnTo>
                    <a:pt x="23721" y="303499"/>
                  </a:lnTo>
                  <a:lnTo>
                    <a:pt x="28676" y="305421"/>
                  </a:lnTo>
                  <a:lnTo>
                    <a:pt x="33690" y="307184"/>
                  </a:lnTo>
                  <a:lnTo>
                    <a:pt x="38756" y="308788"/>
                  </a:lnTo>
                  <a:lnTo>
                    <a:pt x="43872" y="310229"/>
                  </a:lnTo>
                  <a:lnTo>
                    <a:pt x="49030" y="311507"/>
                  </a:lnTo>
                  <a:lnTo>
                    <a:pt x="54227" y="312621"/>
                  </a:lnTo>
                  <a:lnTo>
                    <a:pt x="59456" y="313568"/>
                  </a:lnTo>
                  <a:lnTo>
                    <a:pt x="64713" y="314349"/>
                  </a:lnTo>
                  <a:lnTo>
                    <a:pt x="69992" y="314963"/>
                  </a:lnTo>
                  <a:lnTo>
                    <a:pt x="75288" y="315408"/>
                  </a:lnTo>
                  <a:lnTo>
                    <a:pt x="80595" y="315685"/>
                  </a:lnTo>
                  <a:lnTo>
                    <a:pt x="85908" y="315793"/>
                  </a:lnTo>
                  <a:lnTo>
                    <a:pt x="91222" y="315732"/>
                  </a:lnTo>
                  <a:lnTo>
                    <a:pt x="96532" y="315502"/>
                  </a:lnTo>
                  <a:lnTo>
                    <a:pt x="101831" y="315104"/>
                  </a:lnTo>
                  <a:lnTo>
                    <a:pt x="107116" y="314537"/>
                  </a:lnTo>
                  <a:lnTo>
                    <a:pt x="112379" y="313803"/>
                  </a:lnTo>
                  <a:lnTo>
                    <a:pt x="117617" y="312901"/>
                  </a:lnTo>
                  <a:lnTo>
                    <a:pt x="122823" y="311834"/>
                  </a:lnTo>
                  <a:lnTo>
                    <a:pt x="127992" y="310602"/>
                  </a:lnTo>
                  <a:lnTo>
                    <a:pt x="133120" y="309206"/>
                  </a:lnTo>
                  <a:lnTo>
                    <a:pt x="138201" y="307647"/>
                  </a:lnTo>
                  <a:lnTo>
                    <a:pt x="143230" y="305928"/>
                  </a:lnTo>
                  <a:lnTo>
                    <a:pt x="148202" y="304050"/>
                  </a:lnTo>
                  <a:lnTo>
                    <a:pt x="153111" y="302015"/>
                  </a:lnTo>
                  <a:lnTo>
                    <a:pt x="157953" y="299825"/>
                  </a:lnTo>
                  <a:lnTo>
                    <a:pt x="162723" y="297482"/>
                  </a:lnTo>
                  <a:lnTo>
                    <a:pt x="167417" y="294988"/>
                  </a:lnTo>
                  <a:lnTo>
                    <a:pt x="172028" y="292347"/>
                  </a:lnTo>
                  <a:lnTo>
                    <a:pt x="176554" y="289560"/>
                  </a:lnTo>
                  <a:lnTo>
                    <a:pt x="180988" y="286631"/>
                  </a:lnTo>
                  <a:lnTo>
                    <a:pt x="185327" y="283563"/>
                  </a:lnTo>
                  <a:lnTo>
                    <a:pt x="189566" y="280358"/>
                  </a:lnTo>
                  <a:lnTo>
                    <a:pt x="193702" y="277020"/>
                  </a:lnTo>
                  <a:lnTo>
                    <a:pt x="197729" y="273552"/>
                  </a:lnTo>
                  <a:lnTo>
                    <a:pt x="201644" y="269958"/>
                  </a:lnTo>
                  <a:lnTo>
                    <a:pt x="205443" y="266241"/>
                  </a:lnTo>
                  <a:lnTo>
                    <a:pt x="209121" y="262406"/>
                  </a:lnTo>
                  <a:lnTo>
                    <a:pt x="212676" y="258455"/>
                  </a:lnTo>
                  <a:lnTo>
                    <a:pt x="216103" y="254393"/>
                  </a:lnTo>
                  <a:lnTo>
                    <a:pt x="219400" y="250225"/>
                  </a:lnTo>
                  <a:lnTo>
                    <a:pt x="222562" y="245954"/>
                  </a:lnTo>
                  <a:lnTo>
                    <a:pt x="225588" y="241584"/>
                  </a:lnTo>
                  <a:lnTo>
                    <a:pt x="228472" y="237121"/>
                  </a:lnTo>
                  <a:lnTo>
                    <a:pt x="231214" y="232568"/>
                  </a:lnTo>
                  <a:lnTo>
                    <a:pt x="233809" y="227930"/>
                  </a:lnTo>
                  <a:lnTo>
                    <a:pt x="236255" y="223212"/>
                  </a:lnTo>
                  <a:lnTo>
                    <a:pt x="238550" y="218419"/>
                  </a:lnTo>
                  <a:lnTo>
                    <a:pt x="240692" y="213555"/>
                  </a:lnTo>
                  <a:lnTo>
                    <a:pt x="242678" y="208626"/>
                  </a:lnTo>
                  <a:lnTo>
                    <a:pt x="244507" y="203636"/>
                  </a:lnTo>
                  <a:lnTo>
                    <a:pt x="246175" y="198590"/>
                  </a:lnTo>
                  <a:lnTo>
                    <a:pt x="247683" y="193494"/>
                  </a:lnTo>
                  <a:lnTo>
                    <a:pt x="249028" y="188352"/>
                  </a:lnTo>
                  <a:lnTo>
                    <a:pt x="250208" y="183170"/>
                  </a:lnTo>
                  <a:lnTo>
                    <a:pt x="251224" y="177954"/>
                  </a:lnTo>
                  <a:lnTo>
                    <a:pt x="252073" y="172708"/>
                  </a:lnTo>
                  <a:lnTo>
                    <a:pt x="252755" y="167437"/>
                  </a:lnTo>
                  <a:lnTo>
                    <a:pt x="253269" y="162148"/>
                  </a:lnTo>
                  <a:lnTo>
                    <a:pt x="253614" y="156844"/>
                  </a:lnTo>
                  <a:lnTo>
                    <a:pt x="253791" y="151533"/>
                  </a:lnTo>
                  <a:lnTo>
                    <a:pt x="253799" y="146218"/>
                  </a:lnTo>
                  <a:lnTo>
                    <a:pt x="253638" y="140906"/>
                  </a:lnTo>
                  <a:lnTo>
                    <a:pt x="253308" y="135602"/>
                  </a:lnTo>
                  <a:lnTo>
                    <a:pt x="252810" y="130311"/>
                  </a:lnTo>
                  <a:lnTo>
                    <a:pt x="252144" y="125038"/>
                  </a:lnTo>
                  <a:lnTo>
                    <a:pt x="251310" y="119790"/>
                  </a:lnTo>
                  <a:lnTo>
                    <a:pt x="250310" y="114570"/>
                  </a:lnTo>
                  <a:lnTo>
                    <a:pt x="249145" y="109385"/>
                  </a:lnTo>
                  <a:lnTo>
                    <a:pt x="247815" y="104239"/>
                  </a:lnTo>
                  <a:lnTo>
                    <a:pt x="246323" y="99139"/>
                  </a:lnTo>
                  <a:lnTo>
                    <a:pt x="244669" y="94088"/>
                  </a:lnTo>
                  <a:lnTo>
                    <a:pt x="242856" y="89093"/>
                  </a:lnTo>
                  <a:lnTo>
                    <a:pt x="240884" y="84157"/>
                  </a:lnTo>
                  <a:lnTo>
                    <a:pt x="238757" y="79287"/>
                  </a:lnTo>
                  <a:lnTo>
                    <a:pt x="236476" y="74487"/>
                  </a:lnTo>
                  <a:lnTo>
                    <a:pt x="234043" y="69762"/>
                  </a:lnTo>
                  <a:lnTo>
                    <a:pt x="231462" y="65116"/>
                  </a:lnTo>
                  <a:lnTo>
                    <a:pt x="228734" y="60555"/>
                  </a:lnTo>
                  <a:lnTo>
                    <a:pt x="225863" y="56083"/>
                  </a:lnTo>
                  <a:lnTo>
                    <a:pt x="222851" y="51705"/>
                  </a:lnTo>
                  <a:lnTo>
                    <a:pt x="219701" y="47424"/>
                  </a:lnTo>
                  <a:lnTo>
                    <a:pt x="216417" y="43246"/>
                  </a:lnTo>
                  <a:lnTo>
                    <a:pt x="213001" y="39174"/>
                  </a:lnTo>
                  <a:lnTo>
                    <a:pt x="209458" y="35213"/>
                  </a:lnTo>
                  <a:lnTo>
                    <a:pt x="205791" y="31367"/>
                  </a:lnTo>
                  <a:lnTo>
                    <a:pt x="202004" y="27639"/>
                  </a:lnTo>
                  <a:lnTo>
                    <a:pt x="198099" y="24033"/>
                  </a:lnTo>
                  <a:lnTo>
                    <a:pt x="194082" y="20553"/>
                  </a:lnTo>
                  <a:lnTo>
                    <a:pt x="189957" y="17203"/>
                  </a:lnTo>
                  <a:lnTo>
                    <a:pt x="185727" y="13986"/>
                  </a:lnTo>
                  <a:lnTo>
                    <a:pt x="181397" y="10904"/>
                  </a:lnTo>
                  <a:lnTo>
                    <a:pt x="176971" y="7962"/>
                  </a:lnTo>
                  <a:lnTo>
                    <a:pt x="172454" y="5162"/>
                  </a:lnTo>
                  <a:lnTo>
                    <a:pt x="167851" y="2507"/>
                  </a:lnTo>
                  <a:lnTo>
                    <a:pt x="163165" y="0"/>
                  </a:lnTo>
                  <a:lnTo>
                    <a:pt x="86649" y="1486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6516" cy="167167"/>
            </a:xfrm>
            <a:custGeom>
              <a:avLst/>
              <a:pathLst>
                <a:path w="76516" h="167167">
                  <a:moveTo>
                    <a:pt x="76516" y="18539"/>
                  </a:moveTo>
                  <a:lnTo>
                    <a:pt x="71425" y="16027"/>
                  </a:lnTo>
                  <a:lnTo>
                    <a:pt x="66252" y="13689"/>
                  </a:lnTo>
                  <a:lnTo>
                    <a:pt x="61003" y="11528"/>
                  </a:lnTo>
                  <a:lnTo>
                    <a:pt x="55684" y="9546"/>
                  </a:lnTo>
                  <a:lnTo>
                    <a:pt x="50300" y="7747"/>
                  </a:lnTo>
                  <a:lnTo>
                    <a:pt x="44858" y="6131"/>
                  </a:lnTo>
                  <a:lnTo>
                    <a:pt x="39365" y="4700"/>
                  </a:lnTo>
                  <a:lnTo>
                    <a:pt x="33826" y="3458"/>
                  </a:lnTo>
                  <a:lnTo>
                    <a:pt x="28248" y="2404"/>
                  </a:lnTo>
                  <a:lnTo>
                    <a:pt x="22637" y="1539"/>
                  </a:lnTo>
                  <a:lnTo>
                    <a:pt x="17001" y="866"/>
                  </a:lnTo>
                  <a:lnTo>
                    <a:pt x="11345" y="385"/>
                  </a:lnTo>
                  <a:lnTo>
                    <a:pt x="567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1" y="1071028"/>
              <a:ext cx="167167" cy="262475"/>
            </a:xfrm>
            <a:custGeom>
              <a:avLst/>
              <a:pathLst>
                <a:path w="167167" h="262475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6" y="2138"/>
                  </a:lnTo>
                  <a:lnTo>
                    <a:pt x="135246" y="3075"/>
                  </a:lnTo>
                  <a:lnTo>
                    <a:pt x="130009" y="4181"/>
                  </a:lnTo>
                  <a:lnTo>
                    <a:pt x="124810" y="5455"/>
                  </a:lnTo>
                  <a:lnTo>
                    <a:pt x="119654" y="6894"/>
                  </a:lnTo>
                  <a:lnTo>
                    <a:pt x="114547" y="8497"/>
                  </a:lnTo>
                  <a:lnTo>
                    <a:pt x="109494" y="10263"/>
                  </a:lnTo>
                  <a:lnTo>
                    <a:pt x="104500" y="12190"/>
                  </a:lnTo>
                  <a:lnTo>
                    <a:pt x="99571" y="14276"/>
                  </a:lnTo>
                  <a:lnTo>
                    <a:pt x="94710" y="16518"/>
                  </a:lnTo>
                  <a:lnTo>
                    <a:pt x="89924" y="18915"/>
                  </a:lnTo>
                  <a:lnTo>
                    <a:pt x="85217" y="21464"/>
                  </a:lnTo>
                  <a:lnTo>
                    <a:pt x="80595" y="24163"/>
                  </a:lnTo>
                  <a:lnTo>
                    <a:pt x="76061" y="27008"/>
                  </a:lnTo>
                  <a:lnTo>
                    <a:pt x="71620" y="29996"/>
                  </a:lnTo>
                  <a:lnTo>
                    <a:pt x="67277" y="33126"/>
                  </a:lnTo>
                  <a:lnTo>
                    <a:pt x="63037" y="36392"/>
                  </a:lnTo>
                  <a:lnTo>
                    <a:pt x="58903" y="39793"/>
                  </a:lnTo>
                  <a:lnTo>
                    <a:pt x="54881" y="43325"/>
                  </a:lnTo>
                  <a:lnTo>
                    <a:pt x="50974" y="46983"/>
                  </a:lnTo>
                  <a:lnTo>
                    <a:pt x="47185" y="50765"/>
                  </a:lnTo>
                  <a:lnTo>
                    <a:pt x="43520" y="54666"/>
                  </a:lnTo>
                  <a:lnTo>
                    <a:pt x="39982" y="58682"/>
                  </a:lnTo>
                  <a:lnTo>
                    <a:pt x="36574" y="62810"/>
                  </a:lnTo>
                  <a:lnTo>
                    <a:pt x="33299" y="67044"/>
                  </a:lnTo>
                  <a:lnTo>
                    <a:pt x="30163" y="71382"/>
                  </a:lnTo>
                  <a:lnTo>
                    <a:pt x="27166" y="75817"/>
                  </a:lnTo>
                  <a:lnTo>
                    <a:pt x="24313" y="80346"/>
                  </a:lnTo>
                  <a:lnTo>
                    <a:pt x="21607" y="84964"/>
                  </a:lnTo>
                  <a:lnTo>
                    <a:pt x="19050" y="89667"/>
                  </a:lnTo>
                  <a:lnTo>
                    <a:pt x="16644" y="94449"/>
                  </a:lnTo>
                  <a:lnTo>
                    <a:pt x="14393" y="99305"/>
                  </a:lnTo>
                  <a:lnTo>
                    <a:pt x="12299" y="104231"/>
                  </a:lnTo>
                  <a:lnTo>
                    <a:pt x="10363" y="109222"/>
                  </a:lnTo>
                  <a:lnTo>
                    <a:pt x="8589" y="114271"/>
                  </a:lnTo>
                  <a:lnTo>
                    <a:pt x="6976" y="119376"/>
                  </a:lnTo>
                  <a:lnTo>
                    <a:pt x="5528" y="124529"/>
                  </a:lnTo>
                  <a:lnTo>
                    <a:pt x="4246" y="129726"/>
                  </a:lnTo>
                  <a:lnTo>
                    <a:pt x="3131" y="134961"/>
                  </a:lnTo>
                  <a:lnTo>
                    <a:pt x="2184" y="140229"/>
                  </a:lnTo>
                  <a:lnTo>
                    <a:pt x="1406" y="145525"/>
                  </a:lnTo>
                  <a:lnTo>
                    <a:pt x="798" y="150843"/>
                  </a:lnTo>
                  <a:lnTo>
                    <a:pt x="361" y="156178"/>
                  </a:lnTo>
                  <a:lnTo>
                    <a:pt x="95" y="161524"/>
                  </a:lnTo>
                  <a:lnTo>
                    <a:pt x="0" y="166876"/>
                  </a:lnTo>
                  <a:lnTo>
                    <a:pt x="76" y="172228"/>
                  </a:lnTo>
                  <a:lnTo>
                    <a:pt x="324" y="177575"/>
                  </a:lnTo>
                  <a:lnTo>
                    <a:pt x="742" y="182912"/>
                  </a:lnTo>
                  <a:lnTo>
                    <a:pt x="1332" y="188232"/>
                  </a:lnTo>
                  <a:lnTo>
                    <a:pt x="2091" y="193530"/>
                  </a:lnTo>
                  <a:lnTo>
                    <a:pt x="3020" y="198802"/>
                  </a:lnTo>
                  <a:lnTo>
                    <a:pt x="4117" y="204041"/>
                  </a:lnTo>
                  <a:lnTo>
                    <a:pt x="5381" y="209242"/>
                  </a:lnTo>
                  <a:lnTo>
                    <a:pt x="6811" y="214401"/>
                  </a:lnTo>
                  <a:lnTo>
                    <a:pt x="8405" y="219510"/>
                  </a:lnTo>
                  <a:lnTo>
                    <a:pt x="10163" y="224566"/>
                  </a:lnTo>
                  <a:lnTo>
                    <a:pt x="12081" y="229564"/>
                  </a:lnTo>
                  <a:lnTo>
                    <a:pt x="14158" y="234497"/>
                  </a:lnTo>
                  <a:lnTo>
                    <a:pt x="16392" y="239361"/>
                  </a:lnTo>
                  <a:lnTo>
                    <a:pt x="18781" y="244151"/>
                  </a:lnTo>
                  <a:lnTo>
                    <a:pt x="21322" y="248863"/>
                  </a:lnTo>
                  <a:lnTo>
                    <a:pt x="24012" y="253490"/>
                  </a:lnTo>
                  <a:lnTo>
                    <a:pt x="26849" y="258029"/>
                  </a:lnTo>
                  <a:lnTo>
                    <a:pt x="29830" y="26247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07921" y="1238196"/>
              <a:ext cx="137336" cy="95307"/>
            </a:xfrm>
            <a:custGeom>
              <a:avLst/>
              <a:pathLst>
                <a:path w="137336" h="95307">
                  <a:moveTo>
                    <a:pt x="0" y="95307"/>
                  </a:moveTo>
                  <a:lnTo>
                    <a:pt x="1373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07921" y="1174005"/>
              <a:ext cx="304491" cy="231350"/>
            </a:xfrm>
            <a:custGeom>
              <a:avLst/>
              <a:pathLst>
                <a:path w="304491" h="231350">
                  <a:moveTo>
                    <a:pt x="0" y="159498"/>
                  </a:moveTo>
                  <a:lnTo>
                    <a:pt x="3103" y="163821"/>
                  </a:lnTo>
                  <a:lnTo>
                    <a:pt x="6342" y="168044"/>
                  </a:lnTo>
                  <a:lnTo>
                    <a:pt x="9715" y="172161"/>
                  </a:lnTo>
                  <a:lnTo>
                    <a:pt x="13216" y="176168"/>
                  </a:lnTo>
                  <a:lnTo>
                    <a:pt x="16844" y="180063"/>
                  </a:lnTo>
                  <a:lnTo>
                    <a:pt x="20593" y="183839"/>
                  </a:lnTo>
                  <a:lnTo>
                    <a:pt x="24461" y="187495"/>
                  </a:lnTo>
                  <a:lnTo>
                    <a:pt x="28443" y="191026"/>
                  </a:lnTo>
                  <a:lnTo>
                    <a:pt x="32536" y="194428"/>
                  </a:lnTo>
                  <a:lnTo>
                    <a:pt x="36735" y="197698"/>
                  </a:lnTo>
                  <a:lnTo>
                    <a:pt x="41036" y="200832"/>
                  </a:lnTo>
                  <a:lnTo>
                    <a:pt x="45434" y="203828"/>
                  </a:lnTo>
                  <a:lnTo>
                    <a:pt x="49925" y="206683"/>
                  </a:lnTo>
                  <a:lnTo>
                    <a:pt x="54506" y="209393"/>
                  </a:lnTo>
                  <a:lnTo>
                    <a:pt x="59170" y="211956"/>
                  </a:lnTo>
                  <a:lnTo>
                    <a:pt x="63913" y="214370"/>
                  </a:lnTo>
                  <a:lnTo>
                    <a:pt x="68731" y="216631"/>
                  </a:lnTo>
                  <a:lnTo>
                    <a:pt x="73618" y="218737"/>
                  </a:lnTo>
                  <a:lnTo>
                    <a:pt x="78570" y="220687"/>
                  </a:lnTo>
                  <a:lnTo>
                    <a:pt x="83581" y="222479"/>
                  </a:lnTo>
                  <a:lnTo>
                    <a:pt x="88647" y="224110"/>
                  </a:lnTo>
                  <a:lnTo>
                    <a:pt x="93762" y="225578"/>
                  </a:lnTo>
                  <a:lnTo>
                    <a:pt x="98922" y="226884"/>
                  </a:lnTo>
                  <a:lnTo>
                    <a:pt x="104120" y="228024"/>
                  </a:lnTo>
                  <a:lnTo>
                    <a:pt x="109352" y="228998"/>
                  </a:lnTo>
                  <a:lnTo>
                    <a:pt x="114612" y="229806"/>
                  </a:lnTo>
                  <a:lnTo>
                    <a:pt x="119896" y="230445"/>
                  </a:lnTo>
                  <a:lnTo>
                    <a:pt x="125197" y="230916"/>
                  </a:lnTo>
                  <a:lnTo>
                    <a:pt x="130510" y="231218"/>
                  </a:lnTo>
                  <a:lnTo>
                    <a:pt x="135831" y="231350"/>
                  </a:lnTo>
                  <a:lnTo>
                    <a:pt x="141152" y="231314"/>
                  </a:lnTo>
                  <a:lnTo>
                    <a:pt x="146470" y="231108"/>
                  </a:lnTo>
                  <a:lnTo>
                    <a:pt x="151779" y="230732"/>
                  </a:lnTo>
                  <a:lnTo>
                    <a:pt x="157073" y="230188"/>
                  </a:lnTo>
                  <a:lnTo>
                    <a:pt x="162347" y="229476"/>
                  </a:lnTo>
                  <a:lnTo>
                    <a:pt x="167596" y="228596"/>
                  </a:lnTo>
                  <a:lnTo>
                    <a:pt x="172814" y="227549"/>
                  </a:lnTo>
                  <a:lnTo>
                    <a:pt x="177996" y="226337"/>
                  </a:lnTo>
                  <a:lnTo>
                    <a:pt x="183137" y="224961"/>
                  </a:lnTo>
                  <a:lnTo>
                    <a:pt x="188231" y="223421"/>
                  </a:lnTo>
                  <a:lnTo>
                    <a:pt x="193274" y="221720"/>
                  </a:lnTo>
                  <a:lnTo>
                    <a:pt x="198260" y="219860"/>
                  </a:lnTo>
                  <a:lnTo>
                    <a:pt x="203185" y="217842"/>
                  </a:lnTo>
                  <a:lnTo>
                    <a:pt x="208042" y="215668"/>
                  </a:lnTo>
                  <a:lnTo>
                    <a:pt x="212828" y="213340"/>
                  </a:lnTo>
                  <a:lnTo>
                    <a:pt x="217538" y="210862"/>
                  </a:lnTo>
                  <a:lnTo>
                    <a:pt x="222166" y="208234"/>
                  </a:lnTo>
                  <a:lnTo>
                    <a:pt x="226708" y="205461"/>
                  </a:lnTo>
                  <a:lnTo>
                    <a:pt x="231160" y="202545"/>
                  </a:lnTo>
                  <a:lnTo>
                    <a:pt x="235516" y="199488"/>
                  </a:lnTo>
                  <a:lnTo>
                    <a:pt x="239773" y="196294"/>
                  </a:lnTo>
                  <a:lnTo>
                    <a:pt x="243927" y="192966"/>
                  </a:lnTo>
                  <a:lnTo>
                    <a:pt x="247972" y="189508"/>
                  </a:lnTo>
                  <a:lnTo>
                    <a:pt x="251905" y="185923"/>
                  </a:lnTo>
                  <a:lnTo>
                    <a:pt x="255722" y="182214"/>
                  </a:lnTo>
                  <a:lnTo>
                    <a:pt x="259419" y="178386"/>
                  </a:lnTo>
                  <a:lnTo>
                    <a:pt x="262992" y="174442"/>
                  </a:lnTo>
                  <a:lnTo>
                    <a:pt x="266438" y="170386"/>
                  </a:lnTo>
                  <a:lnTo>
                    <a:pt x="269753" y="166223"/>
                  </a:lnTo>
                  <a:lnTo>
                    <a:pt x="272934" y="161956"/>
                  </a:lnTo>
                  <a:lnTo>
                    <a:pt x="275977" y="157590"/>
                  </a:lnTo>
                  <a:lnTo>
                    <a:pt x="278880" y="153130"/>
                  </a:lnTo>
                  <a:lnTo>
                    <a:pt x="281639" y="148579"/>
                  </a:lnTo>
                  <a:lnTo>
                    <a:pt x="284253" y="143943"/>
                  </a:lnTo>
                  <a:lnTo>
                    <a:pt x="286717" y="139226"/>
                  </a:lnTo>
                  <a:lnTo>
                    <a:pt x="289030" y="134433"/>
                  </a:lnTo>
                  <a:lnTo>
                    <a:pt x="291189" y="129568"/>
                  </a:lnTo>
                  <a:lnTo>
                    <a:pt x="293192" y="124638"/>
                  </a:lnTo>
                  <a:lnTo>
                    <a:pt x="295037" y="119646"/>
                  </a:lnTo>
                  <a:lnTo>
                    <a:pt x="296722" y="114598"/>
                  </a:lnTo>
                  <a:lnTo>
                    <a:pt x="298246" y="109499"/>
                  </a:lnTo>
                  <a:lnTo>
                    <a:pt x="299607" y="104354"/>
                  </a:lnTo>
                  <a:lnTo>
                    <a:pt x="300803" y="99168"/>
                  </a:lnTo>
                  <a:lnTo>
                    <a:pt x="301834" y="93947"/>
                  </a:lnTo>
                  <a:lnTo>
                    <a:pt x="302698" y="88695"/>
                  </a:lnTo>
                  <a:lnTo>
                    <a:pt x="303394" y="83419"/>
                  </a:lnTo>
                  <a:lnTo>
                    <a:pt x="303922" y="78123"/>
                  </a:lnTo>
                  <a:lnTo>
                    <a:pt x="304281" y="72814"/>
                  </a:lnTo>
                  <a:lnTo>
                    <a:pt x="304471" y="67495"/>
                  </a:lnTo>
                  <a:lnTo>
                    <a:pt x="304491" y="62173"/>
                  </a:lnTo>
                  <a:lnTo>
                    <a:pt x="304343" y="56853"/>
                  </a:lnTo>
                  <a:lnTo>
                    <a:pt x="304024" y="51541"/>
                  </a:lnTo>
                  <a:lnTo>
                    <a:pt x="303537" y="46241"/>
                  </a:lnTo>
                  <a:lnTo>
                    <a:pt x="302882" y="40960"/>
                  </a:lnTo>
                  <a:lnTo>
                    <a:pt x="302058" y="35702"/>
                  </a:lnTo>
                  <a:lnTo>
                    <a:pt x="301068" y="30473"/>
                  </a:lnTo>
                  <a:lnTo>
                    <a:pt x="299912" y="25278"/>
                  </a:lnTo>
                  <a:lnTo>
                    <a:pt x="298591" y="20123"/>
                  </a:lnTo>
                  <a:lnTo>
                    <a:pt x="297106" y="15012"/>
                  </a:lnTo>
                  <a:lnTo>
                    <a:pt x="295460" y="9951"/>
                  </a:lnTo>
                  <a:lnTo>
                    <a:pt x="293653" y="4945"/>
                  </a:lnTo>
                  <a:lnTo>
                    <a:pt x="291688" y="0"/>
                  </a:lnTo>
                  <a:lnTo>
                    <a:pt x="137336" y="64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4352" cy="167167"/>
            </a:xfrm>
            <a:custGeom>
              <a:avLst/>
              <a:pathLst>
                <a:path w="154352" h="167167">
                  <a:moveTo>
                    <a:pt x="154352" y="102977"/>
                  </a:moveTo>
                  <a:lnTo>
                    <a:pt x="152171" y="97967"/>
                  </a:lnTo>
                  <a:lnTo>
                    <a:pt x="149829" y="93031"/>
                  </a:lnTo>
                  <a:lnTo>
                    <a:pt x="147326" y="88174"/>
                  </a:lnTo>
                  <a:lnTo>
                    <a:pt x="144666" y="83402"/>
                  </a:lnTo>
                  <a:lnTo>
                    <a:pt x="141851" y="78719"/>
                  </a:lnTo>
                  <a:lnTo>
                    <a:pt x="138885" y="74130"/>
                  </a:lnTo>
                  <a:lnTo>
                    <a:pt x="135770" y="69641"/>
                  </a:lnTo>
                  <a:lnTo>
                    <a:pt x="132510" y="65256"/>
                  </a:lnTo>
                  <a:lnTo>
                    <a:pt x="129109" y="60980"/>
                  </a:lnTo>
                  <a:lnTo>
                    <a:pt x="125570" y="56818"/>
                  </a:lnTo>
                  <a:lnTo>
                    <a:pt x="121897" y="52773"/>
                  </a:lnTo>
                  <a:lnTo>
                    <a:pt x="118093" y="48850"/>
                  </a:lnTo>
                  <a:lnTo>
                    <a:pt x="114164" y="45054"/>
                  </a:lnTo>
                  <a:lnTo>
                    <a:pt x="110112" y="41389"/>
                  </a:lnTo>
                  <a:lnTo>
                    <a:pt x="105943" y="37857"/>
                  </a:lnTo>
                  <a:lnTo>
                    <a:pt x="101660" y="34464"/>
                  </a:lnTo>
                  <a:lnTo>
                    <a:pt x="97269" y="31213"/>
                  </a:lnTo>
                  <a:lnTo>
                    <a:pt x="92775" y="28107"/>
                  </a:lnTo>
                  <a:lnTo>
                    <a:pt x="88181" y="25149"/>
                  </a:lnTo>
                  <a:lnTo>
                    <a:pt x="83492" y="22343"/>
                  </a:lnTo>
                  <a:lnTo>
                    <a:pt x="78715" y="19692"/>
                  </a:lnTo>
                  <a:lnTo>
                    <a:pt x="73853" y="17198"/>
                  </a:lnTo>
                  <a:lnTo>
                    <a:pt x="68913" y="14865"/>
                  </a:lnTo>
                  <a:lnTo>
                    <a:pt x="63899" y="12694"/>
                  </a:lnTo>
                  <a:lnTo>
                    <a:pt x="58817" y="10689"/>
                  </a:lnTo>
                  <a:lnTo>
                    <a:pt x="53672" y="8850"/>
                  </a:lnTo>
                  <a:lnTo>
                    <a:pt x="48469" y="7181"/>
                  </a:lnTo>
                  <a:lnTo>
                    <a:pt x="43215" y="5682"/>
                  </a:lnTo>
                  <a:lnTo>
                    <a:pt x="37915" y="4356"/>
                  </a:lnTo>
                  <a:lnTo>
                    <a:pt x="32574" y="3204"/>
                  </a:lnTo>
                  <a:lnTo>
                    <a:pt x="27198" y="2227"/>
                  </a:lnTo>
                  <a:lnTo>
                    <a:pt x="21793" y="1426"/>
                  </a:lnTo>
                  <a:lnTo>
                    <a:pt x="16365" y="803"/>
                  </a:lnTo>
                  <a:lnTo>
                    <a:pt x="10920" y="357"/>
                  </a:lnTo>
                  <a:lnTo>
                    <a:pt x="546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9195" y="941493"/>
              <a:ext cx="84348" cy="167167"/>
            </a:xfrm>
            <a:custGeom>
              <a:avLst/>
              <a:pathLst>
                <a:path w="84348" h="167167">
                  <a:moveTo>
                    <a:pt x="84348" y="0"/>
                  </a:moveTo>
                  <a:lnTo>
                    <a:pt x="78455" y="103"/>
                  </a:lnTo>
                  <a:lnTo>
                    <a:pt x="72569" y="415"/>
                  </a:lnTo>
                  <a:lnTo>
                    <a:pt x="66698" y="934"/>
                  </a:lnTo>
                  <a:lnTo>
                    <a:pt x="60849" y="1659"/>
                  </a:lnTo>
                  <a:lnTo>
                    <a:pt x="55029" y="2591"/>
                  </a:lnTo>
                  <a:lnTo>
                    <a:pt x="49246" y="3726"/>
                  </a:lnTo>
                  <a:lnTo>
                    <a:pt x="43506" y="5065"/>
                  </a:lnTo>
                  <a:lnTo>
                    <a:pt x="37817" y="6606"/>
                  </a:lnTo>
                  <a:lnTo>
                    <a:pt x="32186" y="8346"/>
                  </a:lnTo>
                  <a:lnTo>
                    <a:pt x="26620" y="10284"/>
                  </a:lnTo>
                  <a:lnTo>
                    <a:pt x="21125" y="12416"/>
                  </a:lnTo>
                  <a:lnTo>
                    <a:pt x="15709" y="14741"/>
                  </a:lnTo>
                  <a:lnTo>
                    <a:pt x="10378" y="17255"/>
                  </a:lnTo>
                  <a:lnTo>
                    <a:pt x="5140" y="19956"/>
                  </a:lnTo>
                  <a:lnTo>
                    <a:pt x="0" y="22840"/>
                  </a:lnTo>
                  <a:lnTo>
                    <a:pt x="843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9195" y="964333"/>
              <a:ext cx="84348" cy="144327"/>
            </a:xfrm>
            <a:custGeom>
              <a:avLst/>
              <a:pathLst>
                <a:path w="84348" h="144327">
                  <a:moveTo>
                    <a:pt x="0" y="0"/>
                  </a:moveTo>
                  <a:lnTo>
                    <a:pt x="84348" y="1443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77" y="946457"/>
              <a:ext cx="334333" cy="329350"/>
            </a:xfrm>
            <a:custGeom>
              <a:avLst/>
              <a:pathLst>
                <a:path w="334333" h="329350">
                  <a:moveTo>
                    <a:pt x="82818" y="17876"/>
                  </a:moveTo>
                  <a:lnTo>
                    <a:pt x="78290" y="20619"/>
                  </a:lnTo>
                  <a:lnTo>
                    <a:pt x="73852" y="23504"/>
                  </a:lnTo>
                  <a:lnTo>
                    <a:pt x="69508" y="26528"/>
                  </a:lnTo>
                  <a:lnTo>
                    <a:pt x="65261" y="29688"/>
                  </a:lnTo>
                  <a:lnTo>
                    <a:pt x="61116" y="32981"/>
                  </a:lnTo>
                  <a:lnTo>
                    <a:pt x="57078" y="36403"/>
                  </a:lnTo>
                  <a:lnTo>
                    <a:pt x="53150" y="39952"/>
                  </a:lnTo>
                  <a:lnTo>
                    <a:pt x="49337" y="43623"/>
                  </a:lnTo>
                  <a:lnTo>
                    <a:pt x="45642" y="47413"/>
                  </a:lnTo>
                  <a:lnTo>
                    <a:pt x="42068" y="51318"/>
                  </a:lnTo>
                  <a:lnTo>
                    <a:pt x="38620" y="55335"/>
                  </a:lnTo>
                  <a:lnTo>
                    <a:pt x="35301" y="59458"/>
                  </a:lnTo>
                  <a:lnTo>
                    <a:pt x="32114" y="63685"/>
                  </a:lnTo>
                  <a:lnTo>
                    <a:pt x="29062" y="68010"/>
                  </a:lnTo>
                  <a:lnTo>
                    <a:pt x="26149" y="72430"/>
                  </a:lnTo>
                  <a:lnTo>
                    <a:pt x="23378" y="76940"/>
                  </a:lnTo>
                  <a:lnTo>
                    <a:pt x="20750" y="81535"/>
                  </a:lnTo>
                  <a:lnTo>
                    <a:pt x="18270" y="86211"/>
                  </a:lnTo>
                  <a:lnTo>
                    <a:pt x="15938" y="90964"/>
                  </a:lnTo>
                  <a:lnTo>
                    <a:pt x="13759" y="95787"/>
                  </a:lnTo>
                  <a:lnTo>
                    <a:pt x="11733" y="100678"/>
                  </a:lnTo>
                  <a:lnTo>
                    <a:pt x="9863" y="105630"/>
                  </a:lnTo>
                  <a:lnTo>
                    <a:pt x="8150" y="110639"/>
                  </a:lnTo>
                  <a:lnTo>
                    <a:pt x="6597" y="115699"/>
                  </a:lnTo>
                  <a:lnTo>
                    <a:pt x="5206" y="120806"/>
                  </a:lnTo>
                  <a:lnTo>
                    <a:pt x="3976" y="125955"/>
                  </a:lnTo>
                  <a:lnTo>
                    <a:pt x="2910" y="131140"/>
                  </a:lnTo>
                  <a:lnTo>
                    <a:pt x="2009" y="136356"/>
                  </a:lnTo>
                  <a:lnTo>
                    <a:pt x="1273" y="141598"/>
                  </a:lnTo>
                  <a:lnTo>
                    <a:pt x="704" y="146861"/>
                  </a:lnTo>
                  <a:lnTo>
                    <a:pt x="302" y="152139"/>
                  </a:lnTo>
                  <a:lnTo>
                    <a:pt x="67" y="157427"/>
                  </a:lnTo>
                  <a:lnTo>
                    <a:pt x="0" y="162720"/>
                  </a:lnTo>
                  <a:lnTo>
                    <a:pt x="100" y="168013"/>
                  </a:lnTo>
                  <a:lnTo>
                    <a:pt x="367" y="173299"/>
                  </a:lnTo>
                  <a:lnTo>
                    <a:pt x="802" y="178575"/>
                  </a:lnTo>
                  <a:lnTo>
                    <a:pt x="1404" y="183834"/>
                  </a:lnTo>
                  <a:lnTo>
                    <a:pt x="2172" y="189071"/>
                  </a:lnTo>
                  <a:lnTo>
                    <a:pt x="3105" y="194282"/>
                  </a:lnTo>
                  <a:lnTo>
                    <a:pt x="4203" y="199460"/>
                  </a:lnTo>
                  <a:lnTo>
                    <a:pt x="5465" y="204601"/>
                  </a:lnTo>
                  <a:lnTo>
                    <a:pt x="6888" y="209699"/>
                  </a:lnTo>
                  <a:lnTo>
                    <a:pt x="8472" y="214750"/>
                  </a:lnTo>
                  <a:lnTo>
                    <a:pt x="10215" y="219748"/>
                  </a:lnTo>
                  <a:lnTo>
                    <a:pt x="12116" y="224689"/>
                  </a:lnTo>
                  <a:lnTo>
                    <a:pt x="14172" y="229567"/>
                  </a:lnTo>
                  <a:lnTo>
                    <a:pt x="16382" y="234377"/>
                  </a:lnTo>
                  <a:lnTo>
                    <a:pt x="18742" y="239115"/>
                  </a:lnTo>
                  <a:lnTo>
                    <a:pt x="21252" y="243775"/>
                  </a:lnTo>
                  <a:lnTo>
                    <a:pt x="23908" y="248354"/>
                  </a:lnTo>
                  <a:lnTo>
                    <a:pt x="26707" y="252847"/>
                  </a:lnTo>
                  <a:lnTo>
                    <a:pt x="29648" y="257249"/>
                  </a:lnTo>
                  <a:lnTo>
                    <a:pt x="32726" y="261555"/>
                  </a:lnTo>
                  <a:lnTo>
                    <a:pt x="35939" y="265762"/>
                  </a:lnTo>
                  <a:lnTo>
                    <a:pt x="39283" y="269865"/>
                  </a:lnTo>
                  <a:lnTo>
                    <a:pt x="42756" y="273860"/>
                  </a:lnTo>
                  <a:lnTo>
                    <a:pt x="46354" y="277743"/>
                  </a:lnTo>
                  <a:lnTo>
                    <a:pt x="50072" y="281510"/>
                  </a:lnTo>
                  <a:lnTo>
                    <a:pt x="53909" y="285157"/>
                  </a:lnTo>
                  <a:lnTo>
                    <a:pt x="57858" y="288681"/>
                  </a:lnTo>
                  <a:lnTo>
                    <a:pt x="61918" y="292079"/>
                  </a:lnTo>
                  <a:lnTo>
                    <a:pt x="66082" y="295346"/>
                  </a:lnTo>
                  <a:lnTo>
                    <a:pt x="70349" y="298480"/>
                  </a:lnTo>
                  <a:lnTo>
                    <a:pt x="74712" y="301477"/>
                  </a:lnTo>
                  <a:lnTo>
                    <a:pt x="79168" y="304334"/>
                  </a:lnTo>
                  <a:lnTo>
                    <a:pt x="83712" y="307049"/>
                  </a:lnTo>
                  <a:lnTo>
                    <a:pt x="88340" y="309619"/>
                  </a:lnTo>
                  <a:lnTo>
                    <a:pt x="93047" y="312041"/>
                  </a:lnTo>
                  <a:lnTo>
                    <a:pt x="97828" y="314312"/>
                  </a:lnTo>
                  <a:lnTo>
                    <a:pt x="102679" y="316431"/>
                  </a:lnTo>
                  <a:lnTo>
                    <a:pt x="107594" y="318396"/>
                  </a:lnTo>
                  <a:lnTo>
                    <a:pt x="112569" y="320204"/>
                  </a:lnTo>
                  <a:lnTo>
                    <a:pt x="117599" y="321853"/>
                  </a:lnTo>
                  <a:lnTo>
                    <a:pt x="122679" y="323342"/>
                  </a:lnTo>
                  <a:lnTo>
                    <a:pt x="127803" y="324670"/>
                  </a:lnTo>
                  <a:lnTo>
                    <a:pt x="132966" y="325835"/>
                  </a:lnTo>
                  <a:lnTo>
                    <a:pt x="138164" y="326836"/>
                  </a:lnTo>
                  <a:lnTo>
                    <a:pt x="143391" y="327671"/>
                  </a:lnTo>
                  <a:lnTo>
                    <a:pt x="148642" y="328341"/>
                  </a:lnTo>
                  <a:lnTo>
                    <a:pt x="153912" y="328844"/>
                  </a:lnTo>
                  <a:lnTo>
                    <a:pt x="159194" y="329181"/>
                  </a:lnTo>
                  <a:lnTo>
                    <a:pt x="164485" y="329349"/>
                  </a:lnTo>
                  <a:lnTo>
                    <a:pt x="169779" y="329350"/>
                  </a:lnTo>
                  <a:lnTo>
                    <a:pt x="175069" y="329184"/>
                  </a:lnTo>
                  <a:lnTo>
                    <a:pt x="180352" y="328850"/>
                  </a:lnTo>
                  <a:lnTo>
                    <a:pt x="185622" y="328349"/>
                  </a:lnTo>
                  <a:lnTo>
                    <a:pt x="190873" y="327681"/>
                  </a:lnTo>
                  <a:lnTo>
                    <a:pt x="196100" y="326848"/>
                  </a:lnTo>
                  <a:lnTo>
                    <a:pt x="201299" y="325849"/>
                  </a:lnTo>
                  <a:lnTo>
                    <a:pt x="206463" y="324686"/>
                  </a:lnTo>
                  <a:lnTo>
                    <a:pt x="211588" y="323361"/>
                  </a:lnTo>
                  <a:lnTo>
                    <a:pt x="216668" y="321873"/>
                  </a:lnTo>
                  <a:lnTo>
                    <a:pt x="221698" y="320226"/>
                  </a:lnTo>
                  <a:lnTo>
                    <a:pt x="226674" y="318420"/>
                  </a:lnTo>
                  <a:lnTo>
                    <a:pt x="231590" y="316458"/>
                  </a:lnTo>
                  <a:lnTo>
                    <a:pt x="236442" y="314341"/>
                  </a:lnTo>
                  <a:lnTo>
                    <a:pt x="241224" y="312071"/>
                  </a:lnTo>
                  <a:lnTo>
                    <a:pt x="245932" y="309651"/>
                  </a:lnTo>
                  <a:lnTo>
                    <a:pt x="250561" y="307083"/>
                  </a:lnTo>
                  <a:lnTo>
                    <a:pt x="255106" y="304370"/>
                  </a:lnTo>
                  <a:lnTo>
                    <a:pt x="259563" y="301515"/>
                  </a:lnTo>
                  <a:lnTo>
                    <a:pt x="263928" y="298520"/>
                  </a:lnTo>
                  <a:lnTo>
                    <a:pt x="268195" y="295388"/>
                  </a:lnTo>
                  <a:lnTo>
                    <a:pt x="272361" y="292122"/>
                  </a:lnTo>
                  <a:lnTo>
                    <a:pt x="276422" y="288726"/>
                  </a:lnTo>
                  <a:lnTo>
                    <a:pt x="280373" y="285204"/>
                  </a:lnTo>
                  <a:lnTo>
                    <a:pt x="284211" y="281558"/>
                  </a:lnTo>
                  <a:lnTo>
                    <a:pt x="287931" y="277792"/>
                  </a:lnTo>
                  <a:lnTo>
                    <a:pt x="291530" y="273911"/>
                  </a:lnTo>
                  <a:lnTo>
                    <a:pt x="295005" y="269917"/>
                  </a:lnTo>
                  <a:lnTo>
                    <a:pt x="298351" y="265815"/>
                  </a:lnTo>
                  <a:lnTo>
                    <a:pt x="301566" y="261610"/>
                  </a:lnTo>
                  <a:lnTo>
                    <a:pt x="304646" y="257305"/>
                  </a:lnTo>
                  <a:lnTo>
                    <a:pt x="307588" y="252904"/>
                  </a:lnTo>
                  <a:lnTo>
                    <a:pt x="310389" y="248413"/>
                  </a:lnTo>
                  <a:lnTo>
                    <a:pt x="313047" y="243835"/>
                  </a:lnTo>
                  <a:lnTo>
                    <a:pt x="315558" y="239175"/>
                  </a:lnTo>
                  <a:lnTo>
                    <a:pt x="317921" y="234439"/>
                  </a:lnTo>
                  <a:lnTo>
                    <a:pt x="320132" y="229629"/>
                  </a:lnTo>
                  <a:lnTo>
                    <a:pt x="322191" y="224752"/>
                  </a:lnTo>
                  <a:lnTo>
                    <a:pt x="324093" y="219813"/>
                  </a:lnTo>
                  <a:lnTo>
                    <a:pt x="325839" y="214815"/>
                  </a:lnTo>
                  <a:lnTo>
                    <a:pt x="327425" y="209765"/>
                  </a:lnTo>
                  <a:lnTo>
                    <a:pt x="328850" y="204667"/>
                  </a:lnTo>
                  <a:lnTo>
                    <a:pt x="330114" y="199527"/>
                  </a:lnTo>
                  <a:lnTo>
                    <a:pt x="331214" y="194349"/>
                  </a:lnTo>
                  <a:lnTo>
                    <a:pt x="332149" y="189139"/>
                  </a:lnTo>
                  <a:lnTo>
                    <a:pt x="332919" y="183902"/>
                  </a:lnTo>
                  <a:lnTo>
                    <a:pt x="333523" y="178643"/>
                  </a:lnTo>
                  <a:lnTo>
                    <a:pt x="333960" y="173368"/>
                  </a:lnTo>
                  <a:lnTo>
                    <a:pt x="334230" y="168081"/>
                  </a:lnTo>
                  <a:lnTo>
                    <a:pt x="334333" y="162789"/>
                  </a:lnTo>
                  <a:lnTo>
                    <a:pt x="334267" y="157496"/>
                  </a:lnTo>
                  <a:lnTo>
                    <a:pt x="334034" y="152207"/>
                  </a:lnTo>
                  <a:lnTo>
                    <a:pt x="333634" y="146929"/>
                  </a:lnTo>
                  <a:lnTo>
                    <a:pt x="333067" y="141666"/>
                  </a:lnTo>
                  <a:lnTo>
                    <a:pt x="332334" y="136424"/>
                  </a:lnTo>
                  <a:lnTo>
                    <a:pt x="331435" y="131207"/>
                  </a:lnTo>
                  <a:lnTo>
                    <a:pt x="330371" y="126022"/>
                  </a:lnTo>
                  <a:lnTo>
                    <a:pt x="329144" y="120873"/>
                  </a:lnTo>
                  <a:lnTo>
                    <a:pt x="327754" y="115765"/>
                  </a:lnTo>
                  <a:lnTo>
                    <a:pt x="326203" y="110704"/>
                  </a:lnTo>
                  <a:lnTo>
                    <a:pt x="324493" y="105694"/>
                  </a:lnTo>
                  <a:lnTo>
                    <a:pt x="322625" y="100742"/>
                  </a:lnTo>
                  <a:lnTo>
                    <a:pt x="320601" y="95850"/>
                  </a:lnTo>
                  <a:lnTo>
                    <a:pt x="318423" y="91026"/>
                  </a:lnTo>
                  <a:lnTo>
                    <a:pt x="316094" y="86272"/>
                  </a:lnTo>
                  <a:lnTo>
                    <a:pt x="313615" y="81595"/>
                  </a:lnTo>
                  <a:lnTo>
                    <a:pt x="310989" y="76999"/>
                  </a:lnTo>
                  <a:lnTo>
                    <a:pt x="308220" y="72488"/>
                  </a:lnTo>
                  <a:lnTo>
                    <a:pt x="305308" y="68067"/>
                  </a:lnTo>
                  <a:lnTo>
                    <a:pt x="302259" y="63740"/>
                  </a:lnTo>
                  <a:lnTo>
                    <a:pt x="299073" y="59512"/>
                  </a:lnTo>
                  <a:lnTo>
                    <a:pt x="295756" y="55388"/>
                  </a:lnTo>
                  <a:lnTo>
                    <a:pt x="292310" y="51370"/>
                  </a:lnTo>
                  <a:lnTo>
                    <a:pt x="288738" y="47463"/>
                  </a:lnTo>
                  <a:lnTo>
                    <a:pt x="285044" y="43672"/>
                  </a:lnTo>
                  <a:lnTo>
                    <a:pt x="281232" y="39999"/>
                  </a:lnTo>
                  <a:lnTo>
                    <a:pt x="277306" y="36449"/>
                  </a:lnTo>
                  <a:lnTo>
                    <a:pt x="273269" y="33024"/>
                  </a:lnTo>
                  <a:lnTo>
                    <a:pt x="269126" y="29730"/>
                  </a:lnTo>
                  <a:lnTo>
                    <a:pt x="264880" y="26568"/>
                  </a:lnTo>
                  <a:lnTo>
                    <a:pt x="260537" y="23542"/>
                  </a:lnTo>
                  <a:lnTo>
                    <a:pt x="256100" y="20656"/>
                  </a:lnTo>
                  <a:lnTo>
                    <a:pt x="251574" y="17911"/>
                  </a:lnTo>
                  <a:lnTo>
                    <a:pt x="246963" y="15311"/>
                  </a:lnTo>
                  <a:lnTo>
                    <a:pt x="242272" y="12858"/>
                  </a:lnTo>
                  <a:lnTo>
                    <a:pt x="237506" y="10555"/>
                  </a:lnTo>
                  <a:lnTo>
                    <a:pt x="232669" y="8404"/>
                  </a:lnTo>
                  <a:lnTo>
                    <a:pt x="227767" y="6407"/>
                  </a:lnTo>
                  <a:lnTo>
                    <a:pt x="222804" y="4566"/>
                  </a:lnTo>
                  <a:lnTo>
                    <a:pt x="217785" y="2884"/>
                  </a:lnTo>
                  <a:lnTo>
                    <a:pt x="212715" y="1361"/>
                  </a:lnTo>
                  <a:lnTo>
                    <a:pt x="207600" y="0"/>
                  </a:lnTo>
                  <a:lnTo>
                    <a:pt x="167166" y="1622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40433" cy="167167"/>
            </a:xfrm>
            <a:custGeom>
              <a:avLst/>
              <a:pathLst>
                <a:path w="40433" h="167167">
                  <a:moveTo>
                    <a:pt x="40433" y="4963"/>
                  </a:moveTo>
                  <a:lnTo>
                    <a:pt x="33797" y="3452"/>
                  </a:lnTo>
                  <a:lnTo>
                    <a:pt x="27105" y="2212"/>
                  </a:lnTo>
                  <a:lnTo>
                    <a:pt x="20368" y="1245"/>
                  </a:lnTo>
                  <a:lnTo>
                    <a:pt x="13597" y="553"/>
                  </a:lnTo>
                  <a:lnTo>
                    <a:pt x="6804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3217" y="941493"/>
              <a:ext cx="32998" cy="167167"/>
            </a:xfrm>
            <a:custGeom>
              <a:avLst/>
              <a:pathLst>
                <a:path w="32998" h="167167">
                  <a:moveTo>
                    <a:pt x="32998" y="0"/>
                  </a:moveTo>
                  <a:lnTo>
                    <a:pt x="26356" y="131"/>
                  </a:lnTo>
                  <a:lnTo>
                    <a:pt x="19725" y="527"/>
                  </a:lnTo>
                  <a:lnTo>
                    <a:pt x="13115" y="1186"/>
                  </a:lnTo>
                  <a:lnTo>
                    <a:pt x="6536" y="2107"/>
                  </a:lnTo>
                  <a:lnTo>
                    <a:pt x="0" y="3289"/>
                  </a:lnTo>
                  <a:lnTo>
                    <a:pt x="3299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53217" y="944782"/>
              <a:ext cx="32998" cy="163878"/>
            </a:xfrm>
            <a:custGeom>
              <a:avLst/>
              <a:pathLst>
                <a:path w="32998" h="163878">
                  <a:moveTo>
                    <a:pt x="0" y="0"/>
                  </a:moveTo>
                  <a:lnTo>
                    <a:pt x="32998" y="163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49" y="944782"/>
              <a:ext cx="177853" cy="331045"/>
            </a:xfrm>
            <a:custGeom>
              <a:avLst/>
              <a:pathLst>
                <a:path w="177853" h="331045">
                  <a:moveTo>
                    <a:pt x="134168" y="0"/>
                  </a:moveTo>
                  <a:lnTo>
                    <a:pt x="128943" y="1139"/>
                  </a:lnTo>
                  <a:lnTo>
                    <a:pt x="123758" y="2444"/>
                  </a:lnTo>
                  <a:lnTo>
                    <a:pt x="118617" y="3915"/>
                  </a:lnTo>
                  <a:lnTo>
                    <a:pt x="113526" y="5550"/>
                  </a:lnTo>
                  <a:lnTo>
                    <a:pt x="108490" y="7346"/>
                  </a:lnTo>
                  <a:lnTo>
                    <a:pt x="103514" y="9303"/>
                  </a:lnTo>
                  <a:lnTo>
                    <a:pt x="98602" y="11418"/>
                  </a:lnTo>
                  <a:lnTo>
                    <a:pt x="93761" y="13689"/>
                  </a:lnTo>
                  <a:lnTo>
                    <a:pt x="88996" y="16113"/>
                  </a:lnTo>
                  <a:lnTo>
                    <a:pt x="84310" y="18689"/>
                  </a:lnTo>
                  <a:lnTo>
                    <a:pt x="79709" y="21413"/>
                  </a:lnTo>
                  <a:lnTo>
                    <a:pt x="75197" y="24283"/>
                  </a:lnTo>
                  <a:lnTo>
                    <a:pt x="70779" y="27296"/>
                  </a:lnTo>
                  <a:lnTo>
                    <a:pt x="66461" y="30448"/>
                  </a:lnTo>
                  <a:lnTo>
                    <a:pt x="62245" y="33738"/>
                  </a:lnTo>
                  <a:lnTo>
                    <a:pt x="58136" y="37160"/>
                  </a:lnTo>
                  <a:lnTo>
                    <a:pt x="54139" y="40712"/>
                  </a:lnTo>
                  <a:lnTo>
                    <a:pt x="50258" y="44389"/>
                  </a:lnTo>
                  <a:lnTo>
                    <a:pt x="46496" y="48190"/>
                  </a:lnTo>
                  <a:lnTo>
                    <a:pt x="42858" y="52108"/>
                  </a:lnTo>
                  <a:lnTo>
                    <a:pt x="39347" y="56141"/>
                  </a:lnTo>
                  <a:lnTo>
                    <a:pt x="35966" y="60284"/>
                  </a:lnTo>
                  <a:lnTo>
                    <a:pt x="32720" y="64533"/>
                  </a:lnTo>
                  <a:lnTo>
                    <a:pt x="29612" y="68884"/>
                  </a:lnTo>
                  <a:lnTo>
                    <a:pt x="26644" y="73332"/>
                  </a:lnTo>
                  <a:lnTo>
                    <a:pt x="23820" y="77872"/>
                  </a:lnTo>
                  <a:lnTo>
                    <a:pt x="21143" y="82501"/>
                  </a:lnTo>
                  <a:lnTo>
                    <a:pt x="18615" y="87213"/>
                  </a:lnTo>
                  <a:lnTo>
                    <a:pt x="16239" y="92003"/>
                  </a:lnTo>
                  <a:lnTo>
                    <a:pt x="14017" y="96867"/>
                  </a:lnTo>
                  <a:lnTo>
                    <a:pt x="11953" y="101799"/>
                  </a:lnTo>
                  <a:lnTo>
                    <a:pt x="10047" y="106795"/>
                  </a:lnTo>
                  <a:lnTo>
                    <a:pt x="8301" y="111849"/>
                  </a:lnTo>
                  <a:lnTo>
                    <a:pt x="6719" y="116957"/>
                  </a:lnTo>
                  <a:lnTo>
                    <a:pt x="5300" y="122112"/>
                  </a:lnTo>
                  <a:lnTo>
                    <a:pt x="4047" y="127310"/>
                  </a:lnTo>
                  <a:lnTo>
                    <a:pt x="2961" y="132546"/>
                  </a:lnTo>
                  <a:lnTo>
                    <a:pt x="2043" y="137814"/>
                  </a:lnTo>
                  <a:lnTo>
                    <a:pt x="1294" y="143108"/>
                  </a:lnTo>
                  <a:lnTo>
                    <a:pt x="714" y="148424"/>
                  </a:lnTo>
                  <a:lnTo>
                    <a:pt x="305" y="153755"/>
                  </a:lnTo>
                  <a:lnTo>
                    <a:pt x="67" y="159097"/>
                  </a:lnTo>
                  <a:lnTo>
                    <a:pt x="0" y="164444"/>
                  </a:lnTo>
                  <a:lnTo>
                    <a:pt x="103" y="169790"/>
                  </a:lnTo>
                  <a:lnTo>
                    <a:pt x="378" y="175130"/>
                  </a:lnTo>
                  <a:lnTo>
                    <a:pt x="823" y="180458"/>
                  </a:lnTo>
                  <a:lnTo>
                    <a:pt x="1438" y="185770"/>
                  </a:lnTo>
                  <a:lnTo>
                    <a:pt x="2223" y="191059"/>
                  </a:lnTo>
                  <a:lnTo>
                    <a:pt x="3177" y="196321"/>
                  </a:lnTo>
                  <a:lnTo>
                    <a:pt x="4298" y="201549"/>
                  </a:lnTo>
                  <a:lnTo>
                    <a:pt x="5587" y="206738"/>
                  </a:lnTo>
                  <a:lnTo>
                    <a:pt x="7040" y="211884"/>
                  </a:lnTo>
                  <a:lnTo>
                    <a:pt x="8657" y="216981"/>
                  </a:lnTo>
                  <a:lnTo>
                    <a:pt x="10437" y="222023"/>
                  </a:lnTo>
                  <a:lnTo>
                    <a:pt x="12377" y="227006"/>
                  </a:lnTo>
                  <a:lnTo>
                    <a:pt x="14475" y="231924"/>
                  </a:lnTo>
                  <a:lnTo>
                    <a:pt x="16729" y="236773"/>
                  </a:lnTo>
                  <a:lnTo>
                    <a:pt x="19137" y="241547"/>
                  </a:lnTo>
                  <a:lnTo>
                    <a:pt x="21697" y="246242"/>
                  </a:lnTo>
                  <a:lnTo>
                    <a:pt x="24406" y="250852"/>
                  </a:lnTo>
                  <a:lnTo>
                    <a:pt x="27261" y="255373"/>
                  </a:lnTo>
                  <a:lnTo>
                    <a:pt x="30258" y="259801"/>
                  </a:lnTo>
                  <a:lnTo>
                    <a:pt x="33396" y="264130"/>
                  </a:lnTo>
                  <a:lnTo>
                    <a:pt x="36671" y="268357"/>
                  </a:lnTo>
                  <a:lnTo>
                    <a:pt x="40079" y="272478"/>
                  </a:lnTo>
                  <a:lnTo>
                    <a:pt x="43618" y="276487"/>
                  </a:lnTo>
                  <a:lnTo>
                    <a:pt x="47282" y="280380"/>
                  </a:lnTo>
                  <a:lnTo>
                    <a:pt x="51070" y="284155"/>
                  </a:lnTo>
                  <a:lnTo>
                    <a:pt x="54976" y="287806"/>
                  </a:lnTo>
                  <a:lnTo>
                    <a:pt x="58997" y="291331"/>
                  </a:lnTo>
                  <a:lnTo>
                    <a:pt x="63128" y="294725"/>
                  </a:lnTo>
                  <a:lnTo>
                    <a:pt x="67366" y="297986"/>
                  </a:lnTo>
                  <a:lnTo>
                    <a:pt x="71707" y="301109"/>
                  </a:lnTo>
                  <a:lnTo>
                    <a:pt x="76144" y="304092"/>
                  </a:lnTo>
                  <a:lnTo>
                    <a:pt x="80675" y="306931"/>
                  </a:lnTo>
                  <a:lnTo>
                    <a:pt x="85295" y="309624"/>
                  </a:lnTo>
                  <a:lnTo>
                    <a:pt x="89998" y="312168"/>
                  </a:lnTo>
                  <a:lnTo>
                    <a:pt x="94780" y="314560"/>
                  </a:lnTo>
                  <a:lnTo>
                    <a:pt x="99637" y="316798"/>
                  </a:lnTo>
                  <a:lnTo>
                    <a:pt x="104562" y="318880"/>
                  </a:lnTo>
                  <a:lnTo>
                    <a:pt x="109551" y="320803"/>
                  </a:lnTo>
                  <a:lnTo>
                    <a:pt x="114600" y="322565"/>
                  </a:lnTo>
                  <a:lnTo>
                    <a:pt x="119702" y="324165"/>
                  </a:lnTo>
                  <a:lnTo>
                    <a:pt x="124852" y="325601"/>
                  </a:lnTo>
                  <a:lnTo>
                    <a:pt x="130046" y="326872"/>
                  </a:lnTo>
                  <a:lnTo>
                    <a:pt x="135278" y="327976"/>
                  </a:lnTo>
                  <a:lnTo>
                    <a:pt x="140543" y="328912"/>
                  </a:lnTo>
                  <a:lnTo>
                    <a:pt x="145835" y="329679"/>
                  </a:lnTo>
                  <a:lnTo>
                    <a:pt x="151148" y="330276"/>
                  </a:lnTo>
                  <a:lnTo>
                    <a:pt x="156478" y="330703"/>
                  </a:lnTo>
                  <a:lnTo>
                    <a:pt x="161819" y="330960"/>
                  </a:lnTo>
                  <a:lnTo>
                    <a:pt x="167166" y="331045"/>
                  </a:lnTo>
                  <a:lnTo>
                    <a:pt x="172512" y="330960"/>
                  </a:lnTo>
                  <a:lnTo>
                    <a:pt x="177853" y="330703"/>
                  </a:lnTo>
                  <a:lnTo>
                    <a:pt x="167166" y="163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67" cy="333992"/>
            </a:xfrm>
            <a:custGeom>
              <a:avLst/>
              <a:pathLst>
                <a:path w="167167" h="333992">
                  <a:moveTo>
                    <a:pt x="10687" y="333992"/>
                  </a:moveTo>
                  <a:lnTo>
                    <a:pt x="16028" y="333564"/>
                  </a:lnTo>
                  <a:lnTo>
                    <a:pt x="21354" y="332965"/>
                  </a:lnTo>
                  <a:lnTo>
                    <a:pt x="26657" y="332195"/>
                  </a:lnTo>
                  <a:lnTo>
                    <a:pt x="31933" y="331256"/>
                  </a:lnTo>
                  <a:lnTo>
                    <a:pt x="37176" y="330148"/>
                  </a:lnTo>
                  <a:lnTo>
                    <a:pt x="42381" y="328873"/>
                  </a:lnTo>
                  <a:lnTo>
                    <a:pt x="47542" y="327431"/>
                  </a:lnTo>
                  <a:lnTo>
                    <a:pt x="52655" y="325825"/>
                  </a:lnTo>
                  <a:lnTo>
                    <a:pt x="57713" y="324056"/>
                  </a:lnTo>
                  <a:lnTo>
                    <a:pt x="62712" y="322125"/>
                  </a:lnTo>
                  <a:lnTo>
                    <a:pt x="67647" y="320035"/>
                  </a:lnTo>
                  <a:lnTo>
                    <a:pt x="72512" y="317789"/>
                  </a:lnTo>
                  <a:lnTo>
                    <a:pt x="77303" y="315387"/>
                  </a:lnTo>
                  <a:lnTo>
                    <a:pt x="82014" y="312833"/>
                  </a:lnTo>
                  <a:lnTo>
                    <a:pt x="86641" y="310129"/>
                  </a:lnTo>
                  <a:lnTo>
                    <a:pt x="91179" y="307279"/>
                  </a:lnTo>
                  <a:lnTo>
                    <a:pt x="95623" y="304284"/>
                  </a:lnTo>
                  <a:lnTo>
                    <a:pt x="99969" y="301149"/>
                  </a:lnTo>
                  <a:lnTo>
                    <a:pt x="104212" y="297875"/>
                  </a:lnTo>
                  <a:lnTo>
                    <a:pt x="108348" y="294468"/>
                  </a:lnTo>
                  <a:lnTo>
                    <a:pt x="112373" y="290930"/>
                  </a:lnTo>
                  <a:lnTo>
                    <a:pt x="116282" y="287264"/>
                  </a:lnTo>
                  <a:lnTo>
                    <a:pt x="120072" y="283475"/>
                  </a:lnTo>
                  <a:lnTo>
                    <a:pt x="123738" y="279567"/>
                  </a:lnTo>
                  <a:lnTo>
                    <a:pt x="127277" y="275543"/>
                  </a:lnTo>
                  <a:lnTo>
                    <a:pt x="130686" y="271408"/>
                  </a:lnTo>
                  <a:lnTo>
                    <a:pt x="133960" y="267165"/>
                  </a:lnTo>
                  <a:lnTo>
                    <a:pt x="137096" y="262820"/>
                  </a:lnTo>
                  <a:lnTo>
                    <a:pt x="140092" y="258376"/>
                  </a:lnTo>
                  <a:lnTo>
                    <a:pt x="142943" y="253839"/>
                  </a:lnTo>
                  <a:lnTo>
                    <a:pt x="145648" y="249213"/>
                  </a:lnTo>
                  <a:lnTo>
                    <a:pt x="148203" y="244502"/>
                  </a:lnTo>
                  <a:lnTo>
                    <a:pt x="150605" y="239712"/>
                  </a:lnTo>
                  <a:lnTo>
                    <a:pt x="152853" y="234847"/>
                  </a:lnTo>
                  <a:lnTo>
                    <a:pt x="154944" y="229913"/>
                  </a:lnTo>
                  <a:lnTo>
                    <a:pt x="156876" y="224914"/>
                  </a:lnTo>
                  <a:lnTo>
                    <a:pt x="158646" y="219856"/>
                  </a:lnTo>
                  <a:lnTo>
                    <a:pt x="160254" y="214744"/>
                  </a:lnTo>
                  <a:lnTo>
                    <a:pt x="161696" y="209583"/>
                  </a:lnTo>
                  <a:lnTo>
                    <a:pt x="162973" y="204379"/>
                  </a:lnTo>
                  <a:lnTo>
                    <a:pt x="164082" y="199136"/>
                  </a:lnTo>
                  <a:lnTo>
                    <a:pt x="165022" y="193860"/>
                  </a:lnTo>
                  <a:lnTo>
                    <a:pt x="165793" y="188557"/>
                  </a:lnTo>
                  <a:lnTo>
                    <a:pt x="166393" y="183232"/>
                  </a:lnTo>
                  <a:lnTo>
                    <a:pt x="166823" y="177890"/>
                  </a:lnTo>
                  <a:lnTo>
                    <a:pt x="167081" y="172537"/>
                  </a:lnTo>
                  <a:lnTo>
                    <a:pt x="167167" y="167179"/>
                  </a:lnTo>
                  <a:lnTo>
                    <a:pt x="167081" y="161821"/>
                  </a:lnTo>
                  <a:lnTo>
                    <a:pt x="166824" y="156468"/>
                  </a:lnTo>
                  <a:lnTo>
                    <a:pt x="166396" y="151126"/>
                  </a:lnTo>
                  <a:lnTo>
                    <a:pt x="165796" y="145801"/>
                  </a:lnTo>
                  <a:lnTo>
                    <a:pt x="165026" y="140498"/>
                  </a:lnTo>
                  <a:lnTo>
                    <a:pt x="164086" y="135222"/>
                  </a:lnTo>
                  <a:lnTo>
                    <a:pt x="162978" y="129979"/>
                  </a:lnTo>
                  <a:lnTo>
                    <a:pt x="161702" y="124774"/>
                  </a:lnTo>
                  <a:lnTo>
                    <a:pt x="160260" y="119613"/>
                  </a:lnTo>
                  <a:lnTo>
                    <a:pt x="158654" y="114500"/>
                  </a:lnTo>
                  <a:lnTo>
                    <a:pt x="156884" y="109442"/>
                  </a:lnTo>
                  <a:lnTo>
                    <a:pt x="154953" y="104443"/>
                  </a:lnTo>
                  <a:lnTo>
                    <a:pt x="152863" y="99508"/>
                  </a:lnTo>
                  <a:lnTo>
                    <a:pt x="150616" y="94643"/>
                  </a:lnTo>
                  <a:lnTo>
                    <a:pt x="148214" y="89853"/>
                  </a:lnTo>
                  <a:lnTo>
                    <a:pt x="145660" y="85142"/>
                  </a:lnTo>
                  <a:lnTo>
                    <a:pt x="142956" y="80515"/>
                  </a:lnTo>
                  <a:lnTo>
                    <a:pt x="140105" y="75978"/>
                  </a:lnTo>
                  <a:lnTo>
                    <a:pt x="137110" y="71534"/>
                  </a:lnTo>
                  <a:lnTo>
                    <a:pt x="133974" y="67188"/>
                  </a:lnTo>
                  <a:lnTo>
                    <a:pt x="130701" y="62945"/>
                  </a:lnTo>
                  <a:lnTo>
                    <a:pt x="127293" y="58809"/>
                  </a:lnTo>
                  <a:lnTo>
                    <a:pt x="123754" y="54785"/>
                  </a:lnTo>
                  <a:lnTo>
                    <a:pt x="120088" y="50876"/>
                  </a:lnTo>
                  <a:lnTo>
                    <a:pt x="116299" y="47086"/>
                  </a:lnTo>
                  <a:lnTo>
                    <a:pt x="112390" y="43420"/>
                  </a:lnTo>
                  <a:lnTo>
                    <a:pt x="108366" y="39881"/>
                  </a:lnTo>
                  <a:lnTo>
                    <a:pt x="104231" y="36473"/>
                  </a:lnTo>
                  <a:lnTo>
                    <a:pt x="99988" y="33200"/>
                  </a:lnTo>
                  <a:lnTo>
                    <a:pt x="95643" y="30064"/>
                  </a:lnTo>
                  <a:lnTo>
                    <a:pt x="91199" y="27068"/>
                  </a:lnTo>
                  <a:lnTo>
                    <a:pt x="86661" y="24217"/>
                  </a:lnTo>
                  <a:lnTo>
                    <a:pt x="82035" y="21513"/>
                  </a:lnTo>
                  <a:lnTo>
                    <a:pt x="77324" y="18958"/>
                  </a:lnTo>
                  <a:lnTo>
                    <a:pt x="72534" y="16556"/>
                  </a:lnTo>
                  <a:lnTo>
                    <a:pt x="67669" y="14308"/>
                  </a:lnTo>
                  <a:lnTo>
                    <a:pt x="62735" y="12218"/>
                  </a:lnTo>
                  <a:lnTo>
                    <a:pt x="57736" y="10287"/>
                  </a:lnTo>
                  <a:lnTo>
                    <a:pt x="52678" y="8516"/>
                  </a:lnTo>
                  <a:lnTo>
                    <a:pt x="47565" y="6910"/>
                  </a:lnTo>
                  <a:lnTo>
                    <a:pt x="42404" y="5467"/>
                  </a:lnTo>
                  <a:lnTo>
                    <a:pt x="37199" y="4191"/>
                  </a:lnTo>
                  <a:lnTo>
                    <a:pt x="31956" y="3082"/>
                  </a:lnTo>
                  <a:lnTo>
                    <a:pt x="26681" y="2142"/>
                  </a:lnTo>
                  <a:lnTo>
                    <a:pt x="21377" y="1372"/>
                  </a:lnTo>
                  <a:lnTo>
                    <a:pt x="16052" y="772"/>
                  </a:lnTo>
                  <a:lnTo>
                    <a:pt x="10710" y="343"/>
                  </a:lnTo>
                  <a:lnTo>
                    <a:pt x="535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240" y="1071028"/>
              <a:ext cx="166260" cy="167167"/>
            </a:xfrm>
            <a:custGeom>
              <a:avLst/>
              <a:pathLst>
                <a:path w="166260" h="167167">
                  <a:moveTo>
                    <a:pt x="166260" y="0"/>
                  </a:moveTo>
                  <a:lnTo>
                    <a:pt x="160813" y="88"/>
                  </a:lnTo>
                  <a:lnTo>
                    <a:pt x="155371" y="354"/>
                  </a:lnTo>
                  <a:lnTo>
                    <a:pt x="149942" y="798"/>
                  </a:lnTo>
                  <a:lnTo>
                    <a:pt x="144529" y="1418"/>
                  </a:lnTo>
                  <a:lnTo>
                    <a:pt x="139140" y="2214"/>
                  </a:lnTo>
                  <a:lnTo>
                    <a:pt x="133779" y="3185"/>
                  </a:lnTo>
                  <a:lnTo>
                    <a:pt x="128453" y="4331"/>
                  </a:lnTo>
                  <a:lnTo>
                    <a:pt x="123167" y="5649"/>
                  </a:lnTo>
                  <a:lnTo>
                    <a:pt x="117927" y="7139"/>
                  </a:lnTo>
                  <a:lnTo>
                    <a:pt x="112738" y="8799"/>
                  </a:lnTo>
                  <a:lnTo>
                    <a:pt x="107606" y="10627"/>
                  </a:lnTo>
                  <a:lnTo>
                    <a:pt x="102537" y="12622"/>
                  </a:lnTo>
                  <a:lnTo>
                    <a:pt x="97535" y="14780"/>
                  </a:lnTo>
                  <a:lnTo>
                    <a:pt x="92606" y="17100"/>
                  </a:lnTo>
                  <a:lnTo>
                    <a:pt x="87755" y="19580"/>
                  </a:lnTo>
                  <a:lnTo>
                    <a:pt x="82987" y="22217"/>
                  </a:lnTo>
                  <a:lnTo>
                    <a:pt x="78308" y="25007"/>
                  </a:lnTo>
                  <a:lnTo>
                    <a:pt x="73723" y="27948"/>
                  </a:lnTo>
                  <a:lnTo>
                    <a:pt x="69236" y="31038"/>
                  </a:lnTo>
                  <a:lnTo>
                    <a:pt x="64851" y="34271"/>
                  </a:lnTo>
                  <a:lnTo>
                    <a:pt x="60575" y="37646"/>
                  </a:lnTo>
                  <a:lnTo>
                    <a:pt x="56410" y="41159"/>
                  </a:lnTo>
                  <a:lnTo>
                    <a:pt x="52363" y="44805"/>
                  </a:lnTo>
                  <a:lnTo>
                    <a:pt x="48436" y="48582"/>
                  </a:lnTo>
                  <a:lnTo>
                    <a:pt x="44635" y="52484"/>
                  </a:lnTo>
                  <a:lnTo>
                    <a:pt x="40962" y="56508"/>
                  </a:lnTo>
                  <a:lnTo>
                    <a:pt x="37423" y="60649"/>
                  </a:lnTo>
                  <a:lnTo>
                    <a:pt x="34021" y="64904"/>
                  </a:lnTo>
                  <a:lnTo>
                    <a:pt x="30759" y="69267"/>
                  </a:lnTo>
                  <a:lnTo>
                    <a:pt x="27640" y="73735"/>
                  </a:lnTo>
                  <a:lnTo>
                    <a:pt x="24670" y="78301"/>
                  </a:lnTo>
                  <a:lnTo>
                    <a:pt x="21849" y="82962"/>
                  </a:lnTo>
                  <a:lnTo>
                    <a:pt x="19182" y="87712"/>
                  </a:lnTo>
                  <a:lnTo>
                    <a:pt x="16671" y="92547"/>
                  </a:lnTo>
                  <a:lnTo>
                    <a:pt x="14319" y="97461"/>
                  </a:lnTo>
                  <a:lnTo>
                    <a:pt x="12128" y="102449"/>
                  </a:lnTo>
                  <a:lnTo>
                    <a:pt x="10101" y="107506"/>
                  </a:lnTo>
                  <a:lnTo>
                    <a:pt x="8240" y="112626"/>
                  </a:lnTo>
                  <a:lnTo>
                    <a:pt x="6547" y="117804"/>
                  </a:lnTo>
                  <a:lnTo>
                    <a:pt x="5023" y="123034"/>
                  </a:lnTo>
                  <a:lnTo>
                    <a:pt x="3671" y="128312"/>
                  </a:lnTo>
                  <a:lnTo>
                    <a:pt x="2491" y="133630"/>
                  </a:lnTo>
                  <a:lnTo>
                    <a:pt x="1485" y="138985"/>
                  </a:lnTo>
                  <a:lnTo>
                    <a:pt x="654" y="144369"/>
                  </a:lnTo>
                  <a:lnTo>
                    <a:pt x="0" y="149777"/>
                  </a:lnTo>
                  <a:lnTo>
                    <a:pt x="1662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240" y="1220806"/>
              <a:ext cx="166260" cy="17389"/>
            </a:xfrm>
            <a:custGeom>
              <a:avLst/>
              <a:pathLst>
                <a:path w="166260" h="17389">
                  <a:moveTo>
                    <a:pt x="0" y="0"/>
                  </a:moveTo>
                  <a:lnTo>
                    <a:pt x="166260" y="173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40" y="1073909"/>
              <a:ext cx="334318" cy="331450"/>
            </a:xfrm>
            <a:custGeom>
              <a:avLst/>
              <a:pathLst>
                <a:path w="334318" h="331450">
                  <a:moveTo>
                    <a:pt x="900" y="146896"/>
                  </a:moveTo>
                  <a:lnTo>
                    <a:pt x="432" y="152177"/>
                  </a:lnTo>
                  <a:lnTo>
                    <a:pt x="132" y="157470"/>
                  </a:lnTo>
                  <a:lnTo>
                    <a:pt x="0" y="162771"/>
                  </a:lnTo>
                  <a:lnTo>
                    <a:pt x="36" y="168072"/>
                  </a:lnTo>
                  <a:lnTo>
                    <a:pt x="240" y="173370"/>
                  </a:lnTo>
                  <a:lnTo>
                    <a:pt x="612" y="178659"/>
                  </a:lnTo>
                  <a:lnTo>
                    <a:pt x="1151" y="183933"/>
                  </a:lnTo>
                  <a:lnTo>
                    <a:pt x="1858" y="189188"/>
                  </a:lnTo>
                  <a:lnTo>
                    <a:pt x="2731" y="194417"/>
                  </a:lnTo>
                  <a:lnTo>
                    <a:pt x="3769" y="199616"/>
                  </a:lnTo>
                  <a:lnTo>
                    <a:pt x="4971" y="204780"/>
                  </a:lnTo>
                  <a:lnTo>
                    <a:pt x="6337" y="209903"/>
                  </a:lnTo>
                  <a:lnTo>
                    <a:pt x="7865" y="214980"/>
                  </a:lnTo>
                  <a:lnTo>
                    <a:pt x="9552" y="220006"/>
                  </a:lnTo>
                  <a:lnTo>
                    <a:pt x="11399" y="224976"/>
                  </a:lnTo>
                  <a:lnTo>
                    <a:pt x="13401" y="229885"/>
                  </a:lnTo>
                  <a:lnTo>
                    <a:pt x="15559" y="234728"/>
                  </a:lnTo>
                  <a:lnTo>
                    <a:pt x="17869" y="239500"/>
                  </a:lnTo>
                  <a:lnTo>
                    <a:pt x="20329" y="244196"/>
                  </a:lnTo>
                  <a:lnTo>
                    <a:pt x="22937" y="248812"/>
                  </a:lnTo>
                  <a:lnTo>
                    <a:pt x="25690" y="253344"/>
                  </a:lnTo>
                  <a:lnTo>
                    <a:pt x="28586" y="257785"/>
                  </a:lnTo>
                  <a:lnTo>
                    <a:pt x="31620" y="262132"/>
                  </a:lnTo>
                  <a:lnTo>
                    <a:pt x="34791" y="266381"/>
                  </a:lnTo>
                  <a:lnTo>
                    <a:pt x="38096" y="270528"/>
                  </a:lnTo>
                  <a:lnTo>
                    <a:pt x="41530" y="274567"/>
                  </a:lnTo>
                  <a:lnTo>
                    <a:pt x="45090" y="278496"/>
                  </a:lnTo>
                  <a:lnTo>
                    <a:pt x="48773" y="282309"/>
                  </a:lnTo>
                  <a:lnTo>
                    <a:pt x="52575" y="286004"/>
                  </a:lnTo>
                  <a:lnTo>
                    <a:pt x="56493" y="289576"/>
                  </a:lnTo>
                  <a:lnTo>
                    <a:pt x="60522" y="293023"/>
                  </a:lnTo>
                  <a:lnTo>
                    <a:pt x="64658" y="296340"/>
                  </a:lnTo>
                  <a:lnTo>
                    <a:pt x="68897" y="299524"/>
                  </a:lnTo>
                  <a:lnTo>
                    <a:pt x="73235" y="302572"/>
                  </a:lnTo>
                  <a:lnTo>
                    <a:pt x="77668" y="305481"/>
                  </a:lnTo>
                  <a:lnTo>
                    <a:pt x="82190" y="308248"/>
                  </a:lnTo>
                  <a:lnTo>
                    <a:pt x="86798" y="310870"/>
                  </a:lnTo>
                  <a:lnTo>
                    <a:pt x="91487" y="313345"/>
                  </a:lnTo>
                  <a:lnTo>
                    <a:pt x="96252" y="315669"/>
                  </a:lnTo>
                  <a:lnTo>
                    <a:pt x="101088" y="317842"/>
                  </a:lnTo>
                  <a:lnTo>
                    <a:pt x="105991" y="319860"/>
                  </a:lnTo>
                  <a:lnTo>
                    <a:pt x="110955" y="321721"/>
                  </a:lnTo>
                  <a:lnTo>
                    <a:pt x="115976" y="323425"/>
                  </a:lnTo>
                  <a:lnTo>
                    <a:pt x="121048" y="324968"/>
                  </a:lnTo>
                  <a:lnTo>
                    <a:pt x="126167" y="326349"/>
                  </a:lnTo>
                  <a:lnTo>
                    <a:pt x="131327" y="327568"/>
                  </a:lnTo>
                  <a:lnTo>
                    <a:pt x="136523" y="328622"/>
                  </a:lnTo>
                  <a:lnTo>
                    <a:pt x="141750" y="329511"/>
                  </a:lnTo>
                  <a:lnTo>
                    <a:pt x="147002" y="330233"/>
                  </a:lnTo>
                  <a:lnTo>
                    <a:pt x="152275" y="330789"/>
                  </a:lnTo>
                  <a:lnTo>
                    <a:pt x="157562" y="331178"/>
                  </a:lnTo>
                  <a:lnTo>
                    <a:pt x="162859" y="331398"/>
                  </a:lnTo>
                  <a:lnTo>
                    <a:pt x="168161" y="331450"/>
                  </a:lnTo>
                  <a:lnTo>
                    <a:pt x="173462" y="331334"/>
                  </a:lnTo>
                  <a:lnTo>
                    <a:pt x="178756" y="331051"/>
                  </a:lnTo>
                  <a:lnTo>
                    <a:pt x="184038" y="330599"/>
                  </a:lnTo>
                  <a:lnTo>
                    <a:pt x="189304" y="329980"/>
                  </a:lnTo>
                  <a:lnTo>
                    <a:pt x="194547" y="329195"/>
                  </a:lnTo>
                  <a:lnTo>
                    <a:pt x="199763" y="328243"/>
                  </a:lnTo>
                  <a:lnTo>
                    <a:pt x="204946" y="327127"/>
                  </a:lnTo>
                  <a:lnTo>
                    <a:pt x="210091" y="325847"/>
                  </a:lnTo>
                  <a:lnTo>
                    <a:pt x="215193" y="324404"/>
                  </a:lnTo>
                  <a:lnTo>
                    <a:pt x="220246" y="322800"/>
                  </a:lnTo>
                  <a:lnTo>
                    <a:pt x="225246" y="321037"/>
                  </a:lnTo>
                  <a:lnTo>
                    <a:pt x="230188" y="319116"/>
                  </a:lnTo>
                  <a:lnTo>
                    <a:pt x="235066" y="317040"/>
                  </a:lnTo>
                  <a:lnTo>
                    <a:pt x="239876" y="314809"/>
                  </a:lnTo>
                  <a:lnTo>
                    <a:pt x="244613" y="312428"/>
                  </a:lnTo>
                  <a:lnTo>
                    <a:pt x="249272" y="309897"/>
                  </a:lnTo>
                  <a:lnTo>
                    <a:pt x="253848" y="307220"/>
                  </a:lnTo>
                  <a:lnTo>
                    <a:pt x="258337" y="304399"/>
                  </a:lnTo>
                  <a:lnTo>
                    <a:pt x="262734" y="301437"/>
                  </a:lnTo>
                  <a:lnTo>
                    <a:pt x="267036" y="298338"/>
                  </a:lnTo>
                  <a:lnTo>
                    <a:pt x="271236" y="295103"/>
                  </a:lnTo>
                  <a:lnTo>
                    <a:pt x="275332" y="291737"/>
                  </a:lnTo>
                  <a:lnTo>
                    <a:pt x="279320" y="288242"/>
                  </a:lnTo>
                  <a:lnTo>
                    <a:pt x="283194" y="284623"/>
                  </a:lnTo>
                  <a:lnTo>
                    <a:pt x="286952" y="280883"/>
                  </a:lnTo>
                  <a:lnTo>
                    <a:pt x="290589" y="277026"/>
                  </a:lnTo>
                  <a:lnTo>
                    <a:pt x="294102" y="273055"/>
                  </a:lnTo>
                  <a:lnTo>
                    <a:pt x="297488" y="268974"/>
                  </a:lnTo>
                  <a:lnTo>
                    <a:pt x="300742" y="264789"/>
                  </a:lnTo>
                  <a:lnTo>
                    <a:pt x="303862" y="260502"/>
                  </a:lnTo>
                  <a:lnTo>
                    <a:pt x="306844" y="256119"/>
                  </a:lnTo>
                  <a:lnTo>
                    <a:pt x="309686" y="251643"/>
                  </a:lnTo>
                  <a:lnTo>
                    <a:pt x="312385" y="247079"/>
                  </a:lnTo>
                  <a:lnTo>
                    <a:pt x="314937" y="242432"/>
                  </a:lnTo>
                  <a:lnTo>
                    <a:pt x="317341" y="237707"/>
                  </a:lnTo>
                  <a:lnTo>
                    <a:pt x="319594" y="232907"/>
                  </a:lnTo>
                  <a:lnTo>
                    <a:pt x="321693" y="228039"/>
                  </a:lnTo>
                  <a:lnTo>
                    <a:pt x="323637" y="223106"/>
                  </a:lnTo>
                  <a:lnTo>
                    <a:pt x="325424" y="218115"/>
                  </a:lnTo>
                  <a:lnTo>
                    <a:pt x="327051" y="213069"/>
                  </a:lnTo>
                  <a:lnTo>
                    <a:pt x="328518" y="207974"/>
                  </a:lnTo>
                  <a:lnTo>
                    <a:pt x="329822" y="202835"/>
                  </a:lnTo>
                  <a:lnTo>
                    <a:pt x="330963" y="197657"/>
                  </a:lnTo>
                  <a:lnTo>
                    <a:pt x="331939" y="192446"/>
                  </a:lnTo>
                  <a:lnTo>
                    <a:pt x="332749" y="187206"/>
                  </a:lnTo>
                  <a:lnTo>
                    <a:pt x="333392" y="181944"/>
                  </a:lnTo>
                  <a:lnTo>
                    <a:pt x="333869" y="176663"/>
                  </a:lnTo>
                  <a:lnTo>
                    <a:pt x="334177" y="171371"/>
                  </a:lnTo>
                  <a:lnTo>
                    <a:pt x="334318" y="166071"/>
                  </a:lnTo>
                  <a:lnTo>
                    <a:pt x="334291" y="160769"/>
                  </a:lnTo>
                  <a:lnTo>
                    <a:pt x="334095" y="155471"/>
                  </a:lnTo>
                  <a:lnTo>
                    <a:pt x="333731" y="150181"/>
                  </a:lnTo>
                  <a:lnTo>
                    <a:pt x="333200" y="144906"/>
                  </a:lnTo>
                  <a:lnTo>
                    <a:pt x="332502" y="139651"/>
                  </a:lnTo>
                  <a:lnTo>
                    <a:pt x="331638" y="134420"/>
                  </a:lnTo>
                  <a:lnTo>
                    <a:pt x="330608" y="129219"/>
                  </a:lnTo>
                  <a:lnTo>
                    <a:pt x="329414" y="124053"/>
                  </a:lnTo>
                  <a:lnTo>
                    <a:pt x="328056" y="118928"/>
                  </a:lnTo>
                  <a:lnTo>
                    <a:pt x="326537" y="113849"/>
                  </a:lnTo>
                  <a:lnTo>
                    <a:pt x="324858" y="108820"/>
                  </a:lnTo>
                  <a:lnTo>
                    <a:pt x="323019" y="103847"/>
                  </a:lnTo>
                  <a:lnTo>
                    <a:pt x="321024" y="98935"/>
                  </a:lnTo>
                  <a:lnTo>
                    <a:pt x="318875" y="94088"/>
                  </a:lnTo>
                  <a:lnTo>
                    <a:pt x="316572" y="89313"/>
                  </a:lnTo>
                  <a:lnTo>
                    <a:pt x="314119" y="84612"/>
                  </a:lnTo>
                  <a:lnTo>
                    <a:pt x="311519" y="79992"/>
                  </a:lnTo>
                  <a:lnTo>
                    <a:pt x="308773" y="75456"/>
                  </a:lnTo>
                  <a:lnTo>
                    <a:pt x="305885" y="71010"/>
                  </a:lnTo>
                  <a:lnTo>
                    <a:pt x="302857" y="66658"/>
                  </a:lnTo>
                  <a:lnTo>
                    <a:pt x="299693" y="62404"/>
                  </a:lnTo>
                  <a:lnTo>
                    <a:pt x="296396" y="58252"/>
                  </a:lnTo>
                  <a:lnTo>
                    <a:pt x="292968" y="54207"/>
                  </a:lnTo>
                  <a:lnTo>
                    <a:pt x="289414" y="50273"/>
                  </a:lnTo>
                  <a:lnTo>
                    <a:pt x="285737" y="46454"/>
                  </a:lnTo>
                  <a:lnTo>
                    <a:pt x="281941" y="42753"/>
                  </a:lnTo>
                  <a:lnTo>
                    <a:pt x="278029" y="39174"/>
                  </a:lnTo>
                  <a:lnTo>
                    <a:pt x="274006" y="35721"/>
                  </a:lnTo>
                  <a:lnTo>
                    <a:pt x="269875" y="32397"/>
                  </a:lnTo>
                  <a:lnTo>
                    <a:pt x="265641" y="29206"/>
                  </a:lnTo>
                  <a:lnTo>
                    <a:pt x="261308" y="26151"/>
                  </a:lnTo>
                  <a:lnTo>
                    <a:pt x="256880" y="23235"/>
                  </a:lnTo>
                  <a:lnTo>
                    <a:pt x="252362" y="20461"/>
                  </a:lnTo>
                  <a:lnTo>
                    <a:pt x="247758" y="17832"/>
                  </a:lnTo>
                  <a:lnTo>
                    <a:pt x="243073" y="15349"/>
                  </a:lnTo>
                  <a:lnTo>
                    <a:pt x="238312" y="13017"/>
                  </a:lnTo>
                  <a:lnTo>
                    <a:pt x="233479" y="10837"/>
                  </a:lnTo>
                  <a:lnTo>
                    <a:pt x="228580" y="8811"/>
                  </a:lnTo>
                  <a:lnTo>
                    <a:pt x="223619" y="6941"/>
                  </a:lnTo>
                  <a:lnTo>
                    <a:pt x="218601" y="5230"/>
                  </a:lnTo>
                  <a:lnTo>
                    <a:pt x="213531" y="3679"/>
                  </a:lnTo>
                  <a:lnTo>
                    <a:pt x="208414" y="2289"/>
                  </a:lnTo>
                  <a:lnTo>
                    <a:pt x="203256" y="1062"/>
                  </a:lnTo>
                  <a:lnTo>
                    <a:pt x="198062" y="0"/>
                  </a:lnTo>
                  <a:lnTo>
                    <a:pt x="167160" y="1642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30902" cy="167167"/>
            </a:xfrm>
            <a:custGeom>
              <a:avLst/>
              <a:pathLst>
                <a:path w="30902" h="167167">
                  <a:moveTo>
                    <a:pt x="30902" y="2881"/>
                  </a:moveTo>
                  <a:lnTo>
                    <a:pt x="23235" y="1622"/>
                  </a:lnTo>
                  <a:lnTo>
                    <a:pt x="15518" y="721"/>
                  </a:lnTo>
                  <a:lnTo>
                    <a:pt x="7767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2101" y="1322571"/>
              <a:ext cx="46619" cy="167167"/>
            </a:xfrm>
            <a:custGeom>
              <a:avLst/>
              <a:pathLst>
                <a:path w="46619" h="167167">
                  <a:moveTo>
                    <a:pt x="46619" y="0"/>
                  </a:moveTo>
                  <a:lnTo>
                    <a:pt x="39871" y="136"/>
                  </a:lnTo>
                  <a:lnTo>
                    <a:pt x="33135" y="544"/>
                  </a:lnTo>
                  <a:lnTo>
                    <a:pt x="26420" y="1224"/>
                  </a:lnTo>
                  <a:lnTo>
                    <a:pt x="19738" y="2175"/>
                  </a:lnTo>
                  <a:lnTo>
                    <a:pt x="13101" y="3394"/>
                  </a:lnTo>
                  <a:lnTo>
                    <a:pt x="6517" y="4881"/>
                  </a:lnTo>
                  <a:lnTo>
                    <a:pt x="0" y="6632"/>
                  </a:lnTo>
                  <a:lnTo>
                    <a:pt x="4661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60" y="1329203"/>
              <a:ext cx="334327" cy="327692"/>
            </a:xfrm>
            <a:custGeom>
              <a:avLst/>
              <a:pathLst>
                <a:path w="334327" h="327692">
                  <a:moveTo>
                    <a:pt x="120541" y="0"/>
                  </a:moveTo>
                  <a:lnTo>
                    <a:pt x="115485" y="1555"/>
                  </a:lnTo>
                  <a:lnTo>
                    <a:pt x="110482" y="3269"/>
                  </a:lnTo>
                  <a:lnTo>
                    <a:pt x="105535" y="5141"/>
                  </a:lnTo>
                  <a:lnTo>
                    <a:pt x="100649" y="7168"/>
                  </a:lnTo>
                  <a:lnTo>
                    <a:pt x="95831" y="9349"/>
                  </a:lnTo>
                  <a:lnTo>
                    <a:pt x="91083" y="11682"/>
                  </a:lnTo>
                  <a:lnTo>
                    <a:pt x="86412" y="14163"/>
                  </a:lnTo>
                  <a:lnTo>
                    <a:pt x="81822" y="16791"/>
                  </a:lnTo>
                  <a:lnTo>
                    <a:pt x="77317" y="19562"/>
                  </a:lnTo>
                  <a:lnTo>
                    <a:pt x="72902" y="22475"/>
                  </a:lnTo>
                  <a:lnTo>
                    <a:pt x="68582" y="25526"/>
                  </a:lnTo>
                  <a:lnTo>
                    <a:pt x="64360" y="28713"/>
                  </a:lnTo>
                  <a:lnTo>
                    <a:pt x="60241" y="32031"/>
                  </a:lnTo>
                  <a:lnTo>
                    <a:pt x="56229" y="35478"/>
                  </a:lnTo>
                  <a:lnTo>
                    <a:pt x="52328" y="39050"/>
                  </a:lnTo>
                  <a:lnTo>
                    <a:pt x="48542" y="42743"/>
                  </a:lnTo>
                  <a:lnTo>
                    <a:pt x="44875" y="46555"/>
                  </a:lnTo>
                  <a:lnTo>
                    <a:pt x="41330" y="50481"/>
                  </a:lnTo>
                  <a:lnTo>
                    <a:pt x="37912" y="54517"/>
                  </a:lnTo>
                  <a:lnTo>
                    <a:pt x="34622" y="58659"/>
                  </a:lnTo>
                  <a:lnTo>
                    <a:pt x="31466" y="62903"/>
                  </a:lnTo>
                  <a:lnTo>
                    <a:pt x="28445" y="67245"/>
                  </a:lnTo>
                  <a:lnTo>
                    <a:pt x="25563" y="71680"/>
                  </a:lnTo>
                  <a:lnTo>
                    <a:pt x="22823" y="76204"/>
                  </a:lnTo>
                  <a:lnTo>
                    <a:pt x="20227" y="80812"/>
                  </a:lnTo>
                  <a:lnTo>
                    <a:pt x="17778" y="85501"/>
                  </a:lnTo>
                  <a:lnTo>
                    <a:pt x="15479" y="90264"/>
                  </a:lnTo>
                  <a:lnTo>
                    <a:pt x="13332" y="95098"/>
                  </a:lnTo>
                  <a:lnTo>
                    <a:pt x="11339" y="99997"/>
                  </a:lnTo>
                  <a:lnTo>
                    <a:pt x="9502" y="104957"/>
                  </a:lnTo>
                  <a:lnTo>
                    <a:pt x="7822" y="109973"/>
                  </a:lnTo>
                  <a:lnTo>
                    <a:pt x="6303" y="115039"/>
                  </a:lnTo>
                  <a:lnTo>
                    <a:pt x="4944" y="120151"/>
                  </a:lnTo>
                  <a:lnTo>
                    <a:pt x="3747" y="125303"/>
                  </a:lnTo>
                  <a:lnTo>
                    <a:pt x="2715" y="130490"/>
                  </a:lnTo>
                  <a:lnTo>
                    <a:pt x="1846" y="135708"/>
                  </a:lnTo>
                  <a:lnTo>
                    <a:pt x="1144" y="140950"/>
                  </a:lnTo>
                  <a:lnTo>
                    <a:pt x="607" y="146212"/>
                  </a:lnTo>
                  <a:lnTo>
                    <a:pt x="237" y="151489"/>
                  </a:lnTo>
                  <a:lnTo>
                    <a:pt x="35" y="156774"/>
                  </a:lnTo>
                  <a:lnTo>
                    <a:pt x="0" y="162063"/>
                  </a:lnTo>
                  <a:lnTo>
                    <a:pt x="132" y="167351"/>
                  </a:lnTo>
                  <a:lnTo>
                    <a:pt x="431" y="172631"/>
                  </a:lnTo>
                  <a:lnTo>
                    <a:pt x="897" y="177900"/>
                  </a:lnTo>
                  <a:lnTo>
                    <a:pt x="1530" y="183151"/>
                  </a:lnTo>
                  <a:lnTo>
                    <a:pt x="2328" y="188380"/>
                  </a:lnTo>
                  <a:lnTo>
                    <a:pt x="3291" y="193581"/>
                  </a:lnTo>
                  <a:lnTo>
                    <a:pt x="4419" y="198749"/>
                  </a:lnTo>
                  <a:lnTo>
                    <a:pt x="5709" y="203878"/>
                  </a:lnTo>
                  <a:lnTo>
                    <a:pt x="7161" y="208964"/>
                  </a:lnTo>
                  <a:lnTo>
                    <a:pt x="8774" y="214002"/>
                  </a:lnTo>
                  <a:lnTo>
                    <a:pt x="10544" y="218986"/>
                  </a:lnTo>
                  <a:lnTo>
                    <a:pt x="12472" y="223911"/>
                  </a:lnTo>
                  <a:lnTo>
                    <a:pt x="14554" y="228773"/>
                  </a:lnTo>
                  <a:lnTo>
                    <a:pt x="16790" y="233567"/>
                  </a:lnTo>
                  <a:lnTo>
                    <a:pt x="19175" y="238288"/>
                  </a:lnTo>
                  <a:lnTo>
                    <a:pt x="21709" y="242930"/>
                  </a:lnTo>
                  <a:lnTo>
                    <a:pt x="24389" y="247491"/>
                  </a:lnTo>
                  <a:lnTo>
                    <a:pt x="27211" y="251964"/>
                  </a:lnTo>
                  <a:lnTo>
                    <a:pt x="30174" y="256346"/>
                  </a:lnTo>
                  <a:lnTo>
                    <a:pt x="33273" y="260631"/>
                  </a:lnTo>
                  <a:lnTo>
                    <a:pt x="36507" y="264817"/>
                  </a:lnTo>
                  <a:lnTo>
                    <a:pt x="39872" y="268898"/>
                  </a:lnTo>
                  <a:lnTo>
                    <a:pt x="43364" y="272871"/>
                  </a:lnTo>
                  <a:lnTo>
                    <a:pt x="46979" y="276731"/>
                  </a:lnTo>
                  <a:lnTo>
                    <a:pt x="50716" y="280475"/>
                  </a:lnTo>
                  <a:lnTo>
                    <a:pt x="54568" y="284099"/>
                  </a:lnTo>
                  <a:lnTo>
                    <a:pt x="58534" y="287599"/>
                  </a:lnTo>
                  <a:lnTo>
                    <a:pt x="62608" y="290972"/>
                  </a:lnTo>
                  <a:lnTo>
                    <a:pt x="66787" y="294215"/>
                  </a:lnTo>
                  <a:lnTo>
                    <a:pt x="71066" y="297323"/>
                  </a:lnTo>
                  <a:lnTo>
                    <a:pt x="75442" y="300295"/>
                  </a:lnTo>
                  <a:lnTo>
                    <a:pt x="79910" y="303126"/>
                  </a:lnTo>
                  <a:lnTo>
                    <a:pt x="84464" y="305815"/>
                  </a:lnTo>
                  <a:lnTo>
                    <a:pt x="89102" y="308359"/>
                  </a:lnTo>
                  <a:lnTo>
                    <a:pt x="93818" y="310754"/>
                  </a:lnTo>
                  <a:lnTo>
                    <a:pt x="98607" y="312999"/>
                  </a:lnTo>
                  <a:lnTo>
                    <a:pt x="103464" y="315092"/>
                  </a:lnTo>
                  <a:lnTo>
                    <a:pt x="108386" y="317030"/>
                  </a:lnTo>
                  <a:lnTo>
                    <a:pt x="113366" y="318811"/>
                  </a:lnTo>
                  <a:lnTo>
                    <a:pt x="118401" y="320433"/>
                  </a:lnTo>
                  <a:lnTo>
                    <a:pt x="123484" y="321896"/>
                  </a:lnTo>
                  <a:lnTo>
                    <a:pt x="128610" y="323197"/>
                  </a:lnTo>
                  <a:lnTo>
                    <a:pt x="133776" y="324335"/>
                  </a:lnTo>
                  <a:lnTo>
                    <a:pt x="138974" y="325309"/>
                  </a:lnTo>
                  <a:lnTo>
                    <a:pt x="144201" y="326118"/>
                  </a:lnTo>
                  <a:lnTo>
                    <a:pt x="149451" y="326762"/>
                  </a:lnTo>
                  <a:lnTo>
                    <a:pt x="154719" y="327239"/>
                  </a:lnTo>
                  <a:lnTo>
                    <a:pt x="159999" y="327549"/>
                  </a:lnTo>
                  <a:lnTo>
                    <a:pt x="165287" y="327692"/>
                  </a:lnTo>
                  <a:lnTo>
                    <a:pt x="170576" y="327667"/>
                  </a:lnTo>
                  <a:lnTo>
                    <a:pt x="175862" y="327476"/>
                  </a:lnTo>
                  <a:lnTo>
                    <a:pt x="181139" y="327117"/>
                  </a:lnTo>
                  <a:lnTo>
                    <a:pt x="186402" y="326591"/>
                  </a:lnTo>
                  <a:lnTo>
                    <a:pt x="191646" y="325899"/>
                  </a:lnTo>
                  <a:lnTo>
                    <a:pt x="196865" y="325042"/>
                  </a:lnTo>
                  <a:lnTo>
                    <a:pt x="202054" y="324020"/>
                  </a:lnTo>
                  <a:lnTo>
                    <a:pt x="207209" y="322834"/>
                  </a:lnTo>
                  <a:lnTo>
                    <a:pt x="212324" y="321486"/>
                  </a:lnTo>
                  <a:lnTo>
                    <a:pt x="217393" y="319976"/>
                  </a:lnTo>
                  <a:lnTo>
                    <a:pt x="222412" y="318307"/>
                  </a:lnTo>
                  <a:lnTo>
                    <a:pt x="227376" y="316480"/>
                  </a:lnTo>
                  <a:lnTo>
                    <a:pt x="232279" y="314497"/>
                  </a:lnTo>
                  <a:lnTo>
                    <a:pt x="237117" y="312360"/>
                  </a:lnTo>
                  <a:lnTo>
                    <a:pt x="241885" y="310071"/>
                  </a:lnTo>
                  <a:lnTo>
                    <a:pt x="246579" y="307632"/>
                  </a:lnTo>
                  <a:lnTo>
                    <a:pt x="251193" y="305046"/>
                  </a:lnTo>
                  <a:lnTo>
                    <a:pt x="255723" y="302315"/>
                  </a:lnTo>
                  <a:lnTo>
                    <a:pt x="260164" y="299442"/>
                  </a:lnTo>
                  <a:lnTo>
                    <a:pt x="264512" y="296430"/>
                  </a:lnTo>
                  <a:lnTo>
                    <a:pt x="268762" y="293283"/>
                  </a:lnTo>
                  <a:lnTo>
                    <a:pt x="272911" y="290002"/>
                  </a:lnTo>
                  <a:lnTo>
                    <a:pt x="276954" y="286591"/>
                  </a:lnTo>
                  <a:lnTo>
                    <a:pt x="280887" y="283055"/>
                  </a:lnTo>
                  <a:lnTo>
                    <a:pt x="284706" y="279396"/>
                  </a:lnTo>
                  <a:lnTo>
                    <a:pt x="288408" y="275617"/>
                  </a:lnTo>
                  <a:lnTo>
                    <a:pt x="291988" y="271724"/>
                  </a:lnTo>
                  <a:lnTo>
                    <a:pt x="295443" y="267719"/>
                  </a:lnTo>
                  <a:lnTo>
                    <a:pt x="298770" y="263607"/>
                  </a:lnTo>
                  <a:lnTo>
                    <a:pt x="301965" y="259392"/>
                  </a:lnTo>
                  <a:lnTo>
                    <a:pt x="305025" y="255077"/>
                  </a:lnTo>
                  <a:lnTo>
                    <a:pt x="307947" y="250669"/>
                  </a:lnTo>
                  <a:lnTo>
                    <a:pt x="310728" y="246169"/>
                  </a:lnTo>
                  <a:lnTo>
                    <a:pt x="313365" y="241585"/>
                  </a:lnTo>
                  <a:lnTo>
                    <a:pt x="315856" y="236919"/>
                  </a:lnTo>
                  <a:lnTo>
                    <a:pt x="318198" y="232176"/>
                  </a:lnTo>
                  <a:lnTo>
                    <a:pt x="320389" y="227362"/>
                  </a:lnTo>
                  <a:lnTo>
                    <a:pt x="322426" y="222481"/>
                  </a:lnTo>
                  <a:lnTo>
                    <a:pt x="324308" y="217538"/>
                  </a:lnTo>
                  <a:lnTo>
                    <a:pt x="326033" y="212538"/>
                  </a:lnTo>
                  <a:lnTo>
                    <a:pt x="327599" y="207485"/>
                  </a:lnTo>
                  <a:lnTo>
                    <a:pt x="329004" y="202386"/>
                  </a:lnTo>
                  <a:lnTo>
                    <a:pt x="330247" y="197245"/>
                  </a:lnTo>
                  <a:lnTo>
                    <a:pt x="331327" y="192067"/>
                  </a:lnTo>
                  <a:lnTo>
                    <a:pt x="332242" y="186858"/>
                  </a:lnTo>
                  <a:lnTo>
                    <a:pt x="332992" y="181622"/>
                  </a:lnTo>
                  <a:lnTo>
                    <a:pt x="333576" y="176365"/>
                  </a:lnTo>
                  <a:lnTo>
                    <a:pt x="333994" y="171092"/>
                  </a:lnTo>
                  <a:lnTo>
                    <a:pt x="334244" y="165809"/>
                  </a:lnTo>
                  <a:lnTo>
                    <a:pt x="334327" y="160520"/>
                  </a:lnTo>
                  <a:lnTo>
                    <a:pt x="334243" y="155232"/>
                  </a:lnTo>
                  <a:lnTo>
                    <a:pt x="333992" y="149949"/>
                  </a:lnTo>
                  <a:lnTo>
                    <a:pt x="333573" y="144676"/>
                  </a:lnTo>
                  <a:lnTo>
                    <a:pt x="332988" y="139419"/>
                  </a:lnTo>
                  <a:lnTo>
                    <a:pt x="332237" y="134183"/>
                  </a:lnTo>
                  <a:lnTo>
                    <a:pt x="331321" y="128974"/>
                  </a:lnTo>
                  <a:lnTo>
                    <a:pt x="330240" y="123796"/>
                  </a:lnTo>
                  <a:lnTo>
                    <a:pt x="328997" y="118656"/>
                  </a:lnTo>
                  <a:lnTo>
                    <a:pt x="327591" y="113557"/>
                  </a:lnTo>
                  <a:lnTo>
                    <a:pt x="326024" y="108505"/>
                  </a:lnTo>
                  <a:lnTo>
                    <a:pt x="324298" y="103505"/>
                  </a:lnTo>
                  <a:lnTo>
                    <a:pt x="322416" y="98562"/>
                  </a:lnTo>
                  <a:lnTo>
                    <a:pt x="320377" y="93681"/>
                  </a:lnTo>
                  <a:lnTo>
                    <a:pt x="318186" y="88867"/>
                  </a:lnTo>
                  <a:lnTo>
                    <a:pt x="315843" y="84125"/>
                  </a:lnTo>
                  <a:lnTo>
                    <a:pt x="313351" y="79460"/>
                  </a:lnTo>
                  <a:lnTo>
                    <a:pt x="310713" y="74875"/>
                  </a:lnTo>
                  <a:lnTo>
                    <a:pt x="307931" y="70377"/>
                  </a:lnTo>
                  <a:lnTo>
                    <a:pt x="305008" y="65968"/>
                  </a:lnTo>
                  <a:lnTo>
                    <a:pt x="301947" y="61655"/>
                  </a:lnTo>
                  <a:lnTo>
                    <a:pt x="298752" y="57440"/>
                  </a:lnTo>
                  <a:lnTo>
                    <a:pt x="295424" y="53329"/>
                  </a:lnTo>
                  <a:lnTo>
                    <a:pt x="291968" y="49324"/>
                  </a:lnTo>
                  <a:lnTo>
                    <a:pt x="288388" y="45431"/>
                  </a:lnTo>
                  <a:lnTo>
                    <a:pt x="284686" y="41654"/>
                  </a:lnTo>
                  <a:lnTo>
                    <a:pt x="280866" y="37995"/>
                  </a:lnTo>
                  <a:lnTo>
                    <a:pt x="276932" y="34459"/>
                  </a:lnTo>
                  <a:lnTo>
                    <a:pt x="272889" y="31050"/>
                  </a:lnTo>
                  <a:lnTo>
                    <a:pt x="268739" y="27770"/>
                  </a:lnTo>
                  <a:lnTo>
                    <a:pt x="264488" y="24622"/>
                  </a:lnTo>
                  <a:lnTo>
                    <a:pt x="260140" y="21611"/>
                  </a:lnTo>
                  <a:lnTo>
                    <a:pt x="255698" y="18739"/>
                  </a:lnTo>
                  <a:lnTo>
                    <a:pt x="251168" y="16009"/>
                  </a:lnTo>
                  <a:lnTo>
                    <a:pt x="167160" y="1605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84007" cy="167167"/>
            </a:xfrm>
            <a:custGeom>
              <a:avLst/>
              <a:pathLst>
                <a:path w="84007" h="167167">
                  <a:moveTo>
                    <a:pt x="84007" y="22641"/>
                  </a:moveTo>
                  <a:lnTo>
                    <a:pt x="78883" y="19782"/>
                  </a:lnTo>
                  <a:lnTo>
                    <a:pt x="73662" y="17105"/>
                  </a:lnTo>
                  <a:lnTo>
                    <a:pt x="68351" y="14612"/>
                  </a:lnTo>
                  <a:lnTo>
                    <a:pt x="62955" y="12307"/>
                  </a:lnTo>
                  <a:lnTo>
                    <a:pt x="57481" y="10193"/>
                  </a:lnTo>
                  <a:lnTo>
                    <a:pt x="51937" y="8272"/>
                  </a:lnTo>
                  <a:lnTo>
                    <a:pt x="46328" y="6548"/>
                  </a:lnTo>
                  <a:lnTo>
                    <a:pt x="40663" y="5021"/>
                  </a:lnTo>
                  <a:lnTo>
                    <a:pt x="34947" y="3693"/>
                  </a:lnTo>
                  <a:lnTo>
                    <a:pt x="29189" y="2568"/>
                  </a:lnTo>
                  <a:lnTo>
                    <a:pt x="23394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2643" y="1681503"/>
              <a:ext cx="13881" cy="167167"/>
            </a:xfrm>
            <a:custGeom>
              <a:avLst/>
              <a:pathLst>
                <a:path w="13881" h="167167">
                  <a:moveTo>
                    <a:pt x="13881" y="0"/>
                  </a:moveTo>
                  <a:lnTo>
                    <a:pt x="0" y="577"/>
                  </a:lnTo>
                  <a:lnTo>
                    <a:pt x="1388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2643" y="1682080"/>
              <a:ext cx="13881" cy="166590"/>
            </a:xfrm>
            <a:custGeom>
              <a:avLst/>
              <a:pathLst>
                <a:path w="13881" h="166590">
                  <a:moveTo>
                    <a:pt x="0" y="0"/>
                  </a:moveTo>
                  <a:lnTo>
                    <a:pt x="13881" y="1665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89624" y="1682080"/>
              <a:ext cx="96900" cy="166590"/>
            </a:xfrm>
            <a:custGeom>
              <a:avLst/>
              <a:pathLst>
                <a:path w="96900" h="166590">
                  <a:moveTo>
                    <a:pt x="83019" y="0"/>
                  </a:moveTo>
                  <a:lnTo>
                    <a:pt x="77455" y="557"/>
                  </a:lnTo>
                  <a:lnTo>
                    <a:pt x="71913" y="1300"/>
                  </a:lnTo>
                  <a:lnTo>
                    <a:pt x="66400" y="2228"/>
                  </a:lnTo>
                  <a:lnTo>
                    <a:pt x="60920" y="3340"/>
                  </a:lnTo>
                  <a:lnTo>
                    <a:pt x="55481" y="4635"/>
                  </a:lnTo>
                  <a:lnTo>
                    <a:pt x="50088" y="6110"/>
                  </a:lnTo>
                  <a:lnTo>
                    <a:pt x="44747" y="7766"/>
                  </a:lnTo>
                  <a:lnTo>
                    <a:pt x="39465" y="9599"/>
                  </a:lnTo>
                  <a:lnTo>
                    <a:pt x="34247" y="11607"/>
                  </a:lnTo>
                  <a:lnTo>
                    <a:pt x="29099" y="13789"/>
                  </a:lnTo>
                  <a:lnTo>
                    <a:pt x="24027" y="16142"/>
                  </a:lnTo>
                  <a:lnTo>
                    <a:pt x="19036" y="18663"/>
                  </a:lnTo>
                  <a:lnTo>
                    <a:pt x="14133" y="21350"/>
                  </a:lnTo>
                  <a:lnTo>
                    <a:pt x="9322" y="24199"/>
                  </a:lnTo>
                  <a:lnTo>
                    <a:pt x="4609" y="27208"/>
                  </a:lnTo>
                  <a:lnTo>
                    <a:pt x="0" y="30372"/>
                  </a:lnTo>
                  <a:lnTo>
                    <a:pt x="96900" y="1665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58" y="1681503"/>
              <a:ext cx="334322" cy="334328"/>
            </a:xfrm>
            <a:custGeom>
              <a:avLst/>
              <a:pathLst>
                <a:path w="334322" h="334328">
                  <a:moveTo>
                    <a:pt x="70265" y="30949"/>
                  </a:moveTo>
                  <a:lnTo>
                    <a:pt x="66004" y="34084"/>
                  </a:lnTo>
                  <a:lnTo>
                    <a:pt x="61843" y="37351"/>
                  </a:lnTo>
                  <a:lnTo>
                    <a:pt x="57789" y="40749"/>
                  </a:lnTo>
                  <a:lnTo>
                    <a:pt x="53843" y="44273"/>
                  </a:lnTo>
                  <a:lnTo>
                    <a:pt x="50011" y="47921"/>
                  </a:lnTo>
                  <a:lnTo>
                    <a:pt x="46297" y="51687"/>
                  </a:lnTo>
                  <a:lnTo>
                    <a:pt x="42703" y="55570"/>
                  </a:lnTo>
                  <a:lnTo>
                    <a:pt x="39234" y="59564"/>
                  </a:lnTo>
                  <a:lnTo>
                    <a:pt x="35894" y="63666"/>
                  </a:lnTo>
                  <a:lnTo>
                    <a:pt x="32684" y="67871"/>
                  </a:lnTo>
                  <a:lnTo>
                    <a:pt x="29610" y="72176"/>
                  </a:lnTo>
                  <a:lnTo>
                    <a:pt x="26673" y="76576"/>
                  </a:lnTo>
                  <a:lnTo>
                    <a:pt x="23877" y="81067"/>
                  </a:lnTo>
                  <a:lnTo>
                    <a:pt x="21224" y="85644"/>
                  </a:lnTo>
                  <a:lnTo>
                    <a:pt x="18718" y="90303"/>
                  </a:lnTo>
                  <a:lnTo>
                    <a:pt x="16360" y="95039"/>
                  </a:lnTo>
                  <a:lnTo>
                    <a:pt x="14153" y="99847"/>
                  </a:lnTo>
                  <a:lnTo>
                    <a:pt x="12100" y="104722"/>
                  </a:lnTo>
                  <a:lnTo>
                    <a:pt x="10202" y="109660"/>
                  </a:lnTo>
                  <a:lnTo>
                    <a:pt x="8460" y="114655"/>
                  </a:lnTo>
                  <a:lnTo>
                    <a:pt x="6878" y="119703"/>
                  </a:lnTo>
                  <a:lnTo>
                    <a:pt x="5457" y="124799"/>
                  </a:lnTo>
                  <a:lnTo>
                    <a:pt x="4197" y="129937"/>
                  </a:lnTo>
                  <a:lnTo>
                    <a:pt x="3101" y="135112"/>
                  </a:lnTo>
                  <a:lnTo>
                    <a:pt x="2169" y="140320"/>
                  </a:lnTo>
                  <a:lnTo>
                    <a:pt x="1402" y="145554"/>
                  </a:lnTo>
                  <a:lnTo>
                    <a:pt x="801" y="150810"/>
                  </a:lnTo>
                  <a:lnTo>
                    <a:pt x="367" y="156082"/>
                  </a:lnTo>
                  <a:lnTo>
                    <a:pt x="99" y="161366"/>
                  </a:lnTo>
                  <a:lnTo>
                    <a:pt x="0" y="166655"/>
                  </a:lnTo>
                  <a:lnTo>
                    <a:pt x="67" y="171945"/>
                  </a:lnTo>
                  <a:lnTo>
                    <a:pt x="302" y="177230"/>
                  </a:lnTo>
                  <a:lnTo>
                    <a:pt x="704" y="182505"/>
                  </a:lnTo>
                  <a:lnTo>
                    <a:pt x="1272" y="187764"/>
                  </a:lnTo>
                  <a:lnTo>
                    <a:pt x="2007" y="193003"/>
                  </a:lnTo>
                  <a:lnTo>
                    <a:pt x="2908" y="198216"/>
                  </a:lnTo>
                  <a:lnTo>
                    <a:pt x="3972" y="203398"/>
                  </a:lnTo>
                  <a:lnTo>
                    <a:pt x="5200" y="208544"/>
                  </a:lnTo>
                  <a:lnTo>
                    <a:pt x="6591" y="213648"/>
                  </a:lnTo>
                  <a:lnTo>
                    <a:pt x="8142" y="218706"/>
                  </a:lnTo>
                  <a:lnTo>
                    <a:pt x="9852" y="223712"/>
                  </a:lnTo>
                  <a:lnTo>
                    <a:pt x="11720" y="228661"/>
                  </a:lnTo>
                  <a:lnTo>
                    <a:pt x="13744" y="233549"/>
                  </a:lnTo>
                  <a:lnTo>
                    <a:pt x="15921" y="238370"/>
                  </a:lnTo>
                  <a:lnTo>
                    <a:pt x="18250" y="243120"/>
                  </a:lnTo>
                  <a:lnTo>
                    <a:pt x="20728" y="247794"/>
                  </a:lnTo>
                  <a:lnTo>
                    <a:pt x="23352" y="252387"/>
                  </a:lnTo>
                  <a:lnTo>
                    <a:pt x="26121" y="256895"/>
                  </a:lnTo>
                  <a:lnTo>
                    <a:pt x="29031" y="261313"/>
                  </a:lnTo>
                  <a:lnTo>
                    <a:pt x="32079" y="265637"/>
                  </a:lnTo>
                  <a:lnTo>
                    <a:pt x="35262" y="269862"/>
                  </a:lnTo>
                  <a:lnTo>
                    <a:pt x="38578" y="273985"/>
                  </a:lnTo>
                  <a:lnTo>
                    <a:pt x="42022" y="278000"/>
                  </a:lnTo>
                  <a:lnTo>
                    <a:pt x="45592" y="281904"/>
                  </a:lnTo>
                  <a:lnTo>
                    <a:pt x="49283" y="285694"/>
                  </a:lnTo>
                  <a:lnTo>
                    <a:pt x="53093" y="289364"/>
                  </a:lnTo>
                  <a:lnTo>
                    <a:pt x="57016" y="292913"/>
                  </a:lnTo>
                  <a:lnTo>
                    <a:pt x="61050" y="296335"/>
                  </a:lnTo>
                  <a:lnTo>
                    <a:pt x="65191" y="299628"/>
                  </a:lnTo>
                  <a:lnTo>
                    <a:pt x="69433" y="302788"/>
                  </a:lnTo>
                  <a:lnTo>
                    <a:pt x="73773" y="305813"/>
                  </a:lnTo>
                  <a:lnTo>
                    <a:pt x="78207" y="308699"/>
                  </a:lnTo>
                  <a:lnTo>
                    <a:pt x="82730" y="311443"/>
                  </a:lnTo>
                  <a:lnTo>
                    <a:pt x="87338" y="314042"/>
                  </a:lnTo>
                  <a:lnTo>
                    <a:pt x="92025" y="316495"/>
                  </a:lnTo>
                  <a:lnTo>
                    <a:pt x="96788" y="318797"/>
                  </a:lnTo>
                  <a:lnTo>
                    <a:pt x="101621" y="320948"/>
                  </a:lnTo>
                  <a:lnTo>
                    <a:pt x="106519" y="322945"/>
                  </a:lnTo>
                  <a:lnTo>
                    <a:pt x="111479" y="324786"/>
                  </a:lnTo>
                  <a:lnTo>
                    <a:pt x="116494" y="326470"/>
                  </a:lnTo>
                  <a:lnTo>
                    <a:pt x="121560" y="327993"/>
                  </a:lnTo>
                  <a:lnTo>
                    <a:pt x="126672" y="329356"/>
                  </a:lnTo>
                  <a:lnTo>
                    <a:pt x="131824" y="330556"/>
                  </a:lnTo>
                  <a:lnTo>
                    <a:pt x="137012" y="331592"/>
                  </a:lnTo>
                  <a:lnTo>
                    <a:pt x="142230" y="332464"/>
                  </a:lnTo>
                  <a:lnTo>
                    <a:pt x="147473" y="333170"/>
                  </a:lnTo>
                  <a:lnTo>
                    <a:pt x="152735" y="333710"/>
                  </a:lnTo>
                  <a:lnTo>
                    <a:pt x="158012" y="334084"/>
                  </a:lnTo>
                  <a:lnTo>
                    <a:pt x="163298" y="334290"/>
                  </a:lnTo>
                  <a:lnTo>
                    <a:pt x="168588" y="334328"/>
                  </a:lnTo>
                  <a:lnTo>
                    <a:pt x="173877" y="334200"/>
                  </a:lnTo>
                  <a:lnTo>
                    <a:pt x="179159" y="333904"/>
                  </a:lnTo>
                  <a:lnTo>
                    <a:pt x="184429" y="333441"/>
                  </a:lnTo>
                  <a:lnTo>
                    <a:pt x="189681" y="332811"/>
                  </a:lnTo>
                  <a:lnTo>
                    <a:pt x="194911" y="332016"/>
                  </a:lnTo>
                  <a:lnTo>
                    <a:pt x="200114" y="331055"/>
                  </a:lnTo>
                  <a:lnTo>
                    <a:pt x="205283" y="329931"/>
                  </a:lnTo>
                  <a:lnTo>
                    <a:pt x="210414" y="328643"/>
                  </a:lnTo>
                  <a:lnTo>
                    <a:pt x="215502" y="327194"/>
                  </a:lnTo>
                  <a:lnTo>
                    <a:pt x="220541" y="325584"/>
                  </a:lnTo>
                  <a:lnTo>
                    <a:pt x="225527" y="323816"/>
                  </a:lnTo>
                  <a:lnTo>
                    <a:pt x="230455" y="321891"/>
                  </a:lnTo>
                  <a:lnTo>
                    <a:pt x="235319" y="319811"/>
                  </a:lnTo>
                  <a:lnTo>
                    <a:pt x="240115" y="317578"/>
                  </a:lnTo>
                  <a:lnTo>
                    <a:pt x="244837" y="315194"/>
                  </a:lnTo>
                  <a:lnTo>
                    <a:pt x="249482" y="312663"/>
                  </a:lnTo>
                  <a:lnTo>
                    <a:pt x="254045" y="309985"/>
                  </a:lnTo>
                  <a:lnTo>
                    <a:pt x="258520" y="307165"/>
                  </a:lnTo>
                  <a:lnTo>
                    <a:pt x="262904" y="304204"/>
                  </a:lnTo>
                  <a:lnTo>
                    <a:pt x="267193" y="301106"/>
                  </a:lnTo>
                  <a:lnTo>
                    <a:pt x="271381" y="297874"/>
                  </a:lnTo>
                  <a:lnTo>
                    <a:pt x="275464" y="294511"/>
                  </a:lnTo>
                  <a:lnTo>
                    <a:pt x="279440" y="291020"/>
                  </a:lnTo>
                  <a:lnTo>
                    <a:pt x="283302" y="287406"/>
                  </a:lnTo>
                  <a:lnTo>
                    <a:pt x="287049" y="283671"/>
                  </a:lnTo>
                  <a:lnTo>
                    <a:pt x="290675" y="279819"/>
                  </a:lnTo>
                  <a:lnTo>
                    <a:pt x="294178" y="275855"/>
                  </a:lnTo>
                  <a:lnTo>
                    <a:pt x="297553" y="271781"/>
                  </a:lnTo>
                  <a:lnTo>
                    <a:pt x="300798" y="267603"/>
                  </a:lnTo>
                  <a:lnTo>
                    <a:pt x="303909" y="263324"/>
                  </a:lnTo>
                  <a:lnTo>
                    <a:pt x="306883" y="258949"/>
                  </a:lnTo>
                  <a:lnTo>
                    <a:pt x="309718" y="254483"/>
                  </a:lnTo>
                  <a:lnTo>
                    <a:pt x="312409" y="249928"/>
                  </a:lnTo>
                  <a:lnTo>
                    <a:pt x="314955" y="245291"/>
                  </a:lnTo>
                  <a:lnTo>
                    <a:pt x="317353" y="240576"/>
                  </a:lnTo>
                  <a:lnTo>
                    <a:pt x="319601" y="235787"/>
                  </a:lnTo>
                  <a:lnTo>
                    <a:pt x="321696" y="230929"/>
                  </a:lnTo>
                  <a:lnTo>
                    <a:pt x="323636" y="226007"/>
                  </a:lnTo>
                  <a:lnTo>
                    <a:pt x="325419" y="221027"/>
                  </a:lnTo>
                  <a:lnTo>
                    <a:pt x="327044" y="215992"/>
                  </a:lnTo>
                  <a:lnTo>
                    <a:pt x="328509" y="210909"/>
                  </a:lnTo>
                  <a:lnTo>
                    <a:pt x="329813" y="205782"/>
                  </a:lnTo>
                  <a:lnTo>
                    <a:pt x="330953" y="200616"/>
                  </a:lnTo>
                  <a:lnTo>
                    <a:pt x="331929" y="195417"/>
                  </a:lnTo>
                  <a:lnTo>
                    <a:pt x="332741" y="190189"/>
                  </a:lnTo>
                  <a:lnTo>
                    <a:pt x="333386" y="184939"/>
                  </a:lnTo>
                  <a:lnTo>
                    <a:pt x="333865" y="179670"/>
                  </a:lnTo>
                  <a:lnTo>
                    <a:pt x="334178" y="174389"/>
                  </a:lnTo>
                  <a:lnTo>
                    <a:pt x="334322" y="169101"/>
                  </a:lnTo>
                  <a:lnTo>
                    <a:pt x="334300" y="163811"/>
                  </a:lnTo>
                  <a:lnTo>
                    <a:pt x="334110" y="158524"/>
                  </a:lnTo>
                  <a:lnTo>
                    <a:pt x="333753" y="153246"/>
                  </a:lnTo>
                  <a:lnTo>
                    <a:pt x="333229" y="147982"/>
                  </a:lnTo>
                  <a:lnTo>
                    <a:pt x="332539" y="142737"/>
                  </a:lnTo>
                  <a:lnTo>
                    <a:pt x="331683" y="137516"/>
                  </a:lnTo>
                  <a:lnTo>
                    <a:pt x="330662" y="132326"/>
                  </a:lnTo>
                  <a:lnTo>
                    <a:pt x="329478" y="127170"/>
                  </a:lnTo>
                  <a:lnTo>
                    <a:pt x="328131" y="122054"/>
                  </a:lnTo>
                  <a:lnTo>
                    <a:pt x="326623" y="116983"/>
                  </a:lnTo>
                  <a:lnTo>
                    <a:pt x="324955" y="111963"/>
                  </a:lnTo>
                  <a:lnTo>
                    <a:pt x="323130" y="106998"/>
                  </a:lnTo>
                  <a:lnTo>
                    <a:pt x="321148" y="102093"/>
                  </a:lnTo>
                  <a:lnTo>
                    <a:pt x="319011" y="97253"/>
                  </a:lnTo>
                  <a:lnTo>
                    <a:pt x="316723" y="92483"/>
                  </a:lnTo>
                  <a:lnTo>
                    <a:pt x="314285" y="87788"/>
                  </a:lnTo>
                  <a:lnTo>
                    <a:pt x="311700" y="83173"/>
                  </a:lnTo>
                  <a:lnTo>
                    <a:pt x="308970" y="78642"/>
                  </a:lnTo>
                  <a:lnTo>
                    <a:pt x="306098" y="74199"/>
                  </a:lnTo>
                  <a:lnTo>
                    <a:pt x="303086" y="69850"/>
                  </a:lnTo>
                  <a:lnTo>
                    <a:pt x="299939" y="65598"/>
                  </a:lnTo>
                  <a:lnTo>
                    <a:pt x="296659" y="61447"/>
                  </a:lnTo>
                  <a:lnTo>
                    <a:pt x="293249" y="57403"/>
                  </a:lnTo>
                  <a:lnTo>
                    <a:pt x="289712" y="53468"/>
                  </a:lnTo>
                  <a:lnTo>
                    <a:pt x="286053" y="49647"/>
                  </a:lnTo>
                  <a:lnTo>
                    <a:pt x="282275" y="45945"/>
                  </a:lnTo>
                  <a:lnTo>
                    <a:pt x="278382" y="42363"/>
                  </a:lnTo>
                  <a:lnTo>
                    <a:pt x="274377" y="38906"/>
                  </a:lnTo>
                  <a:lnTo>
                    <a:pt x="270265" y="35578"/>
                  </a:lnTo>
                  <a:lnTo>
                    <a:pt x="266050" y="32382"/>
                  </a:lnTo>
                  <a:lnTo>
                    <a:pt x="261735" y="29320"/>
                  </a:lnTo>
                  <a:lnTo>
                    <a:pt x="257326" y="26397"/>
                  </a:lnTo>
                  <a:lnTo>
                    <a:pt x="252827" y="23615"/>
                  </a:lnTo>
                  <a:lnTo>
                    <a:pt x="248241" y="20976"/>
                  </a:lnTo>
                  <a:lnTo>
                    <a:pt x="243575" y="18484"/>
                  </a:lnTo>
                  <a:lnTo>
                    <a:pt x="238832" y="16141"/>
                  </a:lnTo>
                  <a:lnTo>
                    <a:pt x="234018" y="13949"/>
                  </a:lnTo>
                  <a:lnTo>
                    <a:pt x="229136" y="11910"/>
                  </a:lnTo>
                  <a:lnTo>
                    <a:pt x="224192" y="10027"/>
                  </a:lnTo>
                  <a:lnTo>
                    <a:pt x="219191" y="8301"/>
                  </a:lnTo>
                  <a:lnTo>
                    <a:pt x="214139" y="6735"/>
                  </a:lnTo>
                  <a:lnTo>
                    <a:pt x="209039" y="5329"/>
                  </a:lnTo>
                  <a:lnTo>
                    <a:pt x="203897" y="4085"/>
                  </a:lnTo>
                  <a:lnTo>
                    <a:pt x="198718" y="3004"/>
                  </a:lnTo>
                  <a:lnTo>
                    <a:pt x="193508" y="2088"/>
                  </a:lnTo>
                  <a:lnTo>
                    <a:pt x="188271" y="1337"/>
                  </a:lnTo>
                  <a:lnTo>
                    <a:pt x="183014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446" y="2126963"/>
              <a:ext cx="20841" cy="167167"/>
            </a:xfrm>
            <a:custGeom>
              <a:avLst/>
              <a:pathLst>
                <a:path w="20841" h="167167">
                  <a:moveTo>
                    <a:pt x="20841" y="0"/>
                  </a:moveTo>
                  <a:lnTo>
                    <a:pt x="10400" y="326"/>
                  </a:lnTo>
                  <a:lnTo>
                    <a:pt x="0" y="1304"/>
                  </a:lnTo>
                  <a:lnTo>
                    <a:pt x="2084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60446" y="2128267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36" y="2127754"/>
              <a:ext cx="334302" cy="333544"/>
            </a:xfrm>
            <a:custGeom>
              <a:avLst/>
              <a:pathLst>
                <a:path w="334302" h="333544">
                  <a:moveTo>
                    <a:pt x="146309" y="513"/>
                  </a:moveTo>
                  <a:lnTo>
                    <a:pt x="141057" y="1258"/>
                  </a:lnTo>
                  <a:lnTo>
                    <a:pt x="135832" y="2169"/>
                  </a:lnTo>
                  <a:lnTo>
                    <a:pt x="130638" y="3245"/>
                  </a:lnTo>
                  <a:lnTo>
                    <a:pt x="125481" y="4486"/>
                  </a:lnTo>
                  <a:lnTo>
                    <a:pt x="120365" y="5890"/>
                  </a:lnTo>
                  <a:lnTo>
                    <a:pt x="115297" y="7455"/>
                  </a:lnTo>
                  <a:lnTo>
                    <a:pt x="110281" y="9180"/>
                  </a:lnTo>
                  <a:lnTo>
                    <a:pt x="105322" y="11063"/>
                  </a:lnTo>
                  <a:lnTo>
                    <a:pt x="100426" y="13103"/>
                  </a:lnTo>
                  <a:lnTo>
                    <a:pt x="95596" y="15297"/>
                  </a:lnTo>
                  <a:lnTo>
                    <a:pt x="90839" y="17644"/>
                  </a:lnTo>
                  <a:lnTo>
                    <a:pt x="86159" y="20140"/>
                  </a:lnTo>
                  <a:lnTo>
                    <a:pt x="81560" y="22783"/>
                  </a:lnTo>
                  <a:lnTo>
                    <a:pt x="77047" y="25571"/>
                  </a:lnTo>
                  <a:lnTo>
                    <a:pt x="72625" y="28500"/>
                  </a:lnTo>
                  <a:lnTo>
                    <a:pt x="68298" y="31569"/>
                  </a:lnTo>
                  <a:lnTo>
                    <a:pt x="64071" y="34773"/>
                  </a:lnTo>
                  <a:lnTo>
                    <a:pt x="59947" y="38110"/>
                  </a:lnTo>
                  <a:lnTo>
                    <a:pt x="55932" y="41576"/>
                  </a:lnTo>
                  <a:lnTo>
                    <a:pt x="52028" y="45167"/>
                  </a:lnTo>
                  <a:lnTo>
                    <a:pt x="48240" y="48881"/>
                  </a:lnTo>
                  <a:lnTo>
                    <a:pt x="44573" y="52712"/>
                  </a:lnTo>
                  <a:lnTo>
                    <a:pt x="41028" y="56659"/>
                  </a:lnTo>
                  <a:lnTo>
                    <a:pt x="37610" y="60715"/>
                  </a:lnTo>
                  <a:lnTo>
                    <a:pt x="34323" y="64879"/>
                  </a:lnTo>
                  <a:lnTo>
                    <a:pt x="31170" y="69144"/>
                  </a:lnTo>
                  <a:lnTo>
                    <a:pt x="28154" y="73507"/>
                  </a:lnTo>
                  <a:lnTo>
                    <a:pt x="25277" y="77964"/>
                  </a:lnTo>
                  <a:lnTo>
                    <a:pt x="22543" y="82510"/>
                  </a:lnTo>
                  <a:lnTo>
                    <a:pt x="19955" y="87140"/>
                  </a:lnTo>
                  <a:lnTo>
                    <a:pt x="17515" y="91850"/>
                  </a:lnTo>
                  <a:lnTo>
                    <a:pt x="15226" y="96635"/>
                  </a:lnTo>
                  <a:lnTo>
                    <a:pt x="13090" y="101490"/>
                  </a:lnTo>
                  <a:lnTo>
                    <a:pt x="11109" y="106411"/>
                  </a:lnTo>
                  <a:lnTo>
                    <a:pt x="9285" y="111392"/>
                  </a:lnTo>
                  <a:lnTo>
                    <a:pt x="7620" y="116428"/>
                  </a:lnTo>
                  <a:lnTo>
                    <a:pt x="6116" y="121514"/>
                  </a:lnTo>
                  <a:lnTo>
                    <a:pt x="4773" y="126646"/>
                  </a:lnTo>
                  <a:lnTo>
                    <a:pt x="3594" y="131818"/>
                  </a:lnTo>
                  <a:lnTo>
                    <a:pt x="2580" y="137025"/>
                  </a:lnTo>
                  <a:lnTo>
                    <a:pt x="1732" y="142261"/>
                  </a:lnTo>
                  <a:lnTo>
                    <a:pt x="1050" y="147521"/>
                  </a:lnTo>
                  <a:lnTo>
                    <a:pt x="536" y="152800"/>
                  </a:lnTo>
                  <a:lnTo>
                    <a:pt x="189" y="158094"/>
                  </a:lnTo>
                  <a:lnTo>
                    <a:pt x="10" y="163395"/>
                  </a:lnTo>
                  <a:lnTo>
                    <a:pt x="0" y="168699"/>
                  </a:lnTo>
                  <a:lnTo>
                    <a:pt x="157" y="174001"/>
                  </a:lnTo>
                  <a:lnTo>
                    <a:pt x="483" y="179296"/>
                  </a:lnTo>
                  <a:lnTo>
                    <a:pt x="977" y="184577"/>
                  </a:lnTo>
                  <a:lnTo>
                    <a:pt x="1638" y="189840"/>
                  </a:lnTo>
                  <a:lnTo>
                    <a:pt x="2466" y="195080"/>
                  </a:lnTo>
                  <a:lnTo>
                    <a:pt x="3460" y="200290"/>
                  </a:lnTo>
                  <a:lnTo>
                    <a:pt x="4618" y="205467"/>
                  </a:lnTo>
                  <a:lnTo>
                    <a:pt x="5940" y="210604"/>
                  </a:lnTo>
                  <a:lnTo>
                    <a:pt x="7424" y="215696"/>
                  </a:lnTo>
                  <a:lnTo>
                    <a:pt x="9070" y="220739"/>
                  </a:lnTo>
                  <a:lnTo>
                    <a:pt x="10874" y="225727"/>
                  </a:lnTo>
                  <a:lnTo>
                    <a:pt x="12836" y="230655"/>
                  </a:lnTo>
                  <a:lnTo>
                    <a:pt x="14953" y="235519"/>
                  </a:lnTo>
                  <a:lnTo>
                    <a:pt x="17223" y="240313"/>
                  </a:lnTo>
                  <a:lnTo>
                    <a:pt x="19644" y="245032"/>
                  </a:lnTo>
                  <a:lnTo>
                    <a:pt x="22214" y="249673"/>
                  </a:lnTo>
                  <a:lnTo>
                    <a:pt x="24930" y="254229"/>
                  </a:lnTo>
                  <a:lnTo>
                    <a:pt x="27789" y="258697"/>
                  </a:lnTo>
                  <a:lnTo>
                    <a:pt x="30788" y="263072"/>
                  </a:lnTo>
                  <a:lnTo>
                    <a:pt x="33924" y="267350"/>
                  </a:lnTo>
                  <a:lnTo>
                    <a:pt x="37195" y="271526"/>
                  </a:lnTo>
                  <a:lnTo>
                    <a:pt x="40597" y="275596"/>
                  </a:lnTo>
                  <a:lnTo>
                    <a:pt x="44126" y="279557"/>
                  </a:lnTo>
                  <a:lnTo>
                    <a:pt x="47778" y="283403"/>
                  </a:lnTo>
                  <a:lnTo>
                    <a:pt x="51551" y="287131"/>
                  </a:lnTo>
                  <a:lnTo>
                    <a:pt x="55441" y="290738"/>
                  </a:lnTo>
                  <a:lnTo>
                    <a:pt x="59443" y="294220"/>
                  </a:lnTo>
                  <a:lnTo>
                    <a:pt x="63553" y="297573"/>
                  </a:lnTo>
                  <a:lnTo>
                    <a:pt x="67768" y="300794"/>
                  </a:lnTo>
                  <a:lnTo>
                    <a:pt x="72082" y="303879"/>
                  </a:lnTo>
                  <a:lnTo>
                    <a:pt x="76493" y="306826"/>
                  </a:lnTo>
                  <a:lnTo>
                    <a:pt x="80994" y="309632"/>
                  </a:lnTo>
                  <a:lnTo>
                    <a:pt x="85583" y="312293"/>
                  </a:lnTo>
                  <a:lnTo>
                    <a:pt x="90254" y="314807"/>
                  </a:lnTo>
                  <a:lnTo>
                    <a:pt x="95002" y="317172"/>
                  </a:lnTo>
                  <a:lnTo>
                    <a:pt x="99822" y="319386"/>
                  </a:lnTo>
                  <a:lnTo>
                    <a:pt x="104711" y="321445"/>
                  </a:lnTo>
                  <a:lnTo>
                    <a:pt x="109662" y="323348"/>
                  </a:lnTo>
                  <a:lnTo>
                    <a:pt x="114671" y="325093"/>
                  </a:lnTo>
                  <a:lnTo>
                    <a:pt x="119733" y="326678"/>
                  </a:lnTo>
                  <a:lnTo>
                    <a:pt x="124843" y="328102"/>
                  </a:lnTo>
                  <a:lnTo>
                    <a:pt x="129995" y="329362"/>
                  </a:lnTo>
                  <a:lnTo>
                    <a:pt x="135185" y="330459"/>
                  </a:lnTo>
                  <a:lnTo>
                    <a:pt x="140407" y="331391"/>
                  </a:lnTo>
                  <a:lnTo>
                    <a:pt x="145656" y="332156"/>
                  </a:lnTo>
                  <a:lnTo>
                    <a:pt x="150926" y="332755"/>
                  </a:lnTo>
                  <a:lnTo>
                    <a:pt x="156213" y="333186"/>
                  </a:lnTo>
                  <a:lnTo>
                    <a:pt x="161511" y="333449"/>
                  </a:lnTo>
                  <a:lnTo>
                    <a:pt x="166815" y="333544"/>
                  </a:lnTo>
                  <a:lnTo>
                    <a:pt x="172119" y="333470"/>
                  </a:lnTo>
                  <a:lnTo>
                    <a:pt x="177418" y="333228"/>
                  </a:lnTo>
                  <a:lnTo>
                    <a:pt x="182706" y="332819"/>
                  </a:lnTo>
                  <a:lnTo>
                    <a:pt x="187979" y="332241"/>
                  </a:lnTo>
                  <a:lnTo>
                    <a:pt x="193231" y="331497"/>
                  </a:lnTo>
                  <a:lnTo>
                    <a:pt x="198457" y="330586"/>
                  </a:lnTo>
                  <a:lnTo>
                    <a:pt x="203651" y="329510"/>
                  </a:lnTo>
                  <a:lnTo>
                    <a:pt x="208808" y="328270"/>
                  </a:lnTo>
                  <a:lnTo>
                    <a:pt x="213924" y="326867"/>
                  </a:lnTo>
                  <a:lnTo>
                    <a:pt x="218992" y="325302"/>
                  </a:lnTo>
                  <a:lnTo>
                    <a:pt x="224008" y="323578"/>
                  </a:lnTo>
                  <a:lnTo>
                    <a:pt x="228967" y="321695"/>
                  </a:lnTo>
                  <a:lnTo>
                    <a:pt x="233864" y="319655"/>
                  </a:lnTo>
                  <a:lnTo>
                    <a:pt x="238693" y="317461"/>
                  </a:lnTo>
                  <a:lnTo>
                    <a:pt x="243451" y="315115"/>
                  </a:lnTo>
                  <a:lnTo>
                    <a:pt x="248131" y="312620"/>
                  </a:lnTo>
                  <a:lnTo>
                    <a:pt x="252730" y="309977"/>
                  </a:lnTo>
                  <a:lnTo>
                    <a:pt x="257243" y="307189"/>
                  </a:lnTo>
                  <a:lnTo>
                    <a:pt x="261666" y="304260"/>
                  </a:lnTo>
                  <a:lnTo>
                    <a:pt x="265993" y="301192"/>
                  </a:lnTo>
                  <a:lnTo>
                    <a:pt x="270220" y="297988"/>
                  </a:lnTo>
                  <a:lnTo>
                    <a:pt x="274344" y="294652"/>
                  </a:lnTo>
                  <a:lnTo>
                    <a:pt x="278360" y="291186"/>
                  </a:lnTo>
                  <a:lnTo>
                    <a:pt x="282264" y="287595"/>
                  </a:lnTo>
                  <a:lnTo>
                    <a:pt x="286052" y="283882"/>
                  </a:lnTo>
                  <a:lnTo>
                    <a:pt x="289720" y="280050"/>
                  </a:lnTo>
                  <a:lnTo>
                    <a:pt x="293265" y="276104"/>
                  </a:lnTo>
                  <a:lnTo>
                    <a:pt x="296683" y="272048"/>
                  </a:lnTo>
                  <a:lnTo>
                    <a:pt x="299970" y="267885"/>
                  </a:lnTo>
                  <a:lnTo>
                    <a:pt x="303124" y="263620"/>
                  </a:lnTo>
                  <a:lnTo>
                    <a:pt x="306141" y="259257"/>
                  </a:lnTo>
                  <a:lnTo>
                    <a:pt x="309017" y="254800"/>
                  </a:lnTo>
                  <a:lnTo>
                    <a:pt x="311752" y="250255"/>
                  </a:lnTo>
                  <a:lnTo>
                    <a:pt x="314340" y="245625"/>
                  </a:lnTo>
                  <a:lnTo>
                    <a:pt x="316780" y="240915"/>
                  </a:lnTo>
                  <a:lnTo>
                    <a:pt x="319070" y="236130"/>
                  </a:lnTo>
                  <a:lnTo>
                    <a:pt x="321206" y="231275"/>
                  </a:lnTo>
                  <a:lnTo>
                    <a:pt x="323188" y="226355"/>
                  </a:lnTo>
                  <a:lnTo>
                    <a:pt x="325012" y="221374"/>
                  </a:lnTo>
                  <a:lnTo>
                    <a:pt x="326678" y="216338"/>
                  </a:lnTo>
                  <a:lnTo>
                    <a:pt x="328182" y="211251"/>
                  </a:lnTo>
                  <a:lnTo>
                    <a:pt x="329525" y="206120"/>
                  </a:lnTo>
                  <a:lnTo>
                    <a:pt x="330704" y="200948"/>
                  </a:lnTo>
                  <a:lnTo>
                    <a:pt x="331719" y="195741"/>
                  </a:lnTo>
                  <a:lnTo>
                    <a:pt x="332568" y="190505"/>
                  </a:lnTo>
                  <a:lnTo>
                    <a:pt x="333250" y="185245"/>
                  </a:lnTo>
                  <a:lnTo>
                    <a:pt x="333765" y="179966"/>
                  </a:lnTo>
                  <a:lnTo>
                    <a:pt x="334112" y="174673"/>
                  </a:lnTo>
                  <a:lnTo>
                    <a:pt x="334291" y="169371"/>
                  </a:lnTo>
                  <a:lnTo>
                    <a:pt x="334302" y="164067"/>
                  </a:lnTo>
                  <a:lnTo>
                    <a:pt x="334145" y="158765"/>
                  </a:lnTo>
                  <a:lnTo>
                    <a:pt x="333819" y="153470"/>
                  </a:lnTo>
                  <a:lnTo>
                    <a:pt x="333326" y="148189"/>
                  </a:lnTo>
                  <a:lnTo>
                    <a:pt x="332665" y="142926"/>
                  </a:lnTo>
                  <a:lnTo>
                    <a:pt x="331838" y="137686"/>
                  </a:lnTo>
                  <a:lnTo>
                    <a:pt x="330845" y="132476"/>
                  </a:lnTo>
                  <a:lnTo>
                    <a:pt x="329687" y="127299"/>
                  </a:lnTo>
                  <a:lnTo>
                    <a:pt x="328365" y="122162"/>
                  </a:lnTo>
                  <a:lnTo>
                    <a:pt x="326881" y="117070"/>
                  </a:lnTo>
                  <a:lnTo>
                    <a:pt x="325236" y="112027"/>
                  </a:lnTo>
                  <a:lnTo>
                    <a:pt x="323432" y="107038"/>
                  </a:lnTo>
                  <a:lnTo>
                    <a:pt x="321471" y="102110"/>
                  </a:lnTo>
                  <a:lnTo>
                    <a:pt x="319354" y="97246"/>
                  </a:lnTo>
                  <a:lnTo>
                    <a:pt x="317085" y="92452"/>
                  </a:lnTo>
                  <a:lnTo>
                    <a:pt x="314664" y="87732"/>
                  </a:lnTo>
                  <a:lnTo>
                    <a:pt x="312094" y="83092"/>
                  </a:lnTo>
                  <a:lnTo>
                    <a:pt x="309379" y="78535"/>
                  </a:lnTo>
                  <a:lnTo>
                    <a:pt x="306520" y="74067"/>
                  </a:lnTo>
                  <a:lnTo>
                    <a:pt x="303521" y="69691"/>
                  </a:lnTo>
                  <a:lnTo>
                    <a:pt x="300385" y="65413"/>
                  </a:lnTo>
                  <a:lnTo>
                    <a:pt x="297115" y="61237"/>
                  </a:lnTo>
                  <a:lnTo>
                    <a:pt x="293714" y="57167"/>
                  </a:lnTo>
                  <a:lnTo>
                    <a:pt x="290185" y="53206"/>
                  </a:lnTo>
                  <a:lnTo>
                    <a:pt x="286533" y="49360"/>
                  </a:lnTo>
                  <a:lnTo>
                    <a:pt x="282760" y="45631"/>
                  </a:lnTo>
                  <a:lnTo>
                    <a:pt x="278871" y="42024"/>
                  </a:lnTo>
                  <a:lnTo>
                    <a:pt x="274869" y="38542"/>
                  </a:lnTo>
                  <a:lnTo>
                    <a:pt x="270759" y="35188"/>
                  </a:lnTo>
                  <a:lnTo>
                    <a:pt x="266545" y="31967"/>
                  </a:lnTo>
                  <a:lnTo>
                    <a:pt x="262230" y="28882"/>
                  </a:lnTo>
                  <a:lnTo>
                    <a:pt x="257820" y="25934"/>
                  </a:lnTo>
                  <a:lnTo>
                    <a:pt x="253319" y="23128"/>
                  </a:lnTo>
                  <a:lnTo>
                    <a:pt x="248730" y="20466"/>
                  </a:lnTo>
                  <a:lnTo>
                    <a:pt x="244060" y="17952"/>
                  </a:lnTo>
                  <a:lnTo>
                    <a:pt x="239312" y="15586"/>
                  </a:lnTo>
                  <a:lnTo>
                    <a:pt x="234492" y="13373"/>
                  </a:lnTo>
                  <a:lnTo>
                    <a:pt x="229603" y="11313"/>
                  </a:lnTo>
                  <a:lnTo>
                    <a:pt x="224652" y="9410"/>
                  </a:lnTo>
                  <a:lnTo>
                    <a:pt x="219643" y="7664"/>
                  </a:lnTo>
                  <a:lnTo>
                    <a:pt x="214581" y="6079"/>
                  </a:lnTo>
                  <a:lnTo>
                    <a:pt x="209472" y="4655"/>
                  </a:lnTo>
                  <a:lnTo>
                    <a:pt x="204319" y="3393"/>
                  </a:lnTo>
                  <a:lnTo>
                    <a:pt x="199130" y="2296"/>
                  </a:lnTo>
                  <a:lnTo>
                    <a:pt x="193908" y="1364"/>
                  </a:lnTo>
                  <a:lnTo>
                    <a:pt x="188659" y="598"/>
                  </a:lnTo>
                  <a:lnTo>
                    <a:pt x="183388" y="0"/>
                  </a:lnTo>
                  <a:lnTo>
                    <a:pt x="167151" y="1663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6237" cy="167167"/>
            </a:xfrm>
            <a:custGeom>
              <a:avLst/>
              <a:pathLst>
                <a:path w="16237" h="167167">
                  <a:moveTo>
                    <a:pt x="16237" y="790"/>
                  </a:moveTo>
                  <a:lnTo>
                    <a:pt x="8128" y="1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576" y="2633064"/>
              <a:ext cx="4172" cy="167167"/>
            </a:xfrm>
            <a:custGeom>
              <a:avLst/>
              <a:pathLst>
                <a:path w="4172" h="167167">
                  <a:moveTo>
                    <a:pt x="4172" y="0"/>
                  </a:moveTo>
                  <a:lnTo>
                    <a:pt x="0" y="52"/>
                  </a:lnTo>
                  <a:lnTo>
                    <a:pt x="41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576" y="2633116"/>
              <a:ext cx="4172" cy="167115"/>
            </a:xfrm>
            <a:custGeom>
              <a:avLst/>
              <a:pathLst>
                <a:path w="4172" h="167115">
                  <a:moveTo>
                    <a:pt x="0" y="0"/>
                  </a:moveTo>
                  <a:lnTo>
                    <a:pt x="4172" y="167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82" y="2633116"/>
              <a:ext cx="334329" cy="334265"/>
            </a:xfrm>
            <a:custGeom>
              <a:avLst/>
              <a:pathLst>
                <a:path w="334329" h="334265">
                  <a:moveTo>
                    <a:pt x="162994" y="0"/>
                  </a:moveTo>
                  <a:lnTo>
                    <a:pt x="157712" y="215"/>
                  </a:lnTo>
                  <a:lnTo>
                    <a:pt x="152439" y="597"/>
                  </a:lnTo>
                  <a:lnTo>
                    <a:pt x="147181" y="1146"/>
                  </a:lnTo>
                  <a:lnTo>
                    <a:pt x="141943" y="1861"/>
                  </a:lnTo>
                  <a:lnTo>
                    <a:pt x="136730" y="2741"/>
                  </a:lnTo>
                  <a:lnTo>
                    <a:pt x="131548" y="3786"/>
                  </a:lnTo>
                  <a:lnTo>
                    <a:pt x="126402" y="4994"/>
                  </a:lnTo>
                  <a:lnTo>
                    <a:pt x="121296" y="6364"/>
                  </a:lnTo>
                  <a:lnTo>
                    <a:pt x="116236" y="7895"/>
                  </a:lnTo>
                  <a:lnTo>
                    <a:pt x="111227" y="9585"/>
                  </a:lnTo>
                  <a:lnTo>
                    <a:pt x="106274" y="11432"/>
                  </a:lnTo>
                  <a:lnTo>
                    <a:pt x="101381" y="13435"/>
                  </a:lnTo>
                  <a:lnTo>
                    <a:pt x="96555" y="15592"/>
                  </a:lnTo>
                  <a:lnTo>
                    <a:pt x="91799" y="17901"/>
                  </a:lnTo>
                  <a:lnTo>
                    <a:pt x="87119" y="20358"/>
                  </a:lnTo>
                  <a:lnTo>
                    <a:pt x="82518" y="22963"/>
                  </a:lnTo>
                  <a:lnTo>
                    <a:pt x="78003" y="25712"/>
                  </a:lnTo>
                  <a:lnTo>
                    <a:pt x="73576" y="28602"/>
                  </a:lnTo>
                  <a:lnTo>
                    <a:pt x="69243" y="31630"/>
                  </a:lnTo>
                  <a:lnTo>
                    <a:pt x="65008" y="34794"/>
                  </a:lnTo>
                  <a:lnTo>
                    <a:pt x="60875" y="38091"/>
                  </a:lnTo>
                  <a:lnTo>
                    <a:pt x="56849" y="41516"/>
                  </a:lnTo>
                  <a:lnTo>
                    <a:pt x="52932" y="45067"/>
                  </a:lnTo>
                  <a:lnTo>
                    <a:pt x="49130" y="48740"/>
                  </a:lnTo>
                  <a:lnTo>
                    <a:pt x="45446" y="52531"/>
                  </a:lnTo>
                  <a:lnTo>
                    <a:pt x="41884" y="56437"/>
                  </a:lnTo>
                  <a:lnTo>
                    <a:pt x="38447" y="60454"/>
                  </a:lnTo>
                  <a:lnTo>
                    <a:pt x="35139" y="64578"/>
                  </a:lnTo>
                  <a:lnTo>
                    <a:pt x="31963" y="68804"/>
                  </a:lnTo>
                  <a:lnTo>
                    <a:pt x="28922" y="73128"/>
                  </a:lnTo>
                  <a:lnTo>
                    <a:pt x="26019" y="77546"/>
                  </a:lnTo>
                  <a:lnTo>
                    <a:pt x="23258" y="82054"/>
                  </a:lnTo>
                  <a:lnTo>
                    <a:pt x="20640" y="86647"/>
                  </a:lnTo>
                  <a:lnTo>
                    <a:pt x="18169" y="91320"/>
                  </a:lnTo>
                  <a:lnTo>
                    <a:pt x="15847" y="96069"/>
                  </a:lnTo>
                  <a:lnTo>
                    <a:pt x="13676" y="100889"/>
                  </a:lnTo>
                  <a:lnTo>
                    <a:pt x="11659" y="105776"/>
                  </a:lnTo>
                  <a:lnTo>
                    <a:pt x="9797" y="110724"/>
                  </a:lnTo>
                  <a:lnTo>
                    <a:pt x="8092" y="115728"/>
                  </a:lnTo>
                  <a:lnTo>
                    <a:pt x="6547" y="120783"/>
                  </a:lnTo>
                  <a:lnTo>
                    <a:pt x="5162" y="125885"/>
                  </a:lnTo>
                  <a:lnTo>
                    <a:pt x="3940" y="131028"/>
                  </a:lnTo>
                  <a:lnTo>
                    <a:pt x="2880" y="136208"/>
                  </a:lnTo>
                  <a:lnTo>
                    <a:pt x="1985" y="141418"/>
                  </a:lnTo>
                  <a:lnTo>
                    <a:pt x="1255" y="146654"/>
                  </a:lnTo>
                  <a:lnTo>
                    <a:pt x="691" y="151910"/>
                  </a:lnTo>
                  <a:lnTo>
                    <a:pt x="294" y="157181"/>
                  </a:lnTo>
                  <a:lnTo>
                    <a:pt x="63" y="162463"/>
                  </a:lnTo>
                  <a:lnTo>
                    <a:pt x="0" y="167749"/>
                  </a:lnTo>
                  <a:lnTo>
                    <a:pt x="103" y="173034"/>
                  </a:lnTo>
                  <a:lnTo>
                    <a:pt x="374" y="178314"/>
                  </a:lnTo>
                  <a:lnTo>
                    <a:pt x="811" y="183582"/>
                  </a:lnTo>
                  <a:lnTo>
                    <a:pt x="1415" y="188834"/>
                  </a:lnTo>
                  <a:lnTo>
                    <a:pt x="2185" y="194064"/>
                  </a:lnTo>
                  <a:lnTo>
                    <a:pt x="3119" y="199267"/>
                  </a:lnTo>
                  <a:lnTo>
                    <a:pt x="4218" y="204438"/>
                  </a:lnTo>
                  <a:lnTo>
                    <a:pt x="5480" y="209572"/>
                  </a:lnTo>
                  <a:lnTo>
                    <a:pt x="6903" y="214663"/>
                  </a:lnTo>
                  <a:lnTo>
                    <a:pt x="8487" y="219707"/>
                  </a:lnTo>
                  <a:lnTo>
                    <a:pt x="10229" y="224698"/>
                  </a:lnTo>
                  <a:lnTo>
                    <a:pt x="12128" y="229632"/>
                  </a:lnTo>
                  <a:lnTo>
                    <a:pt x="14183" y="234503"/>
                  </a:lnTo>
                  <a:lnTo>
                    <a:pt x="16390" y="239306"/>
                  </a:lnTo>
                  <a:lnTo>
                    <a:pt x="18748" y="244038"/>
                  </a:lnTo>
                  <a:lnTo>
                    <a:pt x="21254" y="248692"/>
                  </a:lnTo>
                  <a:lnTo>
                    <a:pt x="23907" y="253265"/>
                  </a:lnTo>
                  <a:lnTo>
                    <a:pt x="26703" y="257752"/>
                  </a:lnTo>
                  <a:lnTo>
                    <a:pt x="29639" y="262148"/>
                  </a:lnTo>
                  <a:lnTo>
                    <a:pt x="32712" y="266449"/>
                  </a:lnTo>
                  <a:lnTo>
                    <a:pt x="35920" y="270651"/>
                  </a:lnTo>
                  <a:lnTo>
                    <a:pt x="39260" y="274749"/>
                  </a:lnTo>
                  <a:lnTo>
                    <a:pt x="42727" y="278739"/>
                  </a:lnTo>
                  <a:lnTo>
                    <a:pt x="46319" y="282618"/>
                  </a:lnTo>
                  <a:lnTo>
                    <a:pt x="50032" y="286382"/>
                  </a:lnTo>
                  <a:lnTo>
                    <a:pt x="53861" y="290026"/>
                  </a:lnTo>
                  <a:lnTo>
                    <a:pt x="57804" y="293547"/>
                  </a:lnTo>
                  <a:lnTo>
                    <a:pt x="61857" y="296942"/>
                  </a:lnTo>
                  <a:lnTo>
                    <a:pt x="66015" y="300207"/>
                  </a:lnTo>
                  <a:lnTo>
                    <a:pt x="70274" y="303338"/>
                  </a:lnTo>
                  <a:lnTo>
                    <a:pt x="74629" y="306334"/>
                  </a:lnTo>
                  <a:lnTo>
                    <a:pt x="79078" y="309190"/>
                  </a:lnTo>
                  <a:lnTo>
                    <a:pt x="83614" y="311905"/>
                  </a:lnTo>
                  <a:lnTo>
                    <a:pt x="88234" y="314474"/>
                  </a:lnTo>
                  <a:lnTo>
                    <a:pt x="92933" y="316896"/>
                  </a:lnTo>
                  <a:lnTo>
                    <a:pt x="97706" y="319169"/>
                  </a:lnTo>
                  <a:lnTo>
                    <a:pt x="102549" y="321289"/>
                  </a:lnTo>
                  <a:lnTo>
                    <a:pt x="107456" y="323255"/>
                  </a:lnTo>
                  <a:lnTo>
                    <a:pt x="112423" y="325065"/>
                  </a:lnTo>
                  <a:lnTo>
                    <a:pt x="117445" y="326717"/>
                  </a:lnTo>
                  <a:lnTo>
                    <a:pt x="122516" y="328209"/>
                  </a:lnTo>
                  <a:lnTo>
                    <a:pt x="127632" y="329540"/>
                  </a:lnTo>
                  <a:lnTo>
                    <a:pt x="132788" y="330709"/>
                  </a:lnTo>
                  <a:lnTo>
                    <a:pt x="137978" y="331714"/>
                  </a:lnTo>
                  <a:lnTo>
                    <a:pt x="143197" y="332555"/>
                  </a:lnTo>
                  <a:lnTo>
                    <a:pt x="148440" y="333230"/>
                  </a:lnTo>
                  <a:lnTo>
                    <a:pt x="153702" y="333739"/>
                  </a:lnTo>
                  <a:lnTo>
                    <a:pt x="158978" y="334082"/>
                  </a:lnTo>
                  <a:lnTo>
                    <a:pt x="164261" y="334257"/>
                  </a:lnTo>
                  <a:lnTo>
                    <a:pt x="169548" y="334265"/>
                  </a:lnTo>
                  <a:lnTo>
                    <a:pt x="174832" y="334106"/>
                  </a:lnTo>
                  <a:lnTo>
                    <a:pt x="180108" y="333781"/>
                  </a:lnTo>
                  <a:lnTo>
                    <a:pt x="185372" y="333288"/>
                  </a:lnTo>
                  <a:lnTo>
                    <a:pt x="190617" y="332629"/>
                  </a:lnTo>
                  <a:lnTo>
                    <a:pt x="195839" y="331805"/>
                  </a:lnTo>
                  <a:lnTo>
                    <a:pt x="201032" y="330816"/>
                  </a:lnTo>
                  <a:lnTo>
                    <a:pt x="206191" y="329663"/>
                  </a:lnTo>
                  <a:lnTo>
                    <a:pt x="211311" y="328348"/>
                  </a:lnTo>
                  <a:lnTo>
                    <a:pt x="216387" y="326872"/>
                  </a:lnTo>
                  <a:lnTo>
                    <a:pt x="221414" y="325235"/>
                  </a:lnTo>
                  <a:lnTo>
                    <a:pt x="226387" y="323441"/>
                  </a:lnTo>
                  <a:lnTo>
                    <a:pt x="231300" y="321490"/>
                  </a:lnTo>
                  <a:lnTo>
                    <a:pt x="236149" y="319385"/>
                  </a:lnTo>
                  <a:lnTo>
                    <a:pt x="240930" y="317128"/>
                  </a:lnTo>
                  <a:lnTo>
                    <a:pt x="245636" y="314720"/>
                  </a:lnTo>
                  <a:lnTo>
                    <a:pt x="250264" y="312165"/>
                  </a:lnTo>
                  <a:lnTo>
                    <a:pt x="254809" y="309465"/>
                  </a:lnTo>
                  <a:lnTo>
                    <a:pt x="259266" y="306623"/>
                  </a:lnTo>
                  <a:lnTo>
                    <a:pt x="263632" y="303641"/>
                  </a:lnTo>
                  <a:lnTo>
                    <a:pt x="267900" y="300522"/>
                  </a:lnTo>
                  <a:lnTo>
                    <a:pt x="272068" y="297270"/>
                  </a:lnTo>
                  <a:lnTo>
                    <a:pt x="276131" y="293888"/>
                  </a:lnTo>
                  <a:lnTo>
                    <a:pt x="280085" y="290379"/>
                  </a:lnTo>
                  <a:lnTo>
                    <a:pt x="283926" y="286747"/>
                  </a:lnTo>
                  <a:lnTo>
                    <a:pt x="287651" y="282995"/>
                  </a:lnTo>
                  <a:lnTo>
                    <a:pt x="291255" y="279128"/>
                  </a:lnTo>
                  <a:lnTo>
                    <a:pt x="294734" y="275148"/>
                  </a:lnTo>
                  <a:lnTo>
                    <a:pt x="298087" y="271060"/>
                  </a:lnTo>
                  <a:lnTo>
                    <a:pt x="301308" y="266869"/>
                  </a:lnTo>
                  <a:lnTo>
                    <a:pt x="304395" y="262577"/>
                  </a:lnTo>
                  <a:lnTo>
                    <a:pt x="307345" y="258190"/>
                  </a:lnTo>
                  <a:lnTo>
                    <a:pt x="310155" y="253712"/>
                  </a:lnTo>
                  <a:lnTo>
                    <a:pt x="312821" y="249148"/>
                  </a:lnTo>
                  <a:lnTo>
                    <a:pt x="315342" y="244501"/>
                  </a:lnTo>
                  <a:lnTo>
                    <a:pt x="317715" y="239777"/>
                  </a:lnTo>
                  <a:lnTo>
                    <a:pt x="319937" y="234981"/>
                  </a:lnTo>
                  <a:lnTo>
                    <a:pt x="322007" y="230116"/>
                  </a:lnTo>
                  <a:lnTo>
                    <a:pt x="323922" y="225188"/>
                  </a:lnTo>
                  <a:lnTo>
                    <a:pt x="325680" y="220203"/>
                  </a:lnTo>
                  <a:lnTo>
                    <a:pt x="327279" y="215164"/>
                  </a:lnTo>
                  <a:lnTo>
                    <a:pt x="328718" y="210077"/>
                  </a:lnTo>
                  <a:lnTo>
                    <a:pt x="329996" y="204948"/>
                  </a:lnTo>
                  <a:lnTo>
                    <a:pt x="331111" y="199780"/>
                  </a:lnTo>
                  <a:lnTo>
                    <a:pt x="332062" y="194580"/>
                  </a:lnTo>
                  <a:lnTo>
                    <a:pt x="332848" y="189352"/>
                  </a:lnTo>
                  <a:lnTo>
                    <a:pt x="333468" y="184102"/>
                  </a:lnTo>
                  <a:lnTo>
                    <a:pt x="333922" y="178835"/>
                  </a:lnTo>
                  <a:lnTo>
                    <a:pt x="334209" y="173557"/>
                  </a:lnTo>
                  <a:lnTo>
                    <a:pt x="334329" y="168272"/>
                  </a:lnTo>
                  <a:lnTo>
                    <a:pt x="334282" y="162985"/>
                  </a:lnTo>
                  <a:lnTo>
                    <a:pt x="334068" y="157703"/>
                  </a:lnTo>
                  <a:lnTo>
                    <a:pt x="333687" y="152430"/>
                  </a:lnTo>
                  <a:lnTo>
                    <a:pt x="333139" y="147172"/>
                  </a:lnTo>
                  <a:lnTo>
                    <a:pt x="332426" y="141934"/>
                  </a:lnTo>
                  <a:lnTo>
                    <a:pt x="331547" y="136721"/>
                  </a:lnTo>
                  <a:lnTo>
                    <a:pt x="330504" y="131539"/>
                  </a:lnTo>
                  <a:lnTo>
                    <a:pt x="329297" y="126392"/>
                  </a:lnTo>
                  <a:lnTo>
                    <a:pt x="327928" y="121286"/>
                  </a:lnTo>
                  <a:lnTo>
                    <a:pt x="326399" y="116225"/>
                  </a:lnTo>
                  <a:lnTo>
                    <a:pt x="324710" y="111216"/>
                  </a:lnTo>
                  <a:lnTo>
                    <a:pt x="322864" y="106262"/>
                  </a:lnTo>
                  <a:lnTo>
                    <a:pt x="320862" y="101370"/>
                  </a:lnTo>
                  <a:lnTo>
                    <a:pt x="318706" y="96543"/>
                  </a:lnTo>
                  <a:lnTo>
                    <a:pt x="316399" y="91786"/>
                  </a:lnTo>
                  <a:lnTo>
                    <a:pt x="313942" y="87105"/>
                  </a:lnTo>
                  <a:lnTo>
                    <a:pt x="311339" y="82504"/>
                  </a:lnTo>
                  <a:lnTo>
                    <a:pt x="308592" y="77988"/>
                  </a:lnTo>
                  <a:lnTo>
                    <a:pt x="305703" y="73560"/>
                  </a:lnTo>
                  <a:lnTo>
                    <a:pt x="302675" y="69227"/>
                  </a:lnTo>
                  <a:lnTo>
                    <a:pt x="299512" y="64991"/>
                  </a:lnTo>
                  <a:lnTo>
                    <a:pt x="296217" y="60857"/>
                  </a:lnTo>
                  <a:lnTo>
                    <a:pt x="292793" y="56830"/>
                  </a:lnTo>
                  <a:lnTo>
                    <a:pt x="289243" y="52913"/>
                  </a:lnTo>
                  <a:lnTo>
                    <a:pt x="285571" y="49110"/>
                  </a:lnTo>
                  <a:lnTo>
                    <a:pt x="281780" y="45425"/>
                  </a:lnTo>
                  <a:lnTo>
                    <a:pt x="277875" y="41861"/>
                  </a:lnTo>
                  <a:lnTo>
                    <a:pt x="273859" y="38424"/>
                  </a:lnTo>
                  <a:lnTo>
                    <a:pt x="269737" y="35114"/>
                  </a:lnTo>
                  <a:lnTo>
                    <a:pt x="265512" y="31937"/>
                  </a:lnTo>
                  <a:lnTo>
                    <a:pt x="261188" y="28895"/>
                  </a:lnTo>
                  <a:lnTo>
                    <a:pt x="256771" y="25991"/>
                  </a:lnTo>
                  <a:lnTo>
                    <a:pt x="252263" y="23228"/>
                  </a:lnTo>
                  <a:lnTo>
                    <a:pt x="247671" y="20610"/>
                  </a:lnTo>
                  <a:lnTo>
                    <a:pt x="242998" y="18137"/>
                  </a:lnTo>
                  <a:lnTo>
                    <a:pt x="238250" y="15814"/>
                  </a:lnTo>
                  <a:lnTo>
                    <a:pt x="233430" y="13642"/>
                  </a:lnTo>
                  <a:lnTo>
                    <a:pt x="228544" y="11623"/>
                  </a:lnTo>
                  <a:lnTo>
                    <a:pt x="223597" y="9760"/>
                  </a:lnTo>
                  <a:lnTo>
                    <a:pt x="167166" y="167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6431" cy="167167"/>
            </a:xfrm>
            <a:custGeom>
              <a:avLst/>
              <a:pathLst>
                <a:path w="56431" h="167167">
                  <a:moveTo>
                    <a:pt x="56431" y="9812"/>
                  </a:moveTo>
                  <a:lnTo>
                    <a:pt x="50371" y="7769"/>
                  </a:lnTo>
                  <a:lnTo>
                    <a:pt x="44237" y="5959"/>
                  </a:lnTo>
                  <a:lnTo>
                    <a:pt x="38038" y="4385"/>
                  </a:lnTo>
                  <a:lnTo>
                    <a:pt x="31784" y="3049"/>
                  </a:lnTo>
                  <a:lnTo>
                    <a:pt x="25483" y="1953"/>
                  </a:lnTo>
                  <a:lnTo>
                    <a:pt x="19145" y="1099"/>
                  </a:lnTo>
                  <a:lnTo>
                    <a:pt x="12779" y="489"/>
                  </a:lnTo>
                  <a:lnTo>
                    <a:pt x="6394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5334" y="3170392"/>
              <a:ext cx="20645" cy="167167"/>
            </a:xfrm>
            <a:custGeom>
              <a:avLst/>
              <a:pathLst>
                <a:path w="20645" h="167167">
                  <a:moveTo>
                    <a:pt x="20645" y="0"/>
                  </a:moveTo>
                  <a:lnTo>
                    <a:pt x="10303" y="320"/>
                  </a:lnTo>
                  <a:lnTo>
                    <a:pt x="0" y="1279"/>
                  </a:lnTo>
                  <a:lnTo>
                    <a:pt x="2064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5334" y="3171672"/>
              <a:ext cx="20645" cy="165887"/>
            </a:xfrm>
            <a:custGeom>
              <a:avLst/>
              <a:pathLst>
                <a:path w="20645" h="165887">
                  <a:moveTo>
                    <a:pt x="0" y="0"/>
                  </a:moveTo>
                  <a:lnTo>
                    <a:pt x="20645" y="1658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16" y="3171672"/>
              <a:ext cx="334326" cy="333036"/>
            </a:xfrm>
            <a:custGeom>
              <a:avLst/>
              <a:pathLst>
                <a:path w="334326" h="333036">
                  <a:moveTo>
                    <a:pt x="146518" y="0"/>
                  </a:moveTo>
                  <a:lnTo>
                    <a:pt x="141289" y="734"/>
                  </a:lnTo>
                  <a:lnTo>
                    <a:pt x="136085" y="1634"/>
                  </a:lnTo>
                  <a:lnTo>
                    <a:pt x="130912" y="2698"/>
                  </a:lnTo>
                  <a:lnTo>
                    <a:pt x="125776" y="3924"/>
                  </a:lnTo>
                  <a:lnTo>
                    <a:pt x="120681" y="5312"/>
                  </a:lnTo>
                  <a:lnTo>
                    <a:pt x="115632" y="6860"/>
                  </a:lnTo>
                  <a:lnTo>
                    <a:pt x="110635" y="8567"/>
                  </a:lnTo>
                  <a:lnTo>
                    <a:pt x="105694" y="10431"/>
                  </a:lnTo>
                  <a:lnTo>
                    <a:pt x="100815" y="12451"/>
                  </a:lnTo>
                  <a:lnTo>
                    <a:pt x="96002" y="14623"/>
                  </a:lnTo>
                  <a:lnTo>
                    <a:pt x="91259" y="16946"/>
                  </a:lnTo>
                  <a:lnTo>
                    <a:pt x="86593" y="19418"/>
                  </a:lnTo>
                  <a:lnTo>
                    <a:pt x="82007" y="22036"/>
                  </a:lnTo>
                  <a:lnTo>
                    <a:pt x="77505" y="24797"/>
                  </a:lnTo>
                  <a:lnTo>
                    <a:pt x="73094" y="27700"/>
                  </a:lnTo>
                  <a:lnTo>
                    <a:pt x="68776" y="30740"/>
                  </a:lnTo>
                  <a:lnTo>
                    <a:pt x="64556" y="33915"/>
                  </a:lnTo>
                  <a:lnTo>
                    <a:pt x="60439" y="37222"/>
                  </a:lnTo>
                  <a:lnTo>
                    <a:pt x="56428" y="40657"/>
                  </a:lnTo>
                  <a:lnTo>
                    <a:pt x="52528" y="44217"/>
                  </a:lnTo>
                  <a:lnTo>
                    <a:pt x="48742" y="47898"/>
                  </a:lnTo>
                  <a:lnTo>
                    <a:pt x="45075" y="51698"/>
                  </a:lnTo>
                  <a:lnTo>
                    <a:pt x="41529" y="55611"/>
                  </a:lnTo>
                  <a:lnTo>
                    <a:pt x="38108" y="59634"/>
                  </a:lnTo>
                  <a:lnTo>
                    <a:pt x="34817" y="63764"/>
                  </a:lnTo>
                  <a:lnTo>
                    <a:pt x="31657" y="67995"/>
                  </a:lnTo>
                  <a:lnTo>
                    <a:pt x="28633" y="72324"/>
                  </a:lnTo>
                  <a:lnTo>
                    <a:pt x="25747" y="76746"/>
                  </a:lnTo>
                  <a:lnTo>
                    <a:pt x="23002" y="81257"/>
                  </a:lnTo>
                  <a:lnTo>
                    <a:pt x="20400" y="85853"/>
                  </a:lnTo>
                  <a:lnTo>
                    <a:pt x="17946" y="90528"/>
                  </a:lnTo>
                  <a:lnTo>
                    <a:pt x="15640" y="95279"/>
                  </a:lnTo>
                  <a:lnTo>
                    <a:pt x="13485" y="100100"/>
                  </a:lnTo>
                  <a:lnTo>
                    <a:pt x="11484" y="104987"/>
                  </a:lnTo>
                  <a:lnTo>
                    <a:pt x="9638" y="109935"/>
                  </a:lnTo>
                  <a:lnTo>
                    <a:pt x="7950" y="114938"/>
                  </a:lnTo>
                  <a:lnTo>
                    <a:pt x="6420" y="119993"/>
                  </a:lnTo>
                  <a:lnTo>
                    <a:pt x="5050" y="125093"/>
                  </a:lnTo>
                  <a:lnTo>
                    <a:pt x="3843" y="130233"/>
                  </a:lnTo>
                  <a:lnTo>
                    <a:pt x="2798" y="135410"/>
                  </a:lnTo>
                  <a:lnTo>
                    <a:pt x="1917" y="140617"/>
                  </a:lnTo>
                  <a:lnTo>
                    <a:pt x="1202" y="145849"/>
                  </a:lnTo>
                  <a:lnTo>
                    <a:pt x="652" y="151101"/>
                  </a:lnTo>
                  <a:lnTo>
                    <a:pt x="268" y="156367"/>
                  </a:lnTo>
                  <a:lnTo>
                    <a:pt x="50" y="161644"/>
                  </a:lnTo>
                  <a:lnTo>
                    <a:pt x="0" y="166924"/>
                  </a:lnTo>
                  <a:lnTo>
                    <a:pt x="116" y="172204"/>
                  </a:lnTo>
                  <a:lnTo>
                    <a:pt x="399" y="177477"/>
                  </a:lnTo>
                  <a:lnTo>
                    <a:pt x="848" y="182738"/>
                  </a:lnTo>
                  <a:lnTo>
                    <a:pt x="1463" y="187983"/>
                  </a:lnTo>
                  <a:lnTo>
                    <a:pt x="2244" y="193206"/>
                  </a:lnTo>
                  <a:lnTo>
                    <a:pt x="3189" y="198401"/>
                  </a:lnTo>
                  <a:lnTo>
                    <a:pt x="4298" y="203564"/>
                  </a:lnTo>
                  <a:lnTo>
                    <a:pt x="5569" y="208690"/>
                  </a:lnTo>
                  <a:lnTo>
                    <a:pt x="7002" y="213773"/>
                  </a:lnTo>
                  <a:lnTo>
                    <a:pt x="8594" y="218808"/>
                  </a:lnTo>
                  <a:lnTo>
                    <a:pt x="10345" y="223790"/>
                  </a:lnTo>
                  <a:lnTo>
                    <a:pt x="12252" y="228714"/>
                  </a:lnTo>
                  <a:lnTo>
                    <a:pt x="14313" y="233576"/>
                  </a:lnTo>
                  <a:lnTo>
                    <a:pt x="16528" y="238370"/>
                  </a:lnTo>
                  <a:lnTo>
                    <a:pt x="18892" y="243092"/>
                  </a:lnTo>
                  <a:lnTo>
                    <a:pt x="21405" y="247736"/>
                  </a:lnTo>
                  <a:lnTo>
                    <a:pt x="24063" y="252299"/>
                  </a:lnTo>
                  <a:lnTo>
                    <a:pt x="26864" y="256776"/>
                  </a:lnTo>
                  <a:lnTo>
                    <a:pt x="29804" y="261162"/>
                  </a:lnTo>
                  <a:lnTo>
                    <a:pt x="32882" y="265453"/>
                  </a:lnTo>
                  <a:lnTo>
                    <a:pt x="36094" y="269645"/>
                  </a:lnTo>
                  <a:lnTo>
                    <a:pt x="39437" y="273733"/>
                  </a:lnTo>
                  <a:lnTo>
                    <a:pt x="42907" y="277714"/>
                  </a:lnTo>
                  <a:lnTo>
                    <a:pt x="46501" y="281583"/>
                  </a:lnTo>
                  <a:lnTo>
                    <a:pt x="50215" y="285336"/>
                  </a:lnTo>
                  <a:lnTo>
                    <a:pt x="54047" y="288970"/>
                  </a:lnTo>
                  <a:lnTo>
                    <a:pt x="57991" y="292482"/>
                  </a:lnTo>
                  <a:lnTo>
                    <a:pt x="62044" y="295867"/>
                  </a:lnTo>
                  <a:lnTo>
                    <a:pt x="66202" y="299122"/>
                  </a:lnTo>
                  <a:lnTo>
                    <a:pt x="70460" y="302245"/>
                  </a:lnTo>
                  <a:lnTo>
                    <a:pt x="74816" y="305231"/>
                  </a:lnTo>
                  <a:lnTo>
                    <a:pt x="79263" y="308079"/>
                  </a:lnTo>
                  <a:lnTo>
                    <a:pt x="83798" y="310784"/>
                  </a:lnTo>
                  <a:lnTo>
                    <a:pt x="88416" y="313345"/>
                  </a:lnTo>
                  <a:lnTo>
                    <a:pt x="93113" y="315759"/>
                  </a:lnTo>
                  <a:lnTo>
                    <a:pt x="97884" y="318023"/>
                  </a:lnTo>
                  <a:lnTo>
                    <a:pt x="102724" y="320135"/>
                  </a:lnTo>
                  <a:lnTo>
                    <a:pt x="107628" y="322094"/>
                  </a:lnTo>
                  <a:lnTo>
                    <a:pt x="112591" y="323896"/>
                  </a:lnTo>
                  <a:lnTo>
                    <a:pt x="117609" y="325541"/>
                  </a:lnTo>
                  <a:lnTo>
                    <a:pt x="122677" y="327026"/>
                  </a:lnTo>
                  <a:lnTo>
                    <a:pt x="127789" y="328351"/>
                  </a:lnTo>
                  <a:lnTo>
                    <a:pt x="132940" y="329514"/>
                  </a:lnTo>
                  <a:lnTo>
                    <a:pt x="138125" y="330513"/>
                  </a:lnTo>
                  <a:lnTo>
                    <a:pt x="143340" y="331348"/>
                  </a:lnTo>
                  <a:lnTo>
                    <a:pt x="148578" y="332018"/>
                  </a:lnTo>
                  <a:lnTo>
                    <a:pt x="153834" y="332522"/>
                  </a:lnTo>
                  <a:lnTo>
                    <a:pt x="159104" y="332860"/>
                  </a:lnTo>
                  <a:lnTo>
                    <a:pt x="164382" y="333031"/>
                  </a:lnTo>
                  <a:lnTo>
                    <a:pt x="169663" y="333036"/>
                  </a:lnTo>
                  <a:lnTo>
                    <a:pt x="174941" y="332874"/>
                  </a:lnTo>
                  <a:lnTo>
                    <a:pt x="180212" y="332545"/>
                  </a:lnTo>
                  <a:lnTo>
                    <a:pt x="185469" y="332049"/>
                  </a:lnTo>
                  <a:lnTo>
                    <a:pt x="190708" y="331388"/>
                  </a:lnTo>
                  <a:lnTo>
                    <a:pt x="195924" y="330562"/>
                  </a:lnTo>
                  <a:lnTo>
                    <a:pt x="201111" y="329571"/>
                  </a:lnTo>
                  <a:lnTo>
                    <a:pt x="206264" y="328417"/>
                  </a:lnTo>
                  <a:lnTo>
                    <a:pt x="211378" y="327101"/>
                  </a:lnTo>
                  <a:lnTo>
                    <a:pt x="216448" y="325624"/>
                  </a:lnTo>
                  <a:lnTo>
                    <a:pt x="221469" y="323988"/>
                  </a:lnTo>
                  <a:lnTo>
                    <a:pt x="226436" y="322194"/>
                  </a:lnTo>
                  <a:lnTo>
                    <a:pt x="231343" y="320244"/>
                  </a:lnTo>
                  <a:lnTo>
                    <a:pt x="236187" y="318139"/>
                  </a:lnTo>
                  <a:lnTo>
                    <a:pt x="240961" y="315883"/>
                  </a:lnTo>
                  <a:lnTo>
                    <a:pt x="245662" y="313478"/>
                  </a:lnTo>
                  <a:lnTo>
                    <a:pt x="250285" y="310925"/>
                  </a:lnTo>
                  <a:lnTo>
                    <a:pt x="254824" y="308227"/>
                  </a:lnTo>
                  <a:lnTo>
                    <a:pt x="259276" y="305387"/>
                  </a:lnTo>
                  <a:lnTo>
                    <a:pt x="263637" y="302408"/>
                  </a:lnTo>
                  <a:lnTo>
                    <a:pt x="267901" y="299293"/>
                  </a:lnTo>
                  <a:lnTo>
                    <a:pt x="272064" y="296044"/>
                  </a:lnTo>
                  <a:lnTo>
                    <a:pt x="276123" y="292666"/>
                  </a:lnTo>
                  <a:lnTo>
                    <a:pt x="280073" y="289161"/>
                  </a:lnTo>
                  <a:lnTo>
                    <a:pt x="283910" y="285533"/>
                  </a:lnTo>
                  <a:lnTo>
                    <a:pt x="287631" y="281786"/>
                  </a:lnTo>
                  <a:lnTo>
                    <a:pt x="291232" y="277923"/>
                  </a:lnTo>
                  <a:lnTo>
                    <a:pt x="294709" y="273949"/>
                  </a:lnTo>
                  <a:lnTo>
                    <a:pt x="298058" y="269866"/>
                  </a:lnTo>
                  <a:lnTo>
                    <a:pt x="301277" y="265680"/>
                  </a:lnTo>
                  <a:lnTo>
                    <a:pt x="304362" y="261394"/>
                  </a:lnTo>
                  <a:lnTo>
                    <a:pt x="307310" y="257013"/>
                  </a:lnTo>
                  <a:lnTo>
                    <a:pt x="310119" y="252541"/>
                  </a:lnTo>
                  <a:lnTo>
                    <a:pt x="312784" y="247982"/>
                  </a:lnTo>
                  <a:lnTo>
                    <a:pt x="315305" y="243342"/>
                  </a:lnTo>
                  <a:lnTo>
                    <a:pt x="317677" y="238624"/>
                  </a:lnTo>
                  <a:lnTo>
                    <a:pt x="319900" y="233834"/>
                  </a:lnTo>
                  <a:lnTo>
                    <a:pt x="321969" y="228975"/>
                  </a:lnTo>
                  <a:lnTo>
                    <a:pt x="323885" y="224054"/>
                  </a:lnTo>
                  <a:lnTo>
                    <a:pt x="325644" y="219075"/>
                  </a:lnTo>
                  <a:lnTo>
                    <a:pt x="327245" y="214043"/>
                  </a:lnTo>
                  <a:lnTo>
                    <a:pt x="328686" y="208963"/>
                  </a:lnTo>
                  <a:lnTo>
                    <a:pt x="329966" y="203839"/>
                  </a:lnTo>
                  <a:lnTo>
                    <a:pt x="331084" y="198678"/>
                  </a:lnTo>
                  <a:lnTo>
                    <a:pt x="332037" y="193484"/>
                  </a:lnTo>
                  <a:lnTo>
                    <a:pt x="332827" y="188263"/>
                  </a:lnTo>
                  <a:lnTo>
                    <a:pt x="333451" y="183019"/>
                  </a:lnTo>
                  <a:lnTo>
                    <a:pt x="333909" y="177758"/>
                  </a:lnTo>
                  <a:lnTo>
                    <a:pt x="334201" y="172486"/>
                  </a:lnTo>
                  <a:lnTo>
                    <a:pt x="334326" y="167206"/>
                  </a:lnTo>
                  <a:lnTo>
                    <a:pt x="334284" y="161926"/>
                  </a:lnTo>
                  <a:lnTo>
                    <a:pt x="334076" y="156649"/>
                  </a:lnTo>
                  <a:lnTo>
                    <a:pt x="333701" y="151382"/>
                  </a:lnTo>
                  <a:lnTo>
                    <a:pt x="333159" y="146129"/>
                  </a:lnTo>
                  <a:lnTo>
                    <a:pt x="332453" y="140896"/>
                  </a:lnTo>
                  <a:lnTo>
                    <a:pt x="331581" y="135687"/>
                  </a:lnTo>
                  <a:lnTo>
                    <a:pt x="330545" y="130509"/>
                  </a:lnTo>
                  <a:lnTo>
                    <a:pt x="329346" y="125366"/>
                  </a:lnTo>
                  <a:lnTo>
                    <a:pt x="327985" y="120264"/>
                  </a:lnTo>
                  <a:lnTo>
                    <a:pt x="326464" y="115207"/>
                  </a:lnTo>
                  <a:lnTo>
                    <a:pt x="324783" y="110201"/>
                  </a:lnTo>
                  <a:lnTo>
                    <a:pt x="322946" y="105250"/>
                  </a:lnTo>
                  <a:lnTo>
                    <a:pt x="320953" y="100360"/>
                  </a:lnTo>
                  <a:lnTo>
                    <a:pt x="318807" y="95535"/>
                  </a:lnTo>
                  <a:lnTo>
                    <a:pt x="316509" y="90780"/>
                  </a:lnTo>
                  <a:lnTo>
                    <a:pt x="314062" y="86101"/>
                  </a:lnTo>
                  <a:lnTo>
                    <a:pt x="311469" y="81501"/>
                  </a:lnTo>
                  <a:lnTo>
                    <a:pt x="308731" y="76985"/>
                  </a:lnTo>
                  <a:lnTo>
                    <a:pt x="305852" y="72558"/>
                  </a:lnTo>
                  <a:lnTo>
                    <a:pt x="302835" y="68224"/>
                  </a:lnTo>
                  <a:lnTo>
                    <a:pt x="299683" y="63987"/>
                  </a:lnTo>
                  <a:lnTo>
                    <a:pt x="296398" y="59852"/>
                  </a:lnTo>
                  <a:lnTo>
                    <a:pt x="292985" y="55823"/>
                  </a:lnTo>
                  <a:lnTo>
                    <a:pt x="289445" y="51904"/>
                  </a:lnTo>
                  <a:lnTo>
                    <a:pt x="285784" y="48099"/>
                  </a:lnTo>
                  <a:lnTo>
                    <a:pt x="282005" y="44411"/>
                  </a:lnTo>
                  <a:lnTo>
                    <a:pt x="278110" y="40844"/>
                  </a:lnTo>
                  <a:lnTo>
                    <a:pt x="274105" y="37402"/>
                  </a:lnTo>
                  <a:lnTo>
                    <a:pt x="269994" y="34088"/>
                  </a:lnTo>
                  <a:lnTo>
                    <a:pt x="265779" y="30906"/>
                  </a:lnTo>
                  <a:lnTo>
                    <a:pt x="261467" y="27859"/>
                  </a:lnTo>
                  <a:lnTo>
                    <a:pt x="257060" y="24949"/>
                  </a:lnTo>
                  <a:lnTo>
                    <a:pt x="252564" y="22180"/>
                  </a:lnTo>
                  <a:lnTo>
                    <a:pt x="247982" y="19554"/>
                  </a:lnTo>
                  <a:lnTo>
                    <a:pt x="243320" y="17074"/>
                  </a:lnTo>
                  <a:lnTo>
                    <a:pt x="238581" y="14743"/>
                  </a:lnTo>
                  <a:lnTo>
                    <a:pt x="233772" y="12563"/>
                  </a:lnTo>
                  <a:lnTo>
                    <a:pt x="228895" y="10535"/>
                  </a:lnTo>
                  <a:lnTo>
                    <a:pt x="223958" y="8663"/>
                  </a:lnTo>
                  <a:lnTo>
                    <a:pt x="218963" y="6948"/>
                  </a:lnTo>
                  <a:lnTo>
                    <a:pt x="167164" y="1658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51799" cy="167167"/>
            </a:xfrm>
            <a:custGeom>
              <a:avLst/>
              <a:pathLst>
                <a:path w="51799" h="167167">
                  <a:moveTo>
                    <a:pt x="51799" y="8228"/>
                  </a:moveTo>
                  <a:lnTo>
                    <a:pt x="46205" y="6512"/>
                  </a:lnTo>
                  <a:lnTo>
                    <a:pt x="40554" y="4993"/>
                  </a:lnTo>
                  <a:lnTo>
                    <a:pt x="34853" y="3673"/>
                  </a:lnTo>
                  <a:lnTo>
                    <a:pt x="29110" y="2554"/>
                  </a:lnTo>
                  <a:lnTo>
                    <a:pt x="23331" y="1636"/>
                  </a:lnTo>
                  <a:lnTo>
                    <a:pt x="17523" y="920"/>
                  </a:lnTo>
                  <a:lnTo>
                    <a:pt x="11694" y="409"/>
                  </a:lnTo>
                  <a:lnTo>
                    <a:pt x="585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182" y="3707720"/>
              <a:ext cx="4566" cy="167167"/>
            </a:xfrm>
            <a:custGeom>
              <a:avLst/>
              <a:pathLst>
                <a:path w="4566" h="167167">
                  <a:moveTo>
                    <a:pt x="4566" y="0"/>
                  </a:moveTo>
                  <a:lnTo>
                    <a:pt x="0" y="62"/>
                  </a:lnTo>
                  <a:lnTo>
                    <a:pt x="456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6182" y="37077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2" y="3707720"/>
              <a:ext cx="334325" cy="334319"/>
            </a:xfrm>
            <a:custGeom>
              <a:avLst/>
              <a:pathLst>
                <a:path w="334325" h="334319">
                  <a:moveTo>
                    <a:pt x="162599" y="62"/>
                  </a:moveTo>
                  <a:lnTo>
                    <a:pt x="157323" y="289"/>
                  </a:lnTo>
                  <a:lnTo>
                    <a:pt x="152056" y="684"/>
                  </a:lnTo>
                  <a:lnTo>
                    <a:pt x="146805" y="1244"/>
                  </a:lnTo>
                  <a:lnTo>
                    <a:pt x="141574" y="1970"/>
                  </a:lnTo>
                  <a:lnTo>
                    <a:pt x="136368" y="2861"/>
                  </a:lnTo>
                  <a:lnTo>
                    <a:pt x="131194" y="3916"/>
                  </a:lnTo>
                  <a:lnTo>
                    <a:pt x="126055" y="5133"/>
                  </a:lnTo>
                  <a:lnTo>
                    <a:pt x="120957" y="6513"/>
                  </a:lnTo>
                  <a:lnTo>
                    <a:pt x="115905" y="8053"/>
                  </a:lnTo>
                  <a:lnTo>
                    <a:pt x="110905" y="9751"/>
                  </a:lnTo>
                  <a:lnTo>
                    <a:pt x="105960" y="11607"/>
                  </a:lnTo>
                  <a:lnTo>
                    <a:pt x="101077" y="13618"/>
                  </a:lnTo>
                  <a:lnTo>
                    <a:pt x="96260" y="15782"/>
                  </a:lnTo>
                  <a:lnTo>
                    <a:pt x="91513" y="18097"/>
                  </a:lnTo>
                  <a:lnTo>
                    <a:pt x="86842" y="20561"/>
                  </a:lnTo>
                  <a:lnTo>
                    <a:pt x="82251" y="23172"/>
                  </a:lnTo>
                  <a:lnTo>
                    <a:pt x="77745" y="25926"/>
                  </a:lnTo>
                  <a:lnTo>
                    <a:pt x="73328" y="28821"/>
                  </a:lnTo>
                  <a:lnTo>
                    <a:pt x="69005" y="31854"/>
                  </a:lnTo>
                  <a:lnTo>
                    <a:pt x="64780" y="35022"/>
                  </a:lnTo>
                  <a:lnTo>
                    <a:pt x="60657" y="38323"/>
                  </a:lnTo>
                  <a:lnTo>
                    <a:pt x="56640" y="41751"/>
                  </a:lnTo>
                  <a:lnTo>
                    <a:pt x="52733" y="45305"/>
                  </a:lnTo>
                  <a:lnTo>
                    <a:pt x="48941" y="48981"/>
                  </a:lnTo>
                  <a:lnTo>
                    <a:pt x="45267" y="52774"/>
                  </a:lnTo>
                  <a:lnTo>
                    <a:pt x="41714" y="56682"/>
                  </a:lnTo>
                  <a:lnTo>
                    <a:pt x="38287" y="60700"/>
                  </a:lnTo>
                  <a:lnTo>
                    <a:pt x="34988" y="64824"/>
                  </a:lnTo>
                  <a:lnTo>
                    <a:pt x="31821" y="69050"/>
                  </a:lnTo>
                  <a:lnTo>
                    <a:pt x="28789" y="73374"/>
                  </a:lnTo>
                  <a:lnTo>
                    <a:pt x="25896" y="77792"/>
                  </a:lnTo>
                  <a:lnTo>
                    <a:pt x="23143" y="82299"/>
                  </a:lnTo>
                  <a:lnTo>
                    <a:pt x="20534" y="86891"/>
                  </a:lnTo>
                  <a:lnTo>
                    <a:pt x="18071" y="91563"/>
                  </a:lnTo>
                  <a:lnTo>
                    <a:pt x="15758" y="96310"/>
                  </a:lnTo>
                  <a:lnTo>
                    <a:pt x="13595" y="101128"/>
                  </a:lnTo>
                  <a:lnTo>
                    <a:pt x="11586" y="106012"/>
                  </a:lnTo>
                  <a:lnTo>
                    <a:pt x="9731" y="110957"/>
                  </a:lnTo>
                  <a:lnTo>
                    <a:pt x="8034" y="115958"/>
                  </a:lnTo>
                  <a:lnTo>
                    <a:pt x="6496" y="121010"/>
                  </a:lnTo>
                  <a:lnTo>
                    <a:pt x="5118" y="126108"/>
                  </a:lnTo>
                  <a:lnTo>
                    <a:pt x="3902" y="131248"/>
                  </a:lnTo>
                  <a:lnTo>
                    <a:pt x="2849" y="136423"/>
                  </a:lnTo>
                  <a:lnTo>
                    <a:pt x="1960" y="141629"/>
                  </a:lnTo>
                  <a:lnTo>
                    <a:pt x="1236" y="146860"/>
                  </a:lnTo>
                  <a:lnTo>
                    <a:pt x="677" y="152111"/>
                  </a:lnTo>
                  <a:lnTo>
                    <a:pt x="285" y="157378"/>
                  </a:lnTo>
                  <a:lnTo>
                    <a:pt x="59" y="162654"/>
                  </a:lnTo>
                  <a:lnTo>
                    <a:pt x="0" y="167935"/>
                  </a:lnTo>
                  <a:lnTo>
                    <a:pt x="107" y="173215"/>
                  </a:lnTo>
                  <a:lnTo>
                    <a:pt x="382" y="178489"/>
                  </a:lnTo>
                  <a:lnTo>
                    <a:pt x="822" y="183752"/>
                  </a:lnTo>
                  <a:lnTo>
                    <a:pt x="1429" y="188998"/>
                  </a:lnTo>
                  <a:lnTo>
                    <a:pt x="2202" y="194222"/>
                  </a:lnTo>
                  <a:lnTo>
                    <a:pt x="3139" y="199420"/>
                  </a:lnTo>
                  <a:lnTo>
                    <a:pt x="4239" y="204585"/>
                  </a:lnTo>
                  <a:lnTo>
                    <a:pt x="5503" y="209713"/>
                  </a:lnTo>
                  <a:lnTo>
                    <a:pt x="6927" y="214798"/>
                  </a:lnTo>
                  <a:lnTo>
                    <a:pt x="8512" y="219836"/>
                  </a:lnTo>
                  <a:lnTo>
                    <a:pt x="10255" y="224821"/>
                  </a:lnTo>
                  <a:lnTo>
                    <a:pt x="12154" y="229749"/>
                  </a:lnTo>
                  <a:lnTo>
                    <a:pt x="14208" y="234614"/>
                  </a:lnTo>
                  <a:lnTo>
                    <a:pt x="16415" y="239412"/>
                  </a:lnTo>
                  <a:lnTo>
                    <a:pt x="18772" y="244138"/>
                  </a:lnTo>
                  <a:lnTo>
                    <a:pt x="21278" y="248787"/>
                  </a:lnTo>
                  <a:lnTo>
                    <a:pt x="23929" y="253355"/>
                  </a:lnTo>
                  <a:lnTo>
                    <a:pt x="26723" y="257836"/>
                  </a:lnTo>
                  <a:lnTo>
                    <a:pt x="29657" y="262227"/>
                  </a:lnTo>
                  <a:lnTo>
                    <a:pt x="32728" y="266523"/>
                  </a:lnTo>
                  <a:lnTo>
                    <a:pt x="35934" y="270720"/>
                  </a:lnTo>
                  <a:lnTo>
                    <a:pt x="39270" y="274814"/>
                  </a:lnTo>
                  <a:lnTo>
                    <a:pt x="42735" y="278800"/>
                  </a:lnTo>
                  <a:lnTo>
                    <a:pt x="46323" y="282675"/>
                  </a:lnTo>
                  <a:lnTo>
                    <a:pt x="50032" y="286435"/>
                  </a:lnTo>
                  <a:lnTo>
                    <a:pt x="53858" y="290075"/>
                  </a:lnTo>
                  <a:lnTo>
                    <a:pt x="57797" y="293593"/>
                  </a:lnTo>
                  <a:lnTo>
                    <a:pt x="61845" y="296985"/>
                  </a:lnTo>
                  <a:lnTo>
                    <a:pt x="65998" y="300247"/>
                  </a:lnTo>
                  <a:lnTo>
                    <a:pt x="70252" y="303376"/>
                  </a:lnTo>
                  <a:lnTo>
                    <a:pt x="74603" y="306369"/>
                  </a:lnTo>
                  <a:lnTo>
                    <a:pt x="79047" y="309224"/>
                  </a:lnTo>
                  <a:lnTo>
                    <a:pt x="83578" y="311936"/>
                  </a:lnTo>
                  <a:lnTo>
                    <a:pt x="88193" y="314504"/>
                  </a:lnTo>
                  <a:lnTo>
                    <a:pt x="92886" y="316925"/>
                  </a:lnTo>
                  <a:lnTo>
                    <a:pt x="97654" y="319197"/>
                  </a:lnTo>
                  <a:lnTo>
                    <a:pt x="102491" y="321317"/>
                  </a:lnTo>
                  <a:lnTo>
                    <a:pt x="107392" y="323283"/>
                  </a:lnTo>
                  <a:lnTo>
                    <a:pt x="112354" y="325093"/>
                  </a:lnTo>
                  <a:lnTo>
                    <a:pt x="117370" y="326746"/>
                  </a:lnTo>
                  <a:lnTo>
                    <a:pt x="122435" y="328239"/>
                  </a:lnTo>
                  <a:lnTo>
                    <a:pt x="127545" y="329571"/>
                  </a:lnTo>
                  <a:lnTo>
                    <a:pt x="132695" y="330742"/>
                  </a:lnTo>
                  <a:lnTo>
                    <a:pt x="137879" y="331749"/>
                  </a:lnTo>
                  <a:lnTo>
                    <a:pt x="143093" y="332592"/>
                  </a:lnTo>
                  <a:lnTo>
                    <a:pt x="148330" y="333270"/>
                  </a:lnTo>
                  <a:lnTo>
                    <a:pt x="153587" y="333782"/>
                  </a:lnTo>
                  <a:lnTo>
                    <a:pt x="158856" y="334128"/>
                  </a:lnTo>
                  <a:lnTo>
                    <a:pt x="164135" y="334307"/>
                  </a:lnTo>
                  <a:lnTo>
                    <a:pt x="169416" y="334319"/>
                  </a:lnTo>
                  <a:lnTo>
                    <a:pt x="174695" y="334165"/>
                  </a:lnTo>
                  <a:lnTo>
                    <a:pt x="179966" y="333844"/>
                  </a:lnTo>
                  <a:lnTo>
                    <a:pt x="185225" y="333356"/>
                  </a:lnTo>
                  <a:lnTo>
                    <a:pt x="190465" y="332703"/>
                  </a:lnTo>
                  <a:lnTo>
                    <a:pt x="195682" y="331884"/>
                  </a:lnTo>
                  <a:lnTo>
                    <a:pt x="200871" y="330901"/>
                  </a:lnTo>
                  <a:lnTo>
                    <a:pt x="206027" y="329755"/>
                  </a:lnTo>
                  <a:lnTo>
                    <a:pt x="211143" y="328446"/>
                  </a:lnTo>
                  <a:lnTo>
                    <a:pt x="216216" y="326976"/>
                  </a:lnTo>
                  <a:lnTo>
                    <a:pt x="221239" y="325347"/>
                  </a:lnTo>
                  <a:lnTo>
                    <a:pt x="226209" y="323560"/>
                  </a:lnTo>
                  <a:lnTo>
                    <a:pt x="231119" y="321617"/>
                  </a:lnTo>
                  <a:lnTo>
                    <a:pt x="235966" y="319520"/>
                  </a:lnTo>
                  <a:lnTo>
                    <a:pt x="240744" y="317270"/>
                  </a:lnTo>
                  <a:lnTo>
                    <a:pt x="245449" y="314871"/>
                  </a:lnTo>
                  <a:lnTo>
                    <a:pt x="250076" y="312325"/>
                  </a:lnTo>
                  <a:lnTo>
                    <a:pt x="254620" y="309633"/>
                  </a:lnTo>
                  <a:lnTo>
                    <a:pt x="259076" y="306800"/>
                  </a:lnTo>
                  <a:lnTo>
                    <a:pt x="263441" y="303827"/>
                  </a:lnTo>
                  <a:lnTo>
                    <a:pt x="267710" y="300717"/>
                  </a:lnTo>
                  <a:lnTo>
                    <a:pt x="271878" y="297475"/>
                  </a:lnTo>
                  <a:lnTo>
                    <a:pt x="275942" y="294102"/>
                  </a:lnTo>
                  <a:lnTo>
                    <a:pt x="279898" y="290603"/>
                  </a:lnTo>
                  <a:lnTo>
                    <a:pt x="283740" y="286980"/>
                  </a:lnTo>
                  <a:lnTo>
                    <a:pt x="287467" y="283238"/>
                  </a:lnTo>
                  <a:lnTo>
                    <a:pt x="291073" y="279380"/>
                  </a:lnTo>
                  <a:lnTo>
                    <a:pt x="294556" y="275410"/>
                  </a:lnTo>
                  <a:lnTo>
                    <a:pt x="297912" y="271332"/>
                  </a:lnTo>
                  <a:lnTo>
                    <a:pt x="301137" y="267150"/>
                  </a:lnTo>
                  <a:lnTo>
                    <a:pt x="304228" y="262868"/>
                  </a:lnTo>
                  <a:lnTo>
                    <a:pt x="307183" y="258491"/>
                  </a:lnTo>
                  <a:lnTo>
                    <a:pt x="309998" y="254022"/>
                  </a:lnTo>
                  <a:lnTo>
                    <a:pt x="312670" y="249467"/>
                  </a:lnTo>
                  <a:lnTo>
                    <a:pt x="315197" y="244830"/>
                  </a:lnTo>
                  <a:lnTo>
                    <a:pt x="317576" y="240115"/>
                  </a:lnTo>
                  <a:lnTo>
                    <a:pt x="319806" y="235327"/>
                  </a:lnTo>
                  <a:lnTo>
                    <a:pt x="321883" y="230472"/>
                  </a:lnTo>
                  <a:lnTo>
                    <a:pt x="323805" y="225553"/>
                  </a:lnTo>
                  <a:lnTo>
                    <a:pt x="325571" y="220576"/>
                  </a:lnTo>
                  <a:lnTo>
                    <a:pt x="327179" y="215545"/>
                  </a:lnTo>
                  <a:lnTo>
                    <a:pt x="328627" y="210467"/>
                  </a:lnTo>
                  <a:lnTo>
                    <a:pt x="329915" y="205345"/>
                  </a:lnTo>
                  <a:lnTo>
                    <a:pt x="331039" y="200185"/>
                  </a:lnTo>
                  <a:lnTo>
                    <a:pt x="332001" y="194992"/>
                  </a:lnTo>
                  <a:lnTo>
                    <a:pt x="332797" y="189771"/>
                  </a:lnTo>
                  <a:lnTo>
                    <a:pt x="333429" y="184528"/>
                  </a:lnTo>
                  <a:lnTo>
                    <a:pt x="333894" y="179267"/>
                  </a:lnTo>
                  <a:lnTo>
                    <a:pt x="334193" y="173995"/>
                  </a:lnTo>
                  <a:lnTo>
                    <a:pt x="334325" y="168715"/>
                  </a:lnTo>
                  <a:lnTo>
                    <a:pt x="334291" y="163434"/>
                  </a:lnTo>
                  <a:lnTo>
                    <a:pt x="334090" y="158157"/>
                  </a:lnTo>
                  <a:lnTo>
                    <a:pt x="333722" y="152888"/>
                  </a:lnTo>
                  <a:lnTo>
                    <a:pt x="333188" y="147634"/>
                  </a:lnTo>
                  <a:lnTo>
                    <a:pt x="332488" y="142400"/>
                  </a:lnTo>
                  <a:lnTo>
                    <a:pt x="331623" y="137190"/>
                  </a:lnTo>
                  <a:lnTo>
                    <a:pt x="330594" y="132010"/>
                  </a:lnTo>
                  <a:lnTo>
                    <a:pt x="329402" y="126865"/>
                  </a:lnTo>
                  <a:lnTo>
                    <a:pt x="328048" y="121761"/>
                  </a:lnTo>
                  <a:lnTo>
                    <a:pt x="326533" y="116701"/>
                  </a:lnTo>
                  <a:lnTo>
                    <a:pt x="324860" y="111692"/>
                  </a:lnTo>
                  <a:lnTo>
                    <a:pt x="323029" y="106739"/>
                  </a:lnTo>
                  <a:lnTo>
                    <a:pt x="321042" y="101845"/>
                  </a:lnTo>
                  <a:lnTo>
                    <a:pt x="318902" y="97017"/>
                  </a:lnTo>
                  <a:lnTo>
                    <a:pt x="316610" y="92259"/>
                  </a:lnTo>
                  <a:lnTo>
                    <a:pt x="314169" y="87576"/>
                  </a:lnTo>
                  <a:lnTo>
                    <a:pt x="311582" y="82972"/>
                  </a:lnTo>
                  <a:lnTo>
                    <a:pt x="308850" y="78452"/>
                  </a:lnTo>
                  <a:lnTo>
                    <a:pt x="305977" y="74021"/>
                  </a:lnTo>
                  <a:lnTo>
                    <a:pt x="302966" y="69683"/>
                  </a:lnTo>
                  <a:lnTo>
                    <a:pt x="299819" y="65442"/>
                  </a:lnTo>
                  <a:lnTo>
                    <a:pt x="296539" y="61302"/>
                  </a:lnTo>
                  <a:lnTo>
                    <a:pt x="293131" y="57268"/>
                  </a:lnTo>
                  <a:lnTo>
                    <a:pt x="289596" y="53344"/>
                  </a:lnTo>
                  <a:lnTo>
                    <a:pt x="285940" y="49534"/>
                  </a:lnTo>
                  <a:lnTo>
                    <a:pt x="282165" y="45841"/>
                  </a:lnTo>
                  <a:lnTo>
                    <a:pt x="278275" y="42268"/>
                  </a:lnTo>
                  <a:lnTo>
                    <a:pt x="274274" y="38821"/>
                  </a:lnTo>
                  <a:lnTo>
                    <a:pt x="270166" y="35502"/>
                  </a:lnTo>
                  <a:lnTo>
                    <a:pt x="265956" y="32314"/>
                  </a:lnTo>
                  <a:lnTo>
                    <a:pt x="261647" y="29261"/>
                  </a:lnTo>
                  <a:lnTo>
                    <a:pt x="257244" y="26345"/>
                  </a:lnTo>
                  <a:lnTo>
                    <a:pt x="252750" y="23570"/>
                  </a:lnTo>
                  <a:lnTo>
                    <a:pt x="248172" y="20938"/>
                  </a:lnTo>
                  <a:lnTo>
                    <a:pt x="243512" y="18452"/>
                  </a:lnTo>
                  <a:lnTo>
                    <a:pt x="238776" y="16115"/>
                  </a:lnTo>
                  <a:lnTo>
                    <a:pt x="233969" y="13928"/>
                  </a:lnTo>
                  <a:lnTo>
                    <a:pt x="229095" y="11894"/>
                  </a:lnTo>
                  <a:lnTo>
                    <a:pt x="224160" y="10015"/>
                  </a:lnTo>
                  <a:lnTo>
                    <a:pt x="219167" y="8294"/>
                  </a:lnTo>
                  <a:lnTo>
                    <a:pt x="214123" y="6730"/>
                  </a:lnTo>
                  <a:lnTo>
                    <a:pt x="209031" y="5327"/>
                  </a:lnTo>
                  <a:lnTo>
                    <a:pt x="203898" y="4085"/>
                  </a:lnTo>
                  <a:lnTo>
                    <a:pt x="198728" y="3006"/>
                  </a:lnTo>
                  <a:lnTo>
                    <a:pt x="193527" y="2091"/>
                  </a:lnTo>
                  <a:lnTo>
                    <a:pt x="188300" y="1341"/>
                  </a:lnTo>
                  <a:lnTo>
                    <a:pt x="183051" y="756"/>
                  </a:lnTo>
                  <a:lnTo>
                    <a:pt x="177786" y="337"/>
                  </a:lnTo>
                  <a:lnTo>
                    <a:pt x="172511" y="85"/>
                  </a:lnTo>
                  <a:lnTo>
                    <a:pt x="167231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721" y="4213821"/>
              <a:ext cx="4566" cy="167167"/>
            </a:xfrm>
            <a:custGeom>
              <a:avLst/>
              <a:pathLst>
                <a:path w="4566" h="167167">
                  <a:moveTo>
                    <a:pt x="4566" y="0"/>
                  </a:moveTo>
                  <a:lnTo>
                    <a:pt x="0" y="62"/>
                  </a:lnTo>
                  <a:lnTo>
                    <a:pt x="456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721" y="4213883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1" y="4213821"/>
              <a:ext cx="334324" cy="334321"/>
            </a:xfrm>
            <a:custGeom>
              <a:avLst/>
              <a:pathLst>
                <a:path w="334324" h="334321">
                  <a:moveTo>
                    <a:pt x="162599" y="62"/>
                  </a:moveTo>
                  <a:lnTo>
                    <a:pt x="157324" y="289"/>
                  </a:lnTo>
                  <a:lnTo>
                    <a:pt x="152059" y="683"/>
                  </a:lnTo>
                  <a:lnTo>
                    <a:pt x="146809" y="1243"/>
                  </a:lnTo>
                  <a:lnTo>
                    <a:pt x="141579" y="1969"/>
                  </a:lnTo>
                  <a:lnTo>
                    <a:pt x="136375" y="2859"/>
                  </a:lnTo>
                  <a:lnTo>
                    <a:pt x="131202" y="3914"/>
                  </a:lnTo>
                  <a:lnTo>
                    <a:pt x="126064" y="5131"/>
                  </a:lnTo>
                  <a:lnTo>
                    <a:pt x="120967" y="6510"/>
                  </a:lnTo>
                  <a:lnTo>
                    <a:pt x="115917" y="8049"/>
                  </a:lnTo>
                  <a:lnTo>
                    <a:pt x="110918" y="9746"/>
                  </a:lnTo>
                  <a:lnTo>
                    <a:pt x="105974" y="11601"/>
                  </a:lnTo>
                  <a:lnTo>
                    <a:pt x="101092" y="13611"/>
                  </a:lnTo>
                  <a:lnTo>
                    <a:pt x="96276" y="15774"/>
                  </a:lnTo>
                  <a:lnTo>
                    <a:pt x="91530" y="18089"/>
                  </a:lnTo>
                  <a:lnTo>
                    <a:pt x="86860" y="20552"/>
                  </a:lnTo>
                  <a:lnTo>
                    <a:pt x="82270" y="23161"/>
                  </a:lnTo>
                  <a:lnTo>
                    <a:pt x="77764" y="25914"/>
                  </a:lnTo>
                  <a:lnTo>
                    <a:pt x="73348" y="28807"/>
                  </a:lnTo>
                  <a:lnTo>
                    <a:pt x="69026" y="31839"/>
                  </a:lnTo>
                  <a:lnTo>
                    <a:pt x="64801" y="35006"/>
                  </a:lnTo>
                  <a:lnTo>
                    <a:pt x="60678" y="38304"/>
                  </a:lnTo>
                  <a:lnTo>
                    <a:pt x="56662" y="41732"/>
                  </a:lnTo>
                  <a:lnTo>
                    <a:pt x="52756" y="45284"/>
                  </a:lnTo>
                  <a:lnTo>
                    <a:pt x="48964" y="48958"/>
                  </a:lnTo>
                  <a:lnTo>
                    <a:pt x="45290" y="52750"/>
                  </a:lnTo>
                  <a:lnTo>
                    <a:pt x="41737" y="56655"/>
                  </a:lnTo>
                  <a:lnTo>
                    <a:pt x="38310" y="60672"/>
                  </a:lnTo>
                  <a:lnTo>
                    <a:pt x="35011" y="64794"/>
                  </a:lnTo>
                  <a:lnTo>
                    <a:pt x="31844" y="69019"/>
                  </a:lnTo>
                  <a:lnTo>
                    <a:pt x="28812" y="73341"/>
                  </a:lnTo>
                  <a:lnTo>
                    <a:pt x="25918" y="77757"/>
                  </a:lnTo>
                  <a:lnTo>
                    <a:pt x="23165" y="82262"/>
                  </a:lnTo>
                  <a:lnTo>
                    <a:pt x="20555" y="86852"/>
                  </a:lnTo>
                  <a:lnTo>
                    <a:pt x="18092" y="91522"/>
                  </a:lnTo>
                  <a:lnTo>
                    <a:pt x="15778" y="96268"/>
                  </a:lnTo>
                  <a:lnTo>
                    <a:pt x="13614" y="101084"/>
                  </a:lnTo>
                  <a:lnTo>
                    <a:pt x="11604" y="105966"/>
                  </a:lnTo>
                  <a:lnTo>
                    <a:pt x="9749" y="110909"/>
                  </a:lnTo>
                  <a:lnTo>
                    <a:pt x="8051" y="115908"/>
                  </a:lnTo>
                  <a:lnTo>
                    <a:pt x="6511" y="120959"/>
                  </a:lnTo>
                  <a:lnTo>
                    <a:pt x="5132" y="126055"/>
                  </a:lnTo>
                  <a:lnTo>
                    <a:pt x="3915" y="131193"/>
                  </a:lnTo>
                  <a:lnTo>
                    <a:pt x="2860" y="136366"/>
                  </a:lnTo>
                  <a:lnTo>
                    <a:pt x="1969" y="141570"/>
                  </a:lnTo>
                  <a:lnTo>
                    <a:pt x="1243" y="146800"/>
                  </a:lnTo>
                  <a:lnTo>
                    <a:pt x="683" y="152050"/>
                  </a:lnTo>
                  <a:lnTo>
                    <a:pt x="289" y="157315"/>
                  </a:lnTo>
                  <a:lnTo>
                    <a:pt x="61" y="162590"/>
                  </a:lnTo>
                  <a:lnTo>
                    <a:pt x="0" y="167870"/>
                  </a:lnTo>
                  <a:lnTo>
                    <a:pt x="105" y="173148"/>
                  </a:lnTo>
                  <a:lnTo>
                    <a:pt x="377" y="178421"/>
                  </a:lnTo>
                  <a:lnTo>
                    <a:pt x="816" y="183683"/>
                  </a:lnTo>
                  <a:lnTo>
                    <a:pt x="1420" y="188928"/>
                  </a:lnTo>
                  <a:lnTo>
                    <a:pt x="2190" y="194151"/>
                  </a:lnTo>
                  <a:lnTo>
                    <a:pt x="3125" y="199348"/>
                  </a:lnTo>
                  <a:lnTo>
                    <a:pt x="4223" y="204512"/>
                  </a:lnTo>
                  <a:lnTo>
                    <a:pt x="5484" y="209639"/>
                  </a:lnTo>
                  <a:lnTo>
                    <a:pt x="6906" y="214724"/>
                  </a:lnTo>
                  <a:lnTo>
                    <a:pt x="8487" y="219761"/>
                  </a:lnTo>
                  <a:lnTo>
                    <a:pt x="10227" y="224746"/>
                  </a:lnTo>
                  <a:lnTo>
                    <a:pt x="12124" y="229673"/>
                  </a:lnTo>
                  <a:lnTo>
                    <a:pt x="14175" y="234539"/>
                  </a:lnTo>
                  <a:lnTo>
                    <a:pt x="16379" y="239336"/>
                  </a:lnTo>
                  <a:lnTo>
                    <a:pt x="18734" y="244062"/>
                  </a:lnTo>
                  <a:lnTo>
                    <a:pt x="21236" y="248711"/>
                  </a:lnTo>
                  <a:lnTo>
                    <a:pt x="23884" y="253279"/>
                  </a:lnTo>
                  <a:lnTo>
                    <a:pt x="26675" y="257761"/>
                  </a:lnTo>
                  <a:lnTo>
                    <a:pt x="29606" y="262153"/>
                  </a:lnTo>
                  <a:lnTo>
                    <a:pt x="32674" y="266449"/>
                  </a:lnTo>
                  <a:lnTo>
                    <a:pt x="35877" y="270647"/>
                  </a:lnTo>
                  <a:lnTo>
                    <a:pt x="39210" y="274742"/>
                  </a:lnTo>
                  <a:lnTo>
                    <a:pt x="42671" y="278729"/>
                  </a:lnTo>
                  <a:lnTo>
                    <a:pt x="46256" y="282605"/>
                  </a:lnTo>
                  <a:lnTo>
                    <a:pt x="49962" y="286365"/>
                  </a:lnTo>
                  <a:lnTo>
                    <a:pt x="53785" y="290007"/>
                  </a:lnTo>
                  <a:lnTo>
                    <a:pt x="57721" y="293527"/>
                  </a:lnTo>
                  <a:lnTo>
                    <a:pt x="61766" y="296920"/>
                  </a:lnTo>
                  <a:lnTo>
                    <a:pt x="65916" y="300184"/>
                  </a:lnTo>
                  <a:lnTo>
                    <a:pt x="70167" y="303315"/>
                  </a:lnTo>
                  <a:lnTo>
                    <a:pt x="74515" y="306310"/>
                  </a:lnTo>
                  <a:lnTo>
                    <a:pt x="78956" y="309167"/>
                  </a:lnTo>
                  <a:lnTo>
                    <a:pt x="83484" y="311881"/>
                  </a:lnTo>
                  <a:lnTo>
                    <a:pt x="88096" y="314452"/>
                  </a:lnTo>
                  <a:lnTo>
                    <a:pt x="92787" y="316875"/>
                  </a:lnTo>
                  <a:lnTo>
                    <a:pt x="97551" y="319150"/>
                  </a:lnTo>
                  <a:lnTo>
                    <a:pt x="102386" y="321272"/>
                  </a:lnTo>
                  <a:lnTo>
                    <a:pt x="107285" y="323241"/>
                  </a:lnTo>
                  <a:lnTo>
                    <a:pt x="112244" y="325054"/>
                  </a:lnTo>
                  <a:lnTo>
                    <a:pt x="117257" y="326710"/>
                  </a:lnTo>
                  <a:lnTo>
                    <a:pt x="122320" y="328207"/>
                  </a:lnTo>
                  <a:lnTo>
                    <a:pt x="127428" y="329542"/>
                  </a:lnTo>
                  <a:lnTo>
                    <a:pt x="132576" y="330716"/>
                  </a:lnTo>
                  <a:lnTo>
                    <a:pt x="137758" y="331727"/>
                  </a:lnTo>
                  <a:lnTo>
                    <a:pt x="142970" y="332574"/>
                  </a:lnTo>
                  <a:lnTo>
                    <a:pt x="148205" y="333255"/>
                  </a:lnTo>
                  <a:lnTo>
                    <a:pt x="153460" y="333771"/>
                  </a:lnTo>
                  <a:lnTo>
                    <a:pt x="158728" y="334121"/>
                  </a:lnTo>
                  <a:lnTo>
                    <a:pt x="164005" y="334304"/>
                  </a:lnTo>
                  <a:lnTo>
                    <a:pt x="169285" y="334321"/>
                  </a:lnTo>
                  <a:lnTo>
                    <a:pt x="174562" y="334170"/>
                  </a:lnTo>
                  <a:lnTo>
                    <a:pt x="179833" y="333853"/>
                  </a:lnTo>
                  <a:lnTo>
                    <a:pt x="185090" y="333370"/>
                  </a:lnTo>
                  <a:lnTo>
                    <a:pt x="190330" y="332721"/>
                  </a:lnTo>
                  <a:lnTo>
                    <a:pt x="195547" y="331907"/>
                  </a:lnTo>
                  <a:lnTo>
                    <a:pt x="200735" y="330929"/>
                  </a:lnTo>
                  <a:lnTo>
                    <a:pt x="205890" y="329787"/>
                  </a:lnTo>
                  <a:lnTo>
                    <a:pt x="211006" y="328483"/>
                  </a:lnTo>
                  <a:lnTo>
                    <a:pt x="216079" y="327018"/>
                  </a:lnTo>
                  <a:lnTo>
                    <a:pt x="221102" y="325394"/>
                  </a:lnTo>
                  <a:lnTo>
                    <a:pt x="226072" y="323611"/>
                  </a:lnTo>
                  <a:lnTo>
                    <a:pt x="230984" y="321673"/>
                  </a:lnTo>
                  <a:lnTo>
                    <a:pt x="235831" y="319581"/>
                  </a:lnTo>
                  <a:lnTo>
                    <a:pt x="240610" y="317336"/>
                  </a:lnTo>
                  <a:lnTo>
                    <a:pt x="245316" y="314942"/>
                  </a:lnTo>
                  <a:lnTo>
                    <a:pt x="249944" y="312400"/>
                  </a:lnTo>
                  <a:lnTo>
                    <a:pt x="254489" y="309713"/>
                  </a:lnTo>
                  <a:lnTo>
                    <a:pt x="258947" y="306885"/>
                  </a:lnTo>
                  <a:lnTo>
                    <a:pt x="263313" y="303917"/>
                  </a:lnTo>
                  <a:lnTo>
                    <a:pt x="267584" y="300812"/>
                  </a:lnTo>
                  <a:lnTo>
                    <a:pt x="271754" y="297574"/>
                  </a:lnTo>
                  <a:lnTo>
                    <a:pt x="275821" y="294206"/>
                  </a:lnTo>
                  <a:lnTo>
                    <a:pt x="279778" y="290711"/>
                  </a:lnTo>
                  <a:lnTo>
                    <a:pt x="283624" y="287093"/>
                  </a:lnTo>
                  <a:lnTo>
                    <a:pt x="287353" y="283356"/>
                  </a:lnTo>
                  <a:lnTo>
                    <a:pt x="290962" y="279502"/>
                  </a:lnTo>
                  <a:lnTo>
                    <a:pt x="294448" y="275537"/>
                  </a:lnTo>
                  <a:lnTo>
                    <a:pt x="297807" y="271463"/>
                  </a:lnTo>
                  <a:lnTo>
                    <a:pt x="301035" y="267286"/>
                  </a:lnTo>
                  <a:lnTo>
                    <a:pt x="304130" y="263008"/>
                  </a:lnTo>
                  <a:lnTo>
                    <a:pt x="307089" y="258635"/>
                  </a:lnTo>
                  <a:lnTo>
                    <a:pt x="309908" y="254170"/>
                  </a:lnTo>
                  <a:lnTo>
                    <a:pt x="312584" y="249619"/>
                  </a:lnTo>
                  <a:lnTo>
                    <a:pt x="315115" y="244986"/>
                  </a:lnTo>
                  <a:lnTo>
                    <a:pt x="317499" y="240275"/>
                  </a:lnTo>
                  <a:lnTo>
                    <a:pt x="319733" y="235491"/>
                  </a:lnTo>
                  <a:lnTo>
                    <a:pt x="321814" y="230638"/>
                  </a:lnTo>
                  <a:lnTo>
                    <a:pt x="323742" y="225723"/>
                  </a:lnTo>
                  <a:lnTo>
                    <a:pt x="325513" y="220749"/>
                  </a:lnTo>
                  <a:lnTo>
                    <a:pt x="327126" y="215722"/>
                  </a:lnTo>
                  <a:lnTo>
                    <a:pt x="328580" y="210646"/>
                  </a:lnTo>
                  <a:lnTo>
                    <a:pt x="329872" y="205527"/>
                  </a:lnTo>
                  <a:lnTo>
                    <a:pt x="331002" y="200369"/>
                  </a:lnTo>
                  <a:lnTo>
                    <a:pt x="331969" y="195179"/>
                  </a:lnTo>
                  <a:lnTo>
                    <a:pt x="332772" y="189960"/>
                  </a:lnTo>
                  <a:lnTo>
                    <a:pt x="333409" y="184719"/>
                  </a:lnTo>
                  <a:lnTo>
                    <a:pt x="333880" y="179460"/>
                  </a:lnTo>
                  <a:lnTo>
                    <a:pt x="334185" y="174189"/>
                  </a:lnTo>
                  <a:lnTo>
                    <a:pt x="334324" y="168911"/>
                  </a:lnTo>
                  <a:lnTo>
                    <a:pt x="334296" y="163632"/>
                  </a:lnTo>
                  <a:lnTo>
                    <a:pt x="334101" y="158355"/>
                  </a:lnTo>
                  <a:lnTo>
                    <a:pt x="333739" y="153088"/>
                  </a:lnTo>
                  <a:lnTo>
                    <a:pt x="333211" y="147835"/>
                  </a:lnTo>
                  <a:lnTo>
                    <a:pt x="332518" y="142600"/>
                  </a:lnTo>
                  <a:lnTo>
                    <a:pt x="331660" y="137391"/>
                  </a:lnTo>
                  <a:lnTo>
                    <a:pt x="330637" y="132211"/>
                  </a:lnTo>
                  <a:lnTo>
                    <a:pt x="329452" y="127066"/>
                  </a:lnTo>
                  <a:lnTo>
                    <a:pt x="328105" y="121961"/>
                  </a:lnTo>
                  <a:lnTo>
                    <a:pt x="326597" y="116901"/>
                  </a:lnTo>
                  <a:lnTo>
                    <a:pt x="324930" y="111891"/>
                  </a:lnTo>
                  <a:lnTo>
                    <a:pt x="323105" y="106937"/>
                  </a:lnTo>
                  <a:lnTo>
                    <a:pt x="321126" y="102042"/>
                  </a:lnTo>
                  <a:lnTo>
                    <a:pt x="318992" y="97212"/>
                  </a:lnTo>
                  <a:lnTo>
                    <a:pt x="316707" y="92453"/>
                  </a:lnTo>
                  <a:lnTo>
                    <a:pt x="314273" y="87767"/>
                  </a:lnTo>
                  <a:lnTo>
                    <a:pt x="311692" y="83161"/>
                  </a:lnTo>
                  <a:lnTo>
                    <a:pt x="308967" y="78639"/>
                  </a:lnTo>
                  <a:lnTo>
                    <a:pt x="306101" y="74205"/>
                  </a:lnTo>
                  <a:lnTo>
                    <a:pt x="303096" y="69864"/>
                  </a:lnTo>
                  <a:lnTo>
                    <a:pt x="299955" y="65620"/>
                  </a:lnTo>
                  <a:lnTo>
                    <a:pt x="296682" y="61477"/>
                  </a:lnTo>
                  <a:lnTo>
                    <a:pt x="293280" y="57439"/>
                  </a:lnTo>
                  <a:lnTo>
                    <a:pt x="289752" y="53511"/>
                  </a:lnTo>
                  <a:lnTo>
                    <a:pt x="286101" y="49697"/>
                  </a:lnTo>
                  <a:lnTo>
                    <a:pt x="282332" y="45999"/>
                  </a:lnTo>
                  <a:lnTo>
                    <a:pt x="278448" y="42423"/>
                  </a:lnTo>
                  <a:lnTo>
                    <a:pt x="274454" y="38971"/>
                  </a:lnTo>
                  <a:lnTo>
                    <a:pt x="270352" y="35646"/>
                  </a:lnTo>
                  <a:lnTo>
                    <a:pt x="266147" y="32453"/>
                  </a:lnTo>
                  <a:lnTo>
                    <a:pt x="261843" y="29395"/>
                  </a:lnTo>
                  <a:lnTo>
                    <a:pt x="257445" y="26473"/>
                  </a:lnTo>
                  <a:lnTo>
                    <a:pt x="252957" y="23693"/>
                  </a:lnTo>
                  <a:lnTo>
                    <a:pt x="248383" y="21055"/>
                  </a:lnTo>
                  <a:lnTo>
                    <a:pt x="243728" y="18563"/>
                  </a:lnTo>
                  <a:lnTo>
                    <a:pt x="238997" y="16219"/>
                  </a:lnTo>
                  <a:lnTo>
                    <a:pt x="234195" y="14026"/>
                  </a:lnTo>
                  <a:lnTo>
                    <a:pt x="229325" y="11986"/>
                  </a:lnTo>
                  <a:lnTo>
                    <a:pt x="224393" y="10100"/>
                  </a:lnTo>
                  <a:lnTo>
                    <a:pt x="219405" y="8371"/>
                  </a:lnTo>
                  <a:lnTo>
                    <a:pt x="214364" y="6801"/>
                  </a:lnTo>
                  <a:lnTo>
                    <a:pt x="209276" y="5390"/>
                  </a:lnTo>
                  <a:lnTo>
                    <a:pt x="204146" y="4141"/>
                  </a:lnTo>
                  <a:lnTo>
                    <a:pt x="198979" y="3054"/>
                  </a:lnTo>
                  <a:lnTo>
                    <a:pt x="193780" y="2131"/>
                  </a:lnTo>
                  <a:lnTo>
                    <a:pt x="188555" y="1373"/>
                  </a:lnTo>
                  <a:lnTo>
                    <a:pt x="183309" y="780"/>
                  </a:lnTo>
                  <a:lnTo>
                    <a:pt x="178046" y="354"/>
                  </a:lnTo>
                  <a:lnTo>
                    <a:pt x="172773" y="93"/>
                  </a:lnTo>
                  <a:lnTo>
                    <a:pt x="167494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328" cy="167167"/>
            </a:xfrm>
            <a:custGeom>
              <a:avLst/>
              <a:pathLst>
                <a:path w="328" h="167167">
                  <a:moveTo>
                    <a:pt x="328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276" y="4659281"/>
              <a:ext cx="1248" cy="167167"/>
            </a:xfrm>
            <a:custGeom>
              <a:avLst/>
              <a:pathLst>
                <a:path w="1248" h="167167">
                  <a:moveTo>
                    <a:pt x="1248" y="0"/>
                  </a:moveTo>
                  <a:lnTo>
                    <a:pt x="0" y="4"/>
                  </a:lnTo>
                  <a:lnTo>
                    <a:pt x="124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3088" y="4659286"/>
              <a:ext cx="143436" cy="167162"/>
            </a:xfrm>
            <a:custGeom>
              <a:avLst/>
              <a:pathLst>
                <a:path w="143436" h="167162">
                  <a:moveTo>
                    <a:pt x="142187" y="0"/>
                  </a:moveTo>
                  <a:lnTo>
                    <a:pt x="136667" y="132"/>
                  </a:lnTo>
                  <a:lnTo>
                    <a:pt x="131155" y="447"/>
                  </a:lnTo>
                  <a:lnTo>
                    <a:pt x="125656" y="943"/>
                  </a:lnTo>
                  <a:lnTo>
                    <a:pt x="120176" y="1621"/>
                  </a:lnTo>
                  <a:lnTo>
                    <a:pt x="114722" y="2479"/>
                  </a:lnTo>
                  <a:lnTo>
                    <a:pt x="109299" y="3518"/>
                  </a:lnTo>
                  <a:lnTo>
                    <a:pt x="103913" y="4734"/>
                  </a:lnTo>
                  <a:lnTo>
                    <a:pt x="98570" y="6128"/>
                  </a:lnTo>
                  <a:lnTo>
                    <a:pt x="93276" y="7698"/>
                  </a:lnTo>
                  <a:lnTo>
                    <a:pt x="88037" y="9441"/>
                  </a:lnTo>
                  <a:lnTo>
                    <a:pt x="82859" y="11357"/>
                  </a:lnTo>
                  <a:lnTo>
                    <a:pt x="77746" y="13442"/>
                  </a:lnTo>
                  <a:lnTo>
                    <a:pt x="72705" y="15696"/>
                  </a:lnTo>
                  <a:lnTo>
                    <a:pt x="67742" y="18114"/>
                  </a:lnTo>
                  <a:lnTo>
                    <a:pt x="62861" y="20695"/>
                  </a:lnTo>
                  <a:lnTo>
                    <a:pt x="58068" y="23436"/>
                  </a:lnTo>
                  <a:lnTo>
                    <a:pt x="53367" y="26334"/>
                  </a:lnTo>
                  <a:lnTo>
                    <a:pt x="48766" y="29385"/>
                  </a:lnTo>
                  <a:lnTo>
                    <a:pt x="44267" y="32587"/>
                  </a:lnTo>
                  <a:lnTo>
                    <a:pt x="39877" y="35935"/>
                  </a:lnTo>
                  <a:lnTo>
                    <a:pt x="35600" y="39427"/>
                  </a:lnTo>
                  <a:lnTo>
                    <a:pt x="31440" y="43058"/>
                  </a:lnTo>
                  <a:lnTo>
                    <a:pt x="27402" y="46825"/>
                  </a:lnTo>
                  <a:lnTo>
                    <a:pt x="23491" y="50722"/>
                  </a:lnTo>
                  <a:lnTo>
                    <a:pt x="19711" y="54747"/>
                  </a:lnTo>
                  <a:lnTo>
                    <a:pt x="16066" y="58894"/>
                  </a:lnTo>
                  <a:lnTo>
                    <a:pt x="12560" y="63160"/>
                  </a:lnTo>
                  <a:lnTo>
                    <a:pt x="9197" y="67539"/>
                  </a:lnTo>
                  <a:lnTo>
                    <a:pt x="5980" y="72026"/>
                  </a:lnTo>
                  <a:lnTo>
                    <a:pt x="2913" y="76618"/>
                  </a:lnTo>
                  <a:lnTo>
                    <a:pt x="0" y="81308"/>
                  </a:lnTo>
                  <a:lnTo>
                    <a:pt x="143436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57" y="4659281"/>
              <a:ext cx="334324" cy="334327"/>
            </a:xfrm>
            <a:custGeom>
              <a:avLst/>
              <a:pathLst>
                <a:path w="334324" h="334327">
                  <a:moveTo>
                    <a:pt x="23730" y="81313"/>
                  </a:moveTo>
                  <a:lnTo>
                    <a:pt x="21086" y="85893"/>
                  </a:lnTo>
                  <a:lnTo>
                    <a:pt x="18589" y="90554"/>
                  </a:lnTo>
                  <a:lnTo>
                    <a:pt x="16240" y="95292"/>
                  </a:lnTo>
                  <a:lnTo>
                    <a:pt x="14042" y="100102"/>
                  </a:lnTo>
                  <a:lnTo>
                    <a:pt x="11997" y="104980"/>
                  </a:lnTo>
                  <a:lnTo>
                    <a:pt x="10107" y="109919"/>
                  </a:lnTo>
                  <a:lnTo>
                    <a:pt x="8375" y="114916"/>
                  </a:lnTo>
                  <a:lnTo>
                    <a:pt x="6802" y="119965"/>
                  </a:lnTo>
                  <a:lnTo>
                    <a:pt x="5389" y="125061"/>
                  </a:lnTo>
                  <a:lnTo>
                    <a:pt x="4138" y="130199"/>
                  </a:lnTo>
                  <a:lnTo>
                    <a:pt x="3050" y="135375"/>
                  </a:lnTo>
                  <a:lnTo>
                    <a:pt x="2127" y="140582"/>
                  </a:lnTo>
                  <a:lnTo>
                    <a:pt x="1368" y="145816"/>
                  </a:lnTo>
                  <a:lnTo>
                    <a:pt x="776" y="151071"/>
                  </a:lnTo>
                  <a:lnTo>
                    <a:pt x="350" y="156342"/>
                  </a:lnTo>
                  <a:lnTo>
                    <a:pt x="91" y="161624"/>
                  </a:lnTo>
                  <a:lnTo>
                    <a:pt x="0" y="166912"/>
                  </a:lnTo>
                  <a:lnTo>
                    <a:pt x="75" y="172200"/>
                  </a:lnTo>
                  <a:lnTo>
                    <a:pt x="318" y="177483"/>
                  </a:lnTo>
                  <a:lnTo>
                    <a:pt x="728" y="182755"/>
                  </a:lnTo>
                  <a:lnTo>
                    <a:pt x="1304" y="188012"/>
                  </a:lnTo>
                  <a:lnTo>
                    <a:pt x="2046" y="193248"/>
                  </a:lnTo>
                  <a:lnTo>
                    <a:pt x="2954" y="198458"/>
                  </a:lnTo>
                  <a:lnTo>
                    <a:pt x="4026" y="203637"/>
                  </a:lnTo>
                  <a:lnTo>
                    <a:pt x="5261" y="208779"/>
                  </a:lnTo>
                  <a:lnTo>
                    <a:pt x="6659" y="213880"/>
                  </a:lnTo>
                  <a:lnTo>
                    <a:pt x="8216" y="218933"/>
                  </a:lnTo>
                  <a:lnTo>
                    <a:pt x="9934" y="223935"/>
                  </a:lnTo>
                  <a:lnTo>
                    <a:pt x="11808" y="228881"/>
                  </a:lnTo>
                  <a:lnTo>
                    <a:pt x="13838" y="233764"/>
                  </a:lnTo>
                  <a:lnTo>
                    <a:pt x="16021" y="238581"/>
                  </a:lnTo>
                  <a:lnTo>
                    <a:pt x="18356" y="243326"/>
                  </a:lnTo>
                  <a:lnTo>
                    <a:pt x="20839" y="247995"/>
                  </a:lnTo>
                  <a:lnTo>
                    <a:pt x="23469" y="252583"/>
                  </a:lnTo>
                  <a:lnTo>
                    <a:pt x="26243" y="257086"/>
                  </a:lnTo>
                  <a:lnTo>
                    <a:pt x="29158" y="261498"/>
                  </a:lnTo>
                  <a:lnTo>
                    <a:pt x="32211" y="265817"/>
                  </a:lnTo>
                  <a:lnTo>
                    <a:pt x="35399" y="270036"/>
                  </a:lnTo>
                  <a:lnTo>
                    <a:pt x="38718" y="274153"/>
                  </a:lnTo>
                  <a:lnTo>
                    <a:pt x="42167" y="278162"/>
                  </a:lnTo>
                  <a:lnTo>
                    <a:pt x="45740" y="282061"/>
                  </a:lnTo>
                  <a:lnTo>
                    <a:pt x="49435" y="285844"/>
                  </a:lnTo>
                  <a:lnTo>
                    <a:pt x="53248" y="289509"/>
                  </a:lnTo>
                  <a:lnTo>
                    <a:pt x="57175" y="293051"/>
                  </a:lnTo>
                  <a:lnTo>
                    <a:pt x="61212" y="296467"/>
                  </a:lnTo>
                  <a:lnTo>
                    <a:pt x="65355" y="299754"/>
                  </a:lnTo>
                  <a:lnTo>
                    <a:pt x="69600" y="302908"/>
                  </a:lnTo>
                  <a:lnTo>
                    <a:pt x="73943" y="305927"/>
                  </a:lnTo>
                  <a:lnTo>
                    <a:pt x="78379" y="308806"/>
                  </a:lnTo>
                  <a:lnTo>
                    <a:pt x="82903" y="311544"/>
                  </a:lnTo>
                  <a:lnTo>
                    <a:pt x="87512" y="314137"/>
                  </a:lnTo>
                  <a:lnTo>
                    <a:pt x="92201" y="316583"/>
                  </a:lnTo>
                  <a:lnTo>
                    <a:pt x="96965" y="318879"/>
                  </a:lnTo>
                  <a:lnTo>
                    <a:pt x="101799" y="321024"/>
                  </a:lnTo>
                  <a:lnTo>
                    <a:pt x="106698" y="323015"/>
                  </a:lnTo>
                  <a:lnTo>
                    <a:pt x="111658" y="324849"/>
                  </a:lnTo>
                  <a:lnTo>
                    <a:pt x="116674" y="326526"/>
                  </a:lnTo>
                  <a:lnTo>
                    <a:pt x="121740" y="328044"/>
                  </a:lnTo>
                  <a:lnTo>
                    <a:pt x="126852" y="329400"/>
                  </a:lnTo>
                  <a:lnTo>
                    <a:pt x="132003" y="330594"/>
                  </a:lnTo>
                  <a:lnTo>
                    <a:pt x="137191" y="331625"/>
                  </a:lnTo>
                  <a:lnTo>
                    <a:pt x="142408" y="332491"/>
                  </a:lnTo>
                  <a:lnTo>
                    <a:pt x="147650" y="333191"/>
                  </a:lnTo>
                  <a:lnTo>
                    <a:pt x="152911" y="333725"/>
                  </a:lnTo>
                  <a:lnTo>
                    <a:pt x="158187" y="334093"/>
                  </a:lnTo>
                  <a:lnTo>
                    <a:pt x="163471" y="334294"/>
                  </a:lnTo>
                  <a:lnTo>
                    <a:pt x="168760" y="334327"/>
                  </a:lnTo>
                  <a:lnTo>
                    <a:pt x="174046" y="334193"/>
                  </a:lnTo>
                  <a:lnTo>
                    <a:pt x="179326" y="333892"/>
                  </a:lnTo>
                  <a:lnTo>
                    <a:pt x="184594" y="333424"/>
                  </a:lnTo>
                  <a:lnTo>
                    <a:pt x="189844" y="332789"/>
                  </a:lnTo>
                  <a:lnTo>
                    <a:pt x="195072" y="331989"/>
                  </a:lnTo>
                  <a:lnTo>
                    <a:pt x="200271" y="331024"/>
                  </a:lnTo>
                  <a:lnTo>
                    <a:pt x="205438" y="329895"/>
                  </a:lnTo>
                  <a:lnTo>
                    <a:pt x="210566" y="328603"/>
                  </a:lnTo>
                  <a:lnTo>
                    <a:pt x="215651" y="327149"/>
                  </a:lnTo>
                  <a:lnTo>
                    <a:pt x="220687" y="325535"/>
                  </a:lnTo>
                  <a:lnTo>
                    <a:pt x="225670" y="323763"/>
                  </a:lnTo>
                  <a:lnTo>
                    <a:pt x="230594" y="321834"/>
                  </a:lnTo>
                  <a:lnTo>
                    <a:pt x="235455" y="319750"/>
                  </a:lnTo>
                  <a:lnTo>
                    <a:pt x="240247" y="317514"/>
                  </a:lnTo>
                  <a:lnTo>
                    <a:pt x="244966" y="315127"/>
                  </a:lnTo>
                  <a:lnTo>
                    <a:pt x="249607" y="312592"/>
                  </a:lnTo>
                  <a:lnTo>
                    <a:pt x="254166" y="309912"/>
                  </a:lnTo>
                  <a:lnTo>
                    <a:pt x="258638" y="307088"/>
                  </a:lnTo>
                  <a:lnTo>
                    <a:pt x="263018" y="304125"/>
                  </a:lnTo>
                  <a:lnTo>
                    <a:pt x="267302" y="301024"/>
                  </a:lnTo>
                  <a:lnTo>
                    <a:pt x="271486" y="297790"/>
                  </a:lnTo>
                  <a:lnTo>
                    <a:pt x="275566" y="294425"/>
                  </a:lnTo>
                  <a:lnTo>
                    <a:pt x="279537" y="290932"/>
                  </a:lnTo>
                  <a:lnTo>
                    <a:pt x="283396" y="287316"/>
                  </a:lnTo>
                  <a:lnTo>
                    <a:pt x="287138" y="283579"/>
                  </a:lnTo>
                  <a:lnTo>
                    <a:pt x="290760" y="279726"/>
                  </a:lnTo>
                  <a:lnTo>
                    <a:pt x="294259" y="275760"/>
                  </a:lnTo>
                  <a:lnTo>
                    <a:pt x="297630" y="271686"/>
                  </a:lnTo>
                  <a:lnTo>
                    <a:pt x="300871" y="267507"/>
                  </a:lnTo>
                  <a:lnTo>
                    <a:pt x="303978" y="263227"/>
                  </a:lnTo>
                  <a:lnTo>
                    <a:pt x="306948" y="258851"/>
                  </a:lnTo>
                  <a:lnTo>
                    <a:pt x="309779" y="254384"/>
                  </a:lnTo>
                  <a:lnTo>
                    <a:pt x="312466" y="249829"/>
                  </a:lnTo>
                  <a:lnTo>
                    <a:pt x="315008" y="245192"/>
                  </a:lnTo>
                  <a:lnTo>
                    <a:pt x="317402" y="240476"/>
                  </a:lnTo>
                  <a:lnTo>
                    <a:pt x="319646" y="235687"/>
                  </a:lnTo>
                  <a:lnTo>
                    <a:pt x="321737" y="230830"/>
                  </a:lnTo>
                  <a:lnTo>
                    <a:pt x="323673" y="225909"/>
                  </a:lnTo>
                  <a:lnTo>
                    <a:pt x="325453" y="220929"/>
                  </a:lnTo>
                  <a:lnTo>
                    <a:pt x="327075" y="215895"/>
                  </a:lnTo>
                  <a:lnTo>
                    <a:pt x="328536" y="210813"/>
                  </a:lnTo>
                  <a:lnTo>
                    <a:pt x="329836" y="205686"/>
                  </a:lnTo>
                  <a:lnTo>
                    <a:pt x="330973" y="200522"/>
                  </a:lnTo>
                  <a:lnTo>
                    <a:pt x="331946" y="195323"/>
                  </a:lnTo>
                  <a:lnTo>
                    <a:pt x="332754" y="190097"/>
                  </a:lnTo>
                  <a:lnTo>
                    <a:pt x="333397" y="184848"/>
                  </a:lnTo>
                  <a:lnTo>
                    <a:pt x="333873" y="179581"/>
                  </a:lnTo>
                  <a:lnTo>
                    <a:pt x="334182" y="174301"/>
                  </a:lnTo>
                  <a:lnTo>
                    <a:pt x="334324" y="169015"/>
                  </a:lnTo>
                  <a:lnTo>
                    <a:pt x="334299" y="163726"/>
                  </a:lnTo>
                  <a:lnTo>
                    <a:pt x="334106" y="158441"/>
                  </a:lnTo>
                  <a:lnTo>
                    <a:pt x="333747" y="153165"/>
                  </a:lnTo>
                  <a:lnTo>
                    <a:pt x="333221" y="147903"/>
                  </a:lnTo>
                  <a:lnTo>
                    <a:pt x="332528" y="142660"/>
                  </a:lnTo>
                  <a:lnTo>
                    <a:pt x="331670" y="137442"/>
                  </a:lnTo>
                  <a:lnTo>
                    <a:pt x="330648" y="132253"/>
                  </a:lnTo>
                  <a:lnTo>
                    <a:pt x="329461" y="127099"/>
                  </a:lnTo>
                  <a:lnTo>
                    <a:pt x="328113" y="121986"/>
                  </a:lnTo>
                  <a:lnTo>
                    <a:pt x="326603" y="116917"/>
                  </a:lnTo>
                  <a:lnTo>
                    <a:pt x="324934" y="111899"/>
                  </a:lnTo>
                  <a:lnTo>
                    <a:pt x="323107" y="106936"/>
                  </a:lnTo>
                  <a:lnTo>
                    <a:pt x="321123" y="102034"/>
                  </a:lnTo>
                  <a:lnTo>
                    <a:pt x="318986" y="97197"/>
                  </a:lnTo>
                  <a:lnTo>
                    <a:pt x="316697" y="92429"/>
                  </a:lnTo>
                  <a:lnTo>
                    <a:pt x="314258" y="87737"/>
                  </a:lnTo>
                  <a:lnTo>
                    <a:pt x="311672" y="83124"/>
                  </a:lnTo>
                  <a:lnTo>
                    <a:pt x="308941" y="78595"/>
                  </a:lnTo>
                  <a:lnTo>
                    <a:pt x="306068" y="74155"/>
                  </a:lnTo>
                  <a:lnTo>
                    <a:pt x="303057" y="69808"/>
                  </a:lnTo>
                  <a:lnTo>
                    <a:pt x="299909" y="65558"/>
                  </a:lnTo>
                  <a:lnTo>
                    <a:pt x="296629" y="61410"/>
                  </a:lnTo>
                  <a:lnTo>
                    <a:pt x="293219" y="57368"/>
                  </a:lnTo>
                  <a:lnTo>
                    <a:pt x="289682" y="53435"/>
                  </a:lnTo>
                  <a:lnTo>
                    <a:pt x="286024" y="49617"/>
                  </a:lnTo>
                  <a:lnTo>
                    <a:pt x="282246" y="45916"/>
                  </a:lnTo>
                  <a:lnTo>
                    <a:pt x="278353" y="42337"/>
                  </a:lnTo>
                  <a:lnTo>
                    <a:pt x="274349" y="38882"/>
                  </a:lnTo>
                  <a:lnTo>
                    <a:pt x="270237" y="35556"/>
                  </a:lnTo>
                  <a:lnTo>
                    <a:pt x="266022" y="32361"/>
                  </a:lnTo>
                  <a:lnTo>
                    <a:pt x="261709" y="29302"/>
                  </a:lnTo>
                  <a:lnTo>
                    <a:pt x="257301" y="26380"/>
                  </a:lnTo>
                  <a:lnTo>
                    <a:pt x="252802" y="23600"/>
                  </a:lnTo>
                  <a:lnTo>
                    <a:pt x="248218" y="20963"/>
                  </a:lnTo>
                  <a:lnTo>
                    <a:pt x="243553" y="18472"/>
                  </a:lnTo>
                  <a:lnTo>
                    <a:pt x="238811" y="16130"/>
                  </a:lnTo>
                  <a:lnTo>
                    <a:pt x="233998" y="13940"/>
                  </a:lnTo>
                  <a:lnTo>
                    <a:pt x="229117" y="11902"/>
                  </a:lnTo>
                  <a:lnTo>
                    <a:pt x="224175" y="10020"/>
                  </a:lnTo>
                  <a:lnTo>
                    <a:pt x="219176" y="8296"/>
                  </a:lnTo>
                  <a:lnTo>
                    <a:pt x="214124" y="6730"/>
                  </a:lnTo>
                  <a:lnTo>
                    <a:pt x="209026" y="5325"/>
                  </a:lnTo>
                  <a:lnTo>
                    <a:pt x="203886" y="4082"/>
                  </a:lnTo>
                  <a:lnTo>
                    <a:pt x="198709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88" y="5018213"/>
              <a:ext cx="32" cy="167167"/>
            </a:xfrm>
            <a:custGeom>
              <a:avLst/>
              <a:pathLst>
                <a:path w="32" h="167167">
                  <a:moveTo>
                    <a:pt x="0" y="0"/>
                  </a:moveTo>
                  <a:lnTo>
                    <a:pt x="3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68" y="5018213"/>
              <a:ext cx="334315" cy="334332"/>
            </a:xfrm>
            <a:custGeom>
              <a:avLst/>
              <a:pathLst>
                <a:path w="334315" h="334332">
                  <a:moveTo>
                    <a:pt x="167119" y="0"/>
                  </a:moveTo>
                  <a:lnTo>
                    <a:pt x="161825" y="84"/>
                  </a:lnTo>
                  <a:lnTo>
                    <a:pt x="156536" y="337"/>
                  </a:lnTo>
                  <a:lnTo>
                    <a:pt x="151258" y="757"/>
                  </a:lnTo>
                  <a:lnTo>
                    <a:pt x="145995" y="1344"/>
                  </a:lnTo>
                  <a:lnTo>
                    <a:pt x="140754" y="2097"/>
                  </a:lnTo>
                  <a:lnTo>
                    <a:pt x="135539" y="3016"/>
                  </a:lnTo>
                  <a:lnTo>
                    <a:pt x="130356" y="4099"/>
                  </a:lnTo>
                  <a:lnTo>
                    <a:pt x="125210" y="5347"/>
                  </a:lnTo>
                  <a:lnTo>
                    <a:pt x="120106" y="6756"/>
                  </a:lnTo>
                  <a:lnTo>
                    <a:pt x="115049" y="8327"/>
                  </a:lnTo>
                  <a:lnTo>
                    <a:pt x="110045" y="10057"/>
                  </a:lnTo>
                  <a:lnTo>
                    <a:pt x="105097" y="11944"/>
                  </a:lnTo>
                  <a:lnTo>
                    <a:pt x="100212" y="13987"/>
                  </a:lnTo>
                  <a:lnTo>
                    <a:pt x="95394" y="16184"/>
                  </a:lnTo>
                  <a:lnTo>
                    <a:pt x="90649" y="18533"/>
                  </a:lnTo>
                  <a:lnTo>
                    <a:pt x="85980" y="21030"/>
                  </a:lnTo>
                  <a:lnTo>
                    <a:pt x="81392" y="23674"/>
                  </a:lnTo>
                  <a:lnTo>
                    <a:pt x="76890" y="26463"/>
                  </a:lnTo>
                  <a:lnTo>
                    <a:pt x="72479" y="29392"/>
                  </a:lnTo>
                  <a:lnTo>
                    <a:pt x="68163" y="32459"/>
                  </a:lnTo>
                  <a:lnTo>
                    <a:pt x="63947" y="35662"/>
                  </a:lnTo>
                  <a:lnTo>
                    <a:pt x="59833" y="38997"/>
                  </a:lnTo>
                  <a:lnTo>
                    <a:pt x="55828" y="42460"/>
                  </a:lnTo>
                  <a:lnTo>
                    <a:pt x="51934" y="46048"/>
                  </a:lnTo>
                  <a:lnTo>
                    <a:pt x="48156" y="49758"/>
                  </a:lnTo>
                  <a:lnTo>
                    <a:pt x="44497" y="53586"/>
                  </a:lnTo>
                  <a:lnTo>
                    <a:pt x="40961" y="57527"/>
                  </a:lnTo>
                  <a:lnTo>
                    <a:pt x="37552" y="61579"/>
                  </a:lnTo>
                  <a:lnTo>
                    <a:pt x="34273" y="65737"/>
                  </a:lnTo>
                  <a:lnTo>
                    <a:pt x="31127" y="69996"/>
                  </a:lnTo>
                  <a:lnTo>
                    <a:pt x="28118" y="74353"/>
                  </a:lnTo>
                  <a:lnTo>
                    <a:pt x="25248" y="78803"/>
                  </a:lnTo>
                  <a:lnTo>
                    <a:pt x="22521" y="83341"/>
                  </a:lnTo>
                  <a:lnTo>
                    <a:pt x="19939" y="87964"/>
                  </a:lnTo>
                  <a:lnTo>
                    <a:pt x="17504" y="92666"/>
                  </a:lnTo>
                  <a:lnTo>
                    <a:pt x="15220" y="97443"/>
                  </a:lnTo>
                  <a:lnTo>
                    <a:pt x="13087" y="102290"/>
                  </a:lnTo>
                  <a:lnTo>
                    <a:pt x="11110" y="107202"/>
                  </a:lnTo>
                  <a:lnTo>
                    <a:pt x="9289" y="112174"/>
                  </a:lnTo>
                  <a:lnTo>
                    <a:pt x="7627" y="117202"/>
                  </a:lnTo>
                  <a:lnTo>
                    <a:pt x="6124" y="122279"/>
                  </a:lnTo>
                  <a:lnTo>
                    <a:pt x="4783" y="127402"/>
                  </a:lnTo>
                  <a:lnTo>
                    <a:pt x="3605" y="132564"/>
                  </a:lnTo>
                  <a:lnTo>
                    <a:pt x="2592" y="137761"/>
                  </a:lnTo>
                  <a:lnTo>
                    <a:pt x="1743" y="142988"/>
                  </a:lnTo>
                  <a:lnTo>
                    <a:pt x="1060" y="148239"/>
                  </a:lnTo>
                  <a:lnTo>
                    <a:pt x="544" y="153509"/>
                  </a:lnTo>
                  <a:lnTo>
                    <a:pt x="195" y="158792"/>
                  </a:lnTo>
                  <a:lnTo>
                    <a:pt x="13" y="164084"/>
                  </a:lnTo>
                  <a:lnTo>
                    <a:pt x="0" y="169379"/>
                  </a:lnTo>
                  <a:lnTo>
                    <a:pt x="153" y="174672"/>
                  </a:lnTo>
                  <a:lnTo>
                    <a:pt x="475" y="179957"/>
                  </a:lnTo>
                  <a:lnTo>
                    <a:pt x="964" y="185230"/>
                  </a:lnTo>
                  <a:lnTo>
                    <a:pt x="1619" y="190484"/>
                  </a:lnTo>
                  <a:lnTo>
                    <a:pt x="2441" y="195715"/>
                  </a:lnTo>
                  <a:lnTo>
                    <a:pt x="3427" y="200918"/>
                  </a:lnTo>
                  <a:lnTo>
                    <a:pt x="4578" y="206086"/>
                  </a:lnTo>
                  <a:lnTo>
                    <a:pt x="5893" y="211215"/>
                  </a:lnTo>
                  <a:lnTo>
                    <a:pt x="7369" y="216301"/>
                  </a:lnTo>
                  <a:lnTo>
                    <a:pt x="9005" y="221337"/>
                  </a:lnTo>
                  <a:lnTo>
                    <a:pt x="10800" y="226318"/>
                  </a:lnTo>
                  <a:lnTo>
                    <a:pt x="12752" y="231240"/>
                  </a:lnTo>
                  <a:lnTo>
                    <a:pt x="14858" y="236098"/>
                  </a:lnTo>
                  <a:lnTo>
                    <a:pt x="17118" y="240887"/>
                  </a:lnTo>
                  <a:lnTo>
                    <a:pt x="19528" y="245602"/>
                  </a:lnTo>
                  <a:lnTo>
                    <a:pt x="22086" y="250238"/>
                  </a:lnTo>
                  <a:lnTo>
                    <a:pt x="24790" y="254791"/>
                  </a:lnTo>
                  <a:lnTo>
                    <a:pt x="27637" y="259256"/>
                  </a:lnTo>
                  <a:lnTo>
                    <a:pt x="30623" y="263628"/>
                  </a:lnTo>
                  <a:lnTo>
                    <a:pt x="33747" y="267904"/>
                  </a:lnTo>
                  <a:lnTo>
                    <a:pt x="37004" y="272078"/>
                  </a:lnTo>
                  <a:lnTo>
                    <a:pt x="40392" y="276148"/>
                  </a:lnTo>
                  <a:lnTo>
                    <a:pt x="43907" y="280108"/>
                  </a:lnTo>
                  <a:lnTo>
                    <a:pt x="47546" y="283954"/>
                  </a:lnTo>
                  <a:lnTo>
                    <a:pt x="51305" y="287684"/>
                  </a:lnTo>
                  <a:lnTo>
                    <a:pt x="55180" y="291292"/>
                  </a:lnTo>
                  <a:lnTo>
                    <a:pt x="59167" y="294777"/>
                  </a:lnTo>
                  <a:lnTo>
                    <a:pt x="63263" y="298133"/>
                  </a:lnTo>
                  <a:lnTo>
                    <a:pt x="67463" y="301357"/>
                  </a:lnTo>
                  <a:lnTo>
                    <a:pt x="71763" y="304447"/>
                  </a:lnTo>
                  <a:lnTo>
                    <a:pt x="76159" y="307399"/>
                  </a:lnTo>
                  <a:lnTo>
                    <a:pt x="80646" y="310211"/>
                  </a:lnTo>
                  <a:lnTo>
                    <a:pt x="85220" y="312879"/>
                  </a:lnTo>
                  <a:lnTo>
                    <a:pt x="89876" y="315401"/>
                  </a:lnTo>
                  <a:lnTo>
                    <a:pt x="94609" y="317774"/>
                  </a:lnTo>
                  <a:lnTo>
                    <a:pt x="99415" y="319996"/>
                  </a:lnTo>
                  <a:lnTo>
                    <a:pt x="104290" y="322064"/>
                  </a:lnTo>
                  <a:lnTo>
                    <a:pt x="109227" y="323978"/>
                  </a:lnTo>
                  <a:lnTo>
                    <a:pt x="114223" y="325734"/>
                  </a:lnTo>
                  <a:lnTo>
                    <a:pt x="119271" y="327330"/>
                  </a:lnTo>
                  <a:lnTo>
                    <a:pt x="124368" y="328767"/>
                  </a:lnTo>
                  <a:lnTo>
                    <a:pt x="129507" y="330041"/>
                  </a:lnTo>
                  <a:lnTo>
                    <a:pt x="134685" y="331151"/>
                  </a:lnTo>
                  <a:lnTo>
                    <a:pt x="139894" y="332097"/>
                  </a:lnTo>
                  <a:lnTo>
                    <a:pt x="145132" y="332878"/>
                  </a:lnTo>
                  <a:lnTo>
                    <a:pt x="150391" y="333492"/>
                  </a:lnTo>
                  <a:lnTo>
                    <a:pt x="155667" y="333939"/>
                  </a:lnTo>
                  <a:lnTo>
                    <a:pt x="160955" y="334219"/>
                  </a:lnTo>
                  <a:lnTo>
                    <a:pt x="166249" y="334332"/>
                  </a:lnTo>
                  <a:lnTo>
                    <a:pt x="171544" y="334277"/>
                  </a:lnTo>
                  <a:lnTo>
                    <a:pt x="176834" y="334054"/>
                  </a:lnTo>
                  <a:lnTo>
                    <a:pt x="182115" y="333663"/>
                  </a:lnTo>
                  <a:lnTo>
                    <a:pt x="187380" y="333106"/>
                  </a:lnTo>
                  <a:lnTo>
                    <a:pt x="192626" y="332382"/>
                  </a:lnTo>
                  <a:lnTo>
                    <a:pt x="197846" y="331492"/>
                  </a:lnTo>
                  <a:lnTo>
                    <a:pt x="203035" y="330438"/>
                  </a:lnTo>
                  <a:lnTo>
                    <a:pt x="208188" y="329220"/>
                  </a:lnTo>
                  <a:lnTo>
                    <a:pt x="213299" y="327839"/>
                  </a:lnTo>
                  <a:lnTo>
                    <a:pt x="218365" y="326297"/>
                  </a:lnTo>
                  <a:lnTo>
                    <a:pt x="223379" y="324595"/>
                  </a:lnTo>
                  <a:lnTo>
                    <a:pt x="228337" y="322735"/>
                  </a:lnTo>
                  <a:lnTo>
                    <a:pt x="233233" y="320719"/>
                  </a:lnTo>
                  <a:lnTo>
                    <a:pt x="238063" y="318549"/>
                  </a:lnTo>
                  <a:lnTo>
                    <a:pt x="242822" y="316227"/>
                  </a:lnTo>
                  <a:lnTo>
                    <a:pt x="247505" y="313756"/>
                  </a:lnTo>
                  <a:lnTo>
                    <a:pt x="252108" y="311138"/>
                  </a:lnTo>
                  <a:lnTo>
                    <a:pt x="256625" y="308375"/>
                  </a:lnTo>
                  <a:lnTo>
                    <a:pt x="261052" y="305470"/>
                  </a:lnTo>
                  <a:lnTo>
                    <a:pt x="265385" y="302427"/>
                  </a:lnTo>
                  <a:lnTo>
                    <a:pt x="269620" y="299248"/>
                  </a:lnTo>
                  <a:lnTo>
                    <a:pt x="273752" y="295936"/>
                  </a:lnTo>
                  <a:lnTo>
                    <a:pt x="277776" y="292496"/>
                  </a:lnTo>
                  <a:lnTo>
                    <a:pt x="281690" y="288929"/>
                  </a:lnTo>
                  <a:lnTo>
                    <a:pt x="285489" y="285240"/>
                  </a:lnTo>
                  <a:lnTo>
                    <a:pt x="289169" y="281433"/>
                  </a:lnTo>
                  <a:lnTo>
                    <a:pt x="292727" y="277512"/>
                  </a:lnTo>
                  <a:lnTo>
                    <a:pt x="296159" y="273479"/>
                  </a:lnTo>
                  <a:lnTo>
                    <a:pt x="299461" y="269340"/>
                  </a:lnTo>
                  <a:lnTo>
                    <a:pt x="302631" y="265098"/>
                  </a:lnTo>
                  <a:lnTo>
                    <a:pt x="305664" y="260758"/>
                  </a:lnTo>
                  <a:lnTo>
                    <a:pt x="308559" y="256324"/>
                  </a:lnTo>
                  <a:lnTo>
                    <a:pt x="311312" y="251801"/>
                  </a:lnTo>
                  <a:lnTo>
                    <a:pt x="313920" y="247193"/>
                  </a:lnTo>
                  <a:lnTo>
                    <a:pt x="316381" y="242505"/>
                  </a:lnTo>
                  <a:lnTo>
                    <a:pt x="318692" y="237740"/>
                  </a:lnTo>
                  <a:lnTo>
                    <a:pt x="320851" y="232906"/>
                  </a:lnTo>
                  <a:lnTo>
                    <a:pt x="322856" y="228005"/>
                  </a:lnTo>
                  <a:lnTo>
                    <a:pt x="324705" y="223043"/>
                  </a:lnTo>
                  <a:lnTo>
                    <a:pt x="326396" y="218025"/>
                  </a:lnTo>
                  <a:lnTo>
                    <a:pt x="327926" y="212956"/>
                  </a:lnTo>
                  <a:lnTo>
                    <a:pt x="329296" y="207841"/>
                  </a:lnTo>
                  <a:lnTo>
                    <a:pt x="330503" y="202685"/>
                  </a:lnTo>
                  <a:lnTo>
                    <a:pt x="331546" y="197494"/>
                  </a:lnTo>
                  <a:lnTo>
                    <a:pt x="332424" y="192272"/>
                  </a:lnTo>
                  <a:lnTo>
                    <a:pt x="333136" y="187025"/>
                  </a:lnTo>
                  <a:lnTo>
                    <a:pt x="333682" y="181758"/>
                  </a:lnTo>
                  <a:lnTo>
                    <a:pt x="334060" y="176477"/>
                  </a:lnTo>
                  <a:lnTo>
                    <a:pt x="334271" y="171186"/>
                  </a:lnTo>
                  <a:lnTo>
                    <a:pt x="334315" y="165891"/>
                  </a:lnTo>
                  <a:lnTo>
                    <a:pt x="334191" y="160597"/>
                  </a:lnTo>
                  <a:lnTo>
                    <a:pt x="333899" y="155310"/>
                  </a:lnTo>
                  <a:lnTo>
                    <a:pt x="333440" y="150035"/>
                  </a:lnTo>
                  <a:lnTo>
                    <a:pt x="332814" y="144777"/>
                  </a:lnTo>
                  <a:lnTo>
                    <a:pt x="332021" y="139542"/>
                  </a:lnTo>
                  <a:lnTo>
                    <a:pt x="331064" y="134334"/>
                  </a:lnTo>
                  <a:lnTo>
                    <a:pt x="329942" y="129159"/>
                  </a:lnTo>
                  <a:lnTo>
                    <a:pt x="328656" y="124022"/>
                  </a:lnTo>
                  <a:lnTo>
                    <a:pt x="327209" y="118929"/>
                  </a:lnTo>
                  <a:lnTo>
                    <a:pt x="325601" y="113884"/>
                  </a:lnTo>
                  <a:lnTo>
                    <a:pt x="323834" y="108892"/>
                  </a:lnTo>
                  <a:lnTo>
                    <a:pt x="321909" y="103959"/>
                  </a:lnTo>
                  <a:lnTo>
                    <a:pt x="319830" y="99090"/>
                  </a:lnTo>
                  <a:lnTo>
                    <a:pt x="317597" y="94288"/>
                  </a:lnTo>
                  <a:lnTo>
                    <a:pt x="315214" y="89560"/>
                  </a:lnTo>
                  <a:lnTo>
                    <a:pt x="312681" y="84910"/>
                  </a:lnTo>
                  <a:lnTo>
                    <a:pt x="310003" y="80342"/>
                  </a:lnTo>
                  <a:lnTo>
                    <a:pt x="307182" y="75861"/>
                  </a:lnTo>
                  <a:lnTo>
                    <a:pt x="304220" y="71472"/>
                  </a:lnTo>
                  <a:lnTo>
                    <a:pt x="301120" y="67179"/>
                  </a:lnTo>
                  <a:lnTo>
                    <a:pt x="297886" y="62986"/>
                  </a:lnTo>
                  <a:lnTo>
                    <a:pt x="294521" y="58898"/>
                  </a:lnTo>
                  <a:lnTo>
                    <a:pt x="291028" y="54918"/>
                  </a:lnTo>
                  <a:lnTo>
                    <a:pt x="287411" y="51051"/>
                  </a:lnTo>
                  <a:lnTo>
                    <a:pt x="283673" y="47301"/>
                  </a:lnTo>
                  <a:lnTo>
                    <a:pt x="279818" y="43671"/>
                  </a:lnTo>
                  <a:lnTo>
                    <a:pt x="275850" y="40164"/>
                  </a:lnTo>
                  <a:lnTo>
                    <a:pt x="271773" y="36785"/>
                  </a:lnTo>
                  <a:lnTo>
                    <a:pt x="267592" y="33537"/>
                  </a:lnTo>
                  <a:lnTo>
                    <a:pt x="263309" y="30423"/>
                  </a:lnTo>
                  <a:lnTo>
                    <a:pt x="258930" y="27446"/>
                  </a:lnTo>
                  <a:lnTo>
                    <a:pt x="254459" y="24610"/>
                  </a:lnTo>
                  <a:lnTo>
                    <a:pt x="249900" y="21916"/>
                  </a:lnTo>
                  <a:lnTo>
                    <a:pt x="245258" y="19368"/>
                  </a:lnTo>
                  <a:lnTo>
                    <a:pt x="240538" y="16969"/>
                  </a:lnTo>
                  <a:lnTo>
                    <a:pt x="235744" y="14720"/>
                  </a:lnTo>
                  <a:lnTo>
                    <a:pt x="230882" y="12624"/>
                  </a:lnTo>
                  <a:lnTo>
                    <a:pt x="225955" y="10683"/>
                  </a:lnTo>
                  <a:lnTo>
                    <a:pt x="220969" y="8899"/>
                  </a:lnTo>
                  <a:lnTo>
                    <a:pt x="215930" y="7274"/>
                  </a:lnTo>
                  <a:lnTo>
                    <a:pt x="210841" y="5810"/>
                  </a:lnTo>
                  <a:lnTo>
                    <a:pt x="205709" y="4507"/>
                  </a:lnTo>
                  <a:lnTo>
                    <a:pt x="200538" y="3367"/>
                  </a:lnTo>
                  <a:lnTo>
                    <a:pt x="195334" y="2392"/>
                  </a:lnTo>
                  <a:lnTo>
                    <a:pt x="190101" y="1582"/>
                  </a:lnTo>
                  <a:lnTo>
                    <a:pt x="184845" y="938"/>
                  </a:lnTo>
                  <a:lnTo>
                    <a:pt x="179571" y="461"/>
                  </a:lnTo>
                  <a:lnTo>
                    <a:pt x="174285" y="152"/>
                  </a:lnTo>
                  <a:lnTo>
                    <a:pt x="168992" y="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839" cy="167167"/>
            </a:xfrm>
            <a:custGeom>
              <a:avLst/>
              <a:pathLst>
                <a:path w="1839" h="167167">
                  <a:moveTo>
                    <a:pt x="1839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5637" y="5269756"/>
              <a:ext cx="148864" cy="167167"/>
            </a:xfrm>
            <a:custGeom>
              <a:avLst/>
              <a:pathLst>
                <a:path w="148864" h="167167">
                  <a:moveTo>
                    <a:pt x="148864" y="0"/>
                  </a:moveTo>
                  <a:lnTo>
                    <a:pt x="143300" y="92"/>
                  </a:lnTo>
                  <a:lnTo>
                    <a:pt x="137743" y="370"/>
                  </a:lnTo>
                  <a:lnTo>
                    <a:pt x="132198" y="832"/>
                  </a:lnTo>
                  <a:lnTo>
                    <a:pt x="126671" y="1479"/>
                  </a:lnTo>
                  <a:lnTo>
                    <a:pt x="121170" y="2309"/>
                  </a:lnTo>
                  <a:lnTo>
                    <a:pt x="115698" y="3322"/>
                  </a:lnTo>
                  <a:lnTo>
                    <a:pt x="110264" y="4517"/>
                  </a:lnTo>
                  <a:lnTo>
                    <a:pt x="104872" y="5892"/>
                  </a:lnTo>
                  <a:lnTo>
                    <a:pt x="99529" y="7445"/>
                  </a:lnTo>
                  <a:lnTo>
                    <a:pt x="94241" y="9175"/>
                  </a:lnTo>
                  <a:lnTo>
                    <a:pt x="89013" y="11081"/>
                  </a:lnTo>
                  <a:lnTo>
                    <a:pt x="83852" y="13159"/>
                  </a:lnTo>
                  <a:lnTo>
                    <a:pt x="78762" y="15408"/>
                  </a:lnTo>
                  <a:lnTo>
                    <a:pt x="73750" y="17825"/>
                  </a:lnTo>
                  <a:lnTo>
                    <a:pt x="68822" y="20408"/>
                  </a:lnTo>
                  <a:lnTo>
                    <a:pt x="63982" y="23153"/>
                  </a:lnTo>
                  <a:lnTo>
                    <a:pt x="59236" y="26058"/>
                  </a:lnTo>
                  <a:lnTo>
                    <a:pt x="54589" y="29119"/>
                  </a:lnTo>
                  <a:lnTo>
                    <a:pt x="50047" y="32333"/>
                  </a:lnTo>
                  <a:lnTo>
                    <a:pt x="45615" y="35696"/>
                  </a:lnTo>
                  <a:lnTo>
                    <a:pt x="41297" y="39205"/>
                  </a:lnTo>
                  <a:lnTo>
                    <a:pt x="37097" y="42856"/>
                  </a:lnTo>
                  <a:lnTo>
                    <a:pt x="33022" y="46644"/>
                  </a:lnTo>
                  <a:lnTo>
                    <a:pt x="29075" y="50566"/>
                  </a:lnTo>
                  <a:lnTo>
                    <a:pt x="25261" y="54617"/>
                  </a:lnTo>
                  <a:lnTo>
                    <a:pt x="21584" y="58793"/>
                  </a:lnTo>
                  <a:lnTo>
                    <a:pt x="18048" y="63089"/>
                  </a:lnTo>
                  <a:lnTo>
                    <a:pt x="14656" y="67501"/>
                  </a:lnTo>
                  <a:lnTo>
                    <a:pt x="11414" y="72022"/>
                  </a:lnTo>
                  <a:lnTo>
                    <a:pt x="8323" y="76649"/>
                  </a:lnTo>
                  <a:lnTo>
                    <a:pt x="5389" y="81377"/>
                  </a:lnTo>
                  <a:lnTo>
                    <a:pt x="2613" y="86199"/>
                  </a:lnTo>
                  <a:lnTo>
                    <a:pt x="0" y="91111"/>
                  </a:lnTo>
                  <a:lnTo>
                    <a:pt x="1488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34" y="5269756"/>
              <a:ext cx="334326" cy="334323"/>
            </a:xfrm>
            <a:custGeom>
              <a:avLst/>
              <a:pathLst>
                <a:path w="334326" h="334323">
                  <a:moveTo>
                    <a:pt x="18303" y="91111"/>
                  </a:moveTo>
                  <a:lnTo>
                    <a:pt x="15973" y="95855"/>
                  </a:lnTo>
                  <a:lnTo>
                    <a:pt x="13794" y="100669"/>
                  </a:lnTo>
                  <a:lnTo>
                    <a:pt x="11769" y="105551"/>
                  </a:lnTo>
                  <a:lnTo>
                    <a:pt x="9899" y="110493"/>
                  </a:lnTo>
                  <a:lnTo>
                    <a:pt x="8186" y="115493"/>
                  </a:lnTo>
                  <a:lnTo>
                    <a:pt x="6632" y="120544"/>
                  </a:lnTo>
                  <a:lnTo>
                    <a:pt x="5239" y="125641"/>
                  </a:lnTo>
                  <a:lnTo>
                    <a:pt x="4007" y="130780"/>
                  </a:lnTo>
                  <a:lnTo>
                    <a:pt x="2939" y="135956"/>
                  </a:lnTo>
                  <a:lnTo>
                    <a:pt x="2034" y="141163"/>
                  </a:lnTo>
                  <a:lnTo>
                    <a:pt x="1295" y="146395"/>
                  </a:lnTo>
                  <a:lnTo>
                    <a:pt x="721" y="151649"/>
                  </a:lnTo>
                  <a:lnTo>
                    <a:pt x="314" y="156918"/>
                  </a:lnTo>
                  <a:lnTo>
                    <a:pt x="73" y="162197"/>
                  </a:lnTo>
                  <a:lnTo>
                    <a:pt x="0" y="167481"/>
                  </a:lnTo>
                  <a:lnTo>
                    <a:pt x="93" y="172765"/>
                  </a:lnTo>
                  <a:lnTo>
                    <a:pt x="353" y="178043"/>
                  </a:lnTo>
                  <a:lnTo>
                    <a:pt x="781" y="183310"/>
                  </a:lnTo>
                  <a:lnTo>
                    <a:pt x="1374" y="188561"/>
                  </a:lnTo>
                  <a:lnTo>
                    <a:pt x="2133" y="193791"/>
                  </a:lnTo>
                  <a:lnTo>
                    <a:pt x="3057" y="198995"/>
                  </a:lnTo>
                  <a:lnTo>
                    <a:pt x="4145" y="204166"/>
                  </a:lnTo>
                  <a:lnTo>
                    <a:pt x="5396" y="209300"/>
                  </a:lnTo>
                  <a:lnTo>
                    <a:pt x="6809" y="214393"/>
                  </a:lnTo>
                  <a:lnTo>
                    <a:pt x="8382" y="219438"/>
                  </a:lnTo>
                  <a:lnTo>
                    <a:pt x="10113" y="224431"/>
                  </a:lnTo>
                  <a:lnTo>
                    <a:pt x="12002" y="229366"/>
                  </a:lnTo>
                  <a:lnTo>
                    <a:pt x="14045" y="234240"/>
                  </a:lnTo>
                  <a:lnTo>
                    <a:pt x="16242" y="239046"/>
                  </a:lnTo>
                  <a:lnTo>
                    <a:pt x="18589" y="243781"/>
                  </a:lnTo>
                  <a:lnTo>
                    <a:pt x="21085" y="248439"/>
                  </a:lnTo>
                  <a:lnTo>
                    <a:pt x="23727" y="253016"/>
                  </a:lnTo>
                  <a:lnTo>
                    <a:pt x="26512" y="257507"/>
                  </a:lnTo>
                  <a:lnTo>
                    <a:pt x="29438" y="261908"/>
                  </a:lnTo>
                  <a:lnTo>
                    <a:pt x="32502" y="266214"/>
                  </a:lnTo>
                  <a:lnTo>
                    <a:pt x="35700" y="270421"/>
                  </a:lnTo>
                  <a:lnTo>
                    <a:pt x="39029" y="274525"/>
                  </a:lnTo>
                  <a:lnTo>
                    <a:pt x="42487" y="278522"/>
                  </a:lnTo>
                  <a:lnTo>
                    <a:pt x="46069" y="282407"/>
                  </a:lnTo>
                  <a:lnTo>
                    <a:pt x="49772" y="286177"/>
                  </a:lnTo>
                  <a:lnTo>
                    <a:pt x="53592" y="289828"/>
                  </a:lnTo>
                  <a:lnTo>
                    <a:pt x="57526" y="293357"/>
                  </a:lnTo>
                  <a:lnTo>
                    <a:pt x="61570" y="296760"/>
                  </a:lnTo>
                  <a:lnTo>
                    <a:pt x="65719" y="300033"/>
                  </a:lnTo>
                  <a:lnTo>
                    <a:pt x="69969" y="303173"/>
                  </a:lnTo>
                  <a:lnTo>
                    <a:pt x="74317" y="306177"/>
                  </a:lnTo>
                  <a:lnTo>
                    <a:pt x="78757" y="309043"/>
                  </a:lnTo>
                  <a:lnTo>
                    <a:pt x="83286" y="311766"/>
                  </a:lnTo>
                  <a:lnTo>
                    <a:pt x="87899" y="314345"/>
                  </a:lnTo>
                  <a:lnTo>
                    <a:pt x="92590" y="316778"/>
                  </a:lnTo>
                  <a:lnTo>
                    <a:pt x="97357" y="319060"/>
                  </a:lnTo>
                  <a:lnTo>
                    <a:pt x="102193" y="321191"/>
                  </a:lnTo>
                  <a:lnTo>
                    <a:pt x="107094" y="323168"/>
                  </a:lnTo>
                  <a:lnTo>
                    <a:pt x="112055" y="324988"/>
                  </a:lnTo>
                  <a:lnTo>
                    <a:pt x="117071" y="326652"/>
                  </a:lnTo>
                  <a:lnTo>
                    <a:pt x="122137" y="328155"/>
                  </a:lnTo>
                  <a:lnTo>
                    <a:pt x="127248" y="329498"/>
                  </a:lnTo>
                  <a:lnTo>
                    <a:pt x="132399" y="330679"/>
                  </a:lnTo>
                  <a:lnTo>
                    <a:pt x="137585" y="331696"/>
                  </a:lnTo>
                  <a:lnTo>
                    <a:pt x="142800" y="332549"/>
                  </a:lnTo>
                  <a:lnTo>
                    <a:pt x="148040" y="333237"/>
                  </a:lnTo>
                  <a:lnTo>
                    <a:pt x="153299" y="333758"/>
                  </a:lnTo>
                  <a:lnTo>
                    <a:pt x="158572" y="334113"/>
                  </a:lnTo>
                  <a:lnTo>
                    <a:pt x="163853" y="334302"/>
                  </a:lnTo>
                  <a:lnTo>
                    <a:pt x="169138" y="334323"/>
                  </a:lnTo>
                  <a:lnTo>
                    <a:pt x="174420" y="334177"/>
                  </a:lnTo>
                  <a:lnTo>
                    <a:pt x="179696" y="333864"/>
                  </a:lnTo>
                  <a:lnTo>
                    <a:pt x="184958" y="333385"/>
                  </a:lnTo>
                  <a:lnTo>
                    <a:pt x="190203" y="332739"/>
                  </a:lnTo>
                  <a:lnTo>
                    <a:pt x="195425" y="331929"/>
                  </a:lnTo>
                  <a:lnTo>
                    <a:pt x="200619" y="330953"/>
                  </a:lnTo>
                  <a:lnTo>
                    <a:pt x="205780" y="329814"/>
                  </a:lnTo>
                  <a:lnTo>
                    <a:pt x="210901" y="328512"/>
                  </a:lnTo>
                  <a:lnTo>
                    <a:pt x="215980" y="327049"/>
                  </a:lnTo>
                  <a:lnTo>
                    <a:pt x="221009" y="325426"/>
                  </a:lnTo>
                  <a:lnTo>
                    <a:pt x="225984" y="323645"/>
                  </a:lnTo>
                  <a:lnTo>
                    <a:pt x="230901" y="321708"/>
                  </a:lnTo>
                  <a:lnTo>
                    <a:pt x="235754" y="319616"/>
                  </a:lnTo>
                  <a:lnTo>
                    <a:pt x="240539" y="317372"/>
                  </a:lnTo>
                  <a:lnTo>
                    <a:pt x="245250" y="314978"/>
                  </a:lnTo>
                  <a:lnTo>
                    <a:pt x="249883" y="312436"/>
                  </a:lnTo>
                  <a:lnTo>
                    <a:pt x="254433" y="309748"/>
                  </a:lnTo>
                  <a:lnTo>
                    <a:pt x="258897" y="306919"/>
                  </a:lnTo>
                  <a:lnTo>
                    <a:pt x="263268" y="303949"/>
                  </a:lnTo>
                  <a:lnTo>
                    <a:pt x="267544" y="300843"/>
                  </a:lnTo>
                  <a:lnTo>
                    <a:pt x="271719" y="297604"/>
                  </a:lnTo>
                  <a:lnTo>
                    <a:pt x="275790" y="294234"/>
                  </a:lnTo>
                  <a:lnTo>
                    <a:pt x="279752" y="290737"/>
                  </a:lnTo>
                  <a:lnTo>
                    <a:pt x="283601" y="287117"/>
                  </a:lnTo>
                  <a:lnTo>
                    <a:pt x="287335" y="283376"/>
                  </a:lnTo>
                  <a:lnTo>
                    <a:pt x="290948" y="279520"/>
                  </a:lnTo>
                  <a:lnTo>
                    <a:pt x="294437" y="275551"/>
                  </a:lnTo>
                  <a:lnTo>
                    <a:pt x="297800" y="271474"/>
                  </a:lnTo>
                  <a:lnTo>
                    <a:pt x="301031" y="267293"/>
                  </a:lnTo>
                  <a:lnTo>
                    <a:pt x="304129" y="263011"/>
                  </a:lnTo>
                  <a:lnTo>
                    <a:pt x="307091" y="258634"/>
                  </a:lnTo>
                  <a:lnTo>
                    <a:pt x="309912" y="254166"/>
                  </a:lnTo>
                  <a:lnTo>
                    <a:pt x="312590" y="249610"/>
                  </a:lnTo>
                  <a:lnTo>
                    <a:pt x="315124" y="244972"/>
                  </a:lnTo>
                  <a:lnTo>
                    <a:pt x="317509" y="240257"/>
                  </a:lnTo>
                  <a:lnTo>
                    <a:pt x="319744" y="235468"/>
                  </a:lnTo>
                  <a:lnTo>
                    <a:pt x="321827" y="230611"/>
                  </a:lnTo>
                  <a:lnTo>
                    <a:pt x="323755" y="225691"/>
                  </a:lnTo>
                  <a:lnTo>
                    <a:pt x="325527" y="220712"/>
                  </a:lnTo>
                  <a:lnTo>
                    <a:pt x="327140" y="215680"/>
                  </a:lnTo>
                  <a:lnTo>
                    <a:pt x="328594" y="210599"/>
                  </a:lnTo>
                  <a:lnTo>
                    <a:pt x="329886" y="205474"/>
                  </a:lnTo>
                  <a:lnTo>
                    <a:pt x="331015" y="200312"/>
                  </a:lnTo>
                  <a:lnTo>
                    <a:pt x="331981" y="195116"/>
                  </a:lnTo>
                  <a:lnTo>
                    <a:pt x="332782" y="189893"/>
                  </a:lnTo>
                  <a:lnTo>
                    <a:pt x="333418" y="184646"/>
                  </a:lnTo>
                  <a:lnTo>
                    <a:pt x="333887" y="179383"/>
                  </a:lnTo>
                  <a:lnTo>
                    <a:pt x="334190" y="174107"/>
                  </a:lnTo>
                  <a:lnTo>
                    <a:pt x="334326" y="168824"/>
                  </a:lnTo>
                  <a:lnTo>
                    <a:pt x="334295" y="163539"/>
                  </a:lnTo>
                  <a:lnTo>
                    <a:pt x="334097" y="158258"/>
                  </a:lnTo>
                  <a:lnTo>
                    <a:pt x="333732" y="152986"/>
                  </a:lnTo>
                  <a:lnTo>
                    <a:pt x="333200" y="147729"/>
                  </a:lnTo>
                  <a:lnTo>
                    <a:pt x="332503" y="142490"/>
                  </a:lnTo>
                  <a:lnTo>
                    <a:pt x="331640" y="137276"/>
                  </a:lnTo>
                  <a:lnTo>
                    <a:pt x="330613" y="132092"/>
                  </a:lnTo>
                  <a:lnTo>
                    <a:pt x="329423" y="126944"/>
                  </a:lnTo>
                  <a:lnTo>
                    <a:pt x="328070" y="121835"/>
                  </a:lnTo>
                  <a:lnTo>
                    <a:pt x="326557" y="116772"/>
                  </a:lnTo>
                  <a:lnTo>
                    <a:pt x="324884" y="111759"/>
                  </a:lnTo>
                  <a:lnTo>
                    <a:pt x="323054" y="106801"/>
                  </a:lnTo>
                  <a:lnTo>
                    <a:pt x="321068" y="101904"/>
                  </a:lnTo>
                  <a:lnTo>
                    <a:pt x="318928" y="97072"/>
                  </a:lnTo>
                  <a:lnTo>
                    <a:pt x="316637" y="92310"/>
                  </a:lnTo>
                  <a:lnTo>
                    <a:pt x="314196" y="87623"/>
                  </a:lnTo>
                  <a:lnTo>
                    <a:pt x="311608" y="83015"/>
                  </a:lnTo>
                  <a:lnTo>
                    <a:pt x="308876" y="78491"/>
                  </a:lnTo>
                  <a:lnTo>
                    <a:pt x="306002" y="74056"/>
                  </a:lnTo>
                  <a:lnTo>
                    <a:pt x="302990" y="69714"/>
                  </a:lnTo>
                  <a:lnTo>
                    <a:pt x="299842" y="65470"/>
                  </a:lnTo>
                  <a:lnTo>
                    <a:pt x="296561" y="61327"/>
                  </a:lnTo>
                  <a:lnTo>
                    <a:pt x="293151" y="57290"/>
                  </a:lnTo>
                  <a:lnTo>
                    <a:pt x="289615" y="53363"/>
                  </a:lnTo>
                  <a:lnTo>
                    <a:pt x="285956" y="49549"/>
                  </a:lnTo>
                  <a:lnTo>
                    <a:pt x="282179" y="45853"/>
                  </a:lnTo>
                  <a:lnTo>
                    <a:pt x="278287" y="42278"/>
                  </a:lnTo>
                  <a:lnTo>
                    <a:pt x="274284" y="38828"/>
                  </a:lnTo>
                  <a:lnTo>
                    <a:pt x="270174" y="35506"/>
                  </a:lnTo>
                  <a:lnTo>
                    <a:pt x="265961" y="32316"/>
                  </a:lnTo>
                  <a:lnTo>
                    <a:pt x="261649" y="29261"/>
                  </a:lnTo>
                  <a:lnTo>
                    <a:pt x="257243" y="26343"/>
                  </a:lnTo>
                  <a:lnTo>
                    <a:pt x="252746" y="23566"/>
                  </a:lnTo>
                  <a:lnTo>
                    <a:pt x="248164" y="20933"/>
                  </a:lnTo>
                  <a:lnTo>
                    <a:pt x="243502" y="18446"/>
                  </a:lnTo>
                  <a:lnTo>
                    <a:pt x="238763" y="16107"/>
                  </a:lnTo>
                  <a:lnTo>
                    <a:pt x="233952" y="13920"/>
                  </a:lnTo>
                  <a:lnTo>
                    <a:pt x="229075" y="11885"/>
                  </a:lnTo>
                  <a:lnTo>
                    <a:pt x="224135" y="10006"/>
                  </a:lnTo>
                  <a:lnTo>
                    <a:pt x="219139" y="8284"/>
                  </a:lnTo>
                  <a:lnTo>
                    <a:pt x="214091" y="6721"/>
                  </a:lnTo>
                  <a:lnTo>
                    <a:pt x="208996" y="5318"/>
                  </a:lnTo>
                  <a:lnTo>
                    <a:pt x="203859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7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175" y="5399291"/>
              <a:ext cx="4040" cy="167167"/>
            </a:xfrm>
            <a:custGeom>
              <a:avLst/>
              <a:pathLst>
                <a:path w="4040" h="167167">
                  <a:moveTo>
                    <a:pt x="4040" y="0"/>
                  </a:moveTo>
                  <a:lnTo>
                    <a:pt x="0" y="48"/>
                  </a:lnTo>
                  <a:lnTo>
                    <a:pt x="40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175" y="5399340"/>
              <a:ext cx="4040" cy="167118"/>
            </a:xfrm>
            <a:custGeom>
              <a:avLst/>
              <a:pathLst>
                <a:path w="4040" h="167118">
                  <a:moveTo>
                    <a:pt x="0" y="0"/>
                  </a:moveTo>
                  <a:lnTo>
                    <a:pt x="404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175" y="5399340"/>
              <a:ext cx="4040" cy="167118"/>
            </a:xfrm>
            <a:custGeom>
              <a:avLst/>
              <a:pathLst>
                <a:path w="4040" h="167118">
                  <a:moveTo>
                    <a:pt x="0" y="0"/>
                  </a:moveTo>
                  <a:lnTo>
                    <a:pt x="404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175" y="5399340"/>
              <a:ext cx="4040" cy="167118"/>
            </a:xfrm>
            <a:custGeom>
              <a:avLst/>
              <a:pathLst>
                <a:path w="4040" h="167118">
                  <a:moveTo>
                    <a:pt x="0" y="0"/>
                  </a:moveTo>
                  <a:lnTo>
                    <a:pt x="404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175" y="5399340"/>
              <a:ext cx="4040" cy="167118"/>
            </a:xfrm>
            <a:custGeom>
              <a:avLst/>
              <a:pathLst>
                <a:path w="4040" h="167118">
                  <a:moveTo>
                    <a:pt x="0" y="0"/>
                  </a:moveTo>
                  <a:lnTo>
                    <a:pt x="4040" y="167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175" y="5399340"/>
              <a:ext cx="4040" cy="167118"/>
            </a:xfrm>
            <a:custGeom>
              <a:avLst/>
              <a:pathLst>
                <a:path w="4040" h="167118">
                  <a:moveTo>
                    <a:pt x="0" y="0"/>
                  </a:moveTo>
                  <a:lnTo>
                    <a:pt x="4040" y="1671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2175" y="5399340"/>
              <a:ext cx="4040" cy="167118"/>
            </a:xfrm>
            <a:custGeom>
              <a:avLst/>
              <a:pathLst>
                <a:path w="4040" h="167118">
                  <a:moveTo>
                    <a:pt x="0" y="0"/>
                  </a:moveTo>
                  <a:lnTo>
                    <a:pt x="4040" y="1671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49" y="5399340"/>
              <a:ext cx="334328" cy="334272"/>
            </a:xfrm>
            <a:custGeom>
              <a:avLst/>
              <a:pathLst>
                <a:path w="334328" h="334272">
                  <a:moveTo>
                    <a:pt x="163126" y="0"/>
                  </a:moveTo>
                  <a:lnTo>
                    <a:pt x="157844" y="211"/>
                  </a:lnTo>
                  <a:lnTo>
                    <a:pt x="152572" y="589"/>
                  </a:lnTo>
                  <a:lnTo>
                    <a:pt x="147315" y="1134"/>
                  </a:lnTo>
                  <a:lnTo>
                    <a:pt x="142078" y="1844"/>
                  </a:lnTo>
                  <a:lnTo>
                    <a:pt x="136865" y="2720"/>
                  </a:lnTo>
                  <a:lnTo>
                    <a:pt x="131683" y="3760"/>
                  </a:lnTo>
                  <a:lnTo>
                    <a:pt x="126536" y="4963"/>
                  </a:lnTo>
                  <a:lnTo>
                    <a:pt x="121430" y="6329"/>
                  </a:lnTo>
                  <a:lnTo>
                    <a:pt x="116370" y="7855"/>
                  </a:lnTo>
                  <a:lnTo>
                    <a:pt x="111360" y="9541"/>
                  </a:lnTo>
                  <a:lnTo>
                    <a:pt x="106407" y="11384"/>
                  </a:lnTo>
                  <a:lnTo>
                    <a:pt x="101514" y="13382"/>
                  </a:lnTo>
                  <a:lnTo>
                    <a:pt x="96686" y="15535"/>
                  </a:lnTo>
                  <a:lnTo>
                    <a:pt x="91929" y="17839"/>
                  </a:lnTo>
                  <a:lnTo>
                    <a:pt x="87248" y="20292"/>
                  </a:lnTo>
                  <a:lnTo>
                    <a:pt x="82646" y="22892"/>
                  </a:lnTo>
                  <a:lnTo>
                    <a:pt x="78129" y="25636"/>
                  </a:lnTo>
                  <a:lnTo>
                    <a:pt x="73700" y="28521"/>
                  </a:lnTo>
                  <a:lnTo>
                    <a:pt x="69366" y="31545"/>
                  </a:lnTo>
                  <a:lnTo>
                    <a:pt x="65128" y="34705"/>
                  </a:lnTo>
                  <a:lnTo>
                    <a:pt x="60993" y="37997"/>
                  </a:lnTo>
                  <a:lnTo>
                    <a:pt x="56964" y="41418"/>
                  </a:lnTo>
                  <a:lnTo>
                    <a:pt x="53046" y="44965"/>
                  </a:lnTo>
                  <a:lnTo>
                    <a:pt x="49241" y="48634"/>
                  </a:lnTo>
                  <a:lnTo>
                    <a:pt x="45554" y="52421"/>
                  </a:lnTo>
                  <a:lnTo>
                    <a:pt x="41989" y="56323"/>
                  </a:lnTo>
                  <a:lnTo>
                    <a:pt x="38549" y="60336"/>
                  </a:lnTo>
                  <a:lnTo>
                    <a:pt x="35237" y="64455"/>
                  </a:lnTo>
                  <a:lnTo>
                    <a:pt x="32058" y="68677"/>
                  </a:lnTo>
                  <a:lnTo>
                    <a:pt x="29013" y="72998"/>
                  </a:lnTo>
                  <a:lnTo>
                    <a:pt x="26107" y="77412"/>
                  </a:lnTo>
                  <a:lnTo>
                    <a:pt x="23341" y="81917"/>
                  </a:lnTo>
                  <a:lnTo>
                    <a:pt x="20720" y="86506"/>
                  </a:lnTo>
                  <a:lnTo>
                    <a:pt x="18244" y="91176"/>
                  </a:lnTo>
                  <a:lnTo>
                    <a:pt x="15918" y="95922"/>
                  </a:lnTo>
                  <a:lnTo>
                    <a:pt x="13743" y="100739"/>
                  </a:lnTo>
                  <a:lnTo>
                    <a:pt x="11721" y="105623"/>
                  </a:lnTo>
                  <a:lnTo>
                    <a:pt x="9855" y="110568"/>
                  </a:lnTo>
                  <a:lnTo>
                    <a:pt x="8145" y="115569"/>
                  </a:lnTo>
                  <a:lnTo>
                    <a:pt x="6595" y="120622"/>
                  </a:lnTo>
                  <a:lnTo>
                    <a:pt x="5206" y="125722"/>
                  </a:lnTo>
                  <a:lnTo>
                    <a:pt x="3978" y="130863"/>
                  </a:lnTo>
                  <a:lnTo>
                    <a:pt x="2913" y="136040"/>
                  </a:lnTo>
                  <a:lnTo>
                    <a:pt x="2013" y="141248"/>
                  </a:lnTo>
                  <a:lnTo>
                    <a:pt x="1277" y="146482"/>
                  </a:lnTo>
                  <a:lnTo>
                    <a:pt x="708" y="151737"/>
                  </a:lnTo>
                  <a:lnTo>
                    <a:pt x="305" y="157007"/>
                  </a:lnTo>
                  <a:lnTo>
                    <a:pt x="69" y="162287"/>
                  </a:lnTo>
                  <a:lnTo>
                    <a:pt x="0" y="167572"/>
                  </a:lnTo>
                  <a:lnTo>
                    <a:pt x="97" y="172857"/>
                  </a:lnTo>
                  <a:lnTo>
                    <a:pt x="362" y="178135"/>
                  </a:lnTo>
                  <a:lnTo>
                    <a:pt x="794" y="183403"/>
                  </a:lnTo>
                  <a:lnTo>
                    <a:pt x="1392" y="188655"/>
                  </a:lnTo>
                  <a:lnTo>
                    <a:pt x="2156" y="193885"/>
                  </a:lnTo>
                  <a:lnTo>
                    <a:pt x="3084" y="199088"/>
                  </a:lnTo>
                  <a:lnTo>
                    <a:pt x="4177" y="204259"/>
                  </a:lnTo>
                  <a:lnTo>
                    <a:pt x="5433" y="209394"/>
                  </a:lnTo>
                  <a:lnTo>
                    <a:pt x="6850" y="214485"/>
                  </a:lnTo>
                  <a:lnTo>
                    <a:pt x="8428" y="219530"/>
                  </a:lnTo>
                  <a:lnTo>
                    <a:pt x="10164" y="224522"/>
                  </a:lnTo>
                  <a:lnTo>
                    <a:pt x="12057" y="229457"/>
                  </a:lnTo>
                  <a:lnTo>
                    <a:pt x="14106" y="234329"/>
                  </a:lnTo>
                  <a:lnTo>
                    <a:pt x="16307" y="239135"/>
                  </a:lnTo>
                  <a:lnTo>
                    <a:pt x="18659" y="243868"/>
                  </a:lnTo>
                  <a:lnTo>
                    <a:pt x="21160" y="248524"/>
                  </a:lnTo>
                  <a:lnTo>
                    <a:pt x="23806" y="253099"/>
                  </a:lnTo>
                  <a:lnTo>
                    <a:pt x="26596" y="257589"/>
                  </a:lnTo>
                  <a:lnTo>
                    <a:pt x="29526" y="261987"/>
                  </a:lnTo>
                  <a:lnTo>
                    <a:pt x="32594" y="266291"/>
                  </a:lnTo>
                  <a:lnTo>
                    <a:pt x="35797" y="270496"/>
                  </a:lnTo>
                  <a:lnTo>
                    <a:pt x="39131" y="274598"/>
                  </a:lnTo>
                  <a:lnTo>
                    <a:pt x="42593" y="278592"/>
                  </a:lnTo>
                  <a:lnTo>
                    <a:pt x="46179" y="282474"/>
                  </a:lnTo>
                  <a:lnTo>
                    <a:pt x="49886" y="286241"/>
                  </a:lnTo>
                  <a:lnTo>
                    <a:pt x="53711" y="289889"/>
                  </a:lnTo>
                  <a:lnTo>
                    <a:pt x="57649" y="293415"/>
                  </a:lnTo>
                  <a:lnTo>
                    <a:pt x="61696" y="296814"/>
                  </a:lnTo>
                  <a:lnTo>
                    <a:pt x="65849" y="300083"/>
                  </a:lnTo>
                  <a:lnTo>
                    <a:pt x="70103" y="303220"/>
                  </a:lnTo>
                  <a:lnTo>
                    <a:pt x="74455" y="306221"/>
                  </a:lnTo>
                  <a:lnTo>
                    <a:pt x="78898" y="309082"/>
                  </a:lnTo>
                  <a:lnTo>
                    <a:pt x="83431" y="311801"/>
                  </a:lnTo>
                  <a:lnTo>
                    <a:pt x="88046" y="314376"/>
                  </a:lnTo>
                  <a:lnTo>
                    <a:pt x="92741" y="316804"/>
                  </a:lnTo>
                  <a:lnTo>
                    <a:pt x="97511" y="319082"/>
                  </a:lnTo>
                  <a:lnTo>
                    <a:pt x="102350" y="321208"/>
                  </a:lnTo>
                  <a:lnTo>
                    <a:pt x="107254" y="323180"/>
                  </a:lnTo>
                  <a:lnTo>
                    <a:pt x="112217" y="324996"/>
                  </a:lnTo>
                  <a:lnTo>
                    <a:pt x="117236" y="326655"/>
                  </a:lnTo>
                  <a:lnTo>
                    <a:pt x="122304" y="328153"/>
                  </a:lnTo>
                  <a:lnTo>
                    <a:pt x="127418" y="329491"/>
                  </a:lnTo>
                  <a:lnTo>
                    <a:pt x="132571" y="330667"/>
                  </a:lnTo>
                  <a:lnTo>
                    <a:pt x="137759" y="331679"/>
                  </a:lnTo>
                  <a:lnTo>
                    <a:pt x="142976" y="332526"/>
                  </a:lnTo>
                  <a:lnTo>
                    <a:pt x="148217" y="333208"/>
                  </a:lnTo>
                  <a:lnTo>
                    <a:pt x="153477" y="333724"/>
                  </a:lnTo>
                  <a:lnTo>
                    <a:pt x="158751" y="334074"/>
                  </a:lnTo>
                  <a:lnTo>
                    <a:pt x="164033" y="334256"/>
                  </a:lnTo>
                  <a:lnTo>
                    <a:pt x="169319" y="334272"/>
                  </a:lnTo>
                  <a:lnTo>
                    <a:pt x="174602" y="334120"/>
                  </a:lnTo>
                  <a:lnTo>
                    <a:pt x="179878" y="333802"/>
                  </a:lnTo>
                  <a:lnTo>
                    <a:pt x="185141" y="333316"/>
                  </a:lnTo>
                  <a:lnTo>
                    <a:pt x="190386" y="332665"/>
                  </a:lnTo>
                  <a:lnTo>
                    <a:pt x="195608" y="331848"/>
                  </a:lnTo>
                  <a:lnTo>
                    <a:pt x="200802" y="330867"/>
                  </a:lnTo>
                  <a:lnTo>
                    <a:pt x="205962" y="329722"/>
                  </a:lnTo>
                  <a:lnTo>
                    <a:pt x="211083" y="328414"/>
                  </a:lnTo>
                  <a:lnTo>
                    <a:pt x="216160" y="326945"/>
                  </a:lnTo>
                  <a:lnTo>
                    <a:pt x="221188" y="325316"/>
                  </a:lnTo>
                  <a:lnTo>
                    <a:pt x="226163" y="323529"/>
                  </a:lnTo>
                  <a:lnTo>
                    <a:pt x="231078" y="321586"/>
                  </a:lnTo>
                  <a:lnTo>
                    <a:pt x="235929" y="319488"/>
                  </a:lnTo>
                  <a:lnTo>
                    <a:pt x="240712" y="317238"/>
                  </a:lnTo>
                  <a:lnTo>
                    <a:pt x="245421" y="314838"/>
                  </a:lnTo>
                  <a:lnTo>
                    <a:pt x="250052" y="312290"/>
                  </a:lnTo>
                  <a:lnTo>
                    <a:pt x="254600" y="309597"/>
                  </a:lnTo>
                  <a:lnTo>
                    <a:pt x="259060" y="306762"/>
                  </a:lnTo>
                  <a:lnTo>
                    <a:pt x="263429" y="303787"/>
                  </a:lnTo>
                  <a:lnTo>
                    <a:pt x="267702" y="300676"/>
                  </a:lnTo>
                  <a:lnTo>
                    <a:pt x="271874" y="297430"/>
                  </a:lnTo>
                  <a:lnTo>
                    <a:pt x="275941" y="294055"/>
                  </a:lnTo>
                  <a:lnTo>
                    <a:pt x="279900" y="290553"/>
                  </a:lnTo>
                  <a:lnTo>
                    <a:pt x="283746" y="286927"/>
                  </a:lnTo>
                  <a:lnTo>
                    <a:pt x="287475" y="283182"/>
                  </a:lnTo>
                  <a:lnTo>
                    <a:pt x="291084" y="279320"/>
                  </a:lnTo>
                  <a:lnTo>
                    <a:pt x="294569" y="275347"/>
                  </a:lnTo>
                  <a:lnTo>
                    <a:pt x="297927" y="271265"/>
                  </a:lnTo>
                  <a:lnTo>
                    <a:pt x="301154" y="267079"/>
                  </a:lnTo>
                  <a:lnTo>
                    <a:pt x="304247" y="262793"/>
                  </a:lnTo>
                  <a:lnTo>
                    <a:pt x="307204" y="258412"/>
                  </a:lnTo>
                  <a:lnTo>
                    <a:pt x="310020" y="253939"/>
                  </a:lnTo>
                  <a:lnTo>
                    <a:pt x="312693" y="249379"/>
                  </a:lnTo>
                  <a:lnTo>
                    <a:pt x="315221" y="244738"/>
                  </a:lnTo>
                  <a:lnTo>
                    <a:pt x="317601" y="240018"/>
                  </a:lnTo>
                  <a:lnTo>
                    <a:pt x="319830" y="235226"/>
                  </a:lnTo>
                  <a:lnTo>
                    <a:pt x="321907" y="230366"/>
                  </a:lnTo>
                  <a:lnTo>
                    <a:pt x="323829" y="225442"/>
                  </a:lnTo>
                  <a:lnTo>
                    <a:pt x="325595" y="220460"/>
                  </a:lnTo>
                  <a:lnTo>
                    <a:pt x="327202" y="215425"/>
                  </a:lnTo>
                  <a:lnTo>
                    <a:pt x="328649" y="210342"/>
                  </a:lnTo>
                  <a:lnTo>
                    <a:pt x="329935" y="205215"/>
                  </a:lnTo>
                  <a:lnTo>
                    <a:pt x="331058" y="200050"/>
                  </a:lnTo>
                  <a:lnTo>
                    <a:pt x="332017" y="194852"/>
                  </a:lnTo>
                  <a:lnTo>
                    <a:pt x="332811" y="189627"/>
                  </a:lnTo>
                  <a:lnTo>
                    <a:pt x="333440" y="184379"/>
                  </a:lnTo>
                  <a:lnTo>
                    <a:pt x="333903" y="179114"/>
                  </a:lnTo>
                  <a:lnTo>
                    <a:pt x="334199" y="173837"/>
                  </a:lnTo>
                  <a:lnTo>
                    <a:pt x="334328" y="168553"/>
                  </a:lnTo>
                  <a:lnTo>
                    <a:pt x="334289" y="163267"/>
                  </a:lnTo>
                  <a:lnTo>
                    <a:pt x="334084" y="157986"/>
                  </a:lnTo>
                  <a:lnTo>
                    <a:pt x="333712" y="152714"/>
                  </a:lnTo>
                  <a:lnTo>
                    <a:pt x="333173" y="147456"/>
                  </a:lnTo>
                  <a:lnTo>
                    <a:pt x="332469" y="142217"/>
                  </a:lnTo>
                  <a:lnTo>
                    <a:pt x="331599" y="137004"/>
                  </a:lnTo>
                  <a:lnTo>
                    <a:pt x="330565" y="131821"/>
                  </a:lnTo>
                  <a:lnTo>
                    <a:pt x="329367" y="126673"/>
                  </a:lnTo>
                  <a:lnTo>
                    <a:pt x="328007" y="121565"/>
                  </a:lnTo>
                  <a:lnTo>
                    <a:pt x="326487" y="116503"/>
                  </a:lnTo>
                  <a:lnTo>
                    <a:pt x="324807" y="111492"/>
                  </a:lnTo>
                  <a:lnTo>
                    <a:pt x="322970" y="106536"/>
                  </a:lnTo>
                  <a:lnTo>
                    <a:pt x="320977" y="101640"/>
                  </a:lnTo>
                  <a:lnTo>
                    <a:pt x="318830" y="96811"/>
                  </a:lnTo>
                  <a:lnTo>
                    <a:pt x="316531" y="92051"/>
                  </a:lnTo>
                  <a:lnTo>
                    <a:pt x="314083" y="87367"/>
                  </a:lnTo>
                  <a:lnTo>
                    <a:pt x="311489" y="82762"/>
                  </a:lnTo>
                  <a:lnTo>
                    <a:pt x="308750" y="78241"/>
                  </a:lnTo>
                  <a:lnTo>
                    <a:pt x="305869" y="73810"/>
                  </a:lnTo>
                  <a:lnTo>
                    <a:pt x="302850" y="69472"/>
                  </a:lnTo>
                  <a:lnTo>
                    <a:pt x="299695" y="65231"/>
                  </a:lnTo>
                  <a:lnTo>
                    <a:pt x="296408" y="61092"/>
                  </a:lnTo>
                  <a:lnTo>
                    <a:pt x="292992" y="57059"/>
                  </a:lnTo>
                  <a:lnTo>
                    <a:pt x="289449" y="53136"/>
                  </a:lnTo>
                  <a:lnTo>
                    <a:pt x="285785" y="49328"/>
                  </a:lnTo>
                  <a:lnTo>
                    <a:pt x="282002" y="45636"/>
                  </a:lnTo>
                  <a:lnTo>
                    <a:pt x="278104" y="42067"/>
                  </a:lnTo>
                  <a:lnTo>
                    <a:pt x="274095" y="38622"/>
                  </a:lnTo>
                  <a:lnTo>
                    <a:pt x="269979" y="35306"/>
                  </a:lnTo>
                  <a:lnTo>
                    <a:pt x="265761" y="32121"/>
                  </a:lnTo>
                  <a:lnTo>
                    <a:pt x="261444" y="29072"/>
                  </a:lnTo>
                  <a:lnTo>
                    <a:pt x="257032" y="26161"/>
                  </a:lnTo>
                  <a:lnTo>
                    <a:pt x="252531" y="23390"/>
                  </a:lnTo>
                  <a:lnTo>
                    <a:pt x="247945" y="20763"/>
                  </a:lnTo>
                  <a:lnTo>
                    <a:pt x="243278" y="18283"/>
                  </a:lnTo>
                  <a:lnTo>
                    <a:pt x="238534" y="15951"/>
                  </a:lnTo>
                  <a:lnTo>
                    <a:pt x="233720" y="13770"/>
                  </a:lnTo>
                  <a:lnTo>
                    <a:pt x="228838" y="11743"/>
                  </a:lnTo>
                  <a:lnTo>
                    <a:pt x="223896" y="9871"/>
                  </a:lnTo>
                  <a:lnTo>
                    <a:pt x="218896" y="8156"/>
                  </a:lnTo>
                  <a:lnTo>
                    <a:pt x="213845" y="6600"/>
                  </a:lnTo>
                  <a:lnTo>
                    <a:pt x="208747" y="5204"/>
                  </a:lnTo>
                  <a:lnTo>
                    <a:pt x="167166" y="1671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41580" cy="167167"/>
            </a:xfrm>
            <a:custGeom>
              <a:avLst/>
              <a:pathLst>
                <a:path w="41580" h="167167">
                  <a:moveTo>
                    <a:pt x="41580" y="5253"/>
                  </a:moveTo>
                  <a:lnTo>
                    <a:pt x="35740" y="3865"/>
                  </a:lnTo>
                  <a:lnTo>
                    <a:pt x="29854" y="2687"/>
                  </a:lnTo>
                  <a:lnTo>
                    <a:pt x="23929" y="1721"/>
                  </a:lnTo>
                  <a:lnTo>
                    <a:pt x="17974" y="969"/>
                  </a:lnTo>
                  <a:lnTo>
                    <a:pt x="11995" y="430"/>
                  </a:lnTo>
                  <a:lnTo>
                    <a:pt x="6001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119" y="5399291"/>
              <a:ext cx="51424" cy="167167"/>
            </a:xfrm>
            <a:custGeom>
              <a:avLst/>
              <a:pathLst>
                <a:path w="51424" h="167167">
                  <a:moveTo>
                    <a:pt x="51424" y="0"/>
                  </a:moveTo>
                  <a:lnTo>
                    <a:pt x="44892" y="127"/>
                  </a:lnTo>
                  <a:lnTo>
                    <a:pt x="38369" y="510"/>
                  </a:lnTo>
                  <a:lnTo>
                    <a:pt x="31867" y="1147"/>
                  </a:lnTo>
                  <a:lnTo>
                    <a:pt x="25394" y="2039"/>
                  </a:lnTo>
                  <a:lnTo>
                    <a:pt x="18962" y="3182"/>
                  </a:lnTo>
                  <a:lnTo>
                    <a:pt x="12578" y="4576"/>
                  </a:lnTo>
                  <a:lnTo>
                    <a:pt x="6254" y="6218"/>
                  </a:lnTo>
                  <a:lnTo>
                    <a:pt x="0" y="8106"/>
                  </a:lnTo>
                  <a:lnTo>
                    <a:pt x="514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2119" y="5407398"/>
              <a:ext cx="51424" cy="159061"/>
            </a:xfrm>
            <a:custGeom>
              <a:avLst/>
              <a:pathLst>
                <a:path w="51424" h="159061">
                  <a:moveTo>
                    <a:pt x="0" y="0"/>
                  </a:moveTo>
                  <a:lnTo>
                    <a:pt x="51424" y="159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2119" y="5407398"/>
              <a:ext cx="51424" cy="159061"/>
            </a:xfrm>
            <a:custGeom>
              <a:avLst/>
              <a:pathLst>
                <a:path w="51424" h="159061">
                  <a:moveTo>
                    <a:pt x="0" y="0"/>
                  </a:moveTo>
                  <a:lnTo>
                    <a:pt x="51424" y="159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2119" y="5407398"/>
              <a:ext cx="51424" cy="159061"/>
            </a:xfrm>
            <a:custGeom>
              <a:avLst/>
              <a:pathLst>
                <a:path w="51424" h="159061">
                  <a:moveTo>
                    <a:pt x="0" y="0"/>
                  </a:moveTo>
                  <a:lnTo>
                    <a:pt x="51424" y="159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2119" y="5407398"/>
              <a:ext cx="51424" cy="159061"/>
            </a:xfrm>
            <a:custGeom>
              <a:avLst/>
              <a:pathLst>
                <a:path w="51424" h="159061">
                  <a:moveTo>
                    <a:pt x="0" y="0"/>
                  </a:moveTo>
                  <a:lnTo>
                    <a:pt x="51424" y="1590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2119" y="5407398"/>
              <a:ext cx="51424" cy="159061"/>
            </a:xfrm>
            <a:custGeom>
              <a:avLst/>
              <a:pathLst>
                <a:path w="51424" h="159061">
                  <a:moveTo>
                    <a:pt x="0" y="0"/>
                  </a:moveTo>
                  <a:lnTo>
                    <a:pt x="51424" y="1590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89" y="5407398"/>
              <a:ext cx="167154" cy="319998"/>
            </a:xfrm>
            <a:custGeom>
              <a:avLst/>
              <a:pathLst>
                <a:path w="167154" h="319998">
                  <a:moveTo>
                    <a:pt x="115729" y="0"/>
                  </a:moveTo>
                  <a:lnTo>
                    <a:pt x="110676" y="1723"/>
                  </a:lnTo>
                  <a:lnTo>
                    <a:pt x="105681" y="3606"/>
                  </a:lnTo>
                  <a:lnTo>
                    <a:pt x="100748" y="5649"/>
                  </a:lnTo>
                  <a:lnTo>
                    <a:pt x="95883" y="7847"/>
                  </a:lnTo>
                  <a:lnTo>
                    <a:pt x="91091" y="10200"/>
                  </a:lnTo>
                  <a:lnTo>
                    <a:pt x="86376" y="12705"/>
                  </a:lnTo>
                  <a:lnTo>
                    <a:pt x="81744" y="15359"/>
                  </a:lnTo>
                  <a:lnTo>
                    <a:pt x="77199" y="18160"/>
                  </a:lnTo>
                  <a:lnTo>
                    <a:pt x="72745" y="21104"/>
                  </a:lnTo>
                  <a:lnTo>
                    <a:pt x="68388" y="24189"/>
                  </a:lnTo>
                  <a:lnTo>
                    <a:pt x="64132" y="27412"/>
                  </a:lnTo>
                  <a:lnTo>
                    <a:pt x="59981" y="30769"/>
                  </a:lnTo>
                  <a:lnTo>
                    <a:pt x="55939" y="34256"/>
                  </a:lnTo>
                  <a:lnTo>
                    <a:pt x="52010" y="37871"/>
                  </a:lnTo>
                  <a:lnTo>
                    <a:pt x="48199" y="41610"/>
                  </a:lnTo>
                  <a:lnTo>
                    <a:pt x="44509" y="45468"/>
                  </a:lnTo>
                  <a:lnTo>
                    <a:pt x="40944" y="49443"/>
                  </a:lnTo>
                  <a:lnTo>
                    <a:pt x="37508" y="53529"/>
                  </a:lnTo>
                  <a:lnTo>
                    <a:pt x="34205" y="57722"/>
                  </a:lnTo>
                  <a:lnTo>
                    <a:pt x="31036" y="62019"/>
                  </a:lnTo>
                  <a:lnTo>
                    <a:pt x="28007" y="66415"/>
                  </a:lnTo>
                  <a:lnTo>
                    <a:pt x="25120" y="70906"/>
                  </a:lnTo>
                  <a:lnTo>
                    <a:pt x="22377" y="75486"/>
                  </a:lnTo>
                  <a:lnTo>
                    <a:pt x="19782" y="80152"/>
                  </a:lnTo>
                  <a:lnTo>
                    <a:pt x="17338" y="84898"/>
                  </a:lnTo>
                  <a:lnTo>
                    <a:pt x="15046" y="89720"/>
                  </a:lnTo>
                  <a:lnTo>
                    <a:pt x="12909" y="94613"/>
                  </a:lnTo>
                  <a:lnTo>
                    <a:pt x="10930" y="99571"/>
                  </a:lnTo>
                  <a:lnTo>
                    <a:pt x="9110" y="104590"/>
                  </a:lnTo>
                  <a:lnTo>
                    <a:pt x="7451" y="109664"/>
                  </a:lnTo>
                  <a:lnTo>
                    <a:pt x="5955" y="114789"/>
                  </a:lnTo>
                  <a:lnTo>
                    <a:pt x="4624" y="119959"/>
                  </a:lnTo>
                  <a:lnTo>
                    <a:pt x="3458" y="125169"/>
                  </a:lnTo>
                  <a:lnTo>
                    <a:pt x="2459" y="130413"/>
                  </a:lnTo>
                  <a:lnTo>
                    <a:pt x="1628" y="135687"/>
                  </a:lnTo>
                  <a:lnTo>
                    <a:pt x="967" y="140985"/>
                  </a:lnTo>
                  <a:lnTo>
                    <a:pt x="474" y="146301"/>
                  </a:lnTo>
                  <a:lnTo>
                    <a:pt x="152" y="151630"/>
                  </a:lnTo>
                  <a:lnTo>
                    <a:pt x="0" y="156966"/>
                  </a:lnTo>
                  <a:lnTo>
                    <a:pt x="18" y="162305"/>
                  </a:lnTo>
                  <a:lnTo>
                    <a:pt x="207" y="167640"/>
                  </a:lnTo>
                  <a:lnTo>
                    <a:pt x="566" y="172967"/>
                  </a:lnTo>
                  <a:lnTo>
                    <a:pt x="1095" y="178279"/>
                  </a:lnTo>
                  <a:lnTo>
                    <a:pt x="1793" y="183572"/>
                  </a:lnTo>
                  <a:lnTo>
                    <a:pt x="2660" y="188840"/>
                  </a:lnTo>
                  <a:lnTo>
                    <a:pt x="3695" y="194078"/>
                  </a:lnTo>
                  <a:lnTo>
                    <a:pt x="4897" y="199279"/>
                  </a:lnTo>
                  <a:lnTo>
                    <a:pt x="6264" y="204440"/>
                  </a:lnTo>
                  <a:lnTo>
                    <a:pt x="7795" y="209554"/>
                  </a:lnTo>
                  <a:lnTo>
                    <a:pt x="9488" y="214617"/>
                  </a:lnTo>
                  <a:lnTo>
                    <a:pt x="11343" y="219624"/>
                  </a:lnTo>
                  <a:lnTo>
                    <a:pt x="13356" y="224568"/>
                  </a:lnTo>
                  <a:lnTo>
                    <a:pt x="15526" y="229446"/>
                  </a:lnTo>
                  <a:lnTo>
                    <a:pt x="17851" y="234252"/>
                  </a:lnTo>
                  <a:lnTo>
                    <a:pt x="20328" y="238981"/>
                  </a:lnTo>
                  <a:lnTo>
                    <a:pt x="22955" y="243629"/>
                  </a:lnTo>
                  <a:lnTo>
                    <a:pt x="25729" y="248190"/>
                  </a:lnTo>
                  <a:lnTo>
                    <a:pt x="28648" y="252661"/>
                  </a:lnTo>
                  <a:lnTo>
                    <a:pt x="31707" y="257036"/>
                  </a:lnTo>
                  <a:lnTo>
                    <a:pt x="34905" y="261311"/>
                  </a:lnTo>
                  <a:lnTo>
                    <a:pt x="38237" y="265482"/>
                  </a:lnTo>
                  <a:lnTo>
                    <a:pt x="41701" y="269544"/>
                  </a:lnTo>
                  <a:lnTo>
                    <a:pt x="45293" y="273494"/>
                  </a:lnTo>
                  <a:lnTo>
                    <a:pt x="49010" y="277327"/>
                  </a:lnTo>
                  <a:lnTo>
                    <a:pt x="52846" y="281039"/>
                  </a:lnTo>
                  <a:lnTo>
                    <a:pt x="56800" y="284627"/>
                  </a:lnTo>
                  <a:lnTo>
                    <a:pt x="60866" y="288087"/>
                  </a:lnTo>
                  <a:lnTo>
                    <a:pt x="65040" y="291415"/>
                  </a:lnTo>
                  <a:lnTo>
                    <a:pt x="69318" y="294608"/>
                  </a:lnTo>
                  <a:lnTo>
                    <a:pt x="73697" y="297663"/>
                  </a:lnTo>
                  <a:lnTo>
                    <a:pt x="78170" y="300577"/>
                  </a:lnTo>
                  <a:lnTo>
                    <a:pt x="82734" y="303346"/>
                  </a:lnTo>
                  <a:lnTo>
                    <a:pt x="87385" y="305968"/>
                  </a:lnTo>
                  <a:lnTo>
                    <a:pt x="92117" y="308441"/>
                  </a:lnTo>
                  <a:lnTo>
                    <a:pt x="96925" y="310761"/>
                  </a:lnTo>
                  <a:lnTo>
                    <a:pt x="101805" y="312926"/>
                  </a:lnTo>
                  <a:lnTo>
                    <a:pt x="106752" y="314934"/>
                  </a:lnTo>
                  <a:lnTo>
                    <a:pt x="111760" y="316783"/>
                  </a:lnTo>
                  <a:lnTo>
                    <a:pt x="116824" y="318472"/>
                  </a:lnTo>
                  <a:lnTo>
                    <a:pt x="121940" y="319998"/>
                  </a:lnTo>
                  <a:lnTo>
                    <a:pt x="167154" y="1590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78330" y="5399291"/>
              <a:ext cx="212377" cy="334319"/>
            </a:xfrm>
            <a:custGeom>
              <a:avLst/>
              <a:pathLst>
                <a:path w="212377" h="334319">
                  <a:moveTo>
                    <a:pt x="0" y="328104"/>
                  </a:moveTo>
                  <a:lnTo>
                    <a:pt x="5159" y="329465"/>
                  </a:lnTo>
                  <a:lnTo>
                    <a:pt x="10359" y="330661"/>
                  </a:lnTo>
                  <a:lnTo>
                    <a:pt x="15595" y="331690"/>
                  </a:lnTo>
                  <a:lnTo>
                    <a:pt x="20860" y="332551"/>
                  </a:lnTo>
                  <a:lnTo>
                    <a:pt x="26151" y="333244"/>
                  </a:lnTo>
                  <a:lnTo>
                    <a:pt x="31461" y="333768"/>
                  </a:lnTo>
                  <a:lnTo>
                    <a:pt x="36785" y="334122"/>
                  </a:lnTo>
                  <a:lnTo>
                    <a:pt x="42118" y="334306"/>
                  </a:lnTo>
                  <a:lnTo>
                    <a:pt x="47454" y="334319"/>
                  </a:lnTo>
                  <a:lnTo>
                    <a:pt x="52787" y="334163"/>
                  </a:lnTo>
                  <a:lnTo>
                    <a:pt x="58113" y="333836"/>
                  </a:lnTo>
                  <a:lnTo>
                    <a:pt x="63425" y="333339"/>
                  </a:lnTo>
                  <a:lnTo>
                    <a:pt x="68720" y="332673"/>
                  </a:lnTo>
                  <a:lnTo>
                    <a:pt x="73990" y="331839"/>
                  </a:lnTo>
                  <a:lnTo>
                    <a:pt x="79231" y="330837"/>
                  </a:lnTo>
                  <a:lnTo>
                    <a:pt x="84437" y="329668"/>
                  </a:lnTo>
                  <a:lnTo>
                    <a:pt x="89603" y="328333"/>
                  </a:lnTo>
                  <a:lnTo>
                    <a:pt x="94724" y="326834"/>
                  </a:lnTo>
                  <a:lnTo>
                    <a:pt x="99794" y="325173"/>
                  </a:lnTo>
                  <a:lnTo>
                    <a:pt x="104809" y="323350"/>
                  </a:lnTo>
                  <a:lnTo>
                    <a:pt x="109764" y="321369"/>
                  </a:lnTo>
                  <a:lnTo>
                    <a:pt x="114652" y="319230"/>
                  </a:lnTo>
                  <a:lnTo>
                    <a:pt x="119470" y="316936"/>
                  </a:lnTo>
                  <a:lnTo>
                    <a:pt x="124212" y="314490"/>
                  </a:lnTo>
                  <a:lnTo>
                    <a:pt x="128873" y="311894"/>
                  </a:lnTo>
                  <a:lnTo>
                    <a:pt x="133450" y="309150"/>
                  </a:lnTo>
                  <a:lnTo>
                    <a:pt x="137936" y="306262"/>
                  </a:lnTo>
                  <a:lnTo>
                    <a:pt x="142328" y="303232"/>
                  </a:lnTo>
                  <a:lnTo>
                    <a:pt x="146621" y="300063"/>
                  </a:lnTo>
                  <a:lnTo>
                    <a:pt x="150811" y="296759"/>
                  </a:lnTo>
                  <a:lnTo>
                    <a:pt x="154893" y="293323"/>
                  </a:lnTo>
                  <a:lnTo>
                    <a:pt x="158863" y="289758"/>
                  </a:lnTo>
                  <a:lnTo>
                    <a:pt x="162718" y="286068"/>
                  </a:lnTo>
                  <a:lnTo>
                    <a:pt x="166453" y="282258"/>
                  </a:lnTo>
                  <a:lnTo>
                    <a:pt x="170064" y="278330"/>
                  </a:lnTo>
                  <a:lnTo>
                    <a:pt x="173548" y="274288"/>
                  </a:lnTo>
                  <a:lnTo>
                    <a:pt x="176902" y="270138"/>
                  </a:lnTo>
                  <a:lnTo>
                    <a:pt x="180121" y="265883"/>
                  </a:lnTo>
                  <a:lnTo>
                    <a:pt x="183203" y="261527"/>
                  </a:lnTo>
                  <a:lnTo>
                    <a:pt x="186144" y="257075"/>
                  </a:lnTo>
                  <a:lnTo>
                    <a:pt x="188941" y="252531"/>
                  </a:lnTo>
                  <a:lnTo>
                    <a:pt x="191592" y="247901"/>
                  </a:lnTo>
                  <a:lnTo>
                    <a:pt x="194095" y="243188"/>
                  </a:lnTo>
                  <a:lnTo>
                    <a:pt x="196445" y="238398"/>
                  </a:lnTo>
                  <a:lnTo>
                    <a:pt x="198641" y="233535"/>
                  </a:lnTo>
                  <a:lnTo>
                    <a:pt x="200681" y="228604"/>
                  </a:lnTo>
                  <a:lnTo>
                    <a:pt x="202563" y="223611"/>
                  </a:lnTo>
                  <a:lnTo>
                    <a:pt x="204284" y="218561"/>
                  </a:lnTo>
                  <a:lnTo>
                    <a:pt x="205843" y="213458"/>
                  </a:lnTo>
                  <a:lnTo>
                    <a:pt x="207239" y="208308"/>
                  </a:lnTo>
                  <a:lnTo>
                    <a:pt x="208469" y="203116"/>
                  </a:lnTo>
                  <a:lnTo>
                    <a:pt x="209533" y="197887"/>
                  </a:lnTo>
                  <a:lnTo>
                    <a:pt x="210430" y="192627"/>
                  </a:lnTo>
                  <a:lnTo>
                    <a:pt x="211158" y="187341"/>
                  </a:lnTo>
                  <a:lnTo>
                    <a:pt x="211718" y="182035"/>
                  </a:lnTo>
                  <a:lnTo>
                    <a:pt x="212107" y="176713"/>
                  </a:lnTo>
                  <a:lnTo>
                    <a:pt x="212327" y="171382"/>
                  </a:lnTo>
                  <a:lnTo>
                    <a:pt x="212377" y="166047"/>
                  </a:lnTo>
                  <a:lnTo>
                    <a:pt x="212256" y="160712"/>
                  </a:lnTo>
                  <a:lnTo>
                    <a:pt x="211965" y="155384"/>
                  </a:lnTo>
                  <a:lnTo>
                    <a:pt x="211504" y="150068"/>
                  </a:lnTo>
                  <a:lnTo>
                    <a:pt x="210873" y="144770"/>
                  </a:lnTo>
                  <a:lnTo>
                    <a:pt x="210074" y="139494"/>
                  </a:lnTo>
                  <a:lnTo>
                    <a:pt x="209107" y="134247"/>
                  </a:lnTo>
                  <a:lnTo>
                    <a:pt x="207973" y="129033"/>
                  </a:lnTo>
                  <a:lnTo>
                    <a:pt x="206673" y="123858"/>
                  </a:lnTo>
                  <a:lnTo>
                    <a:pt x="205208" y="118727"/>
                  </a:lnTo>
                  <a:lnTo>
                    <a:pt x="203581" y="113646"/>
                  </a:lnTo>
                  <a:lnTo>
                    <a:pt x="201792" y="108619"/>
                  </a:lnTo>
                  <a:lnTo>
                    <a:pt x="199844" y="103651"/>
                  </a:lnTo>
                  <a:lnTo>
                    <a:pt x="197738" y="98748"/>
                  </a:lnTo>
                  <a:lnTo>
                    <a:pt x="195477" y="93916"/>
                  </a:lnTo>
                  <a:lnTo>
                    <a:pt x="193062" y="89157"/>
                  </a:lnTo>
                  <a:lnTo>
                    <a:pt x="190497" y="84478"/>
                  </a:lnTo>
                  <a:lnTo>
                    <a:pt x="187784" y="79884"/>
                  </a:lnTo>
                  <a:lnTo>
                    <a:pt x="184926" y="75378"/>
                  </a:lnTo>
                  <a:lnTo>
                    <a:pt x="181925" y="70966"/>
                  </a:lnTo>
                  <a:lnTo>
                    <a:pt x="178785" y="66652"/>
                  </a:lnTo>
                  <a:lnTo>
                    <a:pt x="175509" y="62440"/>
                  </a:lnTo>
                  <a:lnTo>
                    <a:pt x="172101" y="58335"/>
                  </a:lnTo>
                  <a:lnTo>
                    <a:pt x="168563" y="54341"/>
                  </a:lnTo>
                  <a:lnTo>
                    <a:pt x="164899" y="50462"/>
                  </a:lnTo>
                  <a:lnTo>
                    <a:pt x="161113" y="46701"/>
                  </a:lnTo>
                  <a:lnTo>
                    <a:pt x="157210" y="43064"/>
                  </a:lnTo>
                  <a:lnTo>
                    <a:pt x="153192" y="39552"/>
                  </a:lnTo>
                  <a:lnTo>
                    <a:pt x="149064" y="36171"/>
                  </a:lnTo>
                  <a:lnTo>
                    <a:pt x="144831" y="32924"/>
                  </a:lnTo>
                  <a:lnTo>
                    <a:pt x="140495" y="29813"/>
                  </a:lnTo>
                  <a:lnTo>
                    <a:pt x="136063" y="26842"/>
                  </a:lnTo>
                  <a:lnTo>
                    <a:pt x="131539" y="24014"/>
                  </a:lnTo>
                  <a:lnTo>
                    <a:pt x="126926" y="21332"/>
                  </a:lnTo>
                  <a:lnTo>
                    <a:pt x="122230" y="18798"/>
                  </a:lnTo>
                  <a:lnTo>
                    <a:pt x="117456" y="16416"/>
                  </a:lnTo>
                  <a:lnTo>
                    <a:pt x="112608" y="14187"/>
                  </a:lnTo>
                  <a:lnTo>
                    <a:pt x="107691" y="12114"/>
                  </a:lnTo>
                  <a:lnTo>
                    <a:pt x="102711" y="10199"/>
                  </a:lnTo>
                  <a:lnTo>
                    <a:pt x="97672" y="8444"/>
                  </a:lnTo>
                  <a:lnTo>
                    <a:pt x="92579" y="6850"/>
                  </a:lnTo>
                  <a:lnTo>
                    <a:pt x="87439" y="5420"/>
                  </a:lnTo>
                  <a:lnTo>
                    <a:pt x="82255" y="4155"/>
                  </a:lnTo>
                  <a:lnTo>
                    <a:pt x="77034" y="3056"/>
                  </a:lnTo>
                  <a:lnTo>
                    <a:pt x="71780" y="2124"/>
                  </a:lnTo>
                  <a:lnTo>
                    <a:pt x="66499" y="1360"/>
                  </a:lnTo>
                  <a:lnTo>
                    <a:pt x="61196" y="765"/>
                  </a:lnTo>
                  <a:lnTo>
                    <a:pt x="55878" y="340"/>
                  </a:lnTo>
                  <a:lnTo>
                    <a:pt x="50548" y="85"/>
                  </a:lnTo>
                  <a:lnTo>
                    <a:pt x="45213" y="0"/>
                  </a:lnTo>
                  <a:lnTo>
                    <a:pt x="452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5656" y="5269756"/>
              <a:ext cx="19602" cy="167167"/>
            </a:xfrm>
            <a:custGeom>
              <a:avLst/>
              <a:pathLst>
                <a:path w="19602" h="167167">
                  <a:moveTo>
                    <a:pt x="19602" y="0"/>
                  </a:moveTo>
                  <a:lnTo>
                    <a:pt x="9784" y="288"/>
                  </a:lnTo>
                  <a:lnTo>
                    <a:pt x="0" y="1153"/>
                  </a:lnTo>
                  <a:lnTo>
                    <a:pt x="196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5656" y="5270909"/>
              <a:ext cx="19602" cy="166014"/>
            </a:xfrm>
            <a:custGeom>
              <a:avLst/>
              <a:pathLst>
                <a:path w="19602" h="166014">
                  <a:moveTo>
                    <a:pt x="0" y="0"/>
                  </a:moveTo>
                  <a:lnTo>
                    <a:pt x="19602" y="166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5656" y="5270909"/>
              <a:ext cx="19602" cy="166014"/>
            </a:xfrm>
            <a:custGeom>
              <a:avLst/>
              <a:pathLst>
                <a:path w="19602" h="166014">
                  <a:moveTo>
                    <a:pt x="0" y="0"/>
                  </a:moveTo>
                  <a:lnTo>
                    <a:pt x="19602" y="166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5656" y="5270909"/>
              <a:ext cx="19602" cy="166014"/>
            </a:xfrm>
            <a:custGeom>
              <a:avLst/>
              <a:pathLst>
                <a:path w="19602" h="166014">
                  <a:moveTo>
                    <a:pt x="0" y="0"/>
                  </a:moveTo>
                  <a:lnTo>
                    <a:pt x="19602" y="1660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5656" y="5270909"/>
              <a:ext cx="19602" cy="166014"/>
            </a:xfrm>
            <a:custGeom>
              <a:avLst/>
              <a:pathLst>
                <a:path w="19602" h="166014">
                  <a:moveTo>
                    <a:pt x="0" y="0"/>
                  </a:moveTo>
                  <a:lnTo>
                    <a:pt x="19602" y="1660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89602" y="5270909"/>
              <a:ext cx="155655" cy="166014"/>
            </a:xfrm>
            <a:custGeom>
              <a:avLst/>
              <a:pathLst>
                <a:path w="155655" h="166014">
                  <a:moveTo>
                    <a:pt x="136053" y="0"/>
                  </a:moveTo>
                  <a:lnTo>
                    <a:pt x="130631" y="730"/>
                  </a:lnTo>
                  <a:lnTo>
                    <a:pt x="125237" y="1637"/>
                  </a:lnTo>
                  <a:lnTo>
                    <a:pt x="119874" y="2720"/>
                  </a:lnTo>
                  <a:lnTo>
                    <a:pt x="114550" y="3979"/>
                  </a:lnTo>
                  <a:lnTo>
                    <a:pt x="109270" y="5410"/>
                  </a:lnTo>
                  <a:lnTo>
                    <a:pt x="104040" y="7014"/>
                  </a:lnTo>
                  <a:lnTo>
                    <a:pt x="98865" y="8788"/>
                  </a:lnTo>
                  <a:lnTo>
                    <a:pt x="93751" y="10731"/>
                  </a:lnTo>
                  <a:lnTo>
                    <a:pt x="88703" y="12839"/>
                  </a:lnTo>
                  <a:lnTo>
                    <a:pt x="83727" y="15112"/>
                  </a:lnTo>
                  <a:lnTo>
                    <a:pt x="78828" y="17547"/>
                  </a:lnTo>
                  <a:lnTo>
                    <a:pt x="74011" y="20140"/>
                  </a:lnTo>
                  <a:lnTo>
                    <a:pt x="69282" y="22890"/>
                  </a:lnTo>
                  <a:lnTo>
                    <a:pt x="64645" y="25792"/>
                  </a:lnTo>
                  <a:lnTo>
                    <a:pt x="60105" y="28845"/>
                  </a:lnTo>
                  <a:lnTo>
                    <a:pt x="55668" y="32045"/>
                  </a:lnTo>
                  <a:lnTo>
                    <a:pt x="51338" y="35389"/>
                  </a:lnTo>
                  <a:lnTo>
                    <a:pt x="47120" y="38872"/>
                  </a:lnTo>
                  <a:lnTo>
                    <a:pt x="43018" y="42492"/>
                  </a:lnTo>
                  <a:lnTo>
                    <a:pt x="39036" y="46243"/>
                  </a:lnTo>
                  <a:lnTo>
                    <a:pt x="35180" y="50123"/>
                  </a:lnTo>
                  <a:lnTo>
                    <a:pt x="31452" y="54128"/>
                  </a:lnTo>
                  <a:lnTo>
                    <a:pt x="27857" y="58252"/>
                  </a:lnTo>
                  <a:lnTo>
                    <a:pt x="24400" y="62491"/>
                  </a:lnTo>
                  <a:lnTo>
                    <a:pt x="21083" y="66841"/>
                  </a:lnTo>
                  <a:lnTo>
                    <a:pt x="17910" y="71298"/>
                  </a:lnTo>
                  <a:lnTo>
                    <a:pt x="14884" y="75855"/>
                  </a:lnTo>
                  <a:lnTo>
                    <a:pt x="12010" y="80510"/>
                  </a:lnTo>
                  <a:lnTo>
                    <a:pt x="9289" y="85256"/>
                  </a:lnTo>
                  <a:lnTo>
                    <a:pt x="6725" y="90088"/>
                  </a:lnTo>
                  <a:lnTo>
                    <a:pt x="4320" y="95002"/>
                  </a:lnTo>
                  <a:lnTo>
                    <a:pt x="2078" y="99992"/>
                  </a:lnTo>
                  <a:lnTo>
                    <a:pt x="0" y="105053"/>
                  </a:lnTo>
                  <a:lnTo>
                    <a:pt x="155655" y="1660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11506" y="106206"/>
                  </a:moveTo>
                  <a:lnTo>
                    <a:pt x="9647" y="111184"/>
                  </a:lnTo>
                  <a:lnTo>
                    <a:pt x="7947" y="116218"/>
                  </a:lnTo>
                  <a:lnTo>
                    <a:pt x="6409" y="121303"/>
                  </a:lnTo>
                  <a:lnTo>
                    <a:pt x="5032" y="126435"/>
                  </a:lnTo>
                  <a:lnTo>
                    <a:pt x="3820" y="131608"/>
                  </a:lnTo>
                  <a:lnTo>
                    <a:pt x="2772" y="136817"/>
                  </a:lnTo>
                  <a:lnTo>
                    <a:pt x="1891" y="142057"/>
                  </a:lnTo>
                  <a:lnTo>
                    <a:pt x="1176" y="147322"/>
                  </a:lnTo>
                  <a:lnTo>
                    <a:pt x="629" y="152607"/>
                  </a:lnTo>
                  <a:lnTo>
                    <a:pt x="251" y="157907"/>
                  </a:lnTo>
                  <a:lnTo>
                    <a:pt x="41" y="163216"/>
                  </a:lnTo>
                  <a:lnTo>
                    <a:pt x="0" y="168529"/>
                  </a:lnTo>
                  <a:lnTo>
                    <a:pt x="127" y="173840"/>
                  </a:lnTo>
                  <a:lnTo>
                    <a:pt x="424" y="179145"/>
                  </a:lnTo>
                  <a:lnTo>
                    <a:pt x="889" y="184438"/>
                  </a:lnTo>
                  <a:lnTo>
                    <a:pt x="1521" y="189714"/>
                  </a:lnTo>
                  <a:lnTo>
                    <a:pt x="2322" y="194966"/>
                  </a:lnTo>
                  <a:lnTo>
                    <a:pt x="3288" y="200191"/>
                  </a:lnTo>
                  <a:lnTo>
                    <a:pt x="4421" y="205382"/>
                  </a:lnTo>
                  <a:lnTo>
                    <a:pt x="5717" y="210535"/>
                  </a:lnTo>
                  <a:lnTo>
                    <a:pt x="7177" y="215644"/>
                  </a:lnTo>
                  <a:lnTo>
                    <a:pt x="8799" y="220703"/>
                  </a:lnTo>
                  <a:lnTo>
                    <a:pt x="10580" y="225709"/>
                  </a:lnTo>
                  <a:lnTo>
                    <a:pt x="12520" y="230656"/>
                  </a:lnTo>
                  <a:lnTo>
                    <a:pt x="14615" y="235538"/>
                  </a:lnTo>
                  <a:lnTo>
                    <a:pt x="16865" y="240352"/>
                  </a:lnTo>
                  <a:lnTo>
                    <a:pt x="19267" y="245091"/>
                  </a:lnTo>
                  <a:lnTo>
                    <a:pt x="21818" y="249752"/>
                  </a:lnTo>
                  <a:lnTo>
                    <a:pt x="24516" y="254329"/>
                  </a:lnTo>
                  <a:lnTo>
                    <a:pt x="27358" y="258818"/>
                  </a:lnTo>
                  <a:lnTo>
                    <a:pt x="30341" y="263215"/>
                  </a:lnTo>
                  <a:lnTo>
                    <a:pt x="33463" y="267515"/>
                  </a:lnTo>
                  <a:lnTo>
                    <a:pt x="36720" y="271713"/>
                  </a:lnTo>
                  <a:lnTo>
                    <a:pt x="40108" y="275806"/>
                  </a:lnTo>
                  <a:lnTo>
                    <a:pt x="43625" y="279789"/>
                  </a:lnTo>
                  <a:lnTo>
                    <a:pt x="47266" y="283658"/>
                  </a:lnTo>
                  <a:lnTo>
                    <a:pt x="51029" y="287409"/>
                  </a:lnTo>
                  <a:lnTo>
                    <a:pt x="54909" y="291039"/>
                  </a:lnTo>
                  <a:lnTo>
                    <a:pt x="58902" y="294544"/>
                  </a:lnTo>
                  <a:lnTo>
                    <a:pt x="63005" y="297920"/>
                  </a:lnTo>
                  <a:lnTo>
                    <a:pt x="67213" y="301164"/>
                  </a:lnTo>
                  <a:lnTo>
                    <a:pt x="71522" y="304273"/>
                  </a:lnTo>
                  <a:lnTo>
                    <a:pt x="75927" y="307243"/>
                  </a:lnTo>
                  <a:lnTo>
                    <a:pt x="80425" y="310072"/>
                  </a:lnTo>
                  <a:lnTo>
                    <a:pt x="85010" y="312756"/>
                  </a:lnTo>
                  <a:lnTo>
                    <a:pt x="89679" y="315293"/>
                  </a:lnTo>
                  <a:lnTo>
                    <a:pt x="94425" y="317681"/>
                  </a:lnTo>
                  <a:lnTo>
                    <a:pt x="99245" y="319916"/>
                  </a:lnTo>
                  <a:lnTo>
                    <a:pt x="104134" y="321998"/>
                  </a:lnTo>
                  <a:lnTo>
                    <a:pt x="109086" y="323922"/>
                  </a:lnTo>
                  <a:lnTo>
                    <a:pt x="114097" y="325689"/>
                  </a:lnTo>
                  <a:lnTo>
                    <a:pt x="119162" y="327295"/>
                  </a:lnTo>
                  <a:lnTo>
                    <a:pt x="124275" y="328740"/>
                  </a:lnTo>
                  <a:lnTo>
                    <a:pt x="129432" y="330021"/>
                  </a:lnTo>
                  <a:lnTo>
                    <a:pt x="134626" y="331138"/>
                  </a:lnTo>
                  <a:lnTo>
                    <a:pt x="139854" y="332089"/>
                  </a:lnTo>
                  <a:lnTo>
                    <a:pt x="145109" y="332873"/>
                  </a:lnTo>
                  <a:lnTo>
                    <a:pt x="150386" y="333491"/>
                  </a:lnTo>
                  <a:lnTo>
                    <a:pt x="155680" y="333940"/>
                  </a:lnTo>
                  <a:lnTo>
                    <a:pt x="160986" y="334220"/>
                  </a:lnTo>
                  <a:lnTo>
                    <a:pt x="166298" y="334332"/>
                  </a:lnTo>
                  <a:lnTo>
                    <a:pt x="171611" y="334275"/>
                  </a:lnTo>
                  <a:lnTo>
                    <a:pt x="176920" y="334049"/>
                  </a:lnTo>
                  <a:lnTo>
                    <a:pt x="182218" y="333655"/>
                  </a:lnTo>
                  <a:lnTo>
                    <a:pt x="187502" y="333092"/>
                  </a:lnTo>
                  <a:lnTo>
                    <a:pt x="192764" y="332362"/>
                  </a:lnTo>
                  <a:lnTo>
                    <a:pt x="198001" y="331465"/>
                  </a:lnTo>
                  <a:lnTo>
                    <a:pt x="203207" y="330402"/>
                  </a:lnTo>
                  <a:lnTo>
                    <a:pt x="208377" y="329174"/>
                  </a:lnTo>
                  <a:lnTo>
                    <a:pt x="213504" y="327782"/>
                  </a:lnTo>
                  <a:lnTo>
                    <a:pt x="218585" y="326228"/>
                  </a:lnTo>
                  <a:lnTo>
                    <a:pt x="223614" y="324514"/>
                  </a:lnTo>
                  <a:lnTo>
                    <a:pt x="228586" y="322640"/>
                  </a:lnTo>
                  <a:lnTo>
                    <a:pt x="233496" y="320610"/>
                  </a:lnTo>
                  <a:lnTo>
                    <a:pt x="238339" y="318424"/>
                  </a:lnTo>
                  <a:lnTo>
                    <a:pt x="243110" y="316085"/>
                  </a:lnTo>
                  <a:lnTo>
                    <a:pt x="247804" y="313597"/>
                  </a:lnTo>
                  <a:lnTo>
                    <a:pt x="252417" y="310960"/>
                  </a:lnTo>
                  <a:lnTo>
                    <a:pt x="256944" y="308178"/>
                  </a:lnTo>
                  <a:lnTo>
                    <a:pt x="261380" y="305253"/>
                  </a:lnTo>
                  <a:lnTo>
                    <a:pt x="265721" y="302189"/>
                  </a:lnTo>
                  <a:lnTo>
                    <a:pt x="269962" y="298989"/>
                  </a:lnTo>
                  <a:lnTo>
                    <a:pt x="274099" y="295655"/>
                  </a:lnTo>
                  <a:lnTo>
                    <a:pt x="278129" y="292192"/>
                  </a:lnTo>
                  <a:lnTo>
                    <a:pt x="282046" y="288602"/>
                  </a:lnTo>
                  <a:lnTo>
                    <a:pt x="285847" y="284890"/>
                  </a:lnTo>
                  <a:lnTo>
                    <a:pt x="289528" y="281058"/>
                  </a:lnTo>
                  <a:lnTo>
                    <a:pt x="293086" y="277112"/>
                  </a:lnTo>
                  <a:lnTo>
                    <a:pt x="296517" y="273055"/>
                  </a:lnTo>
                  <a:lnTo>
                    <a:pt x="299816" y="268890"/>
                  </a:lnTo>
                  <a:lnTo>
                    <a:pt x="302982" y="264623"/>
                  </a:lnTo>
                  <a:lnTo>
                    <a:pt x="306011" y="260257"/>
                  </a:lnTo>
                  <a:lnTo>
                    <a:pt x="308899" y="255798"/>
                  </a:lnTo>
                  <a:lnTo>
                    <a:pt x="311644" y="251249"/>
                  </a:lnTo>
                  <a:lnTo>
                    <a:pt x="314243" y="246614"/>
                  </a:lnTo>
                  <a:lnTo>
                    <a:pt x="316694" y="241900"/>
                  </a:lnTo>
                  <a:lnTo>
                    <a:pt x="318993" y="237110"/>
                  </a:lnTo>
                  <a:lnTo>
                    <a:pt x="321139" y="232250"/>
                  </a:lnTo>
                  <a:lnTo>
                    <a:pt x="323130" y="227323"/>
                  </a:lnTo>
                  <a:lnTo>
                    <a:pt x="324963" y="222336"/>
                  </a:lnTo>
                  <a:lnTo>
                    <a:pt x="326636" y="217293"/>
                  </a:lnTo>
                  <a:lnTo>
                    <a:pt x="328149" y="212200"/>
                  </a:lnTo>
                  <a:lnTo>
                    <a:pt x="329499" y="207061"/>
                  </a:lnTo>
                  <a:lnTo>
                    <a:pt x="330685" y="201882"/>
                  </a:lnTo>
                  <a:lnTo>
                    <a:pt x="331705" y="196667"/>
                  </a:lnTo>
                  <a:lnTo>
                    <a:pt x="332560" y="191423"/>
                  </a:lnTo>
                  <a:lnTo>
                    <a:pt x="333247" y="186155"/>
                  </a:lnTo>
                  <a:lnTo>
                    <a:pt x="333767" y="180867"/>
                  </a:lnTo>
                  <a:lnTo>
                    <a:pt x="334118" y="175565"/>
                  </a:lnTo>
                  <a:lnTo>
                    <a:pt x="334300" y="170255"/>
                  </a:lnTo>
                  <a:lnTo>
                    <a:pt x="334314" y="164942"/>
                  </a:lnTo>
                  <a:lnTo>
                    <a:pt x="334159" y="159631"/>
                  </a:lnTo>
                  <a:lnTo>
                    <a:pt x="333835" y="154328"/>
                  </a:lnTo>
                  <a:lnTo>
                    <a:pt x="333343" y="149037"/>
                  </a:lnTo>
                  <a:lnTo>
                    <a:pt x="332683" y="143765"/>
                  </a:lnTo>
                  <a:lnTo>
                    <a:pt x="331855" y="138517"/>
                  </a:lnTo>
                  <a:lnTo>
                    <a:pt x="330862" y="133297"/>
                  </a:lnTo>
                  <a:lnTo>
                    <a:pt x="329703" y="128112"/>
                  </a:lnTo>
                  <a:lnTo>
                    <a:pt x="328379" y="122966"/>
                  </a:lnTo>
                  <a:lnTo>
                    <a:pt x="326893" y="117865"/>
                  </a:lnTo>
                  <a:lnTo>
                    <a:pt x="325246" y="112813"/>
                  </a:lnTo>
                  <a:lnTo>
                    <a:pt x="323438" y="107817"/>
                  </a:lnTo>
                  <a:lnTo>
                    <a:pt x="321473" y="102880"/>
                  </a:lnTo>
                  <a:lnTo>
                    <a:pt x="319352" y="98009"/>
                  </a:lnTo>
                  <a:lnTo>
                    <a:pt x="317078" y="93207"/>
                  </a:lnTo>
                  <a:lnTo>
                    <a:pt x="314651" y="88480"/>
                  </a:lnTo>
                  <a:lnTo>
                    <a:pt x="312076" y="83833"/>
                  </a:lnTo>
                  <a:lnTo>
                    <a:pt x="309355" y="79269"/>
                  </a:lnTo>
                  <a:lnTo>
                    <a:pt x="306490" y="74795"/>
                  </a:lnTo>
                  <a:lnTo>
                    <a:pt x="303484" y="70414"/>
                  </a:lnTo>
                  <a:lnTo>
                    <a:pt x="300340" y="66130"/>
                  </a:lnTo>
                  <a:lnTo>
                    <a:pt x="297062" y="61949"/>
                  </a:lnTo>
                  <a:lnTo>
                    <a:pt x="293652" y="57874"/>
                  </a:lnTo>
                  <a:lnTo>
                    <a:pt x="290115" y="53909"/>
                  </a:lnTo>
                  <a:lnTo>
                    <a:pt x="286453" y="50059"/>
                  </a:lnTo>
                  <a:lnTo>
                    <a:pt x="282672" y="46327"/>
                  </a:lnTo>
                  <a:lnTo>
                    <a:pt x="278773" y="42717"/>
                  </a:lnTo>
                  <a:lnTo>
                    <a:pt x="274761" y="39233"/>
                  </a:lnTo>
                  <a:lnTo>
                    <a:pt x="270641" y="35878"/>
                  </a:lnTo>
                  <a:lnTo>
                    <a:pt x="266417" y="32655"/>
                  </a:lnTo>
                  <a:lnTo>
                    <a:pt x="262092" y="29569"/>
                  </a:lnTo>
                  <a:lnTo>
                    <a:pt x="257671" y="26622"/>
                  </a:lnTo>
                  <a:lnTo>
                    <a:pt x="253159" y="23816"/>
                  </a:lnTo>
                  <a:lnTo>
                    <a:pt x="248560" y="21156"/>
                  </a:lnTo>
                  <a:lnTo>
                    <a:pt x="243878" y="18643"/>
                  </a:lnTo>
                  <a:lnTo>
                    <a:pt x="239119" y="16280"/>
                  </a:lnTo>
                  <a:lnTo>
                    <a:pt x="234288" y="14069"/>
                  </a:lnTo>
                  <a:lnTo>
                    <a:pt x="229388" y="12013"/>
                  </a:lnTo>
                  <a:lnTo>
                    <a:pt x="224426" y="10114"/>
                  </a:lnTo>
                  <a:lnTo>
                    <a:pt x="219406" y="8373"/>
                  </a:lnTo>
                  <a:lnTo>
                    <a:pt x="214333" y="6793"/>
                  </a:lnTo>
                  <a:lnTo>
                    <a:pt x="209213" y="5375"/>
                  </a:lnTo>
                  <a:lnTo>
                    <a:pt x="204050" y="4120"/>
                  </a:lnTo>
                  <a:lnTo>
                    <a:pt x="198849" y="3030"/>
                  </a:lnTo>
                  <a:lnTo>
                    <a:pt x="193617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7783" y="5018213"/>
              <a:ext cx="33255" cy="167167"/>
            </a:xfrm>
            <a:custGeom>
              <a:avLst/>
              <a:pathLst>
                <a:path w="33255" h="167167">
                  <a:moveTo>
                    <a:pt x="33255" y="0"/>
                  </a:moveTo>
                  <a:lnTo>
                    <a:pt x="26561" y="134"/>
                  </a:lnTo>
                  <a:lnTo>
                    <a:pt x="19878" y="536"/>
                  </a:lnTo>
                  <a:lnTo>
                    <a:pt x="13216" y="1205"/>
                  </a:lnTo>
                  <a:lnTo>
                    <a:pt x="6586" y="2141"/>
                  </a:lnTo>
                  <a:lnTo>
                    <a:pt x="0" y="3341"/>
                  </a:lnTo>
                  <a:lnTo>
                    <a:pt x="332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7783" y="5021554"/>
              <a:ext cx="33255" cy="163826"/>
            </a:xfrm>
            <a:custGeom>
              <a:avLst/>
              <a:pathLst>
                <a:path w="33255" h="163826">
                  <a:moveTo>
                    <a:pt x="0" y="0"/>
                  </a:moveTo>
                  <a:lnTo>
                    <a:pt x="33255" y="1638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7783" y="5021554"/>
              <a:ext cx="33255" cy="163826"/>
            </a:xfrm>
            <a:custGeom>
              <a:avLst/>
              <a:pathLst>
                <a:path w="33255" h="163826">
                  <a:moveTo>
                    <a:pt x="0" y="0"/>
                  </a:moveTo>
                  <a:lnTo>
                    <a:pt x="33255" y="1638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87783" y="5021554"/>
              <a:ext cx="33255" cy="163826"/>
            </a:xfrm>
            <a:custGeom>
              <a:avLst/>
              <a:pathLst>
                <a:path w="33255" h="163826">
                  <a:moveTo>
                    <a:pt x="0" y="0"/>
                  </a:moveTo>
                  <a:lnTo>
                    <a:pt x="33255" y="1638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1" y="5021554"/>
              <a:ext cx="167167" cy="191031"/>
            </a:xfrm>
            <a:custGeom>
              <a:avLst/>
              <a:pathLst>
                <a:path w="167167" h="191031">
                  <a:moveTo>
                    <a:pt x="133911" y="0"/>
                  </a:moveTo>
                  <a:lnTo>
                    <a:pt x="128583" y="1172"/>
                  </a:lnTo>
                  <a:lnTo>
                    <a:pt x="123295" y="2518"/>
                  </a:lnTo>
                  <a:lnTo>
                    <a:pt x="118055" y="4035"/>
                  </a:lnTo>
                  <a:lnTo>
                    <a:pt x="112867" y="5723"/>
                  </a:lnTo>
                  <a:lnTo>
                    <a:pt x="107736" y="7579"/>
                  </a:lnTo>
                  <a:lnTo>
                    <a:pt x="102669" y="9602"/>
                  </a:lnTo>
                  <a:lnTo>
                    <a:pt x="97671" y="11789"/>
                  </a:lnTo>
                  <a:lnTo>
                    <a:pt x="92747" y="14137"/>
                  </a:lnTo>
                  <a:lnTo>
                    <a:pt x="87902" y="16646"/>
                  </a:lnTo>
                  <a:lnTo>
                    <a:pt x="83141" y="19311"/>
                  </a:lnTo>
                  <a:lnTo>
                    <a:pt x="78470" y="22129"/>
                  </a:lnTo>
                  <a:lnTo>
                    <a:pt x="73893" y="25099"/>
                  </a:lnTo>
                  <a:lnTo>
                    <a:pt x="69416" y="28217"/>
                  </a:lnTo>
                  <a:lnTo>
                    <a:pt x="65043" y="31479"/>
                  </a:lnTo>
                  <a:lnTo>
                    <a:pt x="60778" y="34882"/>
                  </a:lnTo>
                  <a:lnTo>
                    <a:pt x="56627" y="38422"/>
                  </a:lnTo>
                  <a:lnTo>
                    <a:pt x="52594" y="42096"/>
                  </a:lnTo>
                  <a:lnTo>
                    <a:pt x="48683" y="45900"/>
                  </a:lnTo>
                  <a:lnTo>
                    <a:pt x="44898" y="49829"/>
                  </a:lnTo>
                  <a:lnTo>
                    <a:pt x="41243" y="53880"/>
                  </a:lnTo>
                  <a:lnTo>
                    <a:pt x="37722" y="58048"/>
                  </a:lnTo>
                  <a:lnTo>
                    <a:pt x="34339" y="62328"/>
                  </a:lnTo>
                  <a:lnTo>
                    <a:pt x="31098" y="66717"/>
                  </a:lnTo>
                  <a:lnTo>
                    <a:pt x="28001" y="71209"/>
                  </a:lnTo>
                  <a:lnTo>
                    <a:pt x="25053" y="75799"/>
                  </a:lnTo>
                  <a:lnTo>
                    <a:pt x="22256" y="80484"/>
                  </a:lnTo>
                  <a:lnTo>
                    <a:pt x="19614" y="85257"/>
                  </a:lnTo>
                  <a:lnTo>
                    <a:pt x="17129" y="90114"/>
                  </a:lnTo>
                  <a:lnTo>
                    <a:pt x="14803" y="95049"/>
                  </a:lnTo>
                  <a:lnTo>
                    <a:pt x="12640" y="100058"/>
                  </a:lnTo>
                  <a:lnTo>
                    <a:pt x="10641" y="105134"/>
                  </a:lnTo>
                  <a:lnTo>
                    <a:pt x="8809" y="110273"/>
                  </a:lnTo>
                  <a:lnTo>
                    <a:pt x="7146" y="115469"/>
                  </a:lnTo>
                  <a:lnTo>
                    <a:pt x="5653" y="120717"/>
                  </a:lnTo>
                  <a:lnTo>
                    <a:pt x="4333" y="126011"/>
                  </a:lnTo>
                  <a:lnTo>
                    <a:pt x="3185" y="131344"/>
                  </a:lnTo>
                  <a:lnTo>
                    <a:pt x="2213" y="136713"/>
                  </a:lnTo>
                  <a:lnTo>
                    <a:pt x="1416" y="142110"/>
                  </a:lnTo>
                  <a:lnTo>
                    <a:pt x="796" y="147530"/>
                  </a:lnTo>
                  <a:lnTo>
                    <a:pt x="352" y="152968"/>
                  </a:lnTo>
                  <a:lnTo>
                    <a:pt x="87" y="158418"/>
                  </a:lnTo>
                  <a:lnTo>
                    <a:pt x="0" y="163873"/>
                  </a:lnTo>
                  <a:lnTo>
                    <a:pt x="90" y="169328"/>
                  </a:lnTo>
                  <a:lnTo>
                    <a:pt x="359" y="174777"/>
                  </a:lnTo>
                  <a:lnTo>
                    <a:pt x="805" y="180214"/>
                  </a:lnTo>
                  <a:lnTo>
                    <a:pt x="1428" y="185634"/>
                  </a:lnTo>
                  <a:lnTo>
                    <a:pt x="2228" y="191031"/>
                  </a:lnTo>
                  <a:lnTo>
                    <a:pt x="167167" y="1638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6100" y="5018213"/>
              <a:ext cx="332094" cy="334329"/>
            </a:xfrm>
            <a:custGeom>
              <a:avLst/>
              <a:pathLst>
                <a:path w="332094" h="334329">
                  <a:moveTo>
                    <a:pt x="0" y="194373"/>
                  </a:moveTo>
                  <a:lnTo>
                    <a:pt x="948" y="199605"/>
                  </a:lnTo>
                  <a:lnTo>
                    <a:pt x="2063" y="204804"/>
                  </a:lnTo>
                  <a:lnTo>
                    <a:pt x="3342" y="209965"/>
                  </a:lnTo>
                  <a:lnTo>
                    <a:pt x="4785" y="215083"/>
                  </a:lnTo>
                  <a:lnTo>
                    <a:pt x="6390" y="220153"/>
                  </a:lnTo>
                  <a:lnTo>
                    <a:pt x="8156" y="225169"/>
                  </a:lnTo>
                  <a:lnTo>
                    <a:pt x="10080" y="230126"/>
                  </a:lnTo>
                  <a:lnTo>
                    <a:pt x="12161" y="235019"/>
                  </a:lnTo>
                  <a:lnTo>
                    <a:pt x="14396" y="239844"/>
                  </a:lnTo>
                  <a:lnTo>
                    <a:pt x="16784" y="244595"/>
                  </a:lnTo>
                  <a:lnTo>
                    <a:pt x="19321" y="249268"/>
                  </a:lnTo>
                  <a:lnTo>
                    <a:pt x="22006" y="253858"/>
                  </a:lnTo>
                  <a:lnTo>
                    <a:pt x="24836" y="258360"/>
                  </a:lnTo>
                  <a:lnTo>
                    <a:pt x="27807" y="262770"/>
                  </a:lnTo>
                  <a:lnTo>
                    <a:pt x="30917" y="267083"/>
                  </a:lnTo>
                  <a:lnTo>
                    <a:pt x="34163" y="271295"/>
                  </a:lnTo>
                  <a:lnTo>
                    <a:pt x="37541" y="275402"/>
                  </a:lnTo>
                  <a:lnTo>
                    <a:pt x="41048" y="279399"/>
                  </a:lnTo>
                  <a:lnTo>
                    <a:pt x="44680" y="283283"/>
                  </a:lnTo>
                  <a:lnTo>
                    <a:pt x="48434" y="287049"/>
                  </a:lnTo>
                  <a:lnTo>
                    <a:pt x="52306" y="290694"/>
                  </a:lnTo>
                  <a:lnTo>
                    <a:pt x="56291" y="294213"/>
                  </a:lnTo>
                  <a:lnTo>
                    <a:pt x="60387" y="297605"/>
                  </a:lnTo>
                  <a:lnTo>
                    <a:pt x="64589" y="300864"/>
                  </a:lnTo>
                  <a:lnTo>
                    <a:pt x="68892" y="303988"/>
                  </a:lnTo>
                  <a:lnTo>
                    <a:pt x="73292" y="306973"/>
                  </a:lnTo>
                  <a:lnTo>
                    <a:pt x="77785" y="309818"/>
                  </a:lnTo>
                  <a:lnTo>
                    <a:pt x="82366" y="312517"/>
                  </a:lnTo>
                  <a:lnTo>
                    <a:pt x="87031" y="315070"/>
                  </a:lnTo>
                  <a:lnTo>
                    <a:pt x="91774" y="317473"/>
                  </a:lnTo>
                  <a:lnTo>
                    <a:pt x="96592" y="319724"/>
                  </a:lnTo>
                  <a:lnTo>
                    <a:pt x="101478" y="321821"/>
                  </a:lnTo>
                  <a:lnTo>
                    <a:pt x="106429" y="323761"/>
                  </a:lnTo>
                  <a:lnTo>
                    <a:pt x="111439" y="325542"/>
                  </a:lnTo>
                  <a:lnTo>
                    <a:pt x="116504" y="327164"/>
                  </a:lnTo>
                  <a:lnTo>
                    <a:pt x="121617" y="328623"/>
                  </a:lnTo>
                  <a:lnTo>
                    <a:pt x="126774" y="329920"/>
                  </a:lnTo>
                  <a:lnTo>
                    <a:pt x="131970" y="331051"/>
                  </a:lnTo>
                  <a:lnTo>
                    <a:pt x="137199" y="332017"/>
                  </a:lnTo>
                  <a:lnTo>
                    <a:pt x="142456" y="332816"/>
                  </a:lnTo>
                  <a:lnTo>
                    <a:pt x="147736" y="333447"/>
                  </a:lnTo>
                  <a:lnTo>
                    <a:pt x="153033" y="333910"/>
                  </a:lnTo>
                  <a:lnTo>
                    <a:pt x="158342" y="334204"/>
                  </a:lnTo>
                  <a:lnTo>
                    <a:pt x="163658" y="334329"/>
                  </a:lnTo>
                  <a:lnTo>
                    <a:pt x="168976" y="334286"/>
                  </a:lnTo>
                  <a:lnTo>
                    <a:pt x="174289" y="334073"/>
                  </a:lnTo>
                  <a:lnTo>
                    <a:pt x="179592" y="333691"/>
                  </a:lnTo>
                  <a:lnTo>
                    <a:pt x="184881" y="333141"/>
                  </a:lnTo>
                  <a:lnTo>
                    <a:pt x="190150" y="332422"/>
                  </a:lnTo>
                  <a:lnTo>
                    <a:pt x="195393" y="331537"/>
                  </a:lnTo>
                  <a:lnTo>
                    <a:pt x="200606" y="330485"/>
                  </a:lnTo>
                  <a:lnTo>
                    <a:pt x="205782" y="329268"/>
                  </a:lnTo>
                  <a:lnTo>
                    <a:pt x="210917" y="327887"/>
                  </a:lnTo>
                  <a:lnTo>
                    <a:pt x="216006" y="326343"/>
                  </a:lnTo>
                  <a:lnTo>
                    <a:pt x="221042" y="324638"/>
                  </a:lnTo>
                  <a:lnTo>
                    <a:pt x="226022" y="322774"/>
                  </a:lnTo>
                  <a:lnTo>
                    <a:pt x="230941" y="320753"/>
                  </a:lnTo>
                  <a:lnTo>
                    <a:pt x="235792" y="318576"/>
                  </a:lnTo>
                  <a:lnTo>
                    <a:pt x="240572" y="316246"/>
                  </a:lnTo>
                  <a:lnTo>
                    <a:pt x="245275" y="313765"/>
                  </a:lnTo>
                  <a:lnTo>
                    <a:pt x="249897" y="311136"/>
                  </a:lnTo>
                  <a:lnTo>
                    <a:pt x="254433" y="308361"/>
                  </a:lnTo>
                  <a:lnTo>
                    <a:pt x="258878" y="305443"/>
                  </a:lnTo>
                  <a:lnTo>
                    <a:pt x="263229" y="302385"/>
                  </a:lnTo>
                  <a:lnTo>
                    <a:pt x="267480" y="299190"/>
                  </a:lnTo>
                  <a:lnTo>
                    <a:pt x="271627" y="295862"/>
                  </a:lnTo>
                  <a:lnTo>
                    <a:pt x="275666" y="292404"/>
                  </a:lnTo>
                  <a:lnTo>
                    <a:pt x="279593" y="288819"/>
                  </a:lnTo>
                  <a:lnTo>
                    <a:pt x="283404" y="285111"/>
                  </a:lnTo>
                  <a:lnTo>
                    <a:pt x="287096" y="281283"/>
                  </a:lnTo>
                  <a:lnTo>
                    <a:pt x="290663" y="277340"/>
                  </a:lnTo>
                  <a:lnTo>
                    <a:pt x="294104" y="273286"/>
                  </a:lnTo>
                  <a:lnTo>
                    <a:pt x="297414" y="269124"/>
                  </a:lnTo>
                  <a:lnTo>
                    <a:pt x="300589" y="264859"/>
                  </a:lnTo>
                  <a:lnTo>
                    <a:pt x="303628" y="260495"/>
                  </a:lnTo>
                  <a:lnTo>
                    <a:pt x="306526" y="256037"/>
                  </a:lnTo>
                  <a:lnTo>
                    <a:pt x="309281" y="251489"/>
                  </a:lnTo>
                  <a:lnTo>
                    <a:pt x="311890" y="246855"/>
                  </a:lnTo>
                  <a:lnTo>
                    <a:pt x="314350" y="242141"/>
                  </a:lnTo>
                  <a:lnTo>
                    <a:pt x="316659" y="237351"/>
                  </a:lnTo>
                  <a:lnTo>
                    <a:pt x="318814" y="232490"/>
                  </a:lnTo>
                  <a:lnTo>
                    <a:pt x="320814" y="227563"/>
                  </a:lnTo>
                  <a:lnTo>
                    <a:pt x="322656" y="222575"/>
                  </a:lnTo>
                  <a:lnTo>
                    <a:pt x="324339" y="217530"/>
                  </a:lnTo>
                  <a:lnTo>
                    <a:pt x="325860" y="212435"/>
                  </a:lnTo>
                  <a:lnTo>
                    <a:pt x="327218" y="207294"/>
                  </a:lnTo>
                  <a:lnTo>
                    <a:pt x="328412" y="202112"/>
                  </a:lnTo>
                  <a:lnTo>
                    <a:pt x="329441" y="196895"/>
                  </a:lnTo>
                  <a:lnTo>
                    <a:pt x="330303" y="191648"/>
                  </a:lnTo>
                  <a:lnTo>
                    <a:pt x="330998" y="186376"/>
                  </a:lnTo>
                  <a:lnTo>
                    <a:pt x="331525" y="181085"/>
                  </a:lnTo>
                  <a:lnTo>
                    <a:pt x="331884" y="175780"/>
                  </a:lnTo>
                  <a:lnTo>
                    <a:pt x="332073" y="170466"/>
                  </a:lnTo>
                  <a:lnTo>
                    <a:pt x="332094" y="165148"/>
                  </a:lnTo>
                  <a:lnTo>
                    <a:pt x="331945" y="159833"/>
                  </a:lnTo>
                  <a:lnTo>
                    <a:pt x="331627" y="154525"/>
                  </a:lnTo>
                  <a:lnTo>
                    <a:pt x="331141" y="149230"/>
                  </a:lnTo>
                  <a:lnTo>
                    <a:pt x="330486" y="143953"/>
                  </a:lnTo>
                  <a:lnTo>
                    <a:pt x="329664" y="138699"/>
                  </a:lnTo>
                  <a:lnTo>
                    <a:pt x="328675" y="133474"/>
                  </a:lnTo>
                  <a:lnTo>
                    <a:pt x="327521" y="128284"/>
                  </a:lnTo>
                  <a:lnTo>
                    <a:pt x="326202" y="123132"/>
                  </a:lnTo>
                  <a:lnTo>
                    <a:pt x="324720" y="118026"/>
                  </a:lnTo>
                  <a:lnTo>
                    <a:pt x="323076" y="112969"/>
                  </a:lnTo>
                  <a:lnTo>
                    <a:pt x="321272" y="107966"/>
                  </a:lnTo>
                  <a:lnTo>
                    <a:pt x="319310" y="103024"/>
                  </a:lnTo>
                  <a:lnTo>
                    <a:pt x="317192" y="98147"/>
                  </a:lnTo>
                  <a:lnTo>
                    <a:pt x="314920" y="93339"/>
                  </a:lnTo>
                  <a:lnTo>
                    <a:pt x="312496" y="88606"/>
                  </a:lnTo>
                  <a:lnTo>
                    <a:pt x="309922" y="83953"/>
                  </a:lnTo>
                  <a:lnTo>
                    <a:pt x="307202" y="79384"/>
                  </a:lnTo>
                  <a:lnTo>
                    <a:pt x="304338" y="74904"/>
                  </a:lnTo>
                  <a:lnTo>
                    <a:pt x="301334" y="70517"/>
                  </a:lnTo>
                  <a:lnTo>
                    <a:pt x="298191" y="66227"/>
                  </a:lnTo>
                  <a:lnTo>
                    <a:pt x="294913" y="62040"/>
                  </a:lnTo>
                  <a:lnTo>
                    <a:pt x="291503" y="57960"/>
                  </a:lnTo>
                  <a:lnTo>
                    <a:pt x="287966" y="53989"/>
                  </a:lnTo>
                  <a:lnTo>
                    <a:pt x="284304" y="50134"/>
                  </a:lnTo>
                  <a:lnTo>
                    <a:pt x="280521" y="46397"/>
                  </a:lnTo>
                  <a:lnTo>
                    <a:pt x="276622" y="42781"/>
                  </a:lnTo>
                  <a:lnTo>
                    <a:pt x="272609" y="39292"/>
                  </a:lnTo>
                  <a:lnTo>
                    <a:pt x="268488" y="35932"/>
                  </a:lnTo>
                  <a:lnTo>
                    <a:pt x="264261" y="32705"/>
                  </a:lnTo>
                  <a:lnTo>
                    <a:pt x="259934" y="29614"/>
                  </a:lnTo>
                  <a:lnTo>
                    <a:pt x="255512" y="26663"/>
                  </a:lnTo>
                  <a:lnTo>
                    <a:pt x="250997" y="23853"/>
                  </a:lnTo>
                  <a:lnTo>
                    <a:pt x="246395" y="21188"/>
                  </a:lnTo>
                  <a:lnTo>
                    <a:pt x="241711" y="18672"/>
                  </a:lnTo>
                  <a:lnTo>
                    <a:pt x="236949" y="16305"/>
                  </a:lnTo>
                  <a:lnTo>
                    <a:pt x="232115" y="14091"/>
                  </a:lnTo>
                  <a:lnTo>
                    <a:pt x="227212" y="12032"/>
                  </a:lnTo>
                  <a:lnTo>
                    <a:pt x="222247" y="10130"/>
                  </a:lnTo>
                  <a:lnTo>
                    <a:pt x="217223" y="8386"/>
                  </a:lnTo>
                  <a:lnTo>
                    <a:pt x="212146" y="6804"/>
                  </a:lnTo>
                  <a:lnTo>
                    <a:pt x="207022" y="5383"/>
                  </a:lnTo>
                  <a:lnTo>
                    <a:pt x="201855" y="4127"/>
                  </a:lnTo>
                  <a:lnTo>
                    <a:pt x="196651" y="3035"/>
                  </a:lnTo>
                  <a:lnTo>
                    <a:pt x="191415" y="2110"/>
                  </a:lnTo>
                  <a:lnTo>
                    <a:pt x="186152" y="1351"/>
                  </a:lnTo>
                  <a:lnTo>
                    <a:pt x="180867" y="760"/>
                  </a:lnTo>
                  <a:lnTo>
                    <a:pt x="175567" y="338"/>
                  </a:lnTo>
                  <a:lnTo>
                    <a:pt x="170255" y="84"/>
                  </a:lnTo>
                  <a:lnTo>
                    <a:pt x="164938" y="0"/>
                  </a:lnTo>
                  <a:lnTo>
                    <a:pt x="1649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11054" y="4659281"/>
              <a:ext cx="112180" cy="167167"/>
            </a:xfrm>
            <a:custGeom>
              <a:avLst/>
              <a:pathLst>
                <a:path w="112180" h="167167">
                  <a:moveTo>
                    <a:pt x="112180" y="0"/>
                  </a:moveTo>
                  <a:lnTo>
                    <a:pt x="106591" y="93"/>
                  </a:lnTo>
                  <a:lnTo>
                    <a:pt x="101009" y="373"/>
                  </a:lnTo>
                  <a:lnTo>
                    <a:pt x="95439" y="840"/>
                  </a:lnTo>
                  <a:lnTo>
                    <a:pt x="89888" y="1493"/>
                  </a:lnTo>
                  <a:lnTo>
                    <a:pt x="84361" y="2331"/>
                  </a:lnTo>
                  <a:lnTo>
                    <a:pt x="78866" y="3353"/>
                  </a:lnTo>
                  <a:lnTo>
                    <a:pt x="73408" y="4558"/>
                  </a:lnTo>
                  <a:lnTo>
                    <a:pt x="67993" y="5945"/>
                  </a:lnTo>
                  <a:lnTo>
                    <a:pt x="62628" y="7513"/>
                  </a:lnTo>
                  <a:lnTo>
                    <a:pt x="57318" y="9259"/>
                  </a:lnTo>
                  <a:lnTo>
                    <a:pt x="52069" y="11181"/>
                  </a:lnTo>
                  <a:lnTo>
                    <a:pt x="46888" y="13278"/>
                  </a:lnTo>
                  <a:lnTo>
                    <a:pt x="41779" y="15547"/>
                  </a:lnTo>
                  <a:lnTo>
                    <a:pt x="36750" y="17985"/>
                  </a:lnTo>
                  <a:lnTo>
                    <a:pt x="31804" y="20590"/>
                  </a:lnTo>
                  <a:lnTo>
                    <a:pt x="26949" y="23360"/>
                  </a:lnTo>
                  <a:lnTo>
                    <a:pt x="22189" y="26289"/>
                  </a:lnTo>
                  <a:lnTo>
                    <a:pt x="17529" y="29377"/>
                  </a:lnTo>
                  <a:lnTo>
                    <a:pt x="12975" y="32618"/>
                  </a:lnTo>
                  <a:lnTo>
                    <a:pt x="8533" y="36010"/>
                  </a:lnTo>
                  <a:lnTo>
                    <a:pt x="4206" y="39549"/>
                  </a:lnTo>
                  <a:lnTo>
                    <a:pt x="0" y="43230"/>
                  </a:lnTo>
                  <a:lnTo>
                    <a:pt x="1121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11054" y="4702512"/>
              <a:ext cx="112180" cy="123937"/>
            </a:xfrm>
            <a:custGeom>
              <a:avLst/>
              <a:pathLst>
                <a:path w="112180" h="123937">
                  <a:moveTo>
                    <a:pt x="0" y="0"/>
                  </a:moveTo>
                  <a:lnTo>
                    <a:pt x="112180" y="1239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11054" y="4702512"/>
              <a:ext cx="112180" cy="123937"/>
            </a:xfrm>
            <a:custGeom>
              <a:avLst/>
              <a:pathLst>
                <a:path w="112180" h="123937">
                  <a:moveTo>
                    <a:pt x="0" y="0"/>
                  </a:moveTo>
                  <a:lnTo>
                    <a:pt x="112180" y="1239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78" y="4702512"/>
              <a:ext cx="334307" cy="291104"/>
            </a:xfrm>
            <a:custGeom>
              <a:avLst/>
              <a:pathLst>
                <a:path w="334307" h="291104">
                  <a:moveTo>
                    <a:pt x="54975" y="0"/>
                  </a:moveTo>
                  <a:lnTo>
                    <a:pt x="51106" y="3614"/>
                  </a:lnTo>
                  <a:lnTo>
                    <a:pt x="47354" y="7349"/>
                  </a:lnTo>
                  <a:lnTo>
                    <a:pt x="43722" y="11202"/>
                  </a:lnTo>
                  <a:lnTo>
                    <a:pt x="40214" y="15167"/>
                  </a:lnTo>
                  <a:lnTo>
                    <a:pt x="36833" y="19241"/>
                  </a:lnTo>
                  <a:lnTo>
                    <a:pt x="33583" y="23421"/>
                  </a:lnTo>
                  <a:lnTo>
                    <a:pt x="30467" y="27701"/>
                  </a:lnTo>
                  <a:lnTo>
                    <a:pt x="27488" y="32078"/>
                  </a:lnTo>
                  <a:lnTo>
                    <a:pt x="24650" y="36547"/>
                  </a:lnTo>
                  <a:lnTo>
                    <a:pt x="21954" y="41103"/>
                  </a:lnTo>
                  <a:lnTo>
                    <a:pt x="19403" y="45743"/>
                  </a:lnTo>
                  <a:lnTo>
                    <a:pt x="17001" y="50461"/>
                  </a:lnTo>
                  <a:lnTo>
                    <a:pt x="14750" y="55253"/>
                  </a:lnTo>
                  <a:lnTo>
                    <a:pt x="12651" y="60114"/>
                  </a:lnTo>
                  <a:lnTo>
                    <a:pt x="10708" y="65038"/>
                  </a:lnTo>
                  <a:lnTo>
                    <a:pt x="8921" y="70022"/>
                  </a:lnTo>
                  <a:lnTo>
                    <a:pt x="7293" y="75060"/>
                  </a:lnTo>
                  <a:lnTo>
                    <a:pt x="5825" y="80147"/>
                  </a:lnTo>
                  <a:lnTo>
                    <a:pt x="4520" y="85278"/>
                  </a:lnTo>
                  <a:lnTo>
                    <a:pt x="3377" y="90447"/>
                  </a:lnTo>
                  <a:lnTo>
                    <a:pt x="2399" y="95650"/>
                  </a:lnTo>
                  <a:lnTo>
                    <a:pt x="1586" y="100882"/>
                  </a:lnTo>
                  <a:lnTo>
                    <a:pt x="938" y="106137"/>
                  </a:lnTo>
                  <a:lnTo>
                    <a:pt x="458" y="111409"/>
                  </a:lnTo>
                  <a:lnTo>
                    <a:pt x="145" y="116694"/>
                  </a:lnTo>
                  <a:lnTo>
                    <a:pt x="0" y="121987"/>
                  </a:lnTo>
                  <a:lnTo>
                    <a:pt x="22" y="127281"/>
                  </a:lnTo>
                  <a:lnTo>
                    <a:pt x="211" y="132572"/>
                  </a:lnTo>
                  <a:lnTo>
                    <a:pt x="569" y="137854"/>
                  </a:lnTo>
                  <a:lnTo>
                    <a:pt x="1093" y="143123"/>
                  </a:lnTo>
                  <a:lnTo>
                    <a:pt x="1784" y="148372"/>
                  </a:lnTo>
                  <a:lnTo>
                    <a:pt x="2640" y="153596"/>
                  </a:lnTo>
                  <a:lnTo>
                    <a:pt x="3662" y="158791"/>
                  </a:lnTo>
                  <a:lnTo>
                    <a:pt x="4848" y="163951"/>
                  </a:lnTo>
                  <a:lnTo>
                    <a:pt x="6196" y="169071"/>
                  </a:lnTo>
                  <a:lnTo>
                    <a:pt x="7706" y="174145"/>
                  </a:lnTo>
                  <a:lnTo>
                    <a:pt x="9376" y="179170"/>
                  </a:lnTo>
                  <a:lnTo>
                    <a:pt x="11205" y="184138"/>
                  </a:lnTo>
                  <a:lnTo>
                    <a:pt x="13189" y="189047"/>
                  </a:lnTo>
                  <a:lnTo>
                    <a:pt x="15328" y="193890"/>
                  </a:lnTo>
                  <a:lnTo>
                    <a:pt x="17620" y="198662"/>
                  </a:lnTo>
                  <a:lnTo>
                    <a:pt x="20061" y="203360"/>
                  </a:lnTo>
                  <a:lnTo>
                    <a:pt x="22650" y="207979"/>
                  </a:lnTo>
                  <a:lnTo>
                    <a:pt x="25384" y="212512"/>
                  </a:lnTo>
                  <a:lnTo>
                    <a:pt x="28260" y="216958"/>
                  </a:lnTo>
                  <a:lnTo>
                    <a:pt x="31275" y="221309"/>
                  </a:lnTo>
                  <a:lnTo>
                    <a:pt x="34427" y="225563"/>
                  </a:lnTo>
                  <a:lnTo>
                    <a:pt x="37711" y="229716"/>
                  </a:lnTo>
                  <a:lnTo>
                    <a:pt x="41126" y="233762"/>
                  </a:lnTo>
                  <a:lnTo>
                    <a:pt x="44667" y="237698"/>
                  </a:lnTo>
                  <a:lnTo>
                    <a:pt x="48331" y="241519"/>
                  </a:lnTo>
                  <a:lnTo>
                    <a:pt x="52114" y="245223"/>
                  </a:lnTo>
                  <a:lnTo>
                    <a:pt x="56013" y="248805"/>
                  </a:lnTo>
                  <a:lnTo>
                    <a:pt x="60023" y="252262"/>
                  </a:lnTo>
                  <a:lnTo>
                    <a:pt x="64140" y="255591"/>
                  </a:lnTo>
                  <a:lnTo>
                    <a:pt x="68361" y="258787"/>
                  </a:lnTo>
                  <a:lnTo>
                    <a:pt x="72681" y="261848"/>
                  </a:lnTo>
                  <a:lnTo>
                    <a:pt x="77095" y="264770"/>
                  </a:lnTo>
                  <a:lnTo>
                    <a:pt x="81600" y="267552"/>
                  </a:lnTo>
                  <a:lnTo>
                    <a:pt x="86191" y="270189"/>
                  </a:lnTo>
                  <a:lnTo>
                    <a:pt x="90863" y="272679"/>
                  </a:lnTo>
                  <a:lnTo>
                    <a:pt x="95612" y="275021"/>
                  </a:lnTo>
                  <a:lnTo>
                    <a:pt x="100432" y="277211"/>
                  </a:lnTo>
                  <a:lnTo>
                    <a:pt x="105319" y="279247"/>
                  </a:lnTo>
                  <a:lnTo>
                    <a:pt x="110268" y="281127"/>
                  </a:lnTo>
                  <a:lnTo>
                    <a:pt x="115275" y="282850"/>
                  </a:lnTo>
                  <a:lnTo>
                    <a:pt x="120333" y="284413"/>
                  </a:lnTo>
                  <a:lnTo>
                    <a:pt x="125438" y="285815"/>
                  </a:lnTo>
                  <a:lnTo>
                    <a:pt x="130585" y="287055"/>
                  </a:lnTo>
                  <a:lnTo>
                    <a:pt x="135769" y="288131"/>
                  </a:lnTo>
                  <a:lnTo>
                    <a:pt x="140985" y="289043"/>
                  </a:lnTo>
                  <a:lnTo>
                    <a:pt x="146226" y="289789"/>
                  </a:lnTo>
                  <a:lnTo>
                    <a:pt x="151489" y="290368"/>
                  </a:lnTo>
                  <a:lnTo>
                    <a:pt x="156767" y="290781"/>
                  </a:lnTo>
                  <a:lnTo>
                    <a:pt x="162056" y="291026"/>
                  </a:lnTo>
                  <a:lnTo>
                    <a:pt x="167349" y="291104"/>
                  </a:lnTo>
                  <a:lnTo>
                    <a:pt x="172643" y="291014"/>
                  </a:lnTo>
                  <a:lnTo>
                    <a:pt x="177931" y="290756"/>
                  </a:lnTo>
                  <a:lnTo>
                    <a:pt x="183208" y="290332"/>
                  </a:lnTo>
                  <a:lnTo>
                    <a:pt x="188470" y="289740"/>
                  </a:lnTo>
                  <a:lnTo>
                    <a:pt x="193709" y="288982"/>
                  </a:lnTo>
                  <a:lnTo>
                    <a:pt x="198923" y="288058"/>
                  </a:lnTo>
                  <a:lnTo>
                    <a:pt x="204104" y="286970"/>
                  </a:lnTo>
                  <a:lnTo>
                    <a:pt x="209248" y="285718"/>
                  </a:lnTo>
                  <a:lnTo>
                    <a:pt x="214350" y="284304"/>
                  </a:lnTo>
                  <a:lnTo>
                    <a:pt x="219405" y="282729"/>
                  </a:lnTo>
                  <a:lnTo>
                    <a:pt x="224407" y="280995"/>
                  </a:lnTo>
                  <a:lnTo>
                    <a:pt x="229352" y="279103"/>
                  </a:lnTo>
                  <a:lnTo>
                    <a:pt x="234235" y="277055"/>
                  </a:lnTo>
                  <a:lnTo>
                    <a:pt x="239050" y="274854"/>
                  </a:lnTo>
                  <a:lnTo>
                    <a:pt x="243793" y="272502"/>
                  </a:lnTo>
                  <a:lnTo>
                    <a:pt x="248459" y="270001"/>
                  </a:lnTo>
                  <a:lnTo>
                    <a:pt x="253044" y="267353"/>
                  </a:lnTo>
                  <a:lnTo>
                    <a:pt x="257542" y="264561"/>
                  </a:lnTo>
                  <a:lnTo>
                    <a:pt x="261950" y="261628"/>
                  </a:lnTo>
                  <a:lnTo>
                    <a:pt x="266263" y="258557"/>
                  </a:lnTo>
                  <a:lnTo>
                    <a:pt x="270476" y="255351"/>
                  </a:lnTo>
                  <a:lnTo>
                    <a:pt x="274586" y="252014"/>
                  </a:lnTo>
                  <a:lnTo>
                    <a:pt x="278588" y="248547"/>
                  </a:lnTo>
                  <a:lnTo>
                    <a:pt x="282478" y="244956"/>
                  </a:lnTo>
                  <a:lnTo>
                    <a:pt x="286252" y="241244"/>
                  </a:lnTo>
                  <a:lnTo>
                    <a:pt x="289907" y="237413"/>
                  </a:lnTo>
                  <a:lnTo>
                    <a:pt x="293439" y="233469"/>
                  </a:lnTo>
                  <a:lnTo>
                    <a:pt x="296845" y="229415"/>
                  </a:lnTo>
                  <a:lnTo>
                    <a:pt x="300120" y="225255"/>
                  </a:lnTo>
                  <a:lnTo>
                    <a:pt x="303262" y="220994"/>
                  </a:lnTo>
                  <a:lnTo>
                    <a:pt x="306267" y="216635"/>
                  </a:lnTo>
                  <a:lnTo>
                    <a:pt x="309133" y="212183"/>
                  </a:lnTo>
                  <a:lnTo>
                    <a:pt x="311856" y="207643"/>
                  </a:lnTo>
                  <a:lnTo>
                    <a:pt x="314434" y="203019"/>
                  </a:lnTo>
                  <a:lnTo>
                    <a:pt x="316864" y="198315"/>
                  </a:lnTo>
                  <a:lnTo>
                    <a:pt x="319145" y="193537"/>
                  </a:lnTo>
                  <a:lnTo>
                    <a:pt x="321273" y="188689"/>
                  </a:lnTo>
                  <a:lnTo>
                    <a:pt x="323246" y="183776"/>
                  </a:lnTo>
                  <a:lnTo>
                    <a:pt x="325062" y="178803"/>
                  </a:lnTo>
                  <a:lnTo>
                    <a:pt x="326721" y="173775"/>
                  </a:lnTo>
                  <a:lnTo>
                    <a:pt x="328219" y="168698"/>
                  </a:lnTo>
                  <a:lnTo>
                    <a:pt x="329556" y="163575"/>
                  </a:lnTo>
                  <a:lnTo>
                    <a:pt x="330729" y="158412"/>
                  </a:lnTo>
                  <a:lnTo>
                    <a:pt x="331739" y="153215"/>
                  </a:lnTo>
                  <a:lnTo>
                    <a:pt x="332584" y="147988"/>
                  </a:lnTo>
                  <a:lnTo>
                    <a:pt x="333262" y="142738"/>
                  </a:lnTo>
                  <a:lnTo>
                    <a:pt x="333774" y="137468"/>
                  </a:lnTo>
                  <a:lnTo>
                    <a:pt x="334119" y="132185"/>
                  </a:lnTo>
                  <a:lnTo>
                    <a:pt x="334297" y="126893"/>
                  </a:lnTo>
                  <a:lnTo>
                    <a:pt x="334307" y="121599"/>
                  </a:lnTo>
                  <a:lnTo>
                    <a:pt x="334149" y="116307"/>
                  </a:lnTo>
                  <a:lnTo>
                    <a:pt x="333823" y="111023"/>
                  </a:lnTo>
                  <a:lnTo>
                    <a:pt x="333331" y="105751"/>
                  </a:lnTo>
                  <a:lnTo>
                    <a:pt x="332672" y="100498"/>
                  </a:lnTo>
                  <a:lnTo>
                    <a:pt x="331846" y="95268"/>
                  </a:lnTo>
                  <a:lnTo>
                    <a:pt x="330856" y="90068"/>
                  </a:lnTo>
                  <a:lnTo>
                    <a:pt x="329701" y="84901"/>
                  </a:lnTo>
                  <a:lnTo>
                    <a:pt x="328384" y="79773"/>
                  </a:lnTo>
                  <a:lnTo>
                    <a:pt x="326904" y="74689"/>
                  </a:lnTo>
                  <a:lnTo>
                    <a:pt x="325265" y="69655"/>
                  </a:lnTo>
                  <a:lnTo>
                    <a:pt x="323466" y="64676"/>
                  </a:lnTo>
                  <a:lnTo>
                    <a:pt x="321511" y="59755"/>
                  </a:lnTo>
                  <a:lnTo>
                    <a:pt x="319402" y="54900"/>
                  </a:lnTo>
                  <a:lnTo>
                    <a:pt x="317139" y="50113"/>
                  </a:lnTo>
                  <a:lnTo>
                    <a:pt x="167156" y="1239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49983" cy="167167"/>
            </a:xfrm>
            <a:custGeom>
              <a:avLst/>
              <a:pathLst>
                <a:path w="149983" h="167167">
                  <a:moveTo>
                    <a:pt x="149983" y="93343"/>
                  </a:moveTo>
                  <a:lnTo>
                    <a:pt x="147485" y="88472"/>
                  </a:lnTo>
                  <a:lnTo>
                    <a:pt x="144830" y="83686"/>
                  </a:lnTo>
                  <a:lnTo>
                    <a:pt x="142019" y="78988"/>
                  </a:lnTo>
                  <a:lnTo>
                    <a:pt x="139056" y="74386"/>
                  </a:lnTo>
                  <a:lnTo>
                    <a:pt x="135943" y="69883"/>
                  </a:lnTo>
                  <a:lnTo>
                    <a:pt x="132685" y="65484"/>
                  </a:lnTo>
                  <a:lnTo>
                    <a:pt x="129285" y="61194"/>
                  </a:lnTo>
                  <a:lnTo>
                    <a:pt x="125746" y="57018"/>
                  </a:lnTo>
                  <a:lnTo>
                    <a:pt x="122072" y="52960"/>
                  </a:lnTo>
                  <a:lnTo>
                    <a:pt x="118267" y="49024"/>
                  </a:lnTo>
                  <a:lnTo>
                    <a:pt x="114336" y="45216"/>
                  </a:lnTo>
                  <a:lnTo>
                    <a:pt x="110282" y="41537"/>
                  </a:lnTo>
                  <a:lnTo>
                    <a:pt x="106109" y="37994"/>
                  </a:lnTo>
                  <a:lnTo>
                    <a:pt x="101823" y="34589"/>
                  </a:lnTo>
                  <a:lnTo>
                    <a:pt x="97428" y="31326"/>
                  </a:lnTo>
                  <a:lnTo>
                    <a:pt x="92928" y="28209"/>
                  </a:lnTo>
                  <a:lnTo>
                    <a:pt x="88329" y="25241"/>
                  </a:lnTo>
                  <a:lnTo>
                    <a:pt x="83634" y="22425"/>
                  </a:lnTo>
                  <a:lnTo>
                    <a:pt x="78851" y="19765"/>
                  </a:lnTo>
                  <a:lnTo>
                    <a:pt x="73982" y="17262"/>
                  </a:lnTo>
                  <a:lnTo>
                    <a:pt x="69034" y="14920"/>
                  </a:lnTo>
                  <a:lnTo>
                    <a:pt x="64013" y="12741"/>
                  </a:lnTo>
                  <a:lnTo>
                    <a:pt x="58922" y="10728"/>
                  </a:lnTo>
                  <a:lnTo>
                    <a:pt x="53769" y="8883"/>
                  </a:lnTo>
                  <a:lnTo>
                    <a:pt x="48557" y="7207"/>
                  </a:lnTo>
                  <a:lnTo>
                    <a:pt x="43294" y="5703"/>
                  </a:lnTo>
                  <a:lnTo>
                    <a:pt x="37984" y="4372"/>
                  </a:lnTo>
                  <a:lnTo>
                    <a:pt x="32634" y="3216"/>
                  </a:lnTo>
                  <a:lnTo>
                    <a:pt x="27249" y="2235"/>
                  </a:lnTo>
                  <a:lnTo>
                    <a:pt x="21834" y="1432"/>
                  </a:lnTo>
                  <a:lnTo>
                    <a:pt x="16396" y="806"/>
                  </a:lnTo>
                  <a:lnTo>
                    <a:pt x="10940" y="358"/>
                  </a:lnTo>
                  <a:lnTo>
                    <a:pt x="547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11907" y="4213821"/>
              <a:ext cx="116564" cy="167167"/>
            </a:xfrm>
            <a:custGeom>
              <a:avLst/>
              <a:pathLst>
                <a:path w="116564" h="167167">
                  <a:moveTo>
                    <a:pt x="116564" y="0"/>
                  </a:moveTo>
                  <a:lnTo>
                    <a:pt x="110957" y="94"/>
                  </a:lnTo>
                  <a:lnTo>
                    <a:pt x="105356" y="376"/>
                  </a:lnTo>
                  <a:lnTo>
                    <a:pt x="99768" y="845"/>
                  </a:lnTo>
                  <a:lnTo>
                    <a:pt x="94199" y="1502"/>
                  </a:lnTo>
                  <a:lnTo>
                    <a:pt x="88655" y="2346"/>
                  </a:lnTo>
                  <a:lnTo>
                    <a:pt x="83142" y="3375"/>
                  </a:lnTo>
                  <a:lnTo>
                    <a:pt x="77667" y="4588"/>
                  </a:lnTo>
                  <a:lnTo>
                    <a:pt x="72235" y="5984"/>
                  </a:lnTo>
                  <a:lnTo>
                    <a:pt x="66854" y="7562"/>
                  </a:lnTo>
                  <a:lnTo>
                    <a:pt x="61528" y="9319"/>
                  </a:lnTo>
                  <a:lnTo>
                    <a:pt x="56265" y="11254"/>
                  </a:lnTo>
                  <a:lnTo>
                    <a:pt x="51069" y="13364"/>
                  </a:lnTo>
                  <a:lnTo>
                    <a:pt x="45947" y="15648"/>
                  </a:lnTo>
                  <a:lnTo>
                    <a:pt x="40904" y="18101"/>
                  </a:lnTo>
                  <a:lnTo>
                    <a:pt x="35947" y="20723"/>
                  </a:lnTo>
                  <a:lnTo>
                    <a:pt x="31080" y="23510"/>
                  </a:lnTo>
                  <a:lnTo>
                    <a:pt x="26310" y="26458"/>
                  </a:lnTo>
                  <a:lnTo>
                    <a:pt x="21641" y="29564"/>
                  </a:lnTo>
                  <a:lnTo>
                    <a:pt x="17079" y="32826"/>
                  </a:lnTo>
                  <a:lnTo>
                    <a:pt x="12629" y="36238"/>
                  </a:lnTo>
                  <a:lnTo>
                    <a:pt x="8296" y="39798"/>
                  </a:lnTo>
                  <a:lnTo>
                    <a:pt x="4084" y="43501"/>
                  </a:lnTo>
                  <a:lnTo>
                    <a:pt x="0" y="47344"/>
                  </a:lnTo>
                  <a:lnTo>
                    <a:pt x="1165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11907" y="4261165"/>
              <a:ext cx="116564" cy="119823"/>
            </a:xfrm>
            <a:custGeom>
              <a:avLst/>
              <a:pathLst>
                <a:path w="116564" h="119823">
                  <a:moveTo>
                    <a:pt x="0" y="0"/>
                  </a:moveTo>
                  <a:lnTo>
                    <a:pt x="116564" y="119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06" y="4254055"/>
              <a:ext cx="334332" cy="294080"/>
            </a:xfrm>
            <a:custGeom>
              <a:avLst/>
              <a:pathLst>
                <a:path w="334332" h="294080">
                  <a:moveTo>
                    <a:pt x="50601" y="7110"/>
                  </a:moveTo>
                  <a:lnTo>
                    <a:pt x="46849" y="10878"/>
                  </a:lnTo>
                  <a:lnTo>
                    <a:pt x="43219" y="14763"/>
                  </a:lnTo>
                  <a:lnTo>
                    <a:pt x="39714" y="18762"/>
                  </a:lnTo>
                  <a:lnTo>
                    <a:pt x="36339" y="22870"/>
                  </a:lnTo>
                  <a:lnTo>
                    <a:pt x="33095" y="27083"/>
                  </a:lnTo>
                  <a:lnTo>
                    <a:pt x="29988" y="31397"/>
                  </a:lnTo>
                  <a:lnTo>
                    <a:pt x="27019" y="35808"/>
                  </a:lnTo>
                  <a:lnTo>
                    <a:pt x="24191" y="40312"/>
                  </a:lnTo>
                  <a:lnTo>
                    <a:pt x="21509" y="44902"/>
                  </a:lnTo>
                  <a:lnTo>
                    <a:pt x="18974" y="49576"/>
                  </a:lnTo>
                  <a:lnTo>
                    <a:pt x="16589" y="54328"/>
                  </a:lnTo>
                  <a:lnTo>
                    <a:pt x="14356" y="59154"/>
                  </a:lnTo>
                  <a:lnTo>
                    <a:pt x="12277" y="64048"/>
                  </a:lnTo>
                  <a:lnTo>
                    <a:pt x="10356" y="69005"/>
                  </a:lnTo>
                  <a:lnTo>
                    <a:pt x="8593" y="74022"/>
                  </a:lnTo>
                  <a:lnTo>
                    <a:pt x="6990" y="79092"/>
                  </a:lnTo>
                  <a:lnTo>
                    <a:pt x="5550" y="84210"/>
                  </a:lnTo>
                  <a:lnTo>
                    <a:pt x="4273" y="89371"/>
                  </a:lnTo>
                  <a:lnTo>
                    <a:pt x="3161" y="94571"/>
                  </a:lnTo>
                  <a:lnTo>
                    <a:pt x="2214" y="99803"/>
                  </a:lnTo>
                  <a:lnTo>
                    <a:pt x="1435" y="105063"/>
                  </a:lnTo>
                  <a:lnTo>
                    <a:pt x="823" y="110344"/>
                  </a:lnTo>
                  <a:lnTo>
                    <a:pt x="380" y="115643"/>
                  </a:lnTo>
                  <a:lnTo>
                    <a:pt x="105" y="120953"/>
                  </a:lnTo>
                  <a:lnTo>
                    <a:pt x="0" y="126269"/>
                  </a:lnTo>
                  <a:lnTo>
                    <a:pt x="63" y="131586"/>
                  </a:lnTo>
                  <a:lnTo>
                    <a:pt x="295" y="136898"/>
                  </a:lnTo>
                  <a:lnTo>
                    <a:pt x="697" y="142199"/>
                  </a:lnTo>
                  <a:lnTo>
                    <a:pt x="1266" y="147486"/>
                  </a:lnTo>
                  <a:lnTo>
                    <a:pt x="2004" y="152752"/>
                  </a:lnTo>
                  <a:lnTo>
                    <a:pt x="2909" y="157991"/>
                  </a:lnTo>
                  <a:lnTo>
                    <a:pt x="3979" y="163199"/>
                  </a:lnTo>
                  <a:lnTo>
                    <a:pt x="5215" y="168371"/>
                  </a:lnTo>
                  <a:lnTo>
                    <a:pt x="6615" y="173500"/>
                  </a:lnTo>
                  <a:lnTo>
                    <a:pt x="8177" y="178583"/>
                  </a:lnTo>
                  <a:lnTo>
                    <a:pt x="9900" y="183613"/>
                  </a:lnTo>
                  <a:lnTo>
                    <a:pt x="11782" y="188586"/>
                  </a:lnTo>
                  <a:lnTo>
                    <a:pt x="13822" y="193496"/>
                  </a:lnTo>
                  <a:lnTo>
                    <a:pt x="16016" y="198339"/>
                  </a:lnTo>
                  <a:lnTo>
                    <a:pt x="18364" y="203110"/>
                  </a:lnTo>
                  <a:lnTo>
                    <a:pt x="20861" y="207804"/>
                  </a:lnTo>
                  <a:lnTo>
                    <a:pt x="23507" y="212416"/>
                  </a:lnTo>
                  <a:lnTo>
                    <a:pt x="26299" y="216941"/>
                  </a:lnTo>
                  <a:lnTo>
                    <a:pt x="29232" y="221376"/>
                  </a:lnTo>
                  <a:lnTo>
                    <a:pt x="32306" y="225715"/>
                  </a:lnTo>
                  <a:lnTo>
                    <a:pt x="35515" y="229954"/>
                  </a:lnTo>
                  <a:lnTo>
                    <a:pt x="38858" y="234088"/>
                  </a:lnTo>
                  <a:lnTo>
                    <a:pt x="42331" y="238115"/>
                  </a:lnTo>
                  <a:lnTo>
                    <a:pt x="45930" y="242029"/>
                  </a:lnTo>
                  <a:lnTo>
                    <a:pt x="49652" y="245826"/>
                  </a:lnTo>
                  <a:lnTo>
                    <a:pt x="53492" y="249503"/>
                  </a:lnTo>
                  <a:lnTo>
                    <a:pt x="57448" y="253056"/>
                  </a:lnTo>
                  <a:lnTo>
                    <a:pt x="61515" y="256482"/>
                  </a:lnTo>
                  <a:lnTo>
                    <a:pt x="65688" y="259776"/>
                  </a:lnTo>
                  <a:lnTo>
                    <a:pt x="69964" y="262936"/>
                  </a:lnTo>
                  <a:lnTo>
                    <a:pt x="74339" y="265959"/>
                  </a:lnTo>
                  <a:lnTo>
                    <a:pt x="78807" y="268841"/>
                  </a:lnTo>
                  <a:lnTo>
                    <a:pt x="83365" y="271579"/>
                  </a:lnTo>
                  <a:lnTo>
                    <a:pt x="88007" y="274171"/>
                  </a:lnTo>
                  <a:lnTo>
                    <a:pt x="92730" y="276614"/>
                  </a:lnTo>
                  <a:lnTo>
                    <a:pt x="97528" y="278905"/>
                  </a:lnTo>
                  <a:lnTo>
                    <a:pt x="102396" y="281043"/>
                  </a:lnTo>
                  <a:lnTo>
                    <a:pt x="107330" y="283025"/>
                  </a:lnTo>
                  <a:lnTo>
                    <a:pt x="112325" y="284849"/>
                  </a:lnTo>
                  <a:lnTo>
                    <a:pt x="117374" y="286513"/>
                  </a:lnTo>
                  <a:lnTo>
                    <a:pt x="122475" y="288016"/>
                  </a:lnTo>
                  <a:lnTo>
                    <a:pt x="127620" y="289356"/>
                  </a:lnTo>
                  <a:lnTo>
                    <a:pt x="132806" y="290531"/>
                  </a:lnTo>
                  <a:lnTo>
                    <a:pt x="138026" y="291541"/>
                  </a:lnTo>
                  <a:lnTo>
                    <a:pt x="143276" y="292385"/>
                  </a:lnTo>
                  <a:lnTo>
                    <a:pt x="148550" y="293061"/>
                  </a:lnTo>
                  <a:lnTo>
                    <a:pt x="153842" y="293569"/>
                  </a:lnTo>
                  <a:lnTo>
                    <a:pt x="159149" y="293908"/>
                  </a:lnTo>
                  <a:lnTo>
                    <a:pt x="164463" y="294079"/>
                  </a:lnTo>
                  <a:lnTo>
                    <a:pt x="169780" y="294080"/>
                  </a:lnTo>
                  <a:lnTo>
                    <a:pt x="175095" y="293913"/>
                  </a:lnTo>
                  <a:lnTo>
                    <a:pt x="180401" y="293576"/>
                  </a:lnTo>
                  <a:lnTo>
                    <a:pt x="185694" y="293071"/>
                  </a:lnTo>
                  <a:lnTo>
                    <a:pt x="190968" y="292398"/>
                  </a:lnTo>
                  <a:lnTo>
                    <a:pt x="196218" y="291557"/>
                  </a:lnTo>
                  <a:lnTo>
                    <a:pt x="201439" y="290550"/>
                  </a:lnTo>
                  <a:lnTo>
                    <a:pt x="206625" y="289377"/>
                  </a:lnTo>
                  <a:lnTo>
                    <a:pt x="211772" y="288040"/>
                  </a:lnTo>
                  <a:lnTo>
                    <a:pt x="216873" y="286540"/>
                  </a:lnTo>
                  <a:lnTo>
                    <a:pt x="221923" y="284878"/>
                  </a:lnTo>
                  <a:lnTo>
                    <a:pt x="226919" y="283057"/>
                  </a:lnTo>
                  <a:lnTo>
                    <a:pt x="231854" y="281077"/>
                  </a:lnTo>
                  <a:lnTo>
                    <a:pt x="236723" y="278942"/>
                  </a:lnTo>
                  <a:lnTo>
                    <a:pt x="241522" y="276653"/>
                  </a:lnTo>
                  <a:lnTo>
                    <a:pt x="246246" y="274213"/>
                  </a:lnTo>
                  <a:lnTo>
                    <a:pt x="250890" y="271623"/>
                  </a:lnTo>
                  <a:lnTo>
                    <a:pt x="255449" y="268887"/>
                  </a:lnTo>
                  <a:lnTo>
                    <a:pt x="259919" y="266008"/>
                  </a:lnTo>
                  <a:lnTo>
                    <a:pt x="264295" y="262988"/>
                  </a:lnTo>
                  <a:lnTo>
                    <a:pt x="268573" y="259830"/>
                  </a:lnTo>
                  <a:lnTo>
                    <a:pt x="272748" y="256538"/>
                  </a:lnTo>
                  <a:lnTo>
                    <a:pt x="276817" y="253114"/>
                  </a:lnTo>
                  <a:lnTo>
                    <a:pt x="280774" y="249563"/>
                  </a:lnTo>
                  <a:lnTo>
                    <a:pt x="284617" y="245888"/>
                  </a:lnTo>
                  <a:lnTo>
                    <a:pt x="288340" y="242093"/>
                  </a:lnTo>
                  <a:lnTo>
                    <a:pt x="291941" y="238181"/>
                  </a:lnTo>
                  <a:lnTo>
                    <a:pt x="295416" y="234156"/>
                  </a:lnTo>
                  <a:lnTo>
                    <a:pt x="298761" y="230023"/>
                  </a:lnTo>
                  <a:lnTo>
                    <a:pt x="301973" y="225786"/>
                  </a:lnTo>
                  <a:lnTo>
                    <a:pt x="305049" y="221449"/>
                  </a:lnTo>
                  <a:lnTo>
                    <a:pt x="307985" y="217016"/>
                  </a:lnTo>
                  <a:lnTo>
                    <a:pt x="310779" y="212492"/>
                  </a:lnTo>
                  <a:lnTo>
                    <a:pt x="313427" y="207881"/>
                  </a:lnTo>
                  <a:lnTo>
                    <a:pt x="315928" y="203189"/>
                  </a:lnTo>
                  <a:lnTo>
                    <a:pt x="318277" y="198419"/>
                  </a:lnTo>
                  <a:lnTo>
                    <a:pt x="320474" y="193577"/>
                  </a:lnTo>
                  <a:lnTo>
                    <a:pt x="322516" y="188668"/>
                  </a:lnTo>
                  <a:lnTo>
                    <a:pt x="324401" y="183696"/>
                  </a:lnTo>
                  <a:lnTo>
                    <a:pt x="326127" y="178667"/>
                  </a:lnTo>
                  <a:lnTo>
                    <a:pt x="327692" y="173585"/>
                  </a:lnTo>
                  <a:lnTo>
                    <a:pt x="329094" y="168456"/>
                  </a:lnTo>
                  <a:lnTo>
                    <a:pt x="330333" y="163285"/>
                  </a:lnTo>
                  <a:lnTo>
                    <a:pt x="331406" y="158078"/>
                  </a:lnTo>
                  <a:lnTo>
                    <a:pt x="332314" y="152839"/>
                  </a:lnTo>
                  <a:lnTo>
                    <a:pt x="333054" y="147573"/>
                  </a:lnTo>
                  <a:lnTo>
                    <a:pt x="333626" y="142287"/>
                  </a:lnTo>
                  <a:lnTo>
                    <a:pt x="334031" y="136986"/>
                  </a:lnTo>
                  <a:lnTo>
                    <a:pt x="334266" y="131674"/>
                  </a:lnTo>
                  <a:lnTo>
                    <a:pt x="334332" y="126357"/>
                  </a:lnTo>
                  <a:lnTo>
                    <a:pt x="334229" y="121041"/>
                  </a:lnTo>
                  <a:lnTo>
                    <a:pt x="333957" y="115731"/>
                  </a:lnTo>
                  <a:lnTo>
                    <a:pt x="333517" y="110432"/>
                  </a:lnTo>
                  <a:lnTo>
                    <a:pt x="332908" y="105150"/>
                  </a:lnTo>
                  <a:lnTo>
                    <a:pt x="332131" y="99890"/>
                  </a:lnTo>
                  <a:lnTo>
                    <a:pt x="331188" y="94657"/>
                  </a:lnTo>
                  <a:lnTo>
                    <a:pt x="330078" y="89457"/>
                  </a:lnTo>
                  <a:lnTo>
                    <a:pt x="328804" y="84295"/>
                  </a:lnTo>
                  <a:lnTo>
                    <a:pt x="327366" y="79176"/>
                  </a:lnTo>
                  <a:lnTo>
                    <a:pt x="325766" y="74105"/>
                  </a:lnTo>
                  <a:lnTo>
                    <a:pt x="324006" y="69088"/>
                  </a:lnTo>
                  <a:lnTo>
                    <a:pt x="322087" y="64129"/>
                  </a:lnTo>
                  <a:lnTo>
                    <a:pt x="320011" y="59234"/>
                  </a:lnTo>
                  <a:lnTo>
                    <a:pt x="317781" y="54408"/>
                  </a:lnTo>
                  <a:lnTo>
                    <a:pt x="315398" y="49654"/>
                  </a:lnTo>
                  <a:lnTo>
                    <a:pt x="312866" y="44979"/>
                  </a:lnTo>
                  <a:lnTo>
                    <a:pt x="310185" y="40387"/>
                  </a:lnTo>
                  <a:lnTo>
                    <a:pt x="307361" y="35882"/>
                  </a:lnTo>
                  <a:lnTo>
                    <a:pt x="304394" y="31470"/>
                  </a:lnTo>
                  <a:lnTo>
                    <a:pt x="301289" y="27154"/>
                  </a:lnTo>
                  <a:lnTo>
                    <a:pt x="298047" y="22939"/>
                  </a:lnTo>
                  <a:lnTo>
                    <a:pt x="294674" y="18829"/>
                  </a:lnTo>
                  <a:lnTo>
                    <a:pt x="291171" y="14828"/>
                  </a:lnTo>
                  <a:lnTo>
                    <a:pt x="287543" y="10941"/>
                  </a:lnTo>
                  <a:lnTo>
                    <a:pt x="283794" y="7172"/>
                  </a:lnTo>
                  <a:lnTo>
                    <a:pt x="279926" y="3523"/>
                  </a:lnTo>
                  <a:lnTo>
                    <a:pt x="275944" y="0"/>
                  </a:lnTo>
                  <a:lnTo>
                    <a:pt x="167166" y="126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08778" cy="167167"/>
            </a:xfrm>
            <a:custGeom>
              <a:avLst/>
              <a:pathLst>
                <a:path w="108778" h="167167">
                  <a:moveTo>
                    <a:pt x="108778" y="40233"/>
                  </a:moveTo>
                  <a:lnTo>
                    <a:pt x="104434" y="36636"/>
                  </a:lnTo>
                  <a:lnTo>
                    <a:pt x="99972" y="33187"/>
                  </a:lnTo>
                  <a:lnTo>
                    <a:pt x="95395" y="29891"/>
                  </a:lnTo>
                  <a:lnTo>
                    <a:pt x="90710" y="26751"/>
                  </a:lnTo>
                  <a:lnTo>
                    <a:pt x="85922" y="23771"/>
                  </a:lnTo>
                  <a:lnTo>
                    <a:pt x="81036" y="20955"/>
                  </a:lnTo>
                  <a:lnTo>
                    <a:pt x="76058" y="18304"/>
                  </a:lnTo>
                  <a:lnTo>
                    <a:pt x="70993" y="15823"/>
                  </a:lnTo>
                  <a:lnTo>
                    <a:pt x="65847" y="13515"/>
                  </a:lnTo>
                  <a:lnTo>
                    <a:pt x="60626" y="11381"/>
                  </a:lnTo>
                  <a:lnTo>
                    <a:pt x="55337" y="9424"/>
                  </a:lnTo>
                  <a:lnTo>
                    <a:pt x="49984" y="7647"/>
                  </a:lnTo>
                  <a:lnTo>
                    <a:pt x="44575" y="6052"/>
                  </a:lnTo>
                  <a:lnTo>
                    <a:pt x="39114" y="4640"/>
                  </a:lnTo>
                  <a:lnTo>
                    <a:pt x="33610" y="3413"/>
                  </a:lnTo>
                  <a:lnTo>
                    <a:pt x="28067" y="2373"/>
                  </a:lnTo>
                  <a:lnTo>
                    <a:pt x="22492" y="1520"/>
                  </a:lnTo>
                  <a:lnTo>
                    <a:pt x="16891" y="855"/>
                  </a:lnTo>
                  <a:lnTo>
                    <a:pt x="11271" y="380"/>
                  </a:lnTo>
                  <a:lnTo>
                    <a:pt x="563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60186" y="3707720"/>
              <a:ext cx="158824" cy="167167"/>
            </a:xfrm>
            <a:custGeom>
              <a:avLst/>
              <a:pathLst>
                <a:path w="158824" h="167167">
                  <a:moveTo>
                    <a:pt x="158824" y="0"/>
                  </a:moveTo>
                  <a:lnTo>
                    <a:pt x="153311" y="90"/>
                  </a:lnTo>
                  <a:lnTo>
                    <a:pt x="147803" y="363"/>
                  </a:lnTo>
                  <a:lnTo>
                    <a:pt x="142308" y="817"/>
                  </a:lnTo>
                  <a:lnTo>
                    <a:pt x="136830" y="1453"/>
                  </a:lnTo>
                  <a:lnTo>
                    <a:pt x="131377" y="2268"/>
                  </a:lnTo>
                  <a:lnTo>
                    <a:pt x="125953" y="3263"/>
                  </a:lnTo>
                  <a:lnTo>
                    <a:pt x="120565" y="4437"/>
                  </a:lnTo>
                  <a:lnTo>
                    <a:pt x="115219" y="5787"/>
                  </a:lnTo>
                  <a:lnTo>
                    <a:pt x="109920" y="7313"/>
                  </a:lnTo>
                  <a:lnTo>
                    <a:pt x="104674" y="9013"/>
                  </a:lnTo>
                  <a:lnTo>
                    <a:pt x="99487" y="10885"/>
                  </a:lnTo>
                  <a:lnTo>
                    <a:pt x="94365" y="12927"/>
                  </a:lnTo>
                  <a:lnTo>
                    <a:pt x="89313" y="15137"/>
                  </a:lnTo>
                  <a:lnTo>
                    <a:pt x="84337" y="17512"/>
                  </a:lnTo>
                  <a:lnTo>
                    <a:pt x="79441" y="20050"/>
                  </a:lnTo>
                  <a:lnTo>
                    <a:pt x="74632" y="22748"/>
                  </a:lnTo>
                  <a:lnTo>
                    <a:pt x="69915" y="25604"/>
                  </a:lnTo>
                  <a:lnTo>
                    <a:pt x="65294" y="28613"/>
                  </a:lnTo>
                  <a:lnTo>
                    <a:pt x="60776" y="31773"/>
                  </a:lnTo>
                  <a:lnTo>
                    <a:pt x="56363" y="35081"/>
                  </a:lnTo>
                  <a:lnTo>
                    <a:pt x="52063" y="38532"/>
                  </a:lnTo>
                  <a:lnTo>
                    <a:pt x="47878" y="42123"/>
                  </a:lnTo>
                  <a:lnTo>
                    <a:pt x="43814" y="45850"/>
                  </a:lnTo>
                  <a:lnTo>
                    <a:pt x="39876" y="49709"/>
                  </a:lnTo>
                  <a:lnTo>
                    <a:pt x="36066" y="53696"/>
                  </a:lnTo>
                  <a:lnTo>
                    <a:pt x="32391" y="57807"/>
                  </a:lnTo>
                  <a:lnTo>
                    <a:pt x="28853" y="62036"/>
                  </a:lnTo>
                  <a:lnTo>
                    <a:pt x="25456" y="66380"/>
                  </a:lnTo>
                  <a:lnTo>
                    <a:pt x="22205" y="70834"/>
                  </a:lnTo>
                  <a:lnTo>
                    <a:pt x="19102" y="75392"/>
                  </a:lnTo>
                  <a:lnTo>
                    <a:pt x="16151" y="80050"/>
                  </a:lnTo>
                  <a:lnTo>
                    <a:pt x="13355" y="84803"/>
                  </a:lnTo>
                  <a:lnTo>
                    <a:pt x="10718" y="89646"/>
                  </a:lnTo>
                  <a:lnTo>
                    <a:pt x="8242" y="94573"/>
                  </a:lnTo>
                  <a:lnTo>
                    <a:pt x="5929" y="99579"/>
                  </a:lnTo>
                  <a:lnTo>
                    <a:pt x="3783" y="104658"/>
                  </a:lnTo>
                  <a:lnTo>
                    <a:pt x="1806" y="109806"/>
                  </a:lnTo>
                  <a:lnTo>
                    <a:pt x="0" y="115016"/>
                  </a:lnTo>
                  <a:lnTo>
                    <a:pt x="15882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44" y="3707871"/>
              <a:ext cx="334333" cy="334168"/>
            </a:xfrm>
            <a:custGeom>
              <a:avLst/>
              <a:pathLst>
                <a:path w="334333" h="334168">
                  <a:moveTo>
                    <a:pt x="8342" y="114865"/>
                  </a:moveTo>
                  <a:lnTo>
                    <a:pt x="6766" y="119936"/>
                  </a:lnTo>
                  <a:lnTo>
                    <a:pt x="5352" y="125054"/>
                  </a:lnTo>
                  <a:lnTo>
                    <a:pt x="4101" y="130214"/>
                  </a:lnTo>
                  <a:lnTo>
                    <a:pt x="3014" y="135412"/>
                  </a:lnTo>
                  <a:lnTo>
                    <a:pt x="2093" y="140642"/>
                  </a:lnTo>
                  <a:lnTo>
                    <a:pt x="1339" y="145898"/>
                  </a:lnTo>
                  <a:lnTo>
                    <a:pt x="752" y="151175"/>
                  </a:lnTo>
                  <a:lnTo>
                    <a:pt x="333" y="156468"/>
                  </a:lnTo>
                  <a:lnTo>
                    <a:pt x="82" y="161772"/>
                  </a:lnTo>
                  <a:lnTo>
                    <a:pt x="0" y="167082"/>
                  </a:lnTo>
                  <a:lnTo>
                    <a:pt x="86" y="172391"/>
                  </a:lnTo>
                  <a:lnTo>
                    <a:pt x="341" y="177695"/>
                  </a:lnTo>
                  <a:lnTo>
                    <a:pt x="764" y="182988"/>
                  </a:lnTo>
                  <a:lnTo>
                    <a:pt x="1355" y="188265"/>
                  </a:lnTo>
                  <a:lnTo>
                    <a:pt x="2114" y="193520"/>
                  </a:lnTo>
                  <a:lnTo>
                    <a:pt x="3039" y="198749"/>
                  </a:lnTo>
                  <a:lnTo>
                    <a:pt x="4130" y="203946"/>
                  </a:lnTo>
                  <a:lnTo>
                    <a:pt x="5385" y="209105"/>
                  </a:lnTo>
                  <a:lnTo>
                    <a:pt x="6803" y="214222"/>
                  </a:lnTo>
                  <a:lnTo>
                    <a:pt x="8383" y="219292"/>
                  </a:lnTo>
                  <a:lnTo>
                    <a:pt x="10124" y="224308"/>
                  </a:lnTo>
                  <a:lnTo>
                    <a:pt x="12023" y="229267"/>
                  </a:lnTo>
                  <a:lnTo>
                    <a:pt x="14078" y="234163"/>
                  </a:lnTo>
                  <a:lnTo>
                    <a:pt x="16288" y="238991"/>
                  </a:lnTo>
                  <a:lnTo>
                    <a:pt x="18650" y="243747"/>
                  </a:lnTo>
                  <a:lnTo>
                    <a:pt x="21162" y="248425"/>
                  </a:lnTo>
                  <a:lnTo>
                    <a:pt x="23821" y="253021"/>
                  </a:lnTo>
                  <a:lnTo>
                    <a:pt x="26625" y="257531"/>
                  </a:lnTo>
                  <a:lnTo>
                    <a:pt x="29570" y="261949"/>
                  </a:lnTo>
                  <a:lnTo>
                    <a:pt x="32655" y="266271"/>
                  </a:lnTo>
                  <a:lnTo>
                    <a:pt x="35875" y="270493"/>
                  </a:lnTo>
                  <a:lnTo>
                    <a:pt x="39228" y="274611"/>
                  </a:lnTo>
                  <a:lnTo>
                    <a:pt x="42710" y="278620"/>
                  </a:lnTo>
                  <a:lnTo>
                    <a:pt x="46317" y="282516"/>
                  </a:lnTo>
                  <a:lnTo>
                    <a:pt x="50046" y="286296"/>
                  </a:lnTo>
                  <a:lnTo>
                    <a:pt x="53894" y="289956"/>
                  </a:lnTo>
                  <a:lnTo>
                    <a:pt x="57855" y="293491"/>
                  </a:lnTo>
                  <a:lnTo>
                    <a:pt x="61927" y="296899"/>
                  </a:lnTo>
                  <a:lnTo>
                    <a:pt x="66106" y="300176"/>
                  </a:lnTo>
                  <a:lnTo>
                    <a:pt x="70386" y="303319"/>
                  </a:lnTo>
                  <a:lnTo>
                    <a:pt x="74764" y="306324"/>
                  </a:lnTo>
                  <a:lnTo>
                    <a:pt x="79235" y="309188"/>
                  </a:lnTo>
                  <a:lnTo>
                    <a:pt x="83795" y="311909"/>
                  </a:lnTo>
                  <a:lnTo>
                    <a:pt x="88438" y="314484"/>
                  </a:lnTo>
                  <a:lnTo>
                    <a:pt x="93162" y="316910"/>
                  </a:lnTo>
                  <a:lnTo>
                    <a:pt x="97960" y="319185"/>
                  </a:lnTo>
                  <a:lnTo>
                    <a:pt x="102828" y="321306"/>
                  </a:lnTo>
                  <a:lnTo>
                    <a:pt x="107760" y="323272"/>
                  </a:lnTo>
                  <a:lnTo>
                    <a:pt x="112753" y="325080"/>
                  </a:lnTo>
                  <a:lnTo>
                    <a:pt x="117801" y="326728"/>
                  </a:lnTo>
                  <a:lnTo>
                    <a:pt x="122898" y="328216"/>
                  </a:lnTo>
                  <a:lnTo>
                    <a:pt x="128040" y="329540"/>
                  </a:lnTo>
                  <a:lnTo>
                    <a:pt x="133222" y="330701"/>
                  </a:lnTo>
                  <a:lnTo>
                    <a:pt x="138437" y="331697"/>
                  </a:lnTo>
                  <a:lnTo>
                    <a:pt x="143682" y="332526"/>
                  </a:lnTo>
                  <a:lnTo>
                    <a:pt x="148951" y="333188"/>
                  </a:lnTo>
                  <a:lnTo>
                    <a:pt x="154238" y="333683"/>
                  </a:lnTo>
                  <a:lnTo>
                    <a:pt x="159537" y="334010"/>
                  </a:lnTo>
                  <a:lnTo>
                    <a:pt x="164845" y="334168"/>
                  </a:lnTo>
                  <a:lnTo>
                    <a:pt x="170155" y="334157"/>
                  </a:lnTo>
                  <a:lnTo>
                    <a:pt x="175462" y="333978"/>
                  </a:lnTo>
                  <a:lnTo>
                    <a:pt x="180760" y="333630"/>
                  </a:lnTo>
                  <a:lnTo>
                    <a:pt x="186045" y="333114"/>
                  </a:lnTo>
                  <a:lnTo>
                    <a:pt x="191311" y="332431"/>
                  </a:lnTo>
                  <a:lnTo>
                    <a:pt x="196553" y="331581"/>
                  </a:lnTo>
                  <a:lnTo>
                    <a:pt x="201764" y="330564"/>
                  </a:lnTo>
                  <a:lnTo>
                    <a:pt x="206941" y="329383"/>
                  </a:lnTo>
                  <a:lnTo>
                    <a:pt x="212078" y="328038"/>
                  </a:lnTo>
                  <a:lnTo>
                    <a:pt x="217169" y="326530"/>
                  </a:lnTo>
                  <a:lnTo>
                    <a:pt x="222210" y="324862"/>
                  </a:lnTo>
                  <a:lnTo>
                    <a:pt x="227196" y="323034"/>
                  </a:lnTo>
                  <a:lnTo>
                    <a:pt x="232121" y="321049"/>
                  </a:lnTo>
                  <a:lnTo>
                    <a:pt x="236980" y="318908"/>
                  </a:lnTo>
                  <a:lnTo>
                    <a:pt x="241769" y="316614"/>
                  </a:lnTo>
                  <a:lnTo>
                    <a:pt x="246483" y="314169"/>
                  </a:lnTo>
                  <a:lnTo>
                    <a:pt x="251116" y="311576"/>
                  </a:lnTo>
                  <a:lnTo>
                    <a:pt x="255665" y="308837"/>
                  </a:lnTo>
                  <a:lnTo>
                    <a:pt x="260125" y="305954"/>
                  </a:lnTo>
                  <a:lnTo>
                    <a:pt x="264491" y="302932"/>
                  </a:lnTo>
                  <a:lnTo>
                    <a:pt x="268758" y="299772"/>
                  </a:lnTo>
                  <a:lnTo>
                    <a:pt x="272923" y="296479"/>
                  </a:lnTo>
                  <a:lnTo>
                    <a:pt x="276982" y="293055"/>
                  </a:lnTo>
                  <a:lnTo>
                    <a:pt x="280929" y="289503"/>
                  </a:lnTo>
                  <a:lnTo>
                    <a:pt x="284762" y="285828"/>
                  </a:lnTo>
                  <a:lnTo>
                    <a:pt x="288476" y="282034"/>
                  </a:lnTo>
                  <a:lnTo>
                    <a:pt x="292068" y="278123"/>
                  </a:lnTo>
                  <a:lnTo>
                    <a:pt x="295534" y="274100"/>
                  </a:lnTo>
                  <a:lnTo>
                    <a:pt x="298870" y="269969"/>
                  </a:lnTo>
                  <a:lnTo>
                    <a:pt x="302073" y="265734"/>
                  </a:lnTo>
                  <a:lnTo>
                    <a:pt x="305141" y="261400"/>
                  </a:lnTo>
                  <a:lnTo>
                    <a:pt x="308069" y="256970"/>
                  </a:lnTo>
                  <a:lnTo>
                    <a:pt x="310855" y="252449"/>
                  </a:lnTo>
                  <a:lnTo>
                    <a:pt x="313495" y="247843"/>
                  </a:lnTo>
                  <a:lnTo>
                    <a:pt x="315989" y="243155"/>
                  </a:lnTo>
                  <a:lnTo>
                    <a:pt x="318332" y="238390"/>
                  </a:lnTo>
                  <a:lnTo>
                    <a:pt x="320522" y="233552"/>
                  </a:lnTo>
                  <a:lnTo>
                    <a:pt x="322558" y="228648"/>
                  </a:lnTo>
                  <a:lnTo>
                    <a:pt x="324437" y="223682"/>
                  </a:lnTo>
                  <a:lnTo>
                    <a:pt x="326158" y="218658"/>
                  </a:lnTo>
                  <a:lnTo>
                    <a:pt x="327718" y="213583"/>
                  </a:lnTo>
                  <a:lnTo>
                    <a:pt x="329116" y="208460"/>
                  </a:lnTo>
                  <a:lnTo>
                    <a:pt x="330350" y="203296"/>
                  </a:lnTo>
                  <a:lnTo>
                    <a:pt x="331420" y="198095"/>
                  </a:lnTo>
                  <a:lnTo>
                    <a:pt x="332324" y="192862"/>
                  </a:lnTo>
                  <a:lnTo>
                    <a:pt x="333062" y="187604"/>
                  </a:lnTo>
                  <a:lnTo>
                    <a:pt x="333632" y="182325"/>
                  </a:lnTo>
                  <a:lnTo>
                    <a:pt x="334034" y="177030"/>
                  </a:lnTo>
                  <a:lnTo>
                    <a:pt x="334268" y="171725"/>
                  </a:lnTo>
                  <a:lnTo>
                    <a:pt x="334333" y="166415"/>
                  </a:lnTo>
                  <a:lnTo>
                    <a:pt x="334230" y="161107"/>
                  </a:lnTo>
                  <a:lnTo>
                    <a:pt x="333958" y="155804"/>
                  </a:lnTo>
                  <a:lnTo>
                    <a:pt x="333518" y="150512"/>
                  </a:lnTo>
                  <a:lnTo>
                    <a:pt x="332910" y="145237"/>
                  </a:lnTo>
                  <a:lnTo>
                    <a:pt x="332134" y="139984"/>
                  </a:lnTo>
                  <a:lnTo>
                    <a:pt x="331192" y="134758"/>
                  </a:lnTo>
                  <a:lnTo>
                    <a:pt x="330085" y="129565"/>
                  </a:lnTo>
                  <a:lnTo>
                    <a:pt x="328813" y="124409"/>
                  </a:lnTo>
                  <a:lnTo>
                    <a:pt x="327379" y="119297"/>
                  </a:lnTo>
                  <a:lnTo>
                    <a:pt x="325782" y="114233"/>
                  </a:lnTo>
                  <a:lnTo>
                    <a:pt x="324026" y="109222"/>
                  </a:lnTo>
                  <a:lnTo>
                    <a:pt x="322111" y="104269"/>
                  </a:lnTo>
                  <a:lnTo>
                    <a:pt x="320040" y="99379"/>
                  </a:lnTo>
                  <a:lnTo>
                    <a:pt x="317815" y="94558"/>
                  </a:lnTo>
                  <a:lnTo>
                    <a:pt x="315438" y="89810"/>
                  </a:lnTo>
                  <a:lnTo>
                    <a:pt x="312911" y="85140"/>
                  </a:lnTo>
                  <a:lnTo>
                    <a:pt x="310237" y="80553"/>
                  </a:lnTo>
                  <a:lnTo>
                    <a:pt x="307418" y="76052"/>
                  </a:lnTo>
                  <a:lnTo>
                    <a:pt x="304459" y="71644"/>
                  </a:lnTo>
                  <a:lnTo>
                    <a:pt x="301360" y="67331"/>
                  </a:lnTo>
                  <a:lnTo>
                    <a:pt x="298127" y="63120"/>
                  </a:lnTo>
                  <a:lnTo>
                    <a:pt x="294761" y="59013"/>
                  </a:lnTo>
                  <a:lnTo>
                    <a:pt x="291266" y="55015"/>
                  </a:lnTo>
                  <a:lnTo>
                    <a:pt x="287646" y="51130"/>
                  </a:lnTo>
                  <a:lnTo>
                    <a:pt x="283905" y="47362"/>
                  </a:lnTo>
                  <a:lnTo>
                    <a:pt x="280046" y="43715"/>
                  </a:lnTo>
                  <a:lnTo>
                    <a:pt x="276073" y="40192"/>
                  </a:lnTo>
                  <a:lnTo>
                    <a:pt x="271990" y="36797"/>
                  </a:lnTo>
                  <a:lnTo>
                    <a:pt x="267801" y="33533"/>
                  </a:lnTo>
                  <a:lnTo>
                    <a:pt x="263511" y="30405"/>
                  </a:lnTo>
                  <a:lnTo>
                    <a:pt x="259124" y="27414"/>
                  </a:lnTo>
                  <a:lnTo>
                    <a:pt x="254643" y="24563"/>
                  </a:lnTo>
                  <a:lnTo>
                    <a:pt x="250075" y="21857"/>
                  </a:lnTo>
                  <a:lnTo>
                    <a:pt x="245423" y="19297"/>
                  </a:lnTo>
                  <a:lnTo>
                    <a:pt x="240692" y="16886"/>
                  </a:lnTo>
                  <a:lnTo>
                    <a:pt x="235886" y="14627"/>
                  </a:lnTo>
                  <a:lnTo>
                    <a:pt x="231012" y="12521"/>
                  </a:lnTo>
                  <a:lnTo>
                    <a:pt x="226073" y="10571"/>
                  </a:lnTo>
                  <a:lnTo>
                    <a:pt x="221074" y="8779"/>
                  </a:lnTo>
                  <a:lnTo>
                    <a:pt x="216021" y="7147"/>
                  </a:lnTo>
                  <a:lnTo>
                    <a:pt x="210919" y="5676"/>
                  </a:lnTo>
                  <a:lnTo>
                    <a:pt x="205773" y="4368"/>
                  </a:lnTo>
                  <a:lnTo>
                    <a:pt x="200588" y="3224"/>
                  </a:lnTo>
                  <a:lnTo>
                    <a:pt x="195369" y="2245"/>
                  </a:lnTo>
                  <a:lnTo>
                    <a:pt x="190121" y="1432"/>
                  </a:lnTo>
                  <a:lnTo>
                    <a:pt x="184851" y="787"/>
                  </a:lnTo>
                  <a:lnTo>
                    <a:pt x="179562" y="309"/>
                  </a:lnTo>
                  <a:lnTo>
                    <a:pt x="174261" y="0"/>
                  </a:lnTo>
                  <a:lnTo>
                    <a:pt x="167167" y="167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7094" cy="167167"/>
            </a:xfrm>
            <a:custGeom>
              <a:avLst/>
              <a:pathLst>
                <a:path w="7094" h="167167">
                  <a:moveTo>
                    <a:pt x="7094" y="1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2025-06-06T01:02:50Z</dcterms:modified>
  <cp:category/>
</cp:coreProperties>
</file>