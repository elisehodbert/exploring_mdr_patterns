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69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3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55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4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5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5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65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7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69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65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7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43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4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97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4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70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07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55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9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9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97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0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7834" y="3170392"/>
              <a:ext cx="55944" cy="167167"/>
            </a:xfrm>
            <a:custGeom>
              <a:avLst/>
              <a:pathLst>
                <a:path w="55944" h="167167">
                  <a:moveTo>
                    <a:pt x="55944" y="0"/>
                  </a:moveTo>
                  <a:lnTo>
                    <a:pt x="49607" y="120"/>
                  </a:lnTo>
                  <a:lnTo>
                    <a:pt x="43280" y="480"/>
                  </a:lnTo>
                  <a:lnTo>
                    <a:pt x="36970" y="1080"/>
                  </a:lnTo>
                  <a:lnTo>
                    <a:pt x="30688" y="1918"/>
                  </a:lnTo>
                  <a:lnTo>
                    <a:pt x="24442" y="2995"/>
                  </a:lnTo>
                  <a:lnTo>
                    <a:pt x="18241" y="4307"/>
                  </a:lnTo>
                  <a:lnTo>
                    <a:pt x="12095" y="5853"/>
                  </a:lnTo>
                  <a:lnTo>
                    <a:pt x="6011" y="7631"/>
                  </a:lnTo>
                  <a:lnTo>
                    <a:pt x="0" y="9639"/>
                  </a:lnTo>
                  <a:lnTo>
                    <a:pt x="559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16617" y="3170517"/>
              <a:ext cx="334322" cy="334205"/>
            </a:xfrm>
            <a:custGeom>
              <a:avLst/>
              <a:pathLst>
                <a:path w="334322" h="334205">
                  <a:moveTo>
                    <a:pt x="111216" y="9514"/>
                  </a:moveTo>
                  <a:lnTo>
                    <a:pt x="106246" y="11368"/>
                  </a:lnTo>
                  <a:lnTo>
                    <a:pt x="101337" y="13380"/>
                  </a:lnTo>
                  <a:lnTo>
                    <a:pt x="96494" y="15546"/>
                  </a:lnTo>
                  <a:lnTo>
                    <a:pt x="91722" y="17865"/>
                  </a:lnTo>
                  <a:lnTo>
                    <a:pt x="87026" y="20334"/>
                  </a:lnTo>
                  <a:lnTo>
                    <a:pt x="82411" y="22950"/>
                  </a:lnTo>
                  <a:lnTo>
                    <a:pt x="77881" y="25712"/>
                  </a:lnTo>
                  <a:lnTo>
                    <a:pt x="73442" y="28616"/>
                  </a:lnTo>
                  <a:lnTo>
                    <a:pt x="69096" y="31660"/>
                  </a:lnTo>
                  <a:lnTo>
                    <a:pt x="64850" y="34840"/>
                  </a:lnTo>
                  <a:lnTo>
                    <a:pt x="60706" y="38153"/>
                  </a:lnTo>
                  <a:lnTo>
                    <a:pt x="56670" y="41596"/>
                  </a:lnTo>
                  <a:lnTo>
                    <a:pt x="52745" y="45166"/>
                  </a:lnTo>
                  <a:lnTo>
                    <a:pt x="48935" y="48858"/>
                  </a:lnTo>
                  <a:lnTo>
                    <a:pt x="45244" y="52669"/>
                  </a:lnTo>
                  <a:lnTo>
                    <a:pt x="41676" y="56595"/>
                  </a:lnTo>
                  <a:lnTo>
                    <a:pt x="38235" y="60633"/>
                  </a:lnTo>
                  <a:lnTo>
                    <a:pt x="34923" y="64778"/>
                  </a:lnTo>
                  <a:lnTo>
                    <a:pt x="31744" y="69025"/>
                  </a:lnTo>
                  <a:lnTo>
                    <a:pt x="28702" y="73372"/>
                  </a:lnTo>
                  <a:lnTo>
                    <a:pt x="25800" y="77813"/>
                  </a:lnTo>
                  <a:lnTo>
                    <a:pt x="23039" y="82343"/>
                  </a:lnTo>
                  <a:lnTo>
                    <a:pt x="20424" y="86959"/>
                  </a:lnTo>
                  <a:lnTo>
                    <a:pt x="17957" y="91656"/>
                  </a:lnTo>
                  <a:lnTo>
                    <a:pt x="15640" y="96429"/>
                  </a:lnTo>
                  <a:lnTo>
                    <a:pt x="13475" y="101272"/>
                  </a:lnTo>
                  <a:lnTo>
                    <a:pt x="11466" y="106182"/>
                  </a:lnTo>
                  <a:lnTo>
                    <a:pt x="9613" y="111154"/>
                  </a:lnTo>
                  <a:lnTo>
                    <a:pt x="7919" y="116181"/>
                  </a:lnTo>
                  <a:lnTo>
                    <a:pt x="6385" y="121260"/>
                  </a:lnTo>
                  <a:lnTo>
                    <a:pt x="5013" y="126385"/>
                  </a:lnTo>
                  <a:lnTo>
                    <a:pt x="3805" y="131551"/>
                  </a:lnTo>
                  <a:lnTo>
                    <a:pt x="2761" y="136752"/>
                  </a:lnTo>
                  <a:lnTo>
                    <a:pt x="1883" y="141984"/>
                  </a:lnTo>
                  <a:lnTo>
                    <a:pt x="1171" y="147242"/>
                  </a:lnTo>
                  <a:lnTo>
                    <a:pt x="626" y="152519"/>
                  </a:lnTo>
                  <a:lnTo>
                    <a:pt x="249" y="157811"/>
                  </a:lnTo>
                  <a:lnTo>
                    <a:pt x="40" y="163112"/>
                  </a:lnTo>
                  <a:lnTo>
                    <a:pt x="0" y="168417"/>
                  </a:lnTo>
                  <a:lnTo>
                    <a:pt x="127" y="173721"/>
                  </a:lnTo>
                  <a:lnTo>
                    <a:pt x="423" y="179018"/>
                  </a:lnTo>
                  <a:lnTo>
                    <a:pt x="887" y="184303"/>
                  </a:lnTo>
                  <a:lnTo>
                    <a:pt x="1519" y="189571"/>
                  </a:lnTo>
                  <a:lnTo>
                    <a:pt x="2317" y="194815"/>
                  </a:lnTo>
                  <a:lnTo>
                    <a:pt x="3282" y="200032"/>
                  </a:lnTo>
                  <a:lnTo>
                    <a:pt x="4411" y="205216"/>
                  </a:lnTo>
                  <a:lnTo>
                    <a:pt x="5704" y="210361"/>
                  </a:lnTo>
                  <a:lnTo>
                    <a:pt x="7160" y="215463"/>
                  </a:lnTo>
                  <a:lnTo>
                    <a:pt x="8777" y="220516"/>
                  </a:lnTo>
                  <a:lnTo>
                    <a:pt x="10554" y="225515"/>
                  </a:lnTo>
                  <a:lnTo>
                    <a:pt x="12488" y="230455"/>
                  </a:lnTo>
                  <a:lnTo>
                    <a:pt x="14578" y="235331"/>
                  </a:lnTo>
                  <a:lnTo>
                    <a:pt x="16822" y="240139"/>
                  </a:lnTo>
                  <a:lnTo>
                    <a:pt x="19218" y="244872"/>
                  </a:lnTo>
                  <a:lnTo>
                    <a:pt x="21762" y="249528"/>
                  </a:lnTo>
                  <a:lnTo>
                    <a:pt x="24453" y="254100"/>
                  </a:lnTo>
                  <a:lnTo>
                    <a:pt x="27287" y="258585"/>
                  </a:lnTo>
                  <a:lnTo>
                    <a:pt x="30262" y="262977"/>
                  </a:lnTo>
                  <a:lnTo>
                    <a:pt x="33376" y="267273"/>
                  </a:lnTo>
                  <a:lnTo>
                    <a:pt x="36624" y="271468"/>
                  </a:lnTo>
                  <a:lnTo>
                    <a:pt x="40003" y="275558"/>
                  </a:lnTo>
                  <a:lnTo>
                    <a:pt x="43510" y="279538"/>
                  </a:lnTo>
                  <a:lnTo>
                    <a:pt x="47143" y="283405"/>
                  </a:lnTo>
                  <a:lnTo>
                    <a:pt x="50895" y="287155"/>
                  </a:lnTo>
                  <a:lnTo>
                    <a:pt x="54766" y="290784"/>
                  </a:lnTo>
                  <a:lnTo>
                    <a:pt x="58749" y="294288"/>
                  </a:lnTo>
                  <a:lnTo>
                    <a:pt x="62841" y="297664"/>
                  </a:lnTo>
                  <a:lnTo>
                    <a:pt x="67039" y="300909"/>
                  </a:lnTo>
                  <a:lnTo>
                    <a:pt x="71337" y="304019"/>
                  </a:lnTo>
                  <a:lnTo>
                    <a:pt x="75732" y="306990"/>
                  </a:lnTo>
                  <a:lnTo>
                    <a:pt x="80219" y="309821"/>
                  </a:lnTo>
                  <a:lnTo>
                    <a:pt x="84794" y="312508"/>
                  </a:lnTo>
                  <a:lnTo>
                    <a:pt x="89451" y="315049"/>
                  </a:lnTo>
                  <a:lnTo>
                    <a:pt x="94187" y="317440"/>
                  </a:lnTo>
                  <a:lnTo>
                    <a:pt x="98996" y="319680"/>
                  </a:lnTo>
                  <a:lnTo>
                    <a:pt x="103874" y="321766"/>
                  </a:lnTo>
                  <a:lnTo>
                    <a:pt x="108816" y="323697"/>
                  </a:lnTo>
                  <a:lnTo>
                    <a:pt x="113816" y="325469"/>
                  </a:lnTo>
                  <a:lnTo>
                    <a:pt x="118870" y="327082"/>
                  </a:lnTo>
                  <a:lnTo>
                    <a:pt x="123973" y="328534"/>
                  </a:lnTo>
                  <a:lnTo>
                    <a:pt x="129119" y="329823"/>
                  </a:lnTo>
                  <a:lnTo>
                    <a:pt x="134304" y="330948"/>
                  </a:lnTo>
                  <a:lnTo>
                    <a:pt x="139522" y="331908"/>
                  </a:lnTo>
                  <a:lnTo>
                    <a:pt x="144767" y="332702"/>
                  </a:lnTo>
                  <a:lnTo>
                    <a:pt x="150035" y="333330"/>
                  </a:lnTo>
                  <a:lnTo>
                    <a:pt x="155321" y="333789"/>
                  </a:lnTo>
                  <a:lnTo>
                    <a:pt x="160618" y="334081"/>
                  </a:lnTo>
                  <a:lnTo>
                    <a:pt x="165922" y="334205"/>
                  </a:lnTo>
                  <a:lnTo>
                    <a:pt x="171227" y="334160"/>
                  </a:lnTo>
                  <a:lnTo>
                    <a:pt x="176528" y="333947"/>
                  </a:lnTo>
                  <a:lnTo>
                    <a:pt x="181820" y="333565"/>
                  </a:lnTo>
                  <a:lnTo>
                    <a:pt x="187096" y="333016"/>
                  </a:lnTo>
                  <a:lnTo>
                    <a:pt x="192353" y="332300"/>
                  </a:lnTo>
                  <a:lnTo>
                    <a:pt x="197585" y="331418"/>
                  </a:lnTo>
                  <a:lnTo>
                    <a:pt x="202785" y="330369"/>
                  </a:lnTo>
                  <a:lnTo>
                    <a:pt x="207950" y="329157"/>
                  </a:lnTo>
                  <a:lnTo>
                    <a:pt x="213074" y="327781"/>
                  </a:lnTo>
                  <a:lnTo>
                    <a:pt x="218151" y="326243"/>
                  </a:lnTo>
                  <a:lnTo>
                    <a:pt x="223178" y="324545"/>
                  </a:lnTo>
                  <a:lnTo>
                    <a:pt x="228147" y="322688"/>
                  </a:lnTo>
                  <a:lnTo>
                    <a:pt x="233056" y="320674"/>
                  </a:lnTo>
                  <a:lnTo>
                    <a:pt x="237898" y="318506"/>
                  </a:lnTo>
                  <a:lnTo>
                    <a:pt x="242668" y="316185"/>
                  </a:lnTo>
                  <a:lnTo>
                    <a:pt x="247363" y="313714"/>
                  </a:lnTo>
                  <a:lnTo>
                    <a:pt x="251977" y="311095"/>
                  </a:lnTo>
                  <a:lnTo>
                    <a:pt x="256505" y="308331"/>
                  </a:lnTo>
                  <a:lnTo>
                    <a:pt x="260944" y="305425"/>
                  </a:lnTo>
                  <a:lnTo>
                    <a:pt x="265288" y="302379"/>
                  </a:lnTo>
                  <a:lnTo>
                    <a:pt x="269533" y="299197"/>
                  </a:lnTo>
                  <a:lnTo>
                    <a:pt x="273675" y="295882"/>
                  </a:lnTo>
                  <a:lnTo>
                    <a:pt x="277710" y="292437"/>
                  </a:lnTo>
                  <a:lnTo>
                    <a:pt x="281633" y="288866"/>
                  </a:lnTo>
                  <a:lnTo>
                    <a:pt x="285441" y="285172"/>
                  </a:lnTo>
                  <a:lnTo>
                    <a:pt x="289130" y="281359"/>
                  </a:lnTo>
                  <a:lnTo>
                    <a:pt x="292697" y="277431"/>
                  </a:lnTo>
                  <a:lnTo>
                    <a:pt x="296136" y="273392"/>
                  </a:lnTo>
                  <a:lnTo>
                    <a:pt x="299446" y="269246"/>
                  </a:lnTo>
                  <a:lnTo>
                    <a:pt x="302623" y="264997"/>
                  </a:lnTo>
                  <a:lnTo>
                    <a:pt x="305663" y="260649"/>
                  </a:lnTo>
                  <a:lnTo>
                    <a:pt x="308563" y="256207"/>
                  </a:lnTo>
                  <a:lnTo>
                    <a:pt x="311322" y="251675"/>
                  </a:lnTo>
                  <a:lnTo>
                    <a:pt x="313935" y="247058"/>
                  </a:lnTo>
                  <a:lnTo>
                    <a:pt x="316400" y="242360"/>
                  </a:lnTo>
                  <a:lnTo>
                    <a:pt x="318715" y="237586"/>
                  </a:lnTo>
                  <a:lnTo>
                    <a:pt x="320877" y="232741"/>
                  </a:lnTo>
                  <a:lnTo>
                    <a:pt x="322884" y="227831"/>
                  </a:lnTo>
                  <a:lnTo>
                    <a:pt x="324735" y="222858"/>
                  </a:lnTo>
                  <a:lnTo>
                    <a:pt x="326427" y="217830"/>
                  </a:lnTo>
                  <a:lnTo>
                    <a:pt x="327958" y="212751"/>
                  </a:lnTo>
                  <a:lnTo>
                    <a:pt x="329328" y="207625"/>
                  </a:lnTo>
                  <a:lnTo>
                    <a:pt x="330534" y="202459"/>
                  </a:lnTo>
                  <a:lnTo>
                    <a:pt x="331575" y="197257"/>
                  </a:lnTo>
                  <a:lnTo>
                    <a:pt x="332451" y="192024"/>
                  </a:lnTo>
                  <a:lnTo>
                    <a:pt x="333161" y="186767"/>
                  </a:lnTo>
                  <a:lnTo>
                    <a:pt x="333703" y="181489"/>
                  </a:lnTo>
                  <a:lnTo>
                    <a:pt x="334078" y="176197"/>
                  </a:lnTo>
                  <a:lnTo>
                    <a:pt x="334284" y="170896"/>
                  </a:lnTo>
                  <a:lnTo>
                    <a:pt x="334322" y="165591"/>
                  </a:lnTo>
                  <a:lnTo>
                    <a:pt x="334192" y="160287"/>
                  </a:lnTo>
                  <a:lnTo>
                    <a:pt x="333894" y="154990"/>
                  </a:lnTo>
                  <a:lnTo>
                    <a:pt x="333427" y="149705"/>
                  </a:lnTo>
                  <a:lnTo>
                    <a:pt x="332793" y="144438"/>
                  </a:lnTo>
                  <a:lnTo>
                    <a:pt x="331993" y="139193"/>
                  </a:lnTo>
                  <a:lnTo>
                    <a:pt x="331026" y="133977"/>
                  </a:lnTo>
                  <a:lnTo>
                    <a:pt x="329894" y="128794"/>
                  </a:lnTo>
                  <a:lnTo>
                    <a:pt x="328599" y="123649"/>
                  </a:lnTo>
                  <a:lnTo>
                    <a:pt x="327140" y="118548"/>
                  </a:lnTo>
                  <a:lnTo>
                    <a:pt x="325521" y="113496"/>
                  </a:lnTo>
                  <a:lnTo>
                    <a:pt x="323742" y="108498"/>
                  </a:lnTo>
                  <a:lnTo>
                    <a:pt x="321805" y="103558"/>
                  </a:lnTo>
                  <a:lnTo>
                    <a:pt x="319713" y="98683"/>
                  </a:lnTo>
                  <a:lnTo>
                    <a:pt x="317467" y="93877"/>
                  </a:lnTo>
                  <a:lnTo>
                    <a:pt x="315070" y="89144"/>
                  </a:lnTo>
                  <a:lnTo>
                    <a:pt x="312523" y="84490"/>
                  </a:lnTo>
                  <a:lnTo>
                    <a:pt x="309831" y="79919"/>
                  </a:lnTo>
                  <a:lnTo>
                    <a:pt x="306994" y="75435"/>
                  </a:lnTo>
                  <a:lnTo>
                    <a:pt x="304017" y="71044"/>
                  </a:lnTo>
                  <a:lnTo>
                    <a:pt x="300902" y="66750"/>
                  </a:lnTo>
                  <a:lnTo>
                    <a:pt x="297652" y="62556"/>
                  </a:lnTo>
                  <a:lnTo>
                    <a:pt x="294270" y="58468"/>
                  </a:lnTo>
                  <a:lnTo>
                    <a:pt x="290761" y="54489"/>
                  </a:lnTo>
                  <a:lnTo>
                    <a:pt x="287127" y="50624"/>
                  </a:lnTo>
                  <a:lnTo>
                    <a:pt x="283373" y="46876"/>
                  </a:lnTo>
                  <a:lnTo>
                    <a:pt x="279501" y="43249"/>
                  </a:lnTo>
                  <a:lnTo>
                    <a:pt x="275516" y="39746"/>
                  </a:lnTo>
                  <a:lnTo>
                    <a:pt x="271422" y="36372"/>
                  </a:lnTo>
                  <a:lnTo>
                    <a:pt x="267223" y="33129"/>
                  </a:lnTo>
                  <a:lnTo>
                    <a:pt x="262923" y="30021"/>
                  </a:lnTo>
                  <a:lnTo>
                    <a:pt x="258527" y="27052"/>
                  </a:lnTo>
                  <a:lnTo>
                    <a:pt x="254039" y="24223"/>
                  </a:lnTo>
                  <a:lnTo>
                    <a:pt x="249463" y="21538"/>
                  </a:lnTo>
                  <a:lnTo>
                    <a:pt x="244804" y="19000"/>
                  </a:lnTo>
                  <a:lnTo>
                    <a:pt x="240068" y="16610"/>
                  </a:lnTo>
                  <a:lnTo>
                    <a:pt x="235257" y="14373"/>
                  </a:lnTo>
                  <a:lnTo>
                    <a:pt x="230378" y="12289"/>
                  </a:lnTo>
                  <a:lnTo>
                    <a:pt x="225436" y="10360"/>
                  </a:lnTo>
                  <a:lnTo>
                    <a:pt x="220435" y="8590"/>
                  </a:lnTo>
                  <a:lnTo>
                    <a:pt x="215380" y="6979"/>
                  </a:lnTo>
                  <a:lnTo>
                    <a:pt x="210276" y="5530"/>
                  </a:lnTo>
                  <a:lnTo>
                    <a:pt x="205129" y="4243"/>
                  </a:lnTo>
                  <a:lnTo>
                    <a:pt x="199944" y="3120"/>
                  </a:lnTo>
                  <a:lnTo>
                    <a:pt x="194726" y="2163"/>
                  </a:lnTo>
                  <a:lnTo>
                    <a:pt x="189480" y="1371"/>
                  </a:lnTo>
                  <a:lnTo>
                    <a:pt x="184212" y="746"/>
                  </a:lnTo>
                  <a:lnTo>
                    <a:pt x="178926" y="289"/>
                  </a:lnTo>
                  <a:lnTo>
                    <a:pt x="173629" y="0"/>
                  </a:lnTo>
                  <a:lnTo>
                    <a:pt x="167161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83779" y="3170392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46" y="2633064"/>
              <a:ext cx="167165" cy="205347"/>
            </a:xfrm>
            <a:custGeom>
              <a:avLst/>
              <a:pathLst>
                <a:path w="167165" h="205347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6" y="1381"/>
                  </a:lnTo>
                  <a:lnTo>
                    <a:pt x="140396" y="2157"/>
                  </a:lnTo>
                  <a:lnTo>
                    <a:pt x="135103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6" y="6955"/>
                  </a:lnTo>
                  <a:lnTo>
                    <a:pt x="114318" y="8573"/>
                  </a:lnTo>
                  <a:lnTo>
                    <a:pt x="109245" y="10354"/>
                  </a:lnTo>
                  <a:lnTo>
                    <a:pt x="104232" y="12298"/>
                  </a:lnTo>
                  <a:lnTo>
                    <a:pt x="99284" y="14402"/>
                  </a:lnTo>
                  <a:lnTo>
                    <a:pt x="94406" y="16664"/>
                  </a:lnTo>
                  <a:lnTo>
                    <a:pt x="89604" y="19082"/>
                  </a:lnTo>
                  <a:lnTo>
                    <a:pt x="84882" y="21652"/>
                  </a:lnTo>
                  <a:lnTo>
                    <a:pt x="80245" y="24374"/>
                  </a:lnTo>
                  <a:lnTo>
                    <a:pt x="75698" y="27243"/>
                  </a:lnTo>
                  <a:lnTo>
                    <a:pt x="71245" y="30257"/>
                  </a:lnTo>
                  <a:lnTo>
                    <a:pt x="66892" y="33412"/>
                  </a:lnTo>
                  <a:lnTo>
                    <a:pt x="62642" y="36706"/>
                  </a:lnTo>
                  <a:lnTo>
                    <a:pt x="58501" y="40135"/>
                  </a:lnTo>
                  <a:lnTo>
                    <a:pt x="54472" y="43695"/>
                  </a:lnTo>
                  <a:lnTo>
                    <a:pt x="50559" y="47383"/>
                  </a:lnTo>
                  <a:lnTo>
                    <a:pt x="46767" y="51195"/>
                  </a:lnTo>
                  <a:lnTo>
                    <a:pt x="43100" y="55127"/>
                  </a:lnTo>
                  <a:lnTo>
                    <a:pt x="39561" y="59175"/>
                  </a:lnTo>
                  <a:lnTo>
                    <a:pt x="36154" y="63334"/>
                  </a:lnTo>
                  <a:lnTo>
                    <a:pt x="32883" y="67601"/>
                  </a:lnTo>
                  <a:lnTo>
                    <a:pt x="29750" y="71971"/>
                  </a:lnTo>
                  <a:lnTo>
                    <a:pt x="26760" y="76440"/>
                  </a:lnTo>
                  <a:lnTo>
                    <a:pt x="23915" y="81002"/>
                  </a:lnTo>
                  <a:lnTo>
                    <a:pt x="21218" y="85653"/>
                  </a:lnTo>
                  <a:lnTo>
                    <a:pt x="18672" y="90389"/>
                  </a:lnTo>
                  <a:lnTo>
                    <a:pt x="16280" y="95204"/>
                  </a:lnTo>
                  <a:lnTo>
                    <a:pt x="14043" y="100093"/>
                  </a:lnTo>
                  <a:lnTo>
                    <a:pt x="11966" y="105052"/>
                  </a:lnTo>
                  <a:lnTo>
                    <a:pt x="10048" y="110076"/>
                  </a:lnTo>
                  <a:lnTo>
                    <a:pt x="8294" y="115158"/>
                  </a:lnTo>
                  <a:lnTo>
                    <a:pt x="6703" y="120294"/>
                  </a:lnTo>
                  <a:lnTo>
                    <a:pt x="5279" y="125479"/>
                  </a:lnTo>
                  <a:lnTo>
                    <a:pt x="4022" y="130706"/>
                  </a:lnTo>
                  <a:lnTo>
                    <a:pt x="2934" y="135972"/>
                  </a:lnTo>
                  <a:lnTo>
                    <a:pt x="2015" y="141269"/>
                  </a:lnTo>
                  <a:lnTo>
                    <a:pt x="1268" y="146594"/>
                  </a:lnTo>
                  <a:lnTo>
                    <a:pt x="692" y="151940"/>
                  </a:lnTo>
                  <a:lnTo>
                    <a:pt x="289" y="157301"/>
                  </a:lnTo>
                  <a:lnTo>
                    <a:pt x="58" y="162673"/>
                  </a:lnTo>
                  <a:lnTo>
                    <a:pt x="0" y="168049"/>
                  </a:lnTo>
                  <a:lnTo>
                    <a:pt x="114" y="173425"/>
                  </a:lnTo>
                  <a:lnTo>
                    <a:pt x="402" y="178793"/>
                  </a:lnTo>
                  <a:lnTo>
                    <a:pt x="862" y="184150"/>
                  </a:lnTo>
                  <a:lnTo>
                    <a:pt x="1494" y="189490"/>
                  </a:lnTo>
                  <a:lnTo>
                    <a:pt x="2298" y="194806"/>
                  </a:lnTo>
                  <a:lnTo>
                    <a:pt x="3272" y="200094"/>
                  </a:lnTo>
                  <a:lnTo>
                    <a:pt x="4416" y="20534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262" y="2800231"/>
              <a:ext cx="162748" cy="38180"/>
            </a:xfrm>
            <a:custGeom>
              <a:avLst/>
              <a:pathLst>
                <a:path w="162748" h="38180">
                  <a:moveTo>
                    <a:pt x="0" y="38180"/>
                  </a:moveTo>
                  <a:lnTo>
                    <a:pt x="16274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262" y="2650767"/>
              <a:ext cx="329908" cy="316631"/>
            </a:xfrm>
            <a:custGeom>
              <a:avLst/>
              <a:pathLst>
                <a:path w="329908" h="316631">
                  <a:moveTo>
                    <a:pt x="0" y="187644"/>
                  </a:moveTo>
                  <a:lnTo>
                    <a:pt x="1299" y="192813"/>
                  </a:lnTo>
                  <a:lnTo>
                    <a:pt x="2763" y="197938"/>
                  </a:lnTo>
                  <a:lnTo>
                    <a:pt x="4390" y="203014"/>
                  </a:lnTo>
                  <a:lnTo>
                    <a:pt x="6178" y="208035"/>
                  </a:lnTo>
                  <a:lnTo>
                    <a:pt x="8125" y="212997"/>
                  </a:lnTo>
                  <a:lnTo>
                    <a:pt x="10229" y="217894"/>
                  </a:lnTo>
                  <a:lnTo>
                    <a:pt x="12488" y="222722"/>
                  </a:lnTo>
                  <a:lnTo>
                    <a:pt x="14900" y="227475"/>
                  </a:lnTo>
                  <a:lnTo>
                    <a:pt x="17462" y="232149"/>
                  </a:lnTo>
                  <a:lnTo>
                    <a:pt x="20172" y="236738"/>
                  </a:lnTo>
                  <a:lnTo>
                    <a:pt x="23026" y="241239"/>
                  </a:lnTo>
                  <a:lnTo>
                    <a:pt x="26023" y="245647"/>
                  </a:lnTo>
                  <a:lnTo>
                    <a:pt x="29159" y="249957"/>
                  </a:lnTo>
                  <a:lnTo>
                    <a:pt x="32431" y="254165"/>
                  </a:lnTo>
                  <a:lnTo>
                    <a:pt x="35835" y="258266"/>
                  </a:lnTo>
                  <a:lnTo>
                    <a:pt x="39368" y="262257"/>
                  </a:lnTo>
                  <a:lnTo>
                    <a:pt x="43027" y="266133"/>
                  </a:lnTo>
                  <a:lnTo>
                    <a:pt x="46807" y="269890"/>
                  </a:lnTo>
                  <a:lnTo>
                    <a:pt x="50705" y="273525"/>
                  </a:lnTo>
                  <a:lnTo>
                    <a:pt x="54717" y="277034"/>
                  </a:lnTo>
                  <a:lnTo>
                    <a:pt x="58839" y="280413"/>
                  </a:lnTo>
                  <a:lnTo>
                    <a:pt x="63067" y="283660"/>
                  </a:lnTo>
                  <a:lnTo>
                    <a:pt x="67395" y="286769"/>
                  </a:lnTo>
                  <a:lnTo>
                    <a:pt x="71821" y="289739"/>
                  </a:lnTo>
                  <a:lnTo>
                    <a:pt x="76339" y="292567"/>
                  </a:lnTo>
                  <a:lnTo>
                    <a:pt x="80945" y="295249"/>
                  </a:lnTo>
                  <a:lnTo>
                    <a:pt x="85635" y="297783"/>
                  </a:lnTo>
                  <a:lnTo>
                    <a:pt x="90402" y="300166"/>
                  </a:lnTo>
                  <a:lnTo>
                    <a:pt x="95243" y="302395"/>
                  </a:lnTo>
                  <a:lnTo>
                    <a:pt x="100153" y="304470"/>
                  </a:lnTo>
                  <a:lnTo>
                    <a:pt x="105127" y="306386"/>
                  </a:lnTo>
                  <a:lnTo>
                    <a:pt x="110159" y="308144"/>
                  </a:lnTo>
                  <a:lnTo>
                    <a:pt x="115244" y="309740"/>
                  </a:lnTo>
                  <a:lnTo>
                    <a:pt x="120378" y="311173"/>
                  </a:lnTo>
                  <a:lnTo>
                    <a:pt x="125555" y="312441"/>
                  </a:lnTo>
                  <a:lnTo>
                    <a:pt x="130769" y="313544"/>
                  </a:lnTo>
                  <a:lnTo>
                    <a:pt x="136016" y="314480"/>
                  </a:lnTo>
                  <a:lnTo>
                    <a:pt x="141291" y="315248"/>
                  </a:lnTo>
                  <a:lnTo>
                    <a:pt x="146587" y="315848"/>
                  </a:lnTo>
                  <a:lnTo>
                    <a:pt x="151900" y="316279"/>
                  </a:lnTo>
                  <a:lnTo>
                    <a:pt x="157223" y="316540"/>
                  </a:lnTo>
                  <a:lnTo>
                    <a:pt x="162552" y="316631"/>
                  </a:lnTo>
                  <a:lnTo>
                    <a:pt x="167882" y="316553"/>
                  </a:lnTo>
                  <a:lnTo>
                    <a:pt x="173206" y="316304"/>
                  </a:lnTo>
                  <a:lnTo>
                    <a:pt x="178520" y="315886"/>
                  </a:lnTo>
                  <a:lnTo>
                    <a:pt x="183817" y="315298"/>
                  </a:lnTo>
                  <a:lnTo>
                    <a:pt x="189093" y="314542"/>
                  </a:lnTo>
                  <a:lnTo>
                    <a:pt x="194343" y="313619"/>
                  </a:lnTo>
                  <a:lnTo>
                    <a:pt x="199560" y="312528"/>
                  </a:lnTo>
                  <a:lnTo>
                    <a:pt x="204740" y="311271"/>
                  </a:lnTo>
                  <a:lnTo>
                    <a:pt x="209877" y="309851"/>
                  </a:lnTo>
                  <a:lnTo>
                    <a:pt x="214966" y="308267"/>
                  </a:lnTo>
                  <a:lnTo>
                    <a:pt x="220002" y="306521"/>
                  </a:lnTo>
                  <a:lnTo>
                    <a:pt x="224980" y="304616"/>
                  </a:lnTo>
                  <a:lnTo>
                    <a:pt x="229895" y="302553"/>
                  </a:lnTo>
                  <a:lnTo>
                    <a:pt x="234741" y="300335"/>
                  </a:lnTo>
                  <a:lnTo>
                    <a:pt x="239514" y="297963"/>
                  </a:lnTo>
                  <a:lnTo>
                    <a:pt x="244209" y="295440"/>
                  </a:lnTo>
                  <a:lnTo>
                    <a:pt x="248822" y="292769"/>
                  </a:lnTo>
                  <a:lnTo>
                    <a:pt x="253346" y="289952"/>
                  </a:lnTo>
                  <a:lnTo>
                    <a:pt x="257779" y="286992"/>
                  </a:lnTo>
                  <a:lnTo>
                    <a:pt x="262115" y="283893"/>
                  </a:lnTo>
                  <a:lnTo>
                    <a:pt x="266350" y="280657"/>
                  </a:lnTo>
                  <a:lnTo>
                    <a:pt x="270480" y="277287"/>
                  </a:lnTo>
                  <a:lnTo>
                    <a:pt x="274500" y="273788"/>
                  </a:lnTo>
                  <a:lnTo>
                    <a:pt x="278407" y="270162"/>
                  </a:lnTo>
                  <a:lnTo>
                    <a:pt x="282196" y="266413"/>
                  </a:lnTo>
                  <a:lnTo>
                    <a:pt x="285864" y="262546"/>
                  </a:lnTo>
                  <a:lnTo>
                    <a:pt x="289406" y="258563"/>
                  </a:lnTo>
                  <a:lnTo>
                    <a:pt x="292820" y="254470"/>
                  </a:lnTo>
                  <a:lnTo>
                    <a:pt x="296102" y="250270"/>
                  </a:lnTo>
                  <a:lnTo>
                    <a:pt x="299248" y="245968"/>
                  </a:lnTo>
                  <a:lnTo>
                    <a:pt x="302255" y="241567"/>
                  </a:lnTo>
                  <a:lnTo>
                    <a:pt x="305120" y="237073"/>
                  </a:lnTo>
                  <a:lnTo>
                    <a:pt x="307841" y="232489"/>
                  </a:lnTo>
                  <a:lnTo>
                    <a:pt x="310414" y="227821"/>
                  </a:lnTo>
                  <a:lnTo>
                    <a:pt x="312837" y="223074"/>
                  </a:lnTo>
                  <a:lnTo>
                    <a:pt x="315107" y="218252"/>
                  </a:lnTo>
                  <a:lnTo>
                    <a:pt x="317223" y="213360"/>
                  </a:lnTo>
                  <a:lnTo>
                    <a:pt x="319181" y="208402"/>
                  </a:lnTo>
                  <a:lnTo>
                    <a:pt x="320981" y="203385"/>
                  </a:lnTo>
                  <a:lnTo>
                    <a:pt x="322619" y="198313"/>
                  </a:lnTo>
                  <a:lnTo>
                    <a:pt x="324095" y="193192"/>
                  </a:lnTo>
                  <a:lnTo>
                    <a:pt x="325407" y="188026"/>
                  </a:lnTo>
                  <a:lnTo>
                    <a:pt x="326554" y="182821"/>
                  </a:lnTo>
                  <a:lnTo>
                    <a:pt x="327534" y="177582"/>
                  </a:lnTo>
                  <a:lnTo>
                    <a:pt x="328347" y="172314"/>
                  </a:lnTo>
                  <a:lnTo>
                    <a:pt x="328991" y="167023"/>
                  </a:lnTo>
                  <a:lnTo>
                    <a:pt x="329466" y="161714"/>
                  </a:lnTo>
                  <a:lnTo>
                    <a:pt x="329772" y="156393"/>
                  </a:lnTo>
                  <a:lnTo>
                    <a:pt x="329908" y="151065"/>
                  </a:lnTo>
                  <a:lnTo>
                    <a:pt x="329874" y="145735"/>
                  </a:lnTo>
                  <a:lnTo>
                    <a:pt x="329670" y="140409"/>
                  </a:lnTo>
                  <a:lnTo>
                    <a:pt x="329297" y="135092"/>
                  </a:lnTo>
                  <a:lnTo>
                    <a:pt x="328754" y="129790"/>
                  </a:lnTo>
                  <a:lnTo>
                    <a:pt x="328042" y="124507"/>
                  </a:lnTo>
                  <a:lnTo>
                    <a:pt x="327163" y="119250"/>
                  </a:lnTo>
                  <a:lnTo>
                    <a:pt x="326116" y="114024"/>
                  </a:lnTo>
                  <a:lnTo>
                    <a:pt x="324903" y="108834"/>
                  </a:lnTo>
                  <a:lnTo>
                    <a:pt x="323525" y="103685"/>
                  </a:lnTo>
                  <a:lnTo>
                    <a:pt x="321984" y="98583"/>
                  </a:lnTo>
                  <a:lnTo>
                    <a:pt x="320281" y="93532"/>
                  </a:lnTo>
                  <a:lnTo>
                    <a:pt x="318418" y="88539"/>
                  </a:lnTo>
                  <a:lnTo>
                    <a:pt x="316397" y="83607"/>
                  </a:lnTo>
                  <a:lnTo>
                    <a:pt x="314219" y="78742"/>
                  </a:lnTo>
                  <a:lnTo>
                    <a:pt x="311887" y="73949"/>
                  </a:lnTo>
                  <a:lnTo>
                    <a:pt x="309404" y="69233"/>
                  </a:lnTo>
                  <a:lnTo>
                    <a:pt x="306772" y="64598"/>
                  </a:lnTo>
                  <a:lnTo>
                    <a:pt x="303993" y="60050"/>
                  </a:lnTo>
                  <a:lnTo>
                    <a:pt x="301071" y="55592"/>
                  </a:lnTo>
                  <a:lnTo>
                    <a:pt x="298008" y="51230"/>
                  </a:lnTo>
                  <a:lnTo>
                    <a:pt x="294807" y="46968"/>
                  </a:lnTo>
                  <a:lnTo>
                    <a:pt x="291473" y="42810"/>
                  </a:lnTo>
                  <a:lnTo>
                    <a:pt x="288007" y="38761"/>
                  </a:lnTo>
                  <a:lnTo>
                    <a:pt x="284414" y="34824"/>
                  </a:lnTo>
                  <a:lnTo>
                    <a:pt x="280698" y="31003"/>
                  </a:lnTo>
                  <a:lnTo>
                    <a:pt x="276861" y="27303"/>
                  </a:lnTo>
                  <a:lnTo>
                    <a:pt x="272909" y="23727"/>
                  </a:lnTo>
                  <a:lnTo>
                    <a:pt x="268844" y="20279"/>
                  </a:lnTo>
                  <a:lnTo>
                    <a:pt x="264672" y="16963"/>
                  </a:lnTo>
                  <a:lnTo>
                    <a:pt x="260396" y="13781"/>
                  </a:lnTo>
                  <a:lnTo>
                    <a:pt x="256021" y="10737"/>
                  </a:lnTo>
                  <a:lnTo>
                    <a:pt x="251550" y="7834"/>
                  </a:lnTo>
                  <a:lnTo>
                    <a:pt x="246990" y="5075"/>
                  </a:lnTo>
                  <a:lnTo>
                    <a:pt x="242344" y="2462"/>
                  </a:lnTo>
                  <a:lnTo>
                    <a:pt x="237617" y="0"/>
                  </a:lnTo>
                  <a:lnTo>
                    <a:pt x="162748" y="149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19011" y="2633064"/>
              <a:ext cx="74868" cy="167167"/>
            </a:xfrm>
            <a:custGeom>
              <a:avLst/>
              <a:pathLst>
                <a:path w="74868" h="167167">
                  <a:moveTo>
                    <a:pt x="74868" y="17703"/>
                  </a:moveTo>
                  <a:lnTo>
                    <a:pt x="69483" y="15124"/>
                  </a:lnTo>
                  <a:lnTo>
                    <a:pt x="64008" y="12740"/>
                  </a:lnTo>
                  <a:lnTo>
                    <a:pt x="58452" y="10552"/>
                  </a:lnTo>
                  <a:lnTo>
                    <a:pt x="52822" y="8564"/>
                  </a:lnTo>
                  <a:lnTo>
                    <a:pt x="47124" y="6779"/>
                  </a:lnTo>
                  <a:lnTo>
                    <a:pt x="41366" y="5198"/>
                  </a:lnTo>
                  <a:lnTo>
                    <a:pt x="35555" y="3824"/>
                  </a:lnTo>
                  <a:lnTo>
                    <a:pt x="29698" y="2659"/>
                  </a:lnTo>
                  <a:lnTo>
                    <a:pt x="23804" y="1703"/>
                  </a:lnTo>
                  <a:lnTo>
                    <a:pt x="17880" y="958"/>
                  </a:lnTo>
                  <a:lnTo>
                    <a:pt x="11932" y="426"/>
                  </a:lnTo>
                  <a:lnTo>
                    <a:pt x="5970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8372" y="2126963"/>
              <a:ext cx="70099" cy="167167"/>
            </a:xfrm>
            <a:custGeom>
              <a:avLst/>
              <a:pathLst>
                <a:path w="70099" h="167167">
                  <a:moveTo>
                    <a:pt x="70099" y="0"/>
                  </a:moveTo>
                  <a:lnTo>
                    <a:pt x="64073" y="108"/>
                  </a:lnTo>
                  <a:lnTo>
                    <a:pt x="58054" y="434"/>
                  </a:lnTo>
                  <a:lnTo>
                    <a:pt x="52050" y="977"/>
                  </a:lnTo>
                  <a:lnTo>
                    <a:pt x="46071" y="1735"/>
                  </a:lnTo>
                  <a:lnTo>
                    <a:pt x="40122" y="2709"/>
                  </a:lnTo>
                  <a:lnTo>
                    <a:pt x="34213" y="3897"/>
                  </a:lnTo>
                  <a:lnTo>
                    <a:pt x="28350" y="5297"/>
                  </a:lnTo>
                  <a:lnTo>
                    <a:pt x="22541" y="6907"/>
                  </a:lnTo>
                  <a:lnTo>
                    <a:pt x="16795" y="8726"/>
                  </a:lnTo>
                  <a:lnTo>
                    <a:pt x="11117" y="10751"/>
                  </a:lnTo>
                  <a:lnTo>
                    <a:pt x="5516" y="12979"/>
                  </a:lnTo>
                  <a:lnTo>
                    <a:pt x="0" y="15407"/>
                  </a:lnTo>
                  <a:lnTo>
                    <a:pt x="700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561310" y="2142371"/>
              <a:ext cx="167162" cy="278846"/>
            </a:xfrm>
            <a:custGeom>
              <a:avLst/>
              <a:pathLst>
                <a:path w="167162" h="278846">
                  <a:moveTo>
                    <a:pt x="97062" y="0"/>
                  </a:moveTo>
                  <a:lnTo>
                    <a:pt x="92199" y="2341"/>
                  </a:lnTo>
                  <a:lnTo>
                    <a:pt x="87415" y="4839"/>
                  </a:lnTo>
                  <a:lnTo>
                    <a:pt x="82714" y="7490"/>
                  </a:lnTo>
                  <a:lnTo>
                    <a:pt x="78101" y="10291"/>
                  </a:lnTo>
                  <a:lnTo>
                    <a:pt x="73581" y="13240"/>
                  </a:lnTo>
                  <a:lnTo>
                    <a:pt x="69158" y="16333"/>
                  </a:lnTo>
                  <a:lnTo>
                    <a:pt x="64837" y="19567"/>
                  </a:lnTo>
                  <a:lnTo>
                    <a:pt x="60623" y="22939"/>
                  </a:lnTo>
                  <a:lnTo>
                    <a:pt x="56521" y="26445"/>
                  </a:lnTo>
                  <a:lnTo>
                    <a:pt x="52533" y="30082"/>
                  </a:lnTo>
                  <a:lnTo>
                    <a:pt x="48665" y="33846"/>
                  </a:lnTo>
                  <a:lnTo>
                    <a:pt x="44920" y="37733"/>
                  </a:lnTo>
                  <a:lnTo>
                    <a:pt x="41303" y="41738"/>
                  </a:lnTo>
                  <a:lnTo>
                    <a:pt x="37817" y="45858"/>
                  </a:lnTo>
                  <a:lnTo>
                    <a:pt x="34466" y="50089"/>
                  </a:lnTo>
                  <a:lnTo>
                    <a:pt x="31253" y="54425"/>
                  </a:lnTo>
                  <a:lnTo>
                    <a:pt x="28182" y="58863"/>
                  </a:lnTo>
                  <a:lnTo>
                    <a:pt x="25256" y="63398"/>
                  </a:lnTo>
                  <a:lnTo>
                    <a:pt x="22477" y="68025"/>
                  </a:lnTo>
                  <a:lnTo>
                    <a:pt x="19850" y="72739"/>
                  </a:lnTo>
                  <a:lnTo>
                    <a:pt x="17376" y="77536"/>
                  </a:lnTo>
                  <a:lnTo>
                    <a:pt x="15058" y="82409"/>
                  </a:lnTo>
                  <a:lnTo>
                    <a:pt x="12898" y="87356"/>
                  </a:lnTo>
                  <a:lnTo>
                    <a:pt x="10900" y="92369"/>
                  </a:lnTo>
                  <a:lnTo>
                    <a:pt x="9064" y="97444"/>
                  </a:lnTo>
                  <a:lnTo>
                    <a:pt x="7393" y="102576"/>
                  </a:lnTo>
                  <a:lnTo>
                    <a:pt x="5889" y="107759"/>
                  </a:lnTo>
                  <a:lnTo>
                    <a:pt x="4552" y="112988"/>
                  </a:lnTo>
                  <a:lnTo>
                    <a:pt x="3386" y="118257"/>
                  </a:lnTo>
                  <a:lnTo>
                    <a:pt x="2389" y="123561"/>
                  </a:lnTo>
                  <a:lnTo>
                    <a:pt x="1565" y="128895"/>
                  </a:lnTo>
                  <a:lnTo>
                    <a:pt x="913" y="134253"/>
                  </a:lnTo>
                  <a:lnTo>
                    <a:pt x="435" y="139628"/>
                  </a:lnTo>
                  <a:lnTo>
                    <a:pt x="130" y="145017"/>
                  </a:lnTo>
                  <a:lnTo>
                    <a:pt x="0" y="150412"/>
                  </a:lnTo>
                  <a:lnTo>
                    <a:pt x="43" y="155809"/>
                  </a:lnTo>
                  <a:lnTo>
                    <a:pt x="261" y="161202"/>
                  </a:lnTo>
                  <a:lnTo>
                    <a:pt x="653" y="166584"/>
                  </a:lnTo>
                  <a:lnTo>
                    <a:pt x="1218" y="171952"/>
                  </a:lnTo>
                  <a:lnTo>
                    <a:pt x="1956" y="177298"/>
                  </a:lnTo>
                  <a:lnTo>
                    <a:pt x="2867" y="182618"/>
                  </a:lnTo>
                  <a:lnTo>
                    <a:pt x="3949" y="187905"/>
                  </a:lnTo>
                  <a:lnTo>
                    <a:pt x="5201" y="193155"/>
                  </a:lnTo>
                  <a:lnTo>
                    <a:pt x="6621" y="198361"/>
                  </a:lnTo>
                  <a:lnTo>
                    <a:pt x="8209" y="203520"/>
                  </a:lnTo>
                  <a:lnTo>
                    <a:pt x="9963" y="208624"/>
                  </a:lnTo>
                  <a:lnTo>
                    <a:pt x="11881" y="213668"/>
                  </a:lnTo>
                  <a:lnTo>
                    <a:pt x="13960" y="218649"/>
                  </a:lnTo>
                  <a:lnTo>
                    <a:pt x="16199" y="223559"/>
                  </a:lnTo>
                  <a:lnTo>
                    <a:pt x="18595" y="228395"/>
                  </a:lnTo>
                  <a:lnTo>
                    <a:pt x="21147" y="233151"/>
                  </a:lnTo>
                  <a:lnTo>
                    <a:pt x="23850" y="237822"/>
                  </a:lnTo>
                  <a:lnTo>
                    <a:pt x="26703" y="242403"/>
                  </a:lnTo>
                  <a:lnTo>
                    <a:pt x="29702" y="246890"/>
                  </a:lnTo>
                  <a:lnTo>
                    <a:pt x="32845" y="251278"/>
                  </a:lnTo>
                  <a:lnTo>
                    <a:pt x="36127" y="255562"/>
                  </a:lnTo>
                  <a:lnTo>
                    <a:pt x="39547" y="259738"/>
                  </a:lnTo>
                  <a:lnTo>
                    <a:pt x="43099" y="263801"/>
                  </a:lnTo>
                  <a:lnTo>
                    <a:pt x="46780" y="267747"/>
                  </a:lnTo>
                  <a:lnTo>
                    <a:pt x="50587" y="271573"/>
                  </a:lnTo>
                  <a:lnTo>
                    <a:pt x="54516" y="275274"/>
                  </a:lnTo>
                  <a:lnTo>
                    <a:pt x="58561" y="278846"/>
                  </a:lnTo>
                  <a:lnTo>
                    <a:pt x="167162" y="151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19872" y="2126963"/>
              <a:ext cx="275755" cy="334330"/>
            </a:xfrm>
            <a:custGeom>
              <a:avLst/>
              <a:pathLst>
                <a:path w="275755" h="334330">
                  <a:moveTo>
                    <a:pt x="0" y="294253"/>
                  </a:moveTo>
                  <a:lnTo>
                    <a:pt x="4096" y="297643"/>
                  </a:lnTo>
                  <a:lnTo>
                    <a:pt x="8298" y="300900"/>
                  </a:lnTo>
                  <a:lnTo>
                    <a:pt x="12602" y="304022"/>
                  </a:lnTo>
                  <a:lnTo>
                    <a:pt x="17003" y="307006"/>
                  </a:lnTo>
                  <a:lnTo>
                    <a:pt x="21496" y="309848"/>
                  </a:lnTo>
                  <a:lnTo>
                    <a:pt x="26078" y="312546"/>
                  </a:lnTo>
                  <a:lnTo>
                    <a:pt x="30743" y="315097"/>
                  </a:lnTo>
                  <a:lnTo>
                    <a:pt x="35487" y="317498"/>
                  </a:lnTo>
                  <a:lnTo>
                    <a:pt x="40305" y="319747"/>
                  </a:lnTo>
                  <a:lnTo>
                    <a:pt x="45192" y="321842"/>
                  </a:lnTo>
                  <a:lnTo>
                    <a:pt x="50143" y="323780"/>
                  </a:lnTo>
                  <a:lnTo>
                    <a:pt x="55153" y="325560"/>
                  </a:lnTo>
                  <a:lnTo>
                    <a:pt x="60218" y="327180"/>
                  </a:lnTo>
                  <a:lnTo>
                    <a:pt x="65331" y="328638"/>
                  </a:lnTo>
                  <a:lnTo>
                    <a:pt x="70488" y="329932"/>
                  </a:lnTo>
                  <a:lnTo>
                    <a:pt x="75683" y="331062"/>
                  </a:lnTo>
                  <a:lnTo>
                    <a:pt x="80912" y="332026"/>
                  </a:lnTo>
                  <a:lnTo>
                    <a:pt x="86169" y="332823"/>
                  </a:lnTo>
                  <a:lnTo>
                    <a:pt x="91449" y="333452"/>
                  </a:lnTo>
                  <a:lnTo>
                    <a:pt x="96746" y="333914"/>
                  </a:lnTo>
                  <a:lnTo>
                    <a:pt x="102054" y="334206"/>
                  </a:lnTo>
                  <a:lnTo>
                    <a:pt x="107370" y="334330"/>
                  </a:lnTo>
                  <a:lnTo>
                    <a:pt x="112687" y="334284"/>
                  </a:lnTo>
                  <a:lnTo>
                    <a:pt x="117999" y="334070"/>
                  </a:lnTo>
                  <a:lnTo>
                    <a:pt x="123302" y="333687"/>
                  </a:lnTo>
                  <a:lnTo>
                    <a:pt x="128591" y="333135"/>
                  </a:lnTo>
                  <a:lnTo>
                    <a:pt x="133859" y="332415"/>
                  </a:lnTo>
                  <a:lnTo>
                    <a:pt x="139101" y="331528"/>
                  </a:lnTo>
                  <a:lnTo>
                    <a:pt x="144313" y="330475"/>
                  </a:lnTo>
                  <a:lnTo>
                    <a:pt x="149488" y="329257"/>
                  </a:lnTo>
                  <a:lnTo>
                    <a:pt x="154622" y="327874"/>
                  </a:lnTo>
                  <a:lnTo>
                    <a:pt x="159710" y="326329"/>
                  </a:lnTo>
                  <a:lnTo>
                    <a:pt x="164746" y="324623"/>
                  </a:lnTo>
                  <a:lnTo>
                    <a:pt x="169725" y="322758"/>
                  </a:lnTo>
                  <a:lnTo>
                    <a:pt x="174642" y="320736"/>
                  </a:lnTo>
                  <a:lnTo>
                    <a:pt x="179493" y="318558"/>
                  </a:lnTo>
                  <a:lnTo>
                    <a:pt x="184271" y="316226"/>
                  </a:lnTo>
                  <a:lnTo>
                    <a:pt x="188973" y="313745"/>
                  </a:lnTo>
                  <a:lnTo>
                    <a:pt x="193594" y="311114"/>
                  </a:lnTo>
                  <a:lnTo>
                    <a:pt x="198129" y="308339"/>
                  </a:lnTo>
                  <a:lnTo>
                    <a:pt x="202573" y="305420"/>
                  </a:lnTo>
                  <a:lnTo>
                    <a:pt x="206923" y="302361"/>
                  </a:lnTo>
                  <a:lnTo>
                    <a:pt x="211172" y="299166"/>
                  </a:lnTo>
                  <a:lnTo>
                    <a:pt x="215318" y="295837"/>
                  </a:lnTo>
                  <a:lnTo>
                    <a:pt x="219356" y="292378"/>
                  </a:lnTo>
                  <a:lnTo>
                    <a:pt x="223282" y="288793"/>
                  </a:lnTo>
                  <a:lnTo>
                    <a:pt x="227092" y="285084"/>
                  </a:lnTo>
                  <a:lnTo>
                    <a:pt x="230782" y="281256"/>
                  </a:lnTo>
                  <a:lnTo>
                    <a:pt x="234349" y="277313"/>
                  </a:lnTo>
                  <a:lnTo>
                    <a:pt x="237788" y="273258"/>
                  </a:lnTo>
                  <a:lnTo>
                    <a:pt x="241097" y="269096"/>
                  </a:lnTo>
                  <a:lnTo>
                    <a:pt x="244271" y="264830"/>
                  </a:lnTo>
                  <a:lnTo>
                    <a:pt x="247309" y="260466"/>
                  </a:lnTo>
                  <a:lnTo>
                    <a:pt x="250206" y="256008"/>
                  </a:lnTo>
                  <a:lnTo>
                    <a:pt x="252959" y="251460"/>
                  </a:lnTo>
                  <a:lnTo>
                    <a:pt x="255567" y="246826"/>
                  </a:lnTo>
                  <a:lnTo>
                    <a:pt x="258026" y="242112"/>
                  </a:lnTo>
                  <a:lnTo>
                    <a:pt x="260334" y="237322"/>
                  </a:lnTo>
                  <a:lnTo>
                    <a:pt x="262488" y="232461"/>
                  </a:lnTo>
                  <a:lnTo>
                    <a:pt x="264487" y="227534"/>
                  </a:lnTo>
                  <a:lnTo>
                    <a:pt x="266328" y="222546"/>
                  </a:lnTo>
                  <a:lnTo>
                    <a:pt x="268009" y="217502"/>
                  </a:lnTo>
                  <a:lnTo>
                    <a:pt x="269529" y="212407"/>
                  </a:lnTo>
                  <a:lnTo>
                    <a:pt x="270886" y="207266"/>
                  </a:lnTo>
                  <a:lnTo>
                    <a:pt x="272080" y="202084"/>
                  </a:lnTo>
                  <a:lnTo>
                    <a:pt x="273107" y="196868"/>
                  </a:lnTo>
                  <a:lnTo>
                    <a:pt x="273969" y="191621"/>
                  </a:lnTo>
                  <a:lnTo>
                    <a:pt x="274663" y="186350"/>
                  </a:lnTo>
                  <a:lnTo>
                    <a:pt x="275189" y="181059"/>
                  </a:lnTo>
                  <a:lnTo>
                    <a:pt x="275546" y="175754"/>
                  </a:lnTo>
                  <a:lnTo>
                    <a:pt x="275735" y="170440"/>
                  </a:lnTo>
                  <a:lnTo>
                    <a:pt x="275755" y="165123"/>
                  </a:lnTo>
                  <a:lnTo>
                    <a:pt x="275605" y="159808"/>
                  </a:lnTo>
                  <a:lnTo>
                    <a:pt x="275287" y="154501"/>
                  </a:lnTo>
                  <a:lnTo>
                    <a:pt x="274799" y="149206"/>
                  </a:lnTo>
                  <a:lnTo>
                    <a:pt x="274144" y="143930"/>
                  </a:lnTo>
                  <a:lnTo>
                    <a:pt x="273321" y="138677"/>
                  </a:lnTo>
                  <a:lnTo>
                    <a:pt x="272332" y="133453"/>
                  </a:lnTo>
                  <a:lnTo>
                    <a:pt x="271177" y="128263"/>
                  </a:lnTo>
                  <a:lnTo>
                    <a:pt x="269858" y="123112"/>
                  </a:lnTo>
                  <a:lnTo>
                    <a:pt x="268375" y="118006"/>
                  </a:lnTo>
                  <a:lnTo>
                    <a:pt x="266731" y="112950"/>
                  </a:lnTo>
                  <a:lnTo>
                    <a:pt x="264927" y="107948"/>
                  </a:lnTo>
                  <a:lnTo>
                    <a:pt x="262964" y="103007"/>
                  </a:lnTo>
                  <a:lnTo>
                    <a:pt x="260846" y="98130"/>
                  </a:lnTo>
                  <a:lnTo>
                    <a:pt x="258573" y="93323"/>
                  </a:lnTo>
                  <a:lnTo>
                    <a:pt x="256149" y="88591"/>
                  </a:lnTo>
                  <a:lnTo>
                    <a:pt x="253575" y="83938"/>
                  </a:lnTo>
                  <a:lnTo>
                    <a:pt x="250855" y="79370"/>
                  </a:lnTo>
                  <a:lnTo>
                    <a:pt x="247991" y="74890"/>
                  </a:lnTo>
                  <a:lnTo>
                    <a:pt x="244986" y="70504"/>
                  </a:lnTo>
                  <a:lnTo>
                    <a:pt x="241843" y="66216"/>
                  </a:lnTo>
                  <a:lnTo>
                    <a:pt x="238565" y="62029"/>
                  </a:lnTo>
                  <a:lnTo>
                    <a:pt x="235156" y="57949"/>
                  </a:lnTo>
                  <a:lnTo>
                    <a:pt x="231618" y="53980"/>
                  </a:lnTo>
                  <a:lnTo>
                    <a:pt x="227956" y="50125"/>
                  </a:lnTo>
                  <a:lnTo>
                    <a:pt x="224174" y="46388"/>
                  </a:lnTo>
                  <a:lnTo>
                    <a:pt x="220274" y="42774"/>
                  </a:lnTo>
                  <a:lnTo>
                    <a:pt x="216262" y="39285"/>
                  </a:lnTo>
                  <a:lnTo>
                    <a:pt x="212141" y="35926"/>
                  </a:lnTo>
                  <a:lnTo>
                    <a:pt x="207914" y="32699"/>
                  </a:lnTo>
                  <a:lnTo>
                    <a:pt x="203588" y="29609"/>
                  </a:lnTo>
                  <a:lnTo>
                    <a:pt x="199165" y="26658"/>
                  </a:lnTo>
                  <a:lnTo>
                    <a:pt x="194651" y="23849"/>
                  </a:lnTo>
                  <a:lnTo>
                    <a:pt x="190049" y="21185"/>
                  </a:lnTo>
                  <a:lnTo>
                    <a:pt x="185366" y="18668"/>
                  </a:lnTo>
                  <a:lnTo>
                    <a:pt x="180604" y="16302"/>
                  </a:lnTo>
                  <a:lnTo>
                    <a:pt x="175770" y="14088"/>
                  </a:lnTo>
                  <a:lnTo>
                    <a:pt x="170868" y="12030"/>
                  </a:lnTo>
                  <a:lnTo>
                    <a:pt x="165903" y="10128"/>
                  </a:lnTo>
                  <a:lnTo>
                    <a:pt x="160879" y="8385"/>
                  </a:lnTo>
                  <a:lnTo>
                    <a:pt x="155803" y="6802"/>
                  </a:lnTo>
                  <a:lnTo>
                    <a:pt x="150680" y="5382"/>
                  </a:lnTo>
                  <a:lnTo>
                    <a:pt x="145513" y="4126"/>
                  </a:lnTo>
                  <a:lnTo>
                    <a:pt x="140309" y="3035"/>
                  </a:lnTo>
                  <a:lnTo>
                    <a:pt x="135074" y="2109"/>
                  </a:lnTo>
                  <a:lnTo>
                    <a:pt x="129811" y="1351"/>
                  </a:lnTo>
                  <a:lnTo>
                    <a:pt x="124527" y="760"/>
                  </a:lnTo>
                  <a:lnTo>
                    <a:pt x="119227" y="338"/>
                  </a:lnTo>
                  <a:lnTo>
                    <a:pt x="113916" y="84"/>
                  </a:lnTo>
                  <a:lnTo>
                    <a:pt x="108600" y="0"/>
                  </a:lnTo>
                  <a:lnTo>
                    <a:pt x="1086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0774" y="1681503"/>
              <a:ext cx="42460" cy="167167"/>
            </a:xfrm>
            <a:custGeom>
              <a:avLst/>
              <a:pathLst>
                <a:path w="42460" h="167167">
                  <a:moveTo>
                    <a:pt x="42460" y="0"/>
                  </a:moveTo>
                  <a:lnTo>
                    <a:pt x="36329" y="112"/>
                  </a:lnTo>
                  <a:lnTo>
                    <a:pt x="30205" y="449"/>
                  </a:lnTo>
                  <a:lnTo>
                    <a:pt x="24098" y="1011"/>
                  </a:lnTo>
                  <a:lnTo>
                    <a:pt x="18016" y="1796"/>
                  </a:lnTo>
                  <a:lnTo>
                    <a:pt x="11967" y="2804"/>
                  </a:lnTo>
                  <a:lnTo>
                    <a:pt x="5959" y="4033"/>
                  </a:lnTo>
                  <a:lnTo>
                    <a:pt x="0" y="5482"/>
                  </a:lnTo>
                  <a:lnTo>
                    <a:pt x="4246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0774" y="1686985"/>
              <a:ext cx="42460" cy="161684"/>
            </a:xfrm>
            <a:custGeom>
              <a:avLst/>
              <a:pathLst>
                <a:path w="42460" h="161684">
                  <a:moveTo>
                    <a:pt x="0" y="0"/>
                  </a:moveTo>
                  <a:lnTo>
                    <a:pt x="42460" y="1616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256078" y="1686985"/>
              <a:ext cx="334317" cy="328849"/>
            </a:xfrm>
            <a:custGeom>
              <a:avLst/>
              <a:pathLst>
                <a:path w="334317" h="328849">
                  <a:moveTo>
                    <a:pt x="124695" y="0"/>
                  </a:moveTo>
                  <a:lnTo>
                    <a:pt x="119581" y="1430"/>
                  </a:lnTo>
                  <a:lnTo>
                    <a:pt x="114516" y="3021"/>
                  </a:lnTo>
                  <a:lnTo>
                    <a:pt x="109503" y="4773"/>
                  </a:lnTo>
                  <a:lnTo>
                    <a:pt x="104549" y="6683"/>
                  </a:lnTo>
                  <a:lnTo>
                    <a:pt x="99658" y="8750"/>
                  </a:lnTo>
                  <a:lnTo>
                    <a:pt x="94835" y="10971"/>
                  </a:lnTo>
                  <a:lnTo>
                    <a:pt x="90085" y="13344"/>
                  </a:lnTo>
                  <a:lnTo>
                    <a:pt x="85412" y="15866"/>
                  </a:lnTo>
                  <a:lnTo>
                    <a:pt x="80823" y="18536"/>
                  </a:lnTo>
                  <a:lnTo>
                    <a:pt x="76320" y="21350"/>
                  </a:lnTo>
                  <a:lnTo>
                    <a:pt x="71909" y="24305"/>
                  </a:lnTo>
                  <a:lnTo>
                    <a:pt x="67594" y="27400"/>
                  </a:lnTo>
                  <a:lnTo>
                    <a:pt x="63379" y="30629"/>
                  </a:lnTo>
                  <a:lnTo>
                    <a:pt x="59269" y="33991"/>
                  </a:lnTo>
                  <a:lnTo>
                    <a:pt x="55268" y="37482"/>
                  </a:lnTo>
                  <a:lnTo>
                    <a:pt x="51380" y="41098"/>
                  </a:lnTo>
                  <a:lnTo>
                    <a:pt x="47609" y="44836"/>
                  </a:lnTo>
                  <a:lnTo>
                    <a:pt x="43958" y="48692"/>
                  </a:lnTo>
                  <a:lnTo>
                    <a:pt x="40432" y="52661"/>
                  </a:lnTo>
                  <a:lnTo>
                    <a:pt x="37033" y="56741"/>
                  </a:lnTo>
                  <a:lnTo>
                    <a:pt x="33766" y="60926"/>
                  </a:lnTo>
                  <a:lnTo>
                    <a:pt x="30633" y="65214"/>
                  </a:lnTo>
                  <a:lnTo>
                    <a:pt x="27638" y="69598"/>
                  </a:lnTo>
                  <a:lnTo>
                    <a:pt x="24784" y="74075"/>
                  </a:lnTo>
                  <a:lnTo>
                    <a:pt x="22074" y="78641"/>
                  </a:lnTo>
                  <a:lnTo>
                    <a:pt x="19509" y="83291"/>
                  </a:lnTo>
                  <a:lnTo>
                    <a:pt x="17094" y="88019"/>
                  </a:lnTo>
                  <a:lnTo>
                    <a:pt x="14830" y="92822"/>
                  </a:lnTo>
                  <a:lnTo>
                    <a:pt x="12720" y="97695"/>
                  </a:lnTo>
                  <a:lnTo>
                    <a:pt x="10766" y="102632"/>
                  </a:lnTo>
                  <a:lnTo>
                    <a:pt x="8969" y="107628"/>
                  </a:lnTo>
                  <a:lnTo>
                    <a:pt x="7332" y="112680"/>
                  </a:lnTo>
                  <a:lnTo>
                    <a:pt x="5857" y="117780"/>
                  </a:lnTo>
                  <a:lnTo>
                    <a:pt x="4544" y="122925"/>
                  </a:lnTo>
                  <a:lnTo>
                    <a:pt x="3395" y="128109"/>
                  </a:lnTo>
                  <a:lnTo>
                    <a:pt x="2411" y="133327"/>
                  </a:lnTo>
                  <a:lnTo>
                    <a:pt x="1593" y="138573"/>
                  </a:lnTo>
                  <a:lnTo>
                    <a:pt x="943" y="143843"/>
                  </a:lnTo>
                  <a:lnTo>
                    <a:pt x="460" y="149131"/>
                  </a:lnTo>
                  <a:lnTo>
                    <a:pt x="146" y="154431"/>
                  </a:lnTo>
                  <a:lnTo>
                    <a:pt x="0" y="159739"/>
                  </a:lnTo>
                  <a:lnTo>
                    <a:pt x="22" y="165049"/>
                  </a:lnTo>
                  <a:lnTo>
                    <a:pt x="213" y="170355"/>
                  </a:lnTo>
                  <a:lnTo>
                    <a:pt x="573" y="175653"/>
                  </a:lnTo>
                  <a:lnTo>
                    <a:pt x="1100" y="180936"/>
                  </a:lnTo>
                  <a:lnTo>
                    <a:pt x="1796" y="186200"/>
                  </a:lnTo>
                  <a:lnTo>
                    <a:pt x="2658" y="191439"/>
                  </a:lnTo>
                  <a:lnTo>
                    <a:pt x="3686" y="196649"/>
                  </a:lnTo>
                  <a:lnTo>
                    <a:pt x="4878" y="201823"/>
                  </a:lnTo>
                  <a:lnTo>
                    <a:pt x="6235" y="206956"/>
                  </a:lnTo>
                  <a:lnTo>
                    <a:pt x="7754" y="212044"/>
                  </a:lnTo>
                  <a:lnTo>
                    <a:pt x="9434" y="217081"/>
                  </a:lnTo>
                  <a:lnTo>
                    <a:pt x="11273" y="222062"/>
                  </a:lnTo>
                  <a:lnTo>
                    <a:pt x="13269" y="226983"/>
                  </a:lnTo>
                  <a:lnTo>
                    <a:pt x="15420" y="231837"/>
                  </a:lnTo>
                  <a:lnTo>
                    <a:pt x="17725" y="236621"/>
                  </a:lnTo>
                  <a:lnTo>
                    <a:pt x="20180" y="241329"/>
                  </a:lnTo>
                  <a:lnTo>
                    <a:pt x="22784" y="245956"/>
                  </a:lnTo>
                  <a:lnTo>
                    <a:pt x="25533" y="250499"/>
                  </a:lnTo>
                  <a:lnTo>
                    <a:pt x="28425" y="254952"/>
                  </a:lnTo>
                  <a:lnTo>
                    <a:pt x="31457" y="259311"/>
                  </a:lnTo>
                  <a:lnTo>
                    <a:pt x="34626" y="263571"/>
                  </a:lnTo>
                  <a:lnTo>
                    <a:pt x="37929" y="267729"/>
                  </a:lnTo>
                  <a:lnTo>
                    <a:pt x="41362" y="271779"/>
                  </a:lnTo>
                  <a:lnTo>
                    <a:pt x="44922" y="275719"/>
                  </a:lnTo>
                  <a:lnTo>
                    <a:pt x="48605" y="279543"/>
                  </a:lnTo>
                  <a:lnTo>
                    <a:pt x="52408" y="283249"/>
                  </a:lnTo>
                  <a:lnTo>
                    <a:pt x="56327" y="286832"/>
                  </a:lnTo>
                  <a:lnTo>
                    <a:pt x="60357" y="290289"/>
                  </a:lnTo>
                  <a:lnTo>
                    <a:pt x="64495" y="293616"/>
                  </a:lnTo>
                  <a:lnTo>
                    <a:pt x="68737" y="296810"/>
                  </a:lnTo>
                  <a:lnTo>
                    <a:pt x="73078" y="299867"/>
                  </a:lnTo>
                  <a:lnTo>
                    <a:pt x="77514" y="302785"/>
                  </a:lnTo>
                  <a:lnTo>
                    <a:pt x="82041" y="305561"/>
                  </a:lnTo>
                  <a:lnTo>
                    <a:pt x="86653" y="308191"/>
                  </a:lnTo>
                  <a:lnTo>
                    <a:pt x="91347" y="310674"/>
                  </a:lnTo>
                  <a:lnTo>
                    <a:pt x="96117" y="313007"/>
                  </a:lnTo>
                  <a:lnTo>
                    <a:pt x="100958" y="315187"/>
                  </a:lnTo>
                  <a:lnTo>
                    <a:pt x="105867" y="317211"/>
                  </a:lnTo>
                  <a:lnTo>
                    <a:pt x="110837" y="319079"/>
                  </a:lnTo>
                  <a:lnTo>
                    <a:pt x="115864" y="320789"/>
                  </a:lnTo>
                  <a:lnTo>
                    <a:pt x="120943" y="322337"/>
                  </a:lnTo>
                  <a:lnTo>
                    <a:pt x="126069" y="323724"/>
                  </a:lnTo>
                  <a:lnTo>
                    <a:pt x="131236" y="324947"/>
                  </a:lnTo>
                  <a:lnTo>
                    <a:pt x="136439" y="326006"/>
                  </a:lnTo>
                  <a:lnTo>
                    <a:pt x="141673" y="326898"/>
                  </a:lnTo>
                  <a:lnTo>
                    <a:pt x="146933" y="327624"/>
                  </a:lnTo>
                  <a:lnTo>
                    <a:pt x="152213" y="328183"/>
                  </a:lnTo>
                  <a:lnTo>
                    <a:pt x="157509" y="328573"/>
                  </a:lnTo>
                  <a:lnTo>
                    <a:pt x="162814" y="328796"/>
                  </a:lnTo>
                  <a:lnTo>
                    <a:pt x="168123" y="328849"/>
                  </a:lnTo>
                  <a:lnTo>
                    <a:pt x="173432" y="328734"/>
                  </a:lnTo>
                  <a:lnTo>
                    <a:pt x="178734" y="328450"/>
                  </a:lnTo>
                  <a:lnTo>
                    <a:pt x="184024" y="327999"/>
                  </a:lnTo>
                  <a:lnTo>
                    <a:pt x="189298" y="327379"/>
                  </a:lnTo>
                  <a:lnTo>
                    <a:pt x="194549" y="326592"/>
                  </a:lnTo>
                  <a:lnTo>
                    <a:pt x="199773" y="325639"/>
                  </a:lnTo>
                  <a:lnTo>
                    <a:pt x="204963" y="324520"/>
                  </a:lnTo>
                  <a:lnTo>
                    <a:pt x="210116" y="323238"/>
                  </a:lnTo>
                  <a:lnTo>
                    <a:pt x="215225" y="321792"/>
                  </a:lnTo>
                  <a:lnTo>
                    <a:pt x="220285" y="320184"/>
                  </a:lnTo>
                  <a:lnTo>
                    <a:pt x="225292" y="318417"/>
                  </a:lnTo>
                  <a:lnTo>
                    <a:pt x="230241" y="316492"/>
                  </a:lnTo>
                  <a:lnTo>
                    <a:pt x="235125" y="314410"/>
                  </a:lnTo>
                  <a:lnTo>
                    <a:pt x="239942" y="312174"/>
                  </a:lnTo>
                  <a:lnTo>
                    <a:pt x="244684" y="309787"/>
                  </a:lnTo>
                  <a:lnTo>
                    <a:pt x="249349" y="307250"/>
                  </a:lnTo>
                  <a:lnTo>
                    <a:pt x="253930" y="304566"/>
                  </a:lnTo>
                  <a:lnTo>
                    <a:pt x="258424" y="301738"/>
                  </a:lnTo>
                  <a:lnTo>
                    <a:pt x="262826" y="298769"/>
                  </a:lnTo>
                  <a:lnTo>
                    <a:pt x="267132" y="295661"/>
                  </a:lnTo>
                  <a:lnTo>
                    <a:pt x="271336" y="292418"/>
                  </a:lnTo>
                  <a:lnTo>
                    <a:pt x="275436" y="289044"/>
                  </a:lnTo>
                  <a:lnTo>
                    <a:pt x="279426" y="285541"/>
                  </a:lnTo>
                  <a:lnTo>
                    <a:pt x="283303" y="281913"/>
                  </a:lnTo>
                  <a:lnTo>
                    <a:pt x="287063" y="278163"/>
                  </a:lnTo>
                  <a:lnTo>
                    <a:pt x="290701" y="274296"/>
                  </a:lnTo>
                  <a:lnTo>
                    <a:pt x="294215" y="270316"/>
                  </a:lnTo>
                  <a:lnTo>
                    <a:pt x="297601" y="266226"/>
                  </a:lnTo>
                  <a:lnTo>
                    <a:pt x="300856" y="262030"/>
                  </a:lnTo>
                  <a:lnTo>
                    <a:pt x="303975" y="257733"/>
                  </a:lnTo>
                  <a:lnTo>
                    <a:pt x="306957" y="253340"/>
                  </a:lnTo>
                  <a:lnTo>
                    <a:pt x="309797" y="248853"/>
                  </a:lnTo>
                  <a:lnTo>
                    <a:pt x="312493" y="244279"/>
                  </a:lnTo>
                  <a:lnTo>
                    <a:pt x="315043" y="239622"/>
                  </a:lnTo>
                  <a:lnTo>
                    <a:pt x="317444" y="234886"/>
                  </a:lnTo>
                  <a:lnTo>
                    <a:pt x="319693" y="230076"/>
                  </a:lnTo>
                  <a:lnTo>
                    <a:pt x="321788" y="225197"/>
                  </a:lnTo>
                  <a:lnTo>
                    <a:pt x="323727" y="220254"/>
                  </a:lnTo>
                  <a:lnTo>
                    <a:pt x="325508" y="215252"/>
                  </a:lnTo>
                  <a:lnTo>
                    <a:pt x="327129" y="210195"/>
                  </a:lnTo>
                  <a:lnTo>
                    <a:pt x="328589" y="205090"/>
                  </a:lnTo>
                  <a:lnTo>
                    <a:pt x="329887" y="199941"/>
                  </a:lnTo>
                  <a:lnTo>
                    <a:pt x="331019" y="194754"/>
                  </a:lnTo>
                  <a:lnTo>
                    <a:pt x="331987" y="189533"/>
                  </a:lnTo>
                  <a:lnTo>
                    <a:pt x="332788" y="184284"/>
                  </a:lnTo>
                  <a:lnTo>
                    <a:pt x="333423" y="179012"/>
                  </a:lnTo>
                  <a:lnTo>
                    <a:pt x="333889" y="173723"/>
                  </a:lnTo>
                  <a:lnTo>
                    <a:pt x="334187" y="168422"/>
                  </a:lnTo>
                  <a:lnTo>
                    <a:pt x="334317" y="163114"/>
                  </a:lnTo>
                  <a:lnTo>
                    <a:pt x="334278" y="157804"/>
                  </a:lnTo>
                  <a:lnTo>
                    <a:pt x="334070" y="152498"/>
                  </a:lnTo>
                  <a:lnTo>
                    <a:pt x="333695" y="147202"/>
                  </a:lnTo>
                  <a:lnTo>
                    <a:pt x="333151" y="141920"/>
                  </a:lnTo>
                  <a:lnTo>
                    <a:pt x="332439" y="136658"/>
                  </a:lnTo>
                  <a:lnTo>
                    <a:pt x="331561" y="131422"/>
                  </a:lnTo>
                  <a:lnTo>
                    <a:pt x="330517" y="126215"/>
                  </a:lnTo>
                  <a:lnTo>
                    <a:pt x="329308" y="121045"/>
                  </a:lnTo>
                  <a:lnTo>
                    <a:pt x="327936" y="115916"/>
                  </a:lnTo>
                  <a:lnTo>
                    <a:pt x="326401" y="110833"/>
                  </a:lnTo>
                  <a:lnTo>
                    <a:pt x="324706" y="105801"/>
                  </a:lnTo>
                  <a:lnTo>
                    <a:pt x="322851" y="100825"/>
                  </a:lnTo>
                  <a:lnTo>
                    <a:pt x="320840" y="95911"/>
                  </a:lnTo>
                  <a:lnTo>
                    <a:pt x="318673" y="91064"/>
                  </a:lnTo>
                  <a:lnTo>
                    <a:pt x="316354" y="86287"/>
                  </a:lnTo>
                  <a:lnTo>
                    <a:pt x="313884" y="81587"/>
                  </a:lnTo>
                  <a:lnTo>
                    <a:pt x="311267" y="76967"/>
                  </a:lnTo>
                  <a:lnTo>
                    <a:pt x="308503" y="72433"/>
                  </a:lnTo>
                  <a:lnTo>
                    <a:pt x="305597" y="67989"/>
                  </a:lnTo>
                  <a:lnTo>
                    <a:pt x="302552" y="63640"/>
                  </a:lnTo>
                  <a:lnTo>
                    <a:pt x="299370" y="59389"/>
                  </a:lnTo>
                  <a:lnTo>
                    <a:pt x="296054" y="55242"/>
                  </a:lnTo>
                  <a:lnTo>
                    <a:pt x="292609" y="51202"/>
                  </a:lnTo>
                  <a:lnTo>
                    <a:pt x="289037" y="47273"/>
                  </a:lnTo>
                  <a:lnTo>
                    <a:pt x="285342" y="43460"/>
                  </a:lnTo>
                  <a:lnTo>
                    <a:pt x="281527" y="39766"/>
                  </a:lnTo>
                  <a:lnTo>
                    <a:pt x="277597" y="36195"/>
                  </a:lnTo>
                  <a:lnTo>
                    <a:pt x="273556" y="32751"/>
                  </a:lnTo>
                  <a:lnTo>
                    <a:pt x="269408" y="29437"/>
                  </a:lnTo>
                  <a:lnTo>
                    <a:pt x="265156" y="26256"/>
                  </a:lnTo>
                  <a:lnTo>
                    <a:pt x="260806" y="23212"/>
                  </a:lnTo>
                  <a:lnTo>
                    <a:pt x="256361" y="20308"/>
                  </a:lnTo>
                  <a:lnTo>
                    <a:pt x="167156" y="161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423235" y="1681503"/>
              <a:ext cx="89205" cy="167167"/>
            </a:xfrm>
            <a:custGeom>
              <a:avLst/>
              <a:pathLst>
                <a:path w="89205" h="167167">
                  <a:moveTo>
                    <a:pt x="89205" y="25790"/>
                  </a:moveTo>
                  <a:lnTo>
                    <a:pt x="84177" y="22740"/>
                  </a:lnTo>
                  <a:lnTo>
                    <a:pt x="79045" y="19869"/>
                  </a:lnTo>
                  <a:lnTo>
                    <a:pt x="73815" y="17179"/>
                  </a:lnTo>
                  <a:lnTo>
                    <a:pt x="68494" y="14676"/>
                  </a:lnTo>
                  <a:lnTo>
                    <a:pt x="63088" y="12361"/>
                  </a:lnTo>
                  <a:lnTo>
                    <a:pt x="57604" y="10238"/>
                  </a:lnTo>
                  <a:lnTo>
                    <a:pt x="52048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5" y="8281"/>
                  </a:lnTo>
                  <a:lnTo>
                    <a:pt x="110200" y="10003"/>
                  </a:lnTo>
                  <a:lnTo>
                    <a:pt x="105262" y="11881"/>
                  </a:lnTo>
                  <a:lnTo>
                    <a:pt x="100385" y="13915"/>
                  </a:lnTo>
                  <a:lnTo>
                    <a:pt x="95575" y="16102"/>
                  </a:lnTo>
                  <a:lnTo>
                    <a:pt x="90837" y="18440"/>
                  </a:lnTo>
                  <a:lnTo>
                    <a:pt x="86174" y="20926"/>
                  </a:lnTo>
                  <a:lnTo>
                    <a:pt x="81593" y="23558"/>
                  </a:lnTo>
                  <a:lnTo>
                    <a:pt x="77097" y="26334"/>
                  </a:lnTo>
                  <a:lnTo>
                    <a:pt x="72692" y="29251"/>
                  </a:lnTo>
                  <a:lnTo>
                    <a:pt x="68380" y="32305"/>
                  </a:lnTo>
                  <a:lnTo>
                    <a:pt x="64167" y="35494"/>
                  </a:lnTo>
                  <a:lnTo>
                    <a:pt x="60058" y="38815"/>
                  </a:lnTo>
                  <a:lnTo>
                    <a:pt x="56055" y="42264"/>
                  </a:lnTo>
                  <a:lnTo>
                    <a:pt x="52163" y="45838"/>
                  </a:lnTo>
                  <a:lnTo>
                    <a:pt x="48386" y="49532"/>
                  </a:lnTo>
                  <a:lnTo>
                    <a:pt x="44728" y="53345"/>
                  </a:lnTo>
                  <a:lnTo>
                    <a:pt x="41192" y="57271"/>
                  </a:lnTo>
                  <a:lnTo>
                    <a:pt x="37781" y="61307"/>
                  </a:lnTo>
                  <a:lnTo>
                    <a:pt x="34501" y="65449"/>
                  </a:lnTo>
                  <a:lnTo>
                    <a:pt x="31352" y="69692"/>
                  </a:lnTo>
                  <a:lnTo>
                    <a:pt x="28339" y="74032"/>
                  </a:lnTo>
                  <a:lnTo>
                    <a:pt x="25465" y="78466"/>
                  </a:lnTo>
                  <a:lnTo>
                    <a:pt x="22733" y="82988"/>
                  </a:lnTo>
                  <a:lnTo>
                    <a:pt x="20145" y="87595"/>
                  </a:lnTo>
                  <a:lnTo>
                    <a:pt x="17703" y="92281"/>
                  </a:lnTo>
                  <a:lnTo>
                    <a:pt x="15411" y="97041"/>
                  </a:lnTo>
                  <a:lnTo>
                    <a:pt x="13271" y="101872"/>
                  </a:lnTo>
                  <a:lnTo>
                    <a:pt x="11284" y="106768"/>
                  </a:lnTo>
                  <a:lnTo>
                    <a:pt x="9453" y="111725"/>
                  </a:lnTo>
                  <a:lnTo>
                    <a:pt x="7780" y="116736"/>
                  </a:lnTo>
                  <a:lnTo>
                    <a:pt x="6266" y="121798"/>
                  </a:lnTo>
                  <a:lnTo>
                    <a:pt x="4912" y="126906"/>
                  </a:lnTo>
                  <a:lnTo>
                    <a:pt x="3721" y="132053"/>
                  </a:lnTo>
                  <a:lnTo>
                    <a:pt x="2693" y="137236"/>
                  </a:lnTo>
                  <a:lnTo>
                    <a:pt x="1829" y="142449"/>
                  </a:lnTo>
                  <a:lnTo>
                    <a:pt x="1131" y="147686"/>
                  </a:lnTo>
                  <a:lnTo>
                    <a:pt x="598" y="152943"/>
                  </a:lnTo>
                  <a:lnTo>
                    <a:pt x="232" y="158214"/>
                  </a:lnTo>
                  <a:lnTo>
                    <a:pt x="32" y="163494"/>
                  </a:lnTo>
                  <a:lnTo>
                    <a:pt x="0" y="168777"/>
                  </a:lnTo>
                  <a:lnTo>
                    <a:pt x="134" y="174059"/>
                  </a:lnTo>
                  <a:lnTo>
                    <a:pt x="435" y="179335"/>
                  </a:lnTo>
                  <a:lnTo>
                    <a:pt x="903" y="184598"/>
                  </a:lnTo>
                  <a:lnTo>
                    <a:pt x="1537" y="189843"/>
                  </a:lnTo>
                  <a:lnTo>
                    <a:pt x="2336" y="195066"/>
                  </a:lnTo>
                  <a:lnTo>
                    <a:pt x="3300" y="200261"/>
                  </a:lnTo>
                  <a:lnTo>
                    <a:pt x="4428" y="205423"/>
                  </a:lnTo>
                  <a:lnTo>
                    <a:pt x="5718" y="210547"/>
                  </a:lnTo>
                  <a:lnTo>
                    <a:pt x="7170" y="215627"/>
                  </a:lnTo>
                  <a:lnTo>
                    <a:pt x="8781" y="220659"/>
                  </a:lnTo>
                  <a:lnTo>
                    <a:pt x="10551" y="225638"/>
                  </a:lnTo>
                  <a:lnTo>
                    <a:pt x="12477" y="230558"/>
                  </a:lnTo>
                  <a:lnTo>
                    <a:pt x="14558" y="235415"/>
                  </a:lnTo>
                  <a:lnTo>
                    <a:pt x="16791" y="240203"/>
                  </a:lnTo>
                  <a:lnTo>
                    <a:pt x="19174" y="244919"/>
                  </a:lnTo>
                  <a:lnTo>
                    <a:pt x="21705" y="249557"/>
                  </a:lnTo>
                  <a:lnTo>
                    <a:pt x="24382" y="254113"/>
                  </a:lnTo>
                  <a:lnTo>
                    <a:pt x="27201" y="258581"/>
                  </a:lnTo>
                  <a:lnTo>
                    <a:pt x="30160" y="262959"/>
                  </a:lnTo>
                  <a:lnTo>
                    <a:pt x="33255" y="267241"/>
                  </a:lnTo>
                  <a:lnTo>
                    <a:pt x="36485" y="271422"/>
                  </a:lnTo>
                  <a:lnTo>
                    <a:pt x="39845" y="275500"/>
                  </a:lnTo>
                  <a:lnTo>
                    <a:pt x="43332" y="279470"/>
                  </a:lnTo>
                  <a:lnTo>
                    <a:pt x="46943" y="283327"/>
                  </a:lnTo>
                  <a:lnTo>
                    <a:pt x="50674" y="287068"/>
                  </a:lnTo>
                  <a:lnTo>
                    <a:pt x="54522" y="290689"/>
                  </a:lnTo>
                  <a:lnTo>
                    <a:pt x="58482" y="294187"/>
                  </a:lnTo>
                  <a:lnTo>
                    <a:pt x="62550" y="297559"/>
                  </a:lnTo>
                  <a:lnTo>
                    <a:pt x="66724" y="300799"/>
                  </a:lnTo>
                  <a:lnTo>
                    <a:pt x="70997" y="303907"/>
                  </a:lnTo>
                  <a:lnTo>
                    <a:pt x="75366" y="306878"/>
                  </a:lnTo>
                  <a:lnTo>
                    <a:pt x="79828" y="309709"/>
                  </a:lnTo>
                  <a:lnTo>
                    <a:pt x="84376" y="312397"/>
                  </a:lnTo>
                  <a:lnTo>
                    <a:pt x="89007" y="314941"/>
                  </a:lnTo>
                  <a:lnTo>
                    <a:pt x="93716" y="317337"/>
                  </a:lnTo>
                  <a:lnTo>
                    <a:pt x="98499" y="319583"/>
                  </a:lnTo>
                  <a:lnTo>
                    <a:pt x="103350" y="321677"/>
                  </a:lnTo>
                  <a:lnTo>
                    <a:pt x="108265" y="323616"/>
                  </a:lnTo>
                  <a:lnTo>
                    <a:pt x="113239" y="325399"/>
                  </a:lnTo>
                  <a:lnTo>
                    <a:pt x="118266" y="327025"/>
                  </a:lnTo>
                  <a:lnTo>
                    <a:pt x="123343" y="328490"/>
                  </a:lnTo>
                  <a:lnTo>
                    <a:pt x="128463" y="329794"/>
                  </a:lnTo>
                  <a:lnTo>
                    <a:pt x="133622" y="330936"/>
                  </a:lnTo>
                  <a:lnTo>
                    <a:pt x="138814" y="331914"/>
                  </a:lnTo>
                  <a:lnTo>
                    <a:pt x="144035" y="332727"/>
                  </a:lnTo>
                  <a:lnTo>
                    <a:pt x="149279" y="333375"/>
                  </a:lnTo>
                  <a:lnTo>
                    <a:pt x="154541" y="333857"/>
                  </a:lnTo>
                  <a:lnTo>
                    <a:pt x="159815" y="334173"/>
                  </a:lnTo>
                  <a:lnTo>
                    <a:pt x="165096" y="334322"/>
                  </a:lnTo>
                  <a:lnTo>
                    <a:pt x="170380" y="334303"/>
                  </a:lnTo>
                  <a:lnTo>
                    <a:pt x="175661" y="334118"/>
                  </a:lnTo>
                  <a:lnTo>
                    <a:pt x="180933" y="333766"/>
                  </a:lnTo>
                  <a:lnTo>
                    <a:pt x="186191" y="333248"/>
                  </a:lnTo>
                  <a:lnTo>
                    <a:pt x="191430" y="332563"/>
                  </a:lnTo>
                  <a:lnTo>
                    <a:pt x="196645" y="331713"/>
                  </a:lnTo>
                  <a:lnTo>
                    <a:pt x="201830" y="330699"/>
                  </a:lnTo>
                  <a:lnTo>
                    <a:pt x="206981" y="329522"/>
                  </a:lnTo>
                  <a:lnTo>
                    <a:pt x="212092" y="328182"/>
                  </a:lnTo>
                  <a:lnTo>
                    <a:pt x="217158" y="326682"/>
                  </a:lnTo>
                  <a:lnTo>
                    <a:pt x="222175" y="325022"/>
                  </a:lnTo>
                  <a:lnTo>
                    <a:pt x="227136" y="323205"/>
                  </a:lnTo>
                  <a:lnTo>
                    <a:pt x="232037" y="321231"/>
                  </a:lnTo>
                  <a:lnTo>
                    <a:pt x="236874" y="319104"/>
                  </a:lnTo>
                  <a:lnTo>
                    <a:pt x="241641" y="316825"/>
                  </a:lnTo>
                  <a:lnTo>
                    <a:pt x="246333" y="314396"/>
                  </a:lnTo>
                  <a:lnTo>
                    <a:pt x="250947" y="311820"/>
                  </a:lnTo>
                  <a:lnTo>
                    <a:pt x="255476" y="309100"/>
                  </a:lnTo>
                  <a:lnTo>
                    <a:pt x="259918" y="306238"/>
                  </a:lnTo>
                  <a:lnTo>
                    <a:pt x="264267" y="303237"/>
                  </a:lnTo>
                  <a:lnTo>
                    <a:pt x="268518" y="300100"/>
                  </a:lnTo>
                  <a:lnTo>
                    <a:pt x="272669" y="296831"/>
                  </a:lnTo>
                  <a:lnTo>
                    <a:pt x="276714" y="293431"/>
                  </a:lnTo>
                  <a:lnTo>
                    <a:pt x="280650" y="289906"/>
                  </a:lnTo>
                  <a:lnTo>
                    <a:pt x="284472" y="286258"/>
                  </a:lnTo>
                  <a:lnTo>
                    <a:pt x="288177" y="282491"/>
                  </a:lnTo>
                  <a:lnTo>
                    <a:pt x="291761" y="278609"/>
                  </a:lnTo>
                  <a:lnTo>
                    <a:pt x="295221" y="274615"/>
                  </a:lnTo>
                  <a:lnTo>
                    <a:pt x="298553" y="270515"/>
                  </a:lnTo>
                  <a:lnTo>
                    <a:pt x="301753" y="266310"/>
                  </a:lnTo>
                  <a:lnTo>
                    <a:pt x="304819" y="262007"/>
                  </a:lnTo>
                  <a:lnTo>
                    <a:pt x="307748" y="257609"/>
                  </a:lnTo>
                  <a:lnTo>
                    <a:pt x="310536" y="253121"/>
                  </a:lnTo>
                  <a:lnTo>
                    <a:pt x="313181" y="248547"/>
                  </a:lnTo>
                  <a:lnTo>
                    <a:pt x="315679" y="243892"/>
                  </a:lnTo>
                  <a:lnTo>
                    <a:pt x="318030" y="239160"/>
                  </a:lnTo>
                  <a:lnTo>
                    <a:pt x="320230" y="234356"/>
                  </a:lnTo>
                  <a:lnTo>
                    <a:pt x="322277" y="229485"/>
                  </a:lnTo>
                  <a:lnTo>
                    <a:pt x="324169" y="224551"/>
                  </a:lnTo>
                  <a:lnTo>
                    <a:pt x="325904" y="219560"/>
                  </a:lnTo>
                  <a:lnTo>
                    <a:pt x="327480" y="214517"/>
                  </a:lnTo>
                  <a:lnTo>
                    <a:pt x="328897" y="209427"/>
                  </a:lnTo>
                  <a:lnTo>
                    <a:pt x="330152" y="204295"/>
                  </a:lnTo>
                  <a:lnTo>
                    <a:pt x="331243" y="199125"/>
                  </a:lnTo>
                  <a:lnTo>
                    <a:pt x="332171" y="193923"/>
                  </a:lnTo>
                  <a:lnTo>
                    <a:pt x="332935" y="188695"/>
                  </a:lnTo>
                  <a:lnTo>
                    <a:pt x="333532" y="183445"/>
                  </a:lnTo>
                  <a:lnTo>
                    <a:pt x="333964" y="178179"/>
                  </a:lnTo>
                  <a:lnTo>
                    <a:pt x="334228" y="172902"/>
                  </a:lnTo>
                  <a:lnTo>
                    <a:pt x="334326" y="167619"/>
                  </a:lnTo>
                  <a:lnTo>
                    <a:pt x="334257" y="162336"/>
                  </a:lnTo>
                  <a:lnTo>
                    <a:pt x="334021" y="157058"/>
                  </a:lnTo>
                  <a:lnTo>
                    <a:pt x="333618" y="151789"/>
                  </a:lnTo>
                  <a:lnTo>
                    <a:pt x="333049" y="146536"/>
                  </a:lnTo>
                  <a:lnTo>
                    <a:pt x="332314" y="141304"/>
                  </a:lnTo>
                  <a:lnTo>
                    <a:pt x="331414" y="136097"/>
                  </a:lnTo>
                  <a:lnTo>
                    <a:pt x="330350" y="130922"/>
                  </a:lnTo>
                  <a:lnTo>
                    <a:pt x="329123" y="125783"/>
                  </a:lnTo>
                  <a:lnTo>
                    <a:pt x="327734" y="120685"/>
                  </a:lnTo>
                  <a:lnTo>
                    <a:pt x="326185" y="115633"/>
                  </a:lnTo>
                  <a:lnTo>
                    <a:pt x="324477" y="110633"/>
                  </a:lnTo>
                  <a:lnTo>
                    <a:pt x="322612" y="105690"/>
                  </a:lnTo>
                  <a:lnTo>
                    <a:pt x="320591" y="100808"/>
                  </a:lnTo>
                  <a:lnTo>
                    <a:pt x="318417" y="95992"/>
                  </a:lnTo>
                  <a:lnTo>
                    <a:pt x="316092" y="91247"/>
                  </a:lnTo>
                  <a:lnTo>
                    <a:pt x="313619" y="86578"/>
                  </a:lnTo>
                  <a:lnTo>
                    <a:pt x="310999" y="81990"/>
                  </a:lnTo>
                  <a:lnTo>
                    <a:pt x="308235" y="77486"/>
                  </a:lnTo>
                  <a:lnTo>
                    <a:pt x="305330" y="73073"/>
                  </a:lnTo>
                  <a:lnTo>
                    <a:pt x="302288" y="68753"/>
                  </a:lnTo>
                  <a:lnTo>
                    <a:pt x="299110" y="64532"/>
                  </a:lnTo>
                  <a:lnTo>
                    <a:pt x="295800" y="60413"/>
                  </a:lnTo>
                  <a:lnTo>
                    <a:pt x="292362" y="56401"/>
                  </a:lnTo>
                  <a:lnTo>
                    <a:pt x="288799" y="52499"/>
                  </a:lnTo>
                  <a:lnTo>
                    <a:pt x="285115" y="48712"/>
                  </a:lnTo>
                  <a:lnTo>
                    <a:pt x="281312" y="45044"/>
                  </a:lnTo>
                  <a:lnTo>
                    <a:pt x="277396" y="41497"/>
                  </a:lnTo>
                  <a:lnTo>
                    <a:pt x="273369" y="38076"/>
                  </a:lnTo>
                  <a:lnTo>
                    <a:pt x="269236" y="34784"/>
                  </a:lnTo>
                  <a:lnTo>
                    <a:pt x="265001" y="31624"/>
                  </a:lnTo>
                  <a:lnTo>
                    <a:pt x="260669" y="28600"/>
                  </a:lnTo>
                  <a:lnTo>
                    <a:pt x="256243" y="25714"/>
                  </a:lnTo>
                  <a:lnTo>
                    <a:pt x="251728" y="22969"/>
                  </a:lnTo>
                  <a:lnTo>
                    <a:pt x="247129" y="20368"/>
                  </a:lnTo>
                  <a:lnTo>
                    <a:pt x="242449" y="17914"/>
                  </a:lnTo>
                  <a:lnTo>
                    <a:pt x="237695" y="15610"/>
                  </a:lnTo>
                  <a:lnTo>
                    <a:pt x="232870" y="13456"/>
                  </a:lnTo>
                  <a:lnTo>
                    <a:pt x="227979" y="11456"/>
                  </a:lnTo>
                  <a:lnTo>
                    <a:pt x="223028" y="9612"/>
                  </a:lnTo>
                  <a:lnTo>
                    <a:pt x="218021" y="7925"/>
                  </a:lnTo>
                  <a:lnTo>
                    <a:pt x="212963" y="6397"/>
                  </a:lnTo>
                  <a:lnTo>
                    <a:pt x="207859" y="5030"/>
                  </a:lnTo>
                  <a:lnTo>
                    <a:pt x="202715" y="3824"/>
                  </a:lnTo>
                  <a:lnTo>
                    <a:pt x="197535" y="2782"/>
                  </a:lnTo>
                  <a:lnTo>
                    <a:pt x="192325" y="1905"/>
                  </a:lnTo>
                  <a:lnTo>
                    <a:pt x="187089" y="1192"/>
                  </a:lnTo>
                  <a:lnTo>
                    <a:pt x="181834" y="645"/>
                  </a:lnTo>
                  <a:lnTo>
                    <a:pt x="176564" y="26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836"/>
              <a:ext cx="9404" cy="166902"/>
            </a:xfrm>
            <a:custGeom>
              <a:avLst/>
              <a:pathLst>
                <a:path w="9404" h="166902">
                  <a:moveTo>
                    <a:pt x="9404" y="0"/>
                  </a:moveTo>
                  <a:lnTo>
                    <a:pt x="0" y="166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9404" cy="167167"/>
            </a:xfrm>
            <a:custGeom>
              <a:avLst/>
              <a:pathLst>
                <a:path w="9404" h="167167">
                  <a:moveTo>
                    <a:pt x="9404" y="2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378101" y="1071028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2" y="5326"/>
                  </a:lnTo>
                  <a:lnTo>
                    <a:pt x="120193" y="6732"/>
                  </a:lnTo>
                  <a:lnTo>
                    <a:pt x="115141" y="8298"/>
                  </a:lnTo>
                  <a:lnTo>
                    <a:pt x="110141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4" y="16134"/>
                  </a:lnTo>
                  <a:lnTo>
                    <a:pt x="90762" y="18477"/>
                  </a:lnTo>
                  <a:lnTo>
                    <a:pt x="86096" y="20968"/>
                  </a:lnTo>
                  <a:lnTo>
                    <a:pt x="81512" y="23605"/>
                  </a:lnTo>
                  <a:lnTo>
                    <a:pt x="77013" y="26387"/>
                  </a:lnTo>
                  <a:lnTo>
                    <a:pt x="72604" y="29309"/>
                  </a:lnTo>
                  <a:lnTo>
                    <a:pt x="68290" y="32369"/>
                  </a:lnTo>
                  <a:lnTo>
                    <a:pt x="64075" y="35564"/>
                  </a:lnTo>
                  <a:lnTo>
                    <a:pt x="59964" y="38891"/>
                  </a:lnTo>
                  <a:lnTo>
                    <a:pt x="55959" y="42346"/>
                  </a:lnTo>
                  <a:lnTo>
                    <a:pt x="52066" y="45927"/>
                  </a:lnTo>
                  <a:lnTo>
                    <a:pt x="48288" y="49628"/>
                  </a:lnTo>
                  <a:lnTo>
                    <a:pt x="44629" y="53448"/>
                  </a:lnTo>
                  <a:lnTo>
                    <a:pt x="41093" y="57381"/>
                  </a:lnTo>
                  <a:lnTo>
                    <a:pt x="37683" y="61424"/>
                  </a:lnTo>
                  <a:lnTo>
                    <a:pt x="34403" y="65573"/>
                  </a:lnTo>
                  <a:lnTo>
                    <a:pt x="31255" y="69823"/>
                  </a:lnTo>
                  <a:lnTo>
                    <a:pt x="28244" y="74171"/>
                  </a:lnTo>
                  <a:lnTo>
                    <a:pt x="25371" y="78612"/>
                  </a:lnTo>
                  <a:lnTo>
                    <a:pt x="22641" y="83142"/>
                  </a:lnTo>
                  <a:lnTo>
                    <a:pt x="20055" y="87756"/>
                  </a:lnTo>
                  <a:lnTo>
                    <a:pt x="17616" y="92449"/>
                  </a:lnTo>
                  <a:lnTo>
                    <a:pt x="15327" y="97218"/>
                  </a:lnTo>
                  <a:lnTo>
                    <a:pt x="13190" y="102056"/>
                  </a:lnTo>
                  <a:lnTo>
                    <a:pt x="11208" y="106959"/>
                  </a:lnTo>
                  <a:lnTo>
                    <a:pt x="9381" y="111923"/>
                  </a:lnTo>
                  <a:lnTo>
                    <a:pt x="7712" y="116942"/>
                  </a:lnTo>
                  <a:lnTo>
                    <a:pt x="6203" y="122011"/>
                  </a:lnTo>
                  <a:lnTo>
                    <a:pt x="4855" y="127126"/>
                  </a:lnTo>
                  <a:lnTo>
                    <a:pt x="3670" y="132280"/>
                  </a:lnTo>
                  <a:lnTo>
                    <a:pt x="2648" y="137470"/>
                  </a:lnTo>
                  <a:lnTo>
                    <a:pt x="1791" y="142689"/>
                  </a:lnTo>
                  <a:lnTo>
                    <a:pt x="1099" y="147932"/>
                  </a:lnTo>
                  <a:lnTo>
                    <a:pt x="574" y="153195"/>
                  </a:lnTo>
                  <a:lnTo>
                    <a:pt x="215" y="158472"/>
                  </a:lnTo>
                  <a:lnTo>
                    <a:pt x="24" y="163758"/>
                  </a:lnTo>
                  <a:lnTo>
                    <a:pt x="0" y="169047"/>
                  </a:lnTo>
                  <a:lnTo>
                    <a:pt x="143" y="174334"/>
                  </a:lnTo>
                  <a:lnTo>
                    <a:pt x="453" y="179614"/>
                  </a:lnTo>
                  <a:lnTo>
                    <a:pt x="930" y="184882"/>
                  </a:lnTo>
                  <a:lnTo>
                    <a:pt x="1574" y="190132"/>
                  </a:lnTo>
                  <a:lnTo>
                    <a:pt x="2383" y="195358"/>
                  </a:lnTo>
                  <a:lnTo>
                    <a:pt x="3358" y="200557"/>
                  </a:lnTo>
                  <a:lnTo>
                    <a:pt x="4496" y="205722"/>
                  </a:lnTo>
                  <a:lnTo>
                    <a:pt x="5797" y="210849"/>
                  </a:lnTo>
                  <a:lnTo>
                    <a:pt x="7260" y="215931"/>
                  </a:lnTo>
                  <a:lnTo>
                    <a:pt x="8882" y="220965"/>
                  </a:lnTo>
                  <a:lnTo>
                    <a:pt x="10664" y="225946"/>
                  </a:lnTo>
                  <a:lnTo>
                    <a:pt x="12601" y="230867"/>
                  </a:lnTo>
                  <a:lnTo>
                    <a:pt x="14694" y="235725"/>
                  </a:lnTo>
                  <a:lnTo>
                    <a:pt x="16939" y="240513"/>
                  </a:lnTo>
                  <a:lnTo>
                    <a:pt x="19335" y="245229"/>
                  </a:lnTo>
                  <a:lnTo>
                    <a:pt x="21878" y="249866"/>
                  </a:lnTo>
                  <a:lnTo>
                    <a:pt x="24567" y="254421"/>
                  </a:lnTo>
                  <a:lnTo>
                    <a:pt x="27399" y="258888"/>
                  </a:lnTo>
                  <a:lnTo>
                    <a:pt x="30370" y="263264"/>
                  </a:lnTo>
                  <a:lnTo>
                    <a:pt x="33479" y="267543"/>
                  </a:lnTo>
                  <a:lnTo>
                    <a:pt x="36721" y="271721"/>
                  </a:lnTo>
                  <a:lnTo>
                    <a:pt x="40094" y="275795"/>
                  </a:lnTo>
                  <a:lnTo>
                    <a:pt x="43594" y="279761"/>
                  </a:lnTo>
                  <a:lnTo>
                    <a:pt x="47218" y="283613"/>
                  </a:lnTo>
                  <a:lnTo>
                    <a:pt x="50962" y="287349"/>
                  </a:lnTo>
                  <a:lnTo>
                    <a:pt x="54822" y="290965"/>
                  </a:lnTo>
                  <a:lnTo>
                    <a:pt x="58795" y="294457"/>
                  </a:lnTo>
                  <a:lnTo>
                    <a:pt x="62876" y="297821"/>
                  </a:lnTo>
                  <a:lnTo>
                    <a:pt x="67062" y="301055"/>
                  </a:lnTo>
                  <a:lnTo>
                    <a:pt x="71347" y="304154"/>
                  </a:lnTo>
                  <a:lnTo>
                    <a:pt x="75729" y="307117"/>
                  </a:lnTo>
                  <a:lnTo>
                    <a:pt x="80202" y="309939"/>
                  </a:lnTo>
                  <a:lnTo>
                    <a:pt x="84762" y="312619"/>
                  </a:lnTo>
                  <a:lnTo>
                    <a:pt x="89405" y="315152"/>
                  </a:lnTo>
                  <a:lnTo>
                    <a:pt x="94125" y="317538"/>
                  </a:lnTo>
                  <a:lnTo>
                    <a:pt x="98919" y="319773"/>
                  </a:lnTo>
                  <a:lnTo>
                    <a:pt x="103781" y="321855"/>
                  </a:lnTo>
                  <a:lnTo>
                    <a:pt x="108706" y="323783"/>
                  </a:lnTo>
                  <a:lnTo>
                    <a:pt x="113690" y="325554"/>
                  </a:lnTo>
                  <a:lnTo>
                    <a:pt x="118728" y="327166"/>
                  </a:lnTo>
                  <a:lnTo>
                    <a:pt x="123814" y="328618"/>
                  </a:lnTo>
                  <a:lnTo>
                    <a:pt x="128943" y="329908"/>
                  </a:lnTo>
                  <a:lnTo>
                    <a:pt x="134110" y="331036"/>
                  </a:lnTo>
                  <a:lnTo>
                    <a:pt x="139311" y="331999"/>
                  </a:lnTo>
                  <a:lnTo>
                    <a:pt x="144540" y="332797"/>
                  </a:lnTo>
                  <a:lnTo>
                    <a:pt x="149791" y="333430"/>
                  </a:lnTo>
                  <a:lnTo>
                    <a:pt x="155059" y="333896"/>
                  </a:lnTo>
                  <a:lnTo>
                    <a:pt x="160340" y="334195"/>
                  </a:lnTo>
                  <a:lnTo>
                    <a:pt x="165627" y="334327"/>
                  </a:lnTo>
                  <a:lnTo>
                    <a:pt x="170916" y="334292"/>
                  </a:lnTo>
                  <a:lnTo>
                    <a:pt x="176202" y="334089"/>
                  </a:lnTo>
                  <a:lnTo>
                    <a:pt x="181478" y="333720"/>
                  </a:lnTo>
                  <a:lnTo>
                    <a:pt x="186740" y="333183"/>
                  </a:lnTo>
                  <a:lnTo>
                    <a:pt x="191982" y="332481"/>
                  </a:lnTo>
                  <a:lnTo>
                    <a:pt x="197199" y="331613"/>
                  </a:lnTo>
                  <a:lnTo>
                    <a:pt x="202386" y="330580"/>
                  </a:lnTo>
                  <a:lnTo>
                    <a:pt x="207538" y="329384"/>
                  </a:lnTo>
                  <a:lnTo>
                    <a:pt x="212650" y="328025"/>
                  </a:lnTo>
                  <a:lnTo>
                    <a:pt x="217716" y="326505"/>
                  </a:lnTo>
                  <a:lnTo>
                    <a:pt x="222732" y="324826"/>
                  </a:lnTo>
                  <a:lnTo>
                    <a:pt x="227691" y="322989"/>
                  </a:lnTo>
                  <a:lnTo>
                    <a:pt x="232591" y="320996"/>
                  </a:lnTo>
                  <a:lnTo>
                    <a:pt x="237424" y="318849"/>
                  </a:lnTo>
                  <a:lnTo>
                    <a:pt x="242188" y="316550"/>
                  </a:lnTo>
                  <a:lnTo>
                    <a:pt x="246876" y="314101"/>
                  </a:lnTo>
                  <a:lnTo>
                    <a:pt x="251484" y="311506"/>
                  </a:lnTo>
                  <a:lnTo>
                    <a:pt x="256008" y="308766"/>
                  </a:lnTo>
                  <a:lnTo>
                    <a:pt x="260444" y="305884"/>
                  </a:lnTo>
                  <a:lnTo>
                    <a:pt x="264785" y="302863"/>
                  </a:lnTo>
                  <a:lnTo>
                    <a:pt x="269029" y="299707"/>
                  </a:lnTo>
                  <a:lnTo>
                    <a:pt x="273171" y="296418"/>
                  </a:lnTo>
                  <a:lnTo>
                    <a:pt x="277207" y="292999"/>
                  </a:lnTo>
                  <a:lnTo>
                    <a:pt x="281133" y="289455"/>
                  </a:lnTo>
                  <a:lnTo>
                    <a:pt x="284944" y="285788"/>
                  </a:lnTo>
                  <a:lnTo>
                    <a:pt x="288638" y="282002"/>
                  </a:lnTo>
                  <a:lnTo>
                    <a:pt x="292210" y="278102"/>
                  </a:lnTo>
                  <a:lnTo>
                    <a:pt x="295657" y="274090"/>
                  </a:lnTo>
                  <a:lnTo>
                    <a:pt x="298975" y="269971"/>
                  </a:lnTo>
                  <a:lnTo>
                    <a:pt x="302162" y="265750"/>
                  </a:lnTo>
                  <a:lnTo>
                    <a:pt x="305213" y="261429"/>
                  </a:lnTo>
                  <a:lnTo>
                    <a:pt x="308126" y="257015"/>
                  </a:lnTo>
                  <a:lnTo>
                    <a:pt x="310898" y="252510"/>
                  </a:lnTo>
                  <a:lnTo>
                    <a:pt x="313525" y="247920"/>
                  </a:lnTo>
                  <a:lnTo>
                    <a:pt x="316007" y="243249"/>
                  </a:lnTo>
                  <a:lnTo>
                    <a:pt x="318339" y="238502"/>
                  </a:lnTo>
                  <a:lnTo>
                    <a:pt x="320520" y="233684"/>
                  </a:lnTo>
                  <a:lnTo>
                    <a:pt x="322548" y="228798"/>
                  </a:lnTo>
                  <a:lnTo>
                    <a:pt x="324420" y="223852"/>
                  </a:lnTo>
                  <a:lnTo>
                    <a:pt x="326134" y="218848"/>
                  </a:lnTo>
                  <a:lnTo>
                    <a:pt x="327690" y="213793"/>
                  </a:lnTo>
                  <a:lnTo>
                    <a:pt x="329084" y="208691"/>
                  </a:lnTo>
                  <a:lnTo>
                    <a:pt x="330317" y="203548"/>
                  </a:lnTo>
                  <a:lnTo>
                    <a:pt x="331386" y="198368"/>
                  </a:lnTo>
                  <a:lnTo>
                    <a:pt x="332291" y="193157"/>
                  </a:lnTo>
                  <a:lnTo>
                    <a:pt x="333031" y="187919"/>
                  </a:lnTo>
                  <a:lnTo>
                    <a:pt x="333604" y="182662"/>
                  </a:lnTo>
                  <a:lnTo>
                    <a:pt x="334011" y="177388"/>
                  </a:lnTo>
                  <a:lnTo>
                    <a:pt x="334251" y="172104"/>
                  </a:lnTo>
                  <a:lnTo>
                    <a:pt x="334323" y="166816"/>
                  </a:lnTo>
                  <a:lnTo>
                    <a:pt x="334229" y="161528"/>
                  </a:lnTo>
                  <a:lnTo>
                    <a:pt x="333967" y="156245"/>
                  </a:lnTo>
                  <a:lnTo>
                    <a:pt x="333538" y="150973"/>
                  </a:lnTo>
                  <a:lnTo>
                    <a:pt x="332942" y="145718"/>
                  </a:lnTo>
                  <a:lnTo>
                    <a:pt x="332181" y="140484"/>
                  </a:lnTo>
                  <a:lnTo>
                    <a:pt x="331254" y="135277"/>
                  </a:lnTo>
                  <a:lnTo>
                    <a:pt x="330163" y="130101"/>
                  </a:lnTo>
                  <a:lnTo>
                    <a:pt x="328909" y="124963"/>
                  </a:lnTo>
                  <a:lnTo>
                    <a:pt x="327492" y="119867"/>
                  </a:lnTo>
                  <a:lnTo>
                    <a:pt x="325916" y="114818"/>
                  </a:lnTo>
                  <a:lnTo>
                    <a:pt x="324180" y="109822"/>
                  </a:lnTo>
                  <a:lnTo>
                    <a:pt x="322288" y="104883"/>
                  </a:lnTo>
                  <a:lnTo>
                    <a:pt x="320240" y="100007"/>
                  </a:lnTo>
                  <a:lnTo>
                    <a:pt x="318038" y="95197"/>
                  </a:lnTo>
                  <a:lnTo>
                    <a:pt x="315686" y="90460"/>
                  </a:lnTo>
                  <a:lnTo>
                    <a:pt x="313185" y="8580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6829"/>
              <a:ext cx="146028" cy="81367"/>
            </a:xfrm>
            <a:custGeom>
              <a:avLst/>
              <a:pathLst>
                <a:path w="146028" h="81367">
                  <a:moveTo>
                    <a:pt x="146028" y="0"/>
                  </a:moveTo>
                  <a:lnTo>
                    <a:pt x="0" y="813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5292"/>
              <a:ext cx="146028" cy="82903"/>
            </a:xfrm>
            <a:custGeom>
              <a:avLst/>
              <a:pathLst>
                <a:path w="146028" h="82903">
                  <a:moveTo>
                    <a:pt x="146028" y="1536"/>
                  </a:moveTo>
                  <a:lnTo>
                    <a:pt x="145161" y="0"/>
                  </a:lnTo>
                  <a:lnTo>
                    <a:pt x="0" y="82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071028"/>
              <a:ext cx="145161" cy="167167"/>
            </a:xfrm>
            <a:custGeom>
              <a:avLst/>
              <a:pathLst>
                <a:path w="145161" h="167167">
                  <a:moveTo>
                    <a:pt x="145161" y="84263"/>
                  </a:moveTo>
                  <a:lnTo>
                    <a:pt x="142358" y="79537"/>
                  </a:lnTo>
                  <a:lnTo>
                    <a:pt x="139401" y="74906"/>
                  </a:lnTo>
                  <a:lnTo>
                    <a:pt x="136294" y="70374"/>
                  </a:lnTo>
                  <a:lnTo>
                    <a:pt x="133039" y="65947"/>
                  </a:lnTo>
                  <a:lnTo>
                    <a:pt x="129640" y="61629"/>
                  </a:lnTo>
                  <a:lnTo>
                    <a:pt x="126102" y="57426"/>
                  </a:lnTo>
                  <a:lnTo>
                    <a:pt x="122427" y="53340"/>
                  </a:lnTo>
                  <a:lnTo>
                    <a:pt x="118620" y="49378"/>
                  </a:lnTo>
                  <a:lnTo>
                    <a:pt x="114685" y="45543"/>
                  </a:lnTo>
                  <a:lnTo>
                    <a:pt x="110625" y="41840"/>
                  </a:lnTo>
                  <a:lnTo>
                    <a:pt x="106447" y="38272"/>
                  </a:lnTo>
                  <a:lnTo>
                    <a:pt x="102153" y="34843"/>
                  </a:lnTo>
                  <a:lnTo>
                    <a:pt x="97749" y="31557"/>
                  </a:lnTo>
                  <a:lnTo>
                    <a:pt x="93239" y="28418"/>
                  </a:lnTo>
                  <a:lnTo>
                    <a:pt x="88629" y="25428"/>
                  </a:lnTo>
                  <a:lnTo>
                    <a:pt x="83923" y="22592"/>
                  </a:lnTo>
                  <a:lnTo>
                    <a:pt x="79126" y="19912"/>
                  </a:lnTo>
                  <a:lnTo>
                    <a:pt x="74243" y="17391"/>
                  </a:lnTo>
                  <a:lnTo>
                    <a:pt x="69281" y="15032"/>
                  </a:lnTo>
                  <a:lnTo>
                    <a:pt x="64243" y="12837"/>
                  </a:lnTo>
                  <a:lnTo>
                    <a:pt x="59136" y="10809"/>
                  </a:lnTo>
                  <a:lnTo>
                    <a:pt x="53966" y="8950"/>
                  </a:lnTo>
                  <a:lnTo>
                    <a:pt x="48737" y="7262"/>
                  </a:lnTo>
                  <a:lnTo>
                    <a:pt x="43455" y="5746"/>
                  </a:lnTo>
                  <a:lnTo>
                    <a:pt x="38126" y="4405"/>
                  </a:lnTo>
                  <a:lnTo>
                    <a:pt x="32756" y="3240"/>
                  </a:lnTo>
                  <a:lnTo>
                    <a:pt x="27351" y="2252"/>
                  </a:lnTo>
                  <a:lnTo>
                    <a:pt x="21916" y="1442"/>
                  </a:lnTo>
                  <a:lnTo>
                    <a:pt x="16458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20867" y="941493"/>
              <a:ext cx="102676" cy="167167"/>
            </a:xfrm>
            <a:custGeom>
              <a:avLst/>
              <a:pathLst>
                <a:path w="102676" h="167167">
                  <a:moveTo>
                    <a:pt x="102676" y="0"/>
                  </a:moveTo>
                  <a:lnTo>
                    <a:pt x="97149" y="91"/>
                  </a:lnTo>
                  <a:lnTo>
                    <a:pt x="91628" y="365"/>
                  </a:lnTo>
                  <a:lnTo>
                    <a:pt x="86119" y="821"/>
                  </a:lnTo>
                  <a:lnTo>
                    <a:pt x="80628" y="1460"/>
                  </a:lnTo>
                  <a:lnTo>
                    <a:pt x="75161" y="2279"/>
                  </a:lnTo>
                  <a:lnTo>
                    <a:pt x="69724" y="3279"/>
                  </a:lnTo>
                  <a:lnTo>
                    <a:pt x="64324" y="4458"/>
                  </a:lnTo>
                  <a:lnTo>
                    <a:pt x="58965" y="5815"/>
                  </a:lnTo>
                  <a:lnTo>
                    <a:pt x="53654" y="7349"/>
                  </a:lnTo>
                  <a:lnTo>
                    <a:pt x="48397" y="9057"/>
                  </a:lnTo>
                  <a:lnTo>
                    <a:pt x="43199" y="10938"/>
                  </a:lnTo>
                  <a:lnTo>
                    <a:pt x="38066" y="12990"/>
                  </a:lnTo>
                  <a:lnTo>
                    <a:pt x="33004" y="15211"/>
                  </a:lnTo>
                  <a:lnTo>
                    <a:pt x="28017" y="17597"/>
                  </a:lnTo>
                  <a:lnTo>
                    <a:pt x="23113" y="20148"/>
                  </a:lnTo>
                  <a:lnTo>
                    <a:pt x="18296" y="22859"/>
                  </a:lnTo>
                  <a:lnTo>
                    <a:pt x="13570" y="25727"/>
                  </a:lnTo>
                  <a:lnTo>
                    <a:pt x="8943" y="28751"/>
                  </a:lnTo>
                  <a:lnTo>
                    <a:pt x="4417" y="31926"/>
                  </a:lnTo>
                  <a:lnTo>
                    <a:pt x="0" y="35248"/>
                  </a:lnTo>
                  <a:lnTo>
                    <a:pt x="10267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56384" y="975310"/>
              <a:ext cx="334325" cy="300511"/>
            </a:xfrm>
            <a:custGeom>
              <a:avLst/>
              <a:pathLst>
                <a:path w="334325" h="300511">
                  <a:moveTo>
                    <a:pt x="64483" y="1431"/>
                  </a:moveTo>
                  <a:lnTo>
                    <a:pt x="60356" y="4750"/>
                  </a:lnTo>
                  <a:lnTo>
                    <a:pt x="56335" y="8198"/>
                  </a:lnTo>
                  <a:lnTo>
                    <a:pt x="52426" y="11772"/>
                  </a:lnTo>
                  <a:lnTo>
                    <a:pt x="48632" y="15468"/>
                  </a:lnTo>
                  <a:lnTo>
                    <a:pt x="44957" y="19282"/>
                  </a:lnTo>
                  <a:lnTo>
                    <a:pt x="41405" y="23210"/>
                  </a:lnTo>
                  <a:lnTo>
                    <a:pt x="37979" y="27249"/>
                  </a:lnTo>
                  <a:lnTo>
                    <a:pt x="34683" y="31395"/>
                  </a:lnTo>
                  <a:lnTo>
                    <a:pt x="31519" y="35643"/>
                  </a:lnTo>
                  <a:lnTo>
                    <a:pt x="28492" y="39989"/>
                  </a:lnTo>
                  <a:lnTo>
                    <a:pt x="25604" y="44429"/>
                  </a:lnTo>
                  <a:lnTo>
                    <a:pt x="22858" y="48958"/>
                  </a:lnTo>
                  <a:lnTo>
                    <a:pt x="20257" y="53571"/>
                  </a:lnTo>
                  <a:lnTo>
                    <a:pt x="17803" y="58265"/>
                  </a:lnTo>
                  <a:lnTo>
                    <a:pt x="15500" y="63034"/>
                  </a:lnTo>
                  <a:lnTo>
                    <a:pt x="13348" y="67874"/>
                  </a:lnTo>
                  <a:lnTo>
                    <a:pt x="11351" y="72780"/>
                  </a:lnTo>
                  <a:lnTo>
                    <a:pt x="9511" y="77746"/>
                  </a:lnTo>
                  <a:lnTo>
                    <a:pt x="7828" y="82768"/>
                  </a:lnTo>
                  <a:lnTo>
                    <a:pt x="6306" y="87841"/>
                  </a:lnTo>
                  <a:lnTo>
                    <a:pt x="4945" y="92959"/>
                  </a:lnTo>
                  <a:lnTo>
                    <a:pt x="3747" y="98118"/>
                  </a:lnTo>
                  <a:lnTo>
                    <a:pt x="2713" y="103313"/>
                  </a:lnTo>
                  <a:lnTo>
                    <a:pt x="1844" y="108538"/>
                  </a:lnTo>
                  <a:lnTo>
                    <a:pt x="1141" y="113787"/>
                  </a:lnTo>
                  <a:lnTo>
                    <a:pt x="604" y="119056"/>
                  </a:lnTo>
                  <a:lnTo>
                    <a:pt x="235" y="124340"/>
                  </a:lnTo>
                  <a:lnTo>
                    <a:pt x="33" y="129632"/>
                  </a:lnTo>
                  <a:lnTo>
                    <a:pt x="0" y="134929"/>
                  </a:lnTo>
                  <a:lnTo>
                    <a:pt x="133" y="140223"/>
                  </a:lnTo>
                  <a:lnTo>
                    <a:pt x="435" y="145511"/>
                  </a:lnTo>
                  <a:lnTo>
                    <a:pt x="904" y="150787"/>
                  </a:lnTo>
                  <a:lnTo>
                    <a:pt x="1540" y="156045"/>
                  </a:lnTo>
                  <a:lnTo>
                    <a:pt x="2342" y="161280"/>
                  </a:lnTo>
                  <a:lnTo>
                    <a:pt x="3309" y="166488"/>
                  </a:lnTo>
                  <a:lnTo>
                    <a:pt x="4441" y="171662"/>
                  </a:lnTo>
                  <a:lnTo>
                    <a:pt x="5737" y="176797"/>
                  </a:lnTo>
                  <a:lnTo>
                    <a:pt x="7194" y="181889"/>
                  </a:lnTo>
                  <a:lnTo>
                    <a:pt x="8812" y="186932"/>
                  </a:lnTo>
                  <a:lnTo>
                    <a:pt x="10589" y="191922"/>
                  </a:lnTo>
                  <a:lnTo>
                    <a:pt x="12523" y="196852"/>
                  </a:lnTo>
                  <a:lnTo>
                    <a:pt x="14613" y="201719"/>
                  </a:lnTo>
                  <a:lnTo>
                    <a:pt x="16855" y="206518"/>
                  </a:lnTo>
                  <a:lnTo>
                    <a:pt x="19248" y="211242"/>
                  </a:lnTo>
                  <a:lnTo>
                    <a:pt x="21790" y="215889"/>
                  </a:lnTo>
                  <a:lnTo>
                    <a:pt x="24478" y="220453"/>
                  </a:lnTo>
                  <a:lnTo>
                    <a:pt x="27309" y="224929"/>
                  </a:lnTo>
                  <a:lnTo>
                    <a:pt x="30280" y="229314"/>
                  </a:lnTo>
                  <a:lnTo>
                    <a:pt x="33389" y="233602"/>
                  </a:lnTo>
                  <a:lnTo>
                    <a:pt x="36632" y="237789"/>
                  </a:lnTo>
                  <a:lnTo>
                    <a:pt x="40006" y="241872"/>
                  </a:lnTo>
                  <a:lnTo>
                    <a:pt x="43508" y="245845"/>
                  </a:lnTo>
                  <a:lnTo>
                    <a:pt x="47134" y="249706"/>
                  </a:lnTo>
                  <a:lnTo>
                    <a:pt x="50880" y="253450"/>
                  </a:lnTo>
                  <a:lnTo>
                    <a:pt x="54743" y="257073"/>
                  </a:lnTo>
                  <a:lnTo>
                    <a:pt x="58719" y="260573"/>
                  </a:lnTo>
                  <a:lnTo>
                    <a:pt x="62804" y="263944"/>
                  </a:lnTo>
                  <a:lnTo>
                    <a:pt x="66993" y="267184"/>
                  </a:lnTo>
                  <a:lnTo>
                    <a:pt x="71283" y="270290"/>
                  </a:lnTo>
                  <a:lnTo>
                    <a:pt x="75670" y="273259"/>
                  </a:lnTo>
                  <a:lnTo>
                    <a:pt x="80148" y="276087"/>
                  </a:lnTo>
                  <a:lnTo>
                    <a:pt x="84713" y="278772"/>
                  </a:lnTo>
                  <a:lnTo>
                    <a:pt x="89361" y="281311"/>
                  </a:lnTo>
                  <a:lnTo>
                    <a:pt x="94088" y="283701"/>
                  </a:lnTo>
                  <a:lnTo>
                    <a:pt x="98887" y="285940"/>
                  </a:lnTo>
                  <a:lnTo>
                    <a:pt x="103756" y="288027"/>
                  </a:lnTo>
                  <a:lnTo>
                    <a:pt x="108688" y="289958"/>
                  </a:lnTo>
                  <a:lnTo>
                    <a:pt x="113678" y="291731"/>
                  </a:lnTo>
                  <a:lnTo>
                    <a:pt x="118722" y="293346"/>
                  </a:lnTo>
                  <a:lnTo>
                    <a:pt x="123815" y="294800"/>
                  </a:lnTo>
                  <a:lnTo>
                    <a:pt x="128952" y="296092"/>
                  </a:lnTo>
                  <a:lnTo>
                    <a:pt x="134126" y="297221"/>
                  </a:lnTo>
                  <a:lnTo>
                    <a:pt x="139334" y="298185"/>
                  </a:lnTo>
                  <a:lnTo>
                    <a:pt x="144570" y="298984"/>
                  </a:lnTo>
                  <a:lnTo>
                    <a:pt x="149829" y="299617"/>
                  </a:lnTo>
                  <a:lnTo>
                    <a:pt x="155105" y="300082"/>
                  </a:lnTo>
                  <a:lnTo>
                    <a:pt x="160393" y="300380"/>
                  </a:lnTo>
                  <a:lnTo>
                    <a:pt x="165687" y="300511"/>
                  </a:lnTo>
                  <a:lnTo>
                    <a:pt x="170984" y="300474"/>
                  </a:lnTo>
                  <a:lnTo>
                    <a:pt x="176276" y="300269"/>
                  </a:lnTo>
                  <a:lnTo>
                    <a:pt x="181559" y="299896"/>
                  </a:lnTo>
                  <a:lnTo>
                    <a:pt x="186828" y="299356"/>
                  </a:lnTo>
                  <a:lnTo>
                    <a:pt x="192077" y="298650"/>
                  </a:lnTo>
                  <a:lnTo>
                    <a:pt x="197301" y="297777"/>
                  </a:lnTo>
                  <a:lnTo>
                    <a:pt x="202495" y="296740"/>
                  </a:lnTo>
                  <a:lnTo>
                    <a:pt x="207654" y="295539"/>
                  </a:lnTo>
                  <a:lnTo>
                    <a:pt x="212771" y="294174"/>
                  </a:lnTo>
                  <a:lnTo>
                    <a:pt x="217843" y="292649"/>
                  </a:lnTo>
                  <a:lnTo>
                    <a:pt x="222864" y="290963"/>
                  </a:lnTo>
                  <a:lnTo>
                    <a:pt x="227829" y="289119"/>
                  </a:lnTo>
                  <a:lnTo>
                    <a:pt x="232734" y="287119"/>
                  </a:lnTo>
                  <a:lnTo>
                    <a:pt x="237572" y="284965"/>
                  </a:lnTo>
                  <a:lnTo>
                    <a:pt x="242340" y="282658"/>
                  </a:lnTo>
                  <a:lnTo>
                    <a:pt x="247032" y="280201"/>
                  </a:lnTo>
                  <a:lnTo>
                    <a:pt x="251644" y="277597"/>
                  </a:lnTo>
                  <a:lnTo>
                    <a:pt x="256171" y="274849"/>
                  </a:lnTo>
                  <a:lnTo>
                    <a:pt x="260609" y="271958"/>
                  </a:lnTo>
                  <a:lnTo>
                    <a:pt x="264953" y="268928"/>
                  </a:lnTo>
                  <a:lnTo>
                    <a:pt x="269199" y="265762"/>
                  </a:lnTo>
                  <a:lnTo>
                    <a:pt x="273343" y="262463"/>
                  </a:lnTo>
                  <a:lnTo>
                    <a:pt x="277380" y="259034"/>
                  </a:lnTo>
                  <a:lnTo>
                    <a:pt x="281306" y="255479"/>
                  </a:lnTo>
                  <a:lnTo>
                    <a:pt x="285117" y="251802"/>
                  </a:lnTo>
                  <a:lnTo>
                    <a:pt x="288811" y="248006"/>
                  </a:lnTo>
                  <a:lnTo>
                    <a:pt x="292382" y="244094"/>
                  </a:lnTo>
                  <a:lnTo>
                    <a:pt x="295827" y="240072"/>
                  </a:lnTo>
                  <a:lnTo>
                    <a:pt x="299144" y="235942"/>
                  </a:lnTo>
                  <a:lnTo>
                    <a:pt x="302327" y="231709"/>
                  </a:lnTo>
                  <a:lnTo>
                    <a:pt x="305376" y="227378"/>
                  </a:lnTo>
                  <a:lnTo>
                    <a:pt x="308285" y="222952"/>
                  </a:lnTo>
                  <a:lnTo>
                    <a:pt x="311053" y="218436"/>
                  </a:lnTo>
                  <a:lnTo>
                    <a:pt x="313676" y="213835"/>
                  </a:lnTo>
                  <a:lnTo>
                    <a:pt x="316152" y="209153"/>
                  </a:lnTo>
                  <a:lnTo>
                    <a:pt x="318479" y="204395"/>
                  </a:lnTo>
                  <a:lnTo>
                    <a:pt x="320653" y="199566"/>
                  </a:lnTo>
                  <a:lnTo>
                    <a:pt x="322674" y="194670"/>
                  </a:lnTo>
                  <a:lnTo>
                    <a:pt x="324539" y="189713"/>
                  </a:lnTo>
                  <a:lnTo>
                    <a:pt x="326245" y="184699"/>
                  </a:lnTo>
                  <a:lnTo>
                    <a:pt x="327792" y="179633"/>
                  </a:lnTo>
                  <a:lnTo>
                    <a:pt x="329178" y="174521"/>
                  </a:lnTo>
                  <a:lnTo>
                    <a:pt x="330401" y="169368"/>
                  </a:lnTo>
                  <a:lnTo>
                    <a:pt x="331460" y="164179"/>
                  </a:lnTo>
                  <a:lnTo>
                    <a:pt x="332354" y="158958"/>
                  </a:lnTo>
                  <a:lnTo>
                    <a:pt x="333082" y="153712"/>
                  </a:lnTo>
                  <a:lnTo>
                    <a:pt x="333644" y="148446"/>
                  </a:lnTo>
                  <a:lnTo>
                    <a:pt x="334039" y="143164"/>
                  </a:lnTo>
                  <a:lnTo>
                    <a:pt x="334266" y="137872"/>
                  </a:lnTo>
                  <a:lnTo>
                    <a:pt x="334325" y="132576"/>
                  </a:lnTo>
                  <a:lnTo>
                    <a:pt x="334217" y="127281"/>
                  </a:lnTo>
                  <a:lnTo>
                    <a:pt x="333941" y="121992"/>
                  </a:lnTo>
                  <a:lnTo>
                    <a:pt x="333497" y="116714"/>
                  </a:lnTo>
                  <a:lnTo>
                    <a:pt x="332887" y="111453"/>
                  </a:lnTo>
                  <a:lnTo>
                    <a:pt x="332110" y="106214"/>
                  </a:lnTo>
                  <a:lnTo>
                    <a:pt x="331167" y="101002"/>
                  </a:lnTo>
                  <a:lnTo>
                    <a:pt x="330060" y="95822"/>
                  </a:lnTo>
                  <a:lnTo>
                    <a:pt x="328790" y="90681"/>
                  </a:lnTo>
                  <a:lnTo>
                    <a:pt x="327357" y="85582"/>
                  </a:lnTo>
                  <a:lnTo>
                    <a:pt x="325763" y="80531"/>
                  </a:lnTo>
                  <a:lnTo>
                    <a:pt x="324010" y="75533"/>
                  </a:lnTo>
                  <a:lnTo>
                    <a:pt x="322100" y="70593"/>
                  </a:lnTo>
                  <a:lnTo>
                    <a:pt x="320034" y="65716"/>
                  </a:lnTo>
                  <a:lnTo>
                    <a:pt x="317815" y="60907"/>
                  </a:lnTo>
                  <a:lnTo>
                    <a:pt x="315444" y="56171"/>
                  </a:lnTo>
                  <a:lnTo>
                    <a:pt x="312925" y="51512"/>
                  </a:lnTo>
                  <a:lnTo>
                    <a:pt x="310259" y="46935"/>
                  </a:lnTo>
                  <a:lnTo>
                    <a:pt x="307450" y="42445"/>
                  </a:lnTo>
                  <a:lnTo>
                    <a:pt x="304499" y="38047"/>
                  </a:lnTo>
                  <a:lnTo>
                    <a:pt x="301411" y="33744"/>
                  </a:lnTo>
                  <a:lnTo>
                    <a:pt x="298189" y="29541"/>
                  </a:lnTo>
                  <a:lnTo>
                    <a:pt x="294834" y="25442"/>
                  </a:lnTo>
                  <a:lnTo>
                    <a:pt x="291352" y="21451"/>
                  </a:lnTo>
                  <a:lnTo>
                    <a:pt x="287744" y="17573"/>
                  </a:lnTo>
                  <a:lnTo>
                    <a:pt x="284016" y="13811"/>
                  </a:lnTo>
                  <a:lnTo>
                    <a:pt x="280171" y="10169"/>
                  </a:lnTo>
                  <a:lnTo>
                    <a:pt x="276212" y="6651"/>
                  </a:lnTo>
                  <a:lnTo>
                    <a:pt x="272143" y="3260"/>
                  </a:lnTo>
                  <a:lnTo>
                    <a:pt x="267969" y="0"/>
                  </a:lnTo>
                  <a:lnTo>
                    <a:pt x="167159" y="133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023544" y="941493"/>
              <a:ext cx="100809" cy="167167"/>
            </a:xfrm>
            <a:custGeom>
              <a:avLst/>
              <a:pathLst>
                <a:path w="100809" h="167167">
                  <a:moveTo>
                    <a:pt x="100809" y="33817"/>
                  </a:moveTo>
                  <a:lnTo>
                    <a:pt x="96209" y="30460"/>
                  </a:lnTo>
                  <a:lnTo>
                    <a:pt x="91496" y="27262"/>
                  </a:lnTo>
                  <a:lnTo>
                    <a:pt x="86678" y="24227"/>
                  </a:lnTo>
                  <a:lnTo>
                    <a:pt x="81758" y="21357"/>
                  </a:lnTo>
                  <a:lnTo>
                    <a:pt x="76744" y="18657"/>
                  </a:lnTo>
                  <a:lnTo>
                    <a:pt x="71641" y="16129"/>
                  </a:lnTo>
                  <a:lnTo>
                    <a:pt x="66455" y="13776"/>
                  </a:lnTo>
                  <a:lnTo>
                    <a:pt x="61191" y="11602"/>
                  </a:lnTo>
                  <a:lnTo>
                    <a:pt x="55857" y="9608"/>
                  </a:lnTo>
                  <a:lnTo>
                    <a:pt x="50458" y="7796"/>
                  </a:lnTo>
                  <a:lnTo>
                    <a:pt x="45000" y="6170"/>
                  </a:lnTo>
                  <a:lnTo>
                    <a:pt x="39490" y="4731"/>
                  </a:lnTo>
                  <a:lnTo>
                    <a:pt x="33934" y="3480"/>
                  </a:lnTo>
                  <a:lnTo>
                    <a:pt x="28338" y="2419"/>
                  </a:lnTo>
                  <a:lnTo>
                    <a:pt x="22710" y="1549"/>
                  </a:lnTo>
                  <a:lnTo>
                    <a:pt x="17056" y="872"/>
                  </a:lnTo>
                  <a:lnTo>
                    <a:pt x="11381" y="387"/>
                  </a:lnTo>
                  <a:lnTo>
                    <a:pt x="569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50" y="941493"/>
              <a:ext cx="167165" cy="210480"/>
            </a:xfrm>
            <a:custGeom>
              <a:avLst/>
              <a:pathLst>
                <a:path w="167165" h="210480">
                  <a:moveTo>
                    <a:pt x="167165" y="0"/>
                  </a:moveTo>
                  <a:lnTo>
                    <a:pt x="161790" y="86"/>
                  </a:lnTo>
                  <a:lnTo>
                    <a:pt x="156422" y="345"/>
                  </a:lnTo>
                  <a:lnTo>
                    <a:pt x="151064" y="777"/>
                  </a:lnTo>
                  <a:lnTo>
                    <a:pt x="145723" y="1380"/>
                  </a:lnTo>
                  <a:lnTo>
                    <a:pt x="140403" y="2155"/>
                  </a:lnTo>
                  <a:lnTo>
                    <a:pt x="135112" y="3101"/>
                  </a:lnTo>
                  <a:lnTo>
                    <a:pt x="129854" y="4217"/>
                  </a:lnTo>
                  <a:lnTo>
                    <a:pt x="124634" y="5500"/>
                  </a:lnTo>
                  <a:lnTo>
                    <a:pt x="119459" y="6951"/>
                  </a:lnTo>
                  <a:lnTo>
                    <a:pt x="114332" y="8568"/>
                  </a:lnTo>
                  <a:lnTo>
                    <a:pt x="109261" y="10348"/>
                  </a:lnTo>
                  <a:lnTo>
                    <a:pt x="104249" y="12291"/>
                  </a:lnTo>
                  <a:lnTo>
                    <a:pt x="99302" y="14394"/>
                  </a:lnTo>
                  <a:lnTo>
                    <a:pt x="94425" y="16655"/>
                  </a:lnTo>
                  <a:lnTo>
                    <a:pt x="89624" y="19071"/>
                  </a:lnTo>
                  <a:lnTo>
                    <a:pt x="84903" y="21641"/>
                  </a:lnTo>
                  <a:lnTo>
                    <a:pt x="80266" y="24361"/>
                  </a:lnTo>
                  <a:lnTo>
                    <a:pt x="75720" y="27228"/>
                  </a:lnTo>
                  <a:lnTo>
                    <a:pt x="71268" y="30241"/>
                  </a:lnTo>
                  <a:lnTo>
                    <a:pt x="66916" y="33395"/>
                  </a:lnTo>
                  <a:lnTo>
                    <a:pt x="62667" y="36687"/>
                  </a:lnTo>
                  <a:lnTo>
                    <a:pt x="58526" y="40114"/>
                  </a:lnTo>
                  <a:lnTo>
                    <a:pt x="54497" y="43672"/>
                  </a:lnTo>
                  <a:lnTo>
                    <a:pt x="50585" y="47359"/>
                  </a:lnTo>
                  <a:lnTo>
                    <a:pt x="46793" y="51169"/>
                  </a:lnTo>
                  <a:lnTo>
                    <a:pt x="43126" y="55099"/>
                  </a:lnTo>
                  <a:lnTo>
                    <a:pt x="39587" y="59144"/>
                  </a:lnTo>
                  <a:lnTo>
                    <a:pt x="36180" y="63302"/>
                  </a:lnTo>
                  <a:lnTo>
                    <a:pt x="32909" y="67567"/>
                  </a:lnTo>
                  <a:lnTo>
                    <a:pt x="29776" y="71935"/>
                  </a:lnTo>
                  <a:lnTo>
                    <a:pt x="26785" y="76401"/>
                  </a:lnTo>
                  <a:lnTo>
                    <a:pt x="23939" y="80961"/>
                  </a:lnTo>
                  <a:lnTo>
                    <a:pt x="21242" y="85611"/>
                  </a:lnTo>
                  <a:lnTo>
                    <a:pt x="18695" y="90344"/>
                  </a:lnTo>
                  <a:lnTo>
                    <a:pt x="16302" y="95157"/>
                  </a:lnTo>
                  <a:lnTo>
                    <a:pt x="14065" y="100045"/>
                  </a:lnTo>
                  <a:lnTo>
                    <a:pt x="11986" y="105002"/>
                  </a:lnTo>
                  <a:lnTo>
                    <a:pt x="10068" y="110023"/>
                  </a:lnTo>
                  <a:lnTo>
                    <a:pt x="8312" y="115103"/>
                  </a:lnTo>
                  <a:lnTo>
                    <a:pt x="6720" y="120237"/>
                  </a:lnTo>
                  <a:lnTo>
                    <a:pt x="5294" y="125420"/>
                  </a:lnTo>
                  <a:lnTo>
                    <a:pt x="4036" y="130646"/>
                  </a:lnTo>
                  <a:lnTo>
                    <a:pt x="2946" y="135909"/>
                  </a:lnTo>
                  <a:lnTo>
                    <a:pt x="2026" y="141205"/>
                  </a:lnTo>
                  <a:lnTo>
                    <a:pt x="1277" y="146528"/>
                  </a:lnTo>
                  <a:lnTo>
                    <a:pt x="699" y="151872"/>
                  </a:lnTo>
                  <a:lnTo>
                    <a:pt x="293" y="157232"/>
                  </a:lnTo>
                  <a:lnTo>
                    <a:pt x="60" y="162602"/>
                  </a:lnTo>
                  <a:lnTo>
                    <a:pt x="0" y="167977"/>
                  </a:lnTo>
                  <a:lnTo>
                    <a:pt x="112" y="173351"/>
                  </a:lnTo>
                  <a:lnTo>
                    <a:pt x="397" y="178719"/>
                  </a:lnTo>
                  <a:lnTo>
                    <a:pt x="855" y="184074"/>
                  </a:lnTo>
                  <a:lnTo>
                    <a:pt x="1484" y="189412"/>
                  </a:lnTo>
                  <a:lnTo>
                    <a:pt x="2285" y="194728"/>
                  </a:lnTo>
                  <a:lnTo>
                    <a:pt x="3256" y="200014"/>
                  </a:lnTo>
                  <a:lnTo>
                    <a:pt x="4397" y="205267"/>
                  </a:lnTo>
                  <a:lnTo>
                    <a:pt x="5706" y="21048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4757" y="1108660"/>
              <a:ext cx="161458" cy="43313"/>
            </a:xfrm>
            <a:custGeom>
              <a:avLst/>
              <a:pathLst>
                <a:path w="161458" h="43313">
                  <a:moveTo>
                    <a:pt x="0" y="43313"/>
                  </a:moveTo>
                  <a:lnTo>
                    <a:pt x="1614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4757" y="1108660"/>
              <a:ext cx="161458" cy="155245"/>
            </a:xfrm>
            <a:custGeom>
              <a:avLst/>
              <a:pathLst>
                <a:path w="161458" h="155245">
                  <a:moveTo>
                    <a:pt x="0" y="43313"/>
                  </a:moveTo>
                  <a:lnTo>
                    <a:pt x="1525" y="48644"/>
                  </a:lnTo>
                  <a:lnTo>
                    <a:pt x="3226" y="53921"/>
                  </a:lnTo>
                  <a:lnTo>
                    <a:pt x="5101" y="59139"/>
                  </a:lnTo>
                  <a:lnTo>
                    <a:pt x="7149" y="64292"/>
                  </a:lnTo>
                  <a:lnTo>
                    <a:pt x="9366" y="69374"/>
                  </a:lnTo>
                  <a:lnTo>
                    <a:pt x="11750" y="74380"/>
                  </a:lnTo>
                  <a:lnTo>
                    <a:pt x="14299" y="79304"/>
                  </a:lnTo>
                  <a:lnTo>
                    <a:pt x="17010" y="84140"/>
                  </a:lnTo>
                  <a:lnTo>
                    <a:pt x="19880" y="88885"/>
                  </a:lnTo>
                  <a:lnTo>
                    <a:pt x="22906" y="93531"/>
                  </a:lnTo>
                  <a:lnTo>
                    <a:pt x="26084" y="98074"/>
                  </a:lnTo>
                  <a:lnTo>
                    <a:pt x="29411" y="102510"/>
                  </a:lnTo>
                  <a:lnTo>
                    <a:pt x="32883" y="106833"/>
                  </a:lnTo>
                  <a:lnTo>
                    <a:pt x="36497" y="111038"/>
                  </a:lnTo>
                  <a:lnTo>
                    <a:pt x="40248" y="115121"/>
                  </a:lnTo>
                  <a:lnTo>
                    <a:pt x="44132" y="119078"/>
                  </a:lnTo>
                  <a:lnTo>
                    <a:pt x="48146" y="122903"/>
                  </a:lnTo>
                  <a:lnTo>
                    <a:pt x="52284" y="126593"/>
                  </a:lnTo>
                  <a:lnTo>
                    <a:pt x="56543" y="130144"/>
                  </a:lnTo>
                  <a:lnTo>
                    <a:pt x="60917" y="133552"/>
                  </a:lnTo>
                  <a:lnTo>
                    <a:pt x="65401" y="136813"/>
                  </a:lnTo>
                  <a:lnTo>
                    <a:pt x="69991" y="139923"/>
                  </a:lnTo>
                  <a:lnTo>
                    <a:pt x="74682" y="142880"/>
                  </a:lnTo>
                  <a:lnTo>
                    <a:pt x="79468" y="145679"/>
                  </a:lnTo>
                  <a:lnTo>
                    <a:pt x="84344" y="148318"/>
                  </a:lnTo>
                  <a:lnTo>
                    <a:pt x="89306" y="150794"/>
                  </a:lnTo>
                  <a:lnTo>
                    <a:pt x="94346" y="153104"/>
                  </a:lnTo>
                  <a:lnTo>
                    <a:pt x="99461" y="155245"/>
                  </a:lnTo>
                  <a:lnTo>
                    <a:pt x="16145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24218" y="941493"/>
              <a:ext cx="229144" cy="334334"/>
            </a:xfrm>
            <a:custGeom>
              <a:avLst/>
              <a:pathLst>
                <a:path w="229144" h="334334">
                  <a:moveTo>
                    <a:pt x="0" y="322413"/>
                  </a:moveTo>
                  <a:lnTo>
                    <a:pt x="4955" y="324301"/>
                  </a:lnTo>
                  <a:lnTo>
                    <a:pt x="9968" y="326032"/>
                  </a:lnTo>
                  <a:lnTo>
                    <a:pt x="15034" y="327602"/>
                  </a:lnTo>
                  <a:lnTo>
                    <a:pt x="20146" y="329011"/>
                  </a:lnTo>
                  <a:lnTo>
                    <a:pt x="25301" y="330257"/>
                  </a:lnTo>
                  <a:lnTo>
                    <a:pt x="30493" y="331339"/>
                  </a:lnTo>
                  <a:lnTo>
                    <a:pt x="35716" y="332256"/>
                  </a:lnTo>
                  <a:lnTo>
                    <a:pt x="40966" y="333006"/>
                  </a:lnTo>
                  <a:lnTo>
                    <a:pt x="46237" y="333590"/>
                  </a:lnTo>
                  <a:lnTo>
                    <a:pt x="51524" y="334006"/>
                  </a:lnTo>
                  <a:lnTo>
                    <a:pt x="56821" y="334254"/>
                  </a:lnTo>
                  <a:lnTo>
                    <a:pt x="62124" y="334334"/>
                  </a:lnTo>
                  <a:lnTo>
                    <a:pt x="67427" y="334246"/>
                  </a:lnTo>
                  <a:lnTo>
                    <a:pt x="72724" y="333990"/>
                  </a:lnTo>
                  <a:lnTo>
                    <a:pt x="78010" y="333566"/>
                  </a:lnTo>
                  <a:lnTo>
                    <a:pt x="83280" y="332974"/>
                  </a:lnTo>
                  <a:lnTo>
                    <a:pt x="88529" y="332215"/>
                  </a:lnTo>
                  <a:lnTo>
                    <a:pt x="93751" y="331291"/>
                  </a:lnTo>
                  <a:lnTo>
                    <a:pt x="98941" y="330201"/>
                  </a:lnTo>
                  <a:lnTo>
                    <a:pt x="104094" y="328947"/>
                  </a:lnTo>
                  <a:lnTo>
                    <a:pt x="109204" y="327530"/>
                  </a:lnTo>
                  <a:lnTo>
                    <a:pt x="114267" y="325952"/>
                  </a:lnTo>
                  <a:lnTo>
                    <a:pt x="119278" y="324214"/>
                  </a:lnTo>
                  <a:lnTo>
                    <a:pt x="124231" y="322318"/>
                  </a:lnTo>
                  <a:lnTo>
                    <a:pt x="129121" y="320266"/>
                  </a:lnTo>
                  <a:lnTo>
                    <a:pt x="133943" y="318060"/>
                  </a:lnTo>
                  <a:lnTo>
                    <a:pt x="138693" y="315702"/>
                  </a:lnTo>
                  <a:lnTo>
                    <a:pt x="143366" y="313194"/>
                  </a:lnTo>
                  <a:lnTo>
                    <a:pt x="147957" y="310540"/>
                  </a:lnTo>
                  <a:lnTo>
                    <a:pt x="152462" y="307741"/>
                  </a:lnTo>
                  <a:lnTo>
                    <a:pt x="156876" y="304801"/>
                  </a:lnTo>
                  <a:lnTo>
                    <a:pt x="161194" y="301722"/>
                  </a:lnTo>
                  <a:lnTo>
                    <a:pt x="165412" y="298507"/>
                  </a:lnTo>
                  <a:lnTo>
                    <a:pt x="169526" y="295161"/>
                  </a:lnTo>
                  <a:lnTo>
                    <a:pt x="173532" y="291686"/>
                  </a:lnTo>
                  <a:lnTo>
                    <a:pt x="177425" y="288085"/>
                  </a:lnTo>
                  <a:lnTo>
                    <a:pt x="181203" y="284363"/>
                  </a:lnTo>
                  <a:lnTo>
                    <a:pt x="184860" y="280523"/>
                  </a:lnTo>
                  <a:lnTo>
                    <a:pt x="188394" y="276568"/>
                  </a:lnTo>
                  <a:lnTo>
                    <a:pt x="191801" y="272504"/>
                  </a:lnTo>
                  <a:lnTo>
                    <a:pt x="195077" y="268334"/>
                  </a:lnTo>
                  <a:lnTo>
                    <a:pt x="198219" y="264061"/>
                  </a:lnTo>
                  <a:lnTo>
                    <a:pt x="201224" y="259692"/>
                  </a:lnTo>
                  <a:lnTo>
                    <a:pt x="204089" y="255229"/>
                  </a:lnTo>
                  <a:lnTo>
                    <a:pt x="206811" y="250677"/>
                  </a:lnTo>
                  <a:lnTo>
                    <a:pt x="209387" y="246042"/>
                  </a:lnTo>
                  <a:lnTo>
                    <a:pt x="211814" y="241327"/>
                  </a:lnTo>
                  <a:lnTo>
                    <a:pt x="214091" y="236537"/>
                  </a:lnTo>
                  <a:lnTo>
                    <a:pt x="216215" y="231678"/>
                  </a:lnTo>
                  <a:lnTo>
                    <a:pt x="218184" y="226754"/>
                  </a:lnTo>
                  <a:lnTo>
                    <a:pt x="219996" y="221769"/>
                  </a:lnTo>
                  <a:lnTo>
                    <a:pt x="221648" y="216730"/>
                  </a:lnTo>
                  <a:lnTo>
                    <a:pt x="223140" y="211641"/>
                  </a:lnTo>
                  <a:lnTo>
                    <a:pt x="224469" y="206507"/>
                  </a:lnTo>
                  <a:lnTo>
                    <a:pt x="225636" y="201334"/>
                  </a:lnTo>
                  <a:lnTo>
                    <a:pt x="226637" y="196126"/>
                  </a:lnTo>
                  <a:lnTo>
                    <a:pt x="227473" y="190889"/>
                  </a:lnTo>
                  <a:lnTo>
                    <a:pt x="228142" y="185628"/>
                  </a:lnTo>
                  <a:lnTo>
                    <a:pt x="228644" y="180348"/>
                  </a:lnTo>
                  <a:lnTo>
                    <a:pt x="228978" y="175056"/>
                  </a:lnTo>
                  <a:lnTo>
                    <a:pt x="229144" y="169755"/>
                  </a:lnTo>
                  <a:lnTo>
                    <a:pt x="229142" y="164452"/>
                  </a:lnTo>
                  <a:lnTo>
                    <a:pt x="228972" y="159151"/>
                  </a:lnTo>
                  <a:lnTo>
                    <a:pt x="228634" y="153859"/>
                  </a:lnTo>
                  <a:lnTo>
                    <a:pt x="228128" y="148580"/>
                  </a:lnTo>
                  <a:lnTo>
                    <a:pt x="227455" y="143319"/>
                  </a:lnTo>
                  <a:lnTo>
                    <a:pt x="226615" y="138083"/>
                  </a:lnTo>
                  <a:lnTo>
                    <a:pt x="225610" y="132876"/>
                  </a:lnTo>
                  <a:lnTo>
                    <a:pt x="224440" y="127703"/>
                  </a:lnTo>
                  <a:lnTo>
                    <a:pt x="223106" y="122570"/>
                  </a:lnTo>
                  <a:lnTo>
                    <a:pt x="221610" y="117482"/>
                  </a:lnTo>
                  <a:lnTo>
                    <a:pt x="219954" y="112444"/>
                  </a:lnTo>
                  <a:lnTo>
                    <a:pt x="218139" y="107462"/>
                  </a:lnTo>
                  <a:lnTo>
                    <a:pt x="216166" y="102539"/>
                  </a:lnTo>
                  <a:lnTo>
                    <a:pt x="214039" y="97681"/>
                  </a:lnTo>
                  <a:lnTo>
                    <a:pt x="211758" y="92893"/>
                  </a:lnTo>
                  <a:lnTo>
                    <a:pt x="209327" y="88180"/>
                  </a:lnTo>
                  <a:lnTo>
                    <a:pt x="206747" y="83547"/>
                  </a:lnTo>
                  <a:lnTo>
                    <a:pt x="204022" y="78997"/>
                  </a:lnTo>
                  <a:lnTo>
                    <a:pt x="201153" y="74536"/>
                  </a:lnTo>
                  <a:lnTo>
                    <a:pt x="198145" y="70169"/>
                  </a:lnTo>
                  <a:lnTo>
                    <a:pt x="195000" y="65899"/>
                  </a:lnTo>
                  <a:lnTo>
                    <a:pt x="191721" y="61731"/>
                  </a:lnTo>
                  <a:lnTo>
                    <a:pt x="188311" y="57669"/>
                  </a:lnTo>
                  <a:lnTo>
                    <a:pt x="184774" y="53718"/>
                  </a:lnTo>
                  <a:lnTo>
                    <a:pt x="181114" y="49880"/>
                  </a:lnTo>
                  <a:lnTo>
                    <a:pt x="177333" y="46161"/>
                  </a:lnTo>
                  <a:lnTo>
                    <a:pt x="173437" y="42563"/>
                  </a:lnTo>
                  <a:lnTo>
                    <a:pt x="169428" y="39091"/>
                  </a:lnTo>
                  <a:lnTo>
                    <a:pt x="165312" y="35748"/>
                  </a:lnTo>
                  <a:lnTo>
                    <a:pt x="161091" y="32537"/>
                  </a:lnTo>
                  <a:lnTo>
                    <a:pt x="156771" y="29461"/>
                  </a:lnTo>
                  <a:lnTo>
                    <a:pt x="152355" y="26524"/>
                  </a:lnTo>
                  <a:lnTo>
                    <a:pt x="147848" y="23729"/>
                  </a:lnTo>
                  <a:lnTo>
                    <a:pt x="143255" y="21078"/>
                  </a:lnTo>
                  <a:lnTo>
                    <a:pt x="138580" y="18574"/>
                  </a:lnTo>
                  <a:lnTo>
                    <a:pt x="133828" y="16219"/>
                  </a:lnTo>
                  <a:lnTo>
                    <a:pt x="129004" y="14017"/>
                  </a:lnTo>
                  <a:lnTo>
                    <a:pt x="124113" y="11968"/>
                  </a:lnTo>
                  <a:lnTo>
                    <a:pt x="119158" y="10076"/>
                  </a:lnTo>
                  <a:lnTo>
                    <a:pt x="114147" y="8342"/>
                  </a:lnTo>
                  <a:lnTo>
                    <a:pt x="109082" y="6768"/>
                  </a:lnTo>
                  <a:lnTo>
                    <a:pt x="103971" y="5355"/>
                  </a:lnTo>
                  <a:lnTo>
                    <a:pt x="98817" y="4105"/>
                  </a:lnTo>
                  <a:lnTo>
                    <a:pt x="93626" y="3019"/>
                  </a:lnTo>
                  <a:lnTo>
                    <a:pt x="88403" y="2098"/>
                  </a:lnTo>
                  <a:lnTo>
                    <a:pt x="83154" y="1344"/>
                  </a:lnTo>
                  <a:lnTo>
                    <a:pt x="77883" y="756"/>
                  </a:lnTo>
                  <a:lnTo>
                    <a:pt x="72597" y="336"/>
                  </a:lnTo>
                  <a:lnTo>
                    <a:pt x="67300" y="84"/>
                  </a:lnTo>
                  <a:lnTo>
                    <a:pt x="61997" y="0"/>
                  </a:lnTo>
                  <a:lnTo>
                    <a:pt x="619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797335" y="1071028"/>
              <a:ext cx="192357" cy="334328"/>
            </a:xfrm>
            <a:custGeom>
              <a:avLst/>
              <a:pathLst>
                <a:path w="192357" h="334328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6" y="3065"/>
                  </a:lnTo>
                  <a:lnTo>
                    <a:pt x="130067" y="4168"/>
                  </a:lnTo>
                  <a:lnTo>
                    <a:pt x="124876" y="5437"/>
                  </a:lnTo>
                  <a:lnTo>
                    <a:pt x="119728" y="6871"/>
                  </a:lnTo>
                  <a:lnTo>
                    <a:pt x="114628" y="8470"/>
                  </a:lnTo>
                  <a:lnTo>
                    <a:pt x="109583" y="10230"/>
                  </a:lnTo>
                  <a:lnTo>
                    <a:pt x="104596" y="12151"/>
                  </a:lnTo>
                  <a:lnTo>
                    <a:pt x="99673" y="14230"/>
                  </a:lnTo>
                  <a:lnTo>
                    <a:pt x="94819" y="16466"/>
                  </a:lnTo>
                  <a:lnTo>
                    <a:pt x="90039" y="18855"/>
                  </a:lnTo>
                  <a:lnTo>
                    <a:pt x="85337" y="21396"/>
                  </a:lnTo>
                  <a:lnTo>
                    <a:pt x="80720" y="24086"/>
                  </a:lnTo>
                  <a:lnTo>
                    <a:pt x="76190" y="26922"/>
                  </a:lnTo>
                  <a:lnTo>
                    <a:pt x="71754" y="29902"/>
                  </a:lnTo>
                  <a:lnTo>
                    <a:pt x="67415" y="33022"/>
                  </a:lnTo>
                  <a:lnTo>
                    <a:pt x="63178" y="36279"/>
                  </a:lnTo>
                  <a:lnTo>
                    <a:pt x="59048" y="39670"/>
                  </a:lnTo>
                  <a:lnTo>
                    <a:pt x="55028" y="43191"/>
                  </a:lnTo>
                  <a:lnTo>
                    <a:pt x="51122" y="46838"/>
                  </a:lnTo>
                  <a:lnTo>
                    <a:pt x="47335" y="50609"/>
                  </a:lnTo>
                  <a:lnTo>
                    <a:pt x="43671" y="54499"/>
                  </a:lnTo>
                  <a:lnTo>
                    <a:pt x="40133" y="58504"/>
                  </a:lnTo>
                  <a:lnTo>
                    <a:pt x="36724" y="62620"/>
                  </a:lnTo>
                  <a:lnTo>
                    <a:pt x="33449" y="66843"/>
                  </a:lnTo>
                  <a:lnTo>
                    <a:pt x="30311" y="71168"/>
                  </a:lnTo>
                  <a:lnTo>
                    <a:pt x="27312" y="75592"/>
                  </a:lnTo>
                  <a:lnTo>
                    <a:pt x="24457" y="80109"/>
                  </a:lnTo>
                  <a:lnTo>
                    <a:pt x="21747" y="84715"/>
                  </a:lnTo>
                  <a:lnTo>
                    <a:pt x="19186" y="89405"/>
                  </a:lnTo>
                  <a:lnTo>
                    <a:pt x="16776" y="94175"/>
                  </a:lnTo>
                  <a:lnTo>
                    <a:pt x="14519" y="99019"/>
                  </a:lnTo>
                  <a:lnTo>
                    <a:pt x="12419" y="103933"/>
                  </a:lnTo>
                  <a:lnTo>
                    <a:pt x="10477" y="108912"/>
                  </a:lnTo>
                  <a:lnTo>
                    <a:pt x="8695" y="113950"/>
                  </a:lnTo>
                  <a:lnTo>
                    <a:pt x="7075" y="119043"/>
                  </a:lnTo>
                  <a:lnTo>
                    <a:pt x="5618" y="124184"/>
                  </a:lnTo>
                  <a:lnTo>
                    <a:pt x="4327" y="129370"/>
                  </a:lnTo>
                  <a:lnTo>
                    <a:pt x="3202" y="134594"/>
                  </a:lnTo>
                  <a:lnTo>
                    <a:pt x="2245" y="139852"/>
                  </a:lnTo>
                  <a:lnTo>
                    <a:pt x="1456" y="145138"/>
                  </a:lnTo>
                  <a:lnTo>
                    <a:pt x="836" y="150446"/>
                  </a:lnTo>
                  <a:lnTo>
                    <a:pt x="387" y="155771"/>
                  </a:lnTo>
                  <a:lnTo>
                    <a:pt x="108" y="161107"/>
                  </a:lnTo>
                  <a:lnTo>
                    <a:pt x="0" y="166450"/>
                  </a:lnTo>
                  <a:lnTo>
                    <a:pt x="62" y="171794"/>
                  </a:lnTo>
                  <a:lnTo>
                    <a:pt x="295" y="177133"/>
                  </a:lnTo>
                  <a:lnTo>
                    <a:pt x="699" y="182462"/>
                  </a:lnTo>
                  <a:lnTo>
                    <a:pt x="1273" y="187775"/>
                  </a:lnTo>
                  <a:lnTo>
                    <a:pt x="2017" y="193067"/>
                  </a:lnTo>
                  <a:lnTo>
                    <a:pt x="2929" y="198333"/>
                  </a:lnTo>
                  <a:lnTo>
                    <a:pt x="4009" y="203566"/>
                  </a:lnTo>
                  <a:lnTo>
                    <a:pt x="5256" y="208763"/>
                  </a:lnTo>
                  <a:lnTo>
                    <a:pt x="6668" y="213917"/>
                  </a:lnTo>
                  <a:lnTo>
                    <a:pt x="8244" y="219023"/>
                  </a:lnTo>
                  <a:lnTo>
                    <a:pt x="9983" y="224077"/>
                  </a:lnTo>
                  <a:lnTo>
                    <a:pt x="11883" y="229072"/>
                  </a:lnTo>
                  <a:lnTo>
                    <a:pt x="13941" y="234003"/>
                  </a:lnTo>
                  <a:lnTo>
                    <a:pt x="16155" y="238867"/>
                  </a:lnTo>
                  <a:lnTo>
                    <a:pt x="18524" y="243657"/>
                  </a:lnTo>
                  <a:lnTo>
                    <a:pt x="21045" y="248369"/>
                  </a:lnTo>
                  <a:lnTo>
                    <a:pt x="23715" y="252999"/>
                  </a:lnTo>
                  <a:lnTo>
                    <a:pt x="26532" y="257540"/>
                  </a:lnTo>
                  <a:lnTo>
                    <a:pt x="29493" y="261989"/>
                  </a:lnTo>
                  <a:lnTo>
                    <a:pt x="32594" y="266341"/>
                  </a:lnTo>
                  <a:lnTo>
                    <a:pt x="35833" y="270592"/>
                  </a:lnTo>
                  <a:lnTo>
                    <a:pt x="39206" y="274737"/>
                  </a:lnTo>
                  <a:lnTo>
                    <a:pt x="42710" y="278772"/>
                  </a:lnTo>
                  <a:lnTo>
                    <a:pt x="46341" y="282693"/>
                  </a:lnTo>
                  <a:lnTo>
                    <a:pt x="50095" y="286496"/>
                  </a:lnTo>
                  <a:lnTo>
                    <a:pt x="53969" y="290177"/>
                  </a:lnTo>
                  <a:lnTo>
                    <a:pt x="57959" y="293733"/>
                  </a:lnTo>
                  <a:lnTo>
                    <a:pt x="62060" y="297159"/>
                  </a:lnTo>
                  <a:lnTo>
                    <a:pt x="66269" y="300452"/>
                  </a:lnTo>
                  <a:lnTo>
                    <a:pt x="70581" y="303609"/>
                  </a:lnTo>
                  <a:lnTo>
                    <a:pt x="74991" y="306626"/>
                  </a:lnTo>
                  <a:lnTo>
                    <a:pt x="79496" y="309501"/>
                  </a:lnTo>
                  <a:lnTo>
                    <a:pt x="84091" y="312231"/>
                  </a:lnTo>
                  <a:lnTo>
                    <a:pt x="88770" y="314812"/>
                  </a:lnTo>
                  <a:lnTo>
                    <a:pt x="93529" y="317243"/>
                  </a:lnTo>
                  <a:lnTo>
                    <a:pt x="98364" y="319520"/>
                  </a:lnTo>
                  <a:lnTo>
                    <a:pt x="103269" y="321641"/>
                  </a:lnTo>
                  <a:lnTo>
                    <a:pt x="108239" y="323604"/>
                  </a:lnTo>
                  <a:lnTo>
                    <a:pt x="113270" y="325408"/>
                  </a:lnTo>
                  <a:lnTo>
                    <a:pt x="118355" y="327050"/>
                  </a:lnTo>
                  <a:lnTo>
                    <a:pt x="123491" y="328528"/>
                  </a:lnTo>
                  <a:lnTo>
                    <a:pt x="128671" y="329842"/>
                  </a:lnTo>
                  <a:lnTo>
                    <a:pt x="133890" y="330989"/>
                  </a:lnTo>
                  <a:lnTo>
                    <a:pt x="139144" y="331969"/>
                  </a:lnTo>
                  <a:lnTo>
                    <a:pt x="144426" y="332781"/>
                  </a:lnTo>
                  <a:lnTo>
                    <a:pt x="149731" y="333423"/>
                  </a:lnTo>
                  <a:lnTo>
                    <a:pt x="155054" y="333895"/>
                  </a:lnTo>
                  <a:lnTo>
                    <a:pt x="160390" y="334197"/>
                  </a:lnTo>
                  <a:lnTo>
                    <a:pt x="165732" y="334328"/>
                  </a:lnTo>
                  <a:lnTo>
                    <a:pt x="171076" y="334289"/>
                  </a:lnTo>
                  <a:lnTo>
                    <a:pt x="176416" y="334078"/>
                  </a:lnTo>
                  <a:lnTo>
                    <a:pt x="181747" y="333697"/>
                  </a:lnTo>
                  <a:lnTo>
                    <a:pt x="187062" y="333146"/>
                  </a:lnTo>
                  <a:lnTo>
                    <a:pt x="192357" y="33242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25191" cy="165258"/>
            </a:xfrm>
            <a:custGeom>
              <a:avLst/>
              <a:pathLst>
                <a:path w="25191" h="165258">
                  <a:moveTo>
                    <a:pt x="25191" y="1652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2520"/>
              <a:ext cx="167163" cy="330934"/>
            </a:xfrm>
            <a:custGeom>
              <a:avLst/>
              <a:pathLst>
                <a:path w="167163" h="330934">
                  <a:moveTo>
                    <a:pt x="25191" y="330934"/>
                  </a:moveTo>
                  <a:lnTo>
                    <a:pt x="30482" y="330040"/>
                  </a:lnTo>
                  <a:lnTo>
                    <a:pt x="35741" y="328977"/>
                  </a:lnTo>
                  <a:lnTo>
                    <a:pt x="40963" y="327746"/>
                  </a:lnTo>
                  <a:lnTo>
                    <a:pt x="46143" y="326348"/>
                  </a:lnTo>
                  <a:lnTo>
                    <a:pt x="51275" y="324785"/>
                  </a:lnTo>
                  <a:lnTo>
                    <a:pt x="56355" y="323057"/>
                  </a:lnTo>
                  <a:lnTo>
                    <a:pt x="61377" y="321167"/>
                  </a:lnTo>
                  <a:lnTo>
                    <a:pt x="66335" y="319118"/>
                  </a:lnTo>
                  <a:lnTo>
                    <a:pt x="71225" y="316910"/>
                  </a:lnTo>
                  <a:lnTo>
                    <a:pt x="76042" y="314546"/>
                  </a:lnTo>
                  <a:lnTo>
                    <a:pt x="80780" y="312029"/>
                  </a:lnTo>
                  <a:lnTo>
                    <a:pt x="85435" y="309362"/>
                  </a:lnTo>
                  <a:lnTo>
                    <a:pt x="90002" y="306546"/>
                  </a:lnTo>
                  <a:lnTo>
                    <a:pt x="94477" y="303585"/>
                  </a:lnTo>
                  <a:lnTo>
                    <a:pt x="98854" y="300482"/>
                  </a:lnTo>
                  <a:lnTo>
                    <a:pt x="103129" y="297240"/>
                  </a:lnTo>
                  <a:lnTo>
                    <a:pt x="107298" y="293863"/>
                  </a:lnTo>
                  <a:lnTo>
                    <a:pt x="111356" y="290353"/>
                  </a:lnTo>
                  <a:lnTo>
                    <a:pt x="115300" y="286716"/>
                  </a:lnTo>
                  <a:lnTo>
                    <a:pt x="119125" y="282953"/>
                  </a:lnTo>
                  <a:lnTo>
                    <a:pt x="122827" y="279070"/>
                  </a:lnTo>
                  <a:lnTo>
                    <a:pt x="126403" y="275070"/>
                  </a:lnTo>
                  <a:lnTo>
                    <a:pt x="129849" y="270957"/>
                  </a:lnTo>
                  <a:lnTo>
                    <a:pt x="133160" y="266735"/>
                  </a:lnTo>
                  <a:lnTo>
                    <a:pt x="136335" y="262410"/>
                  </a:lnTo>
                  <a:lnTo>
                    <a:pt x="139369" y="257985"/>
                  </a:lnTo>
                  <a:lnTo>
                    <a:pt x="142260" y="253465"/>
                  </a:lnTo>
                  <a:lnTo>
                    <a:pt x="145004" y="248854"/>
                  </a:lnTo>
                  <a:lnTo>
                    <a:pt x="147598" y="244158"/>
                  </a:lnTo>
                  <a:lnTo>
                    <a:pt x="150041" y="239381"/>
                  </a:lnTo>
                  <a:lnTo>
                    <a:pt x="152329" y="234528"/>
                  </a:lnTo>
                  <a:lnTo>
                    <a:pt x="154460" y="229604"/>
                  </a:lnTo>
                  <a:lnTo>
                    <a:pt x="156432" y="224614"/>
                  </a:lnTo>
                  <a:lnTo>
                    <a:pt x="158243" y="219564"/>
                  </a:lnTo>
                  <a:lnTo>
                    <a:pt x="159891" y="214458"/>
                  </a:lnTo>
                  <a:lnTo>
                    <a:pt x="161374" y="209301"/>
                  </a:lnTo>
                  <a:lnTo>
                    <a:pt x="162691" y="204100"/>
                  </a:lnTo>
                  <a:lnTo>
                    <a:pt x="163840" y="198859"/>
                  </a:lnTo>
                  <a:lnTo>
                    <a:pt x="164821" y="193584"/>
                  </a:lnTo>
                  <a:lnTo>
                    <a:pt x="165631" y="188281"/>
                  </a:lnTo>
                  <a:lnTo>
                    <a:pt x="166272" y="182954"/>
                  </a:lnTo>
                  <a:lnTo>
                    <a:pt x="166740" y="177609"/>
                  </a:lnTo>
                  <a:lnTo>
                    <a:pt x="167038" y="172252"/>
                  </a:lnTo>
                  <a:lnTo>
                    <a:pt x="167163" y="166888"/>
                  </a:lnTo>
                  <a:lnTo>
                    <a:pt x="167115" y="161523"/>
                  </a:lnTo>
                  <a:lnTo>
                    <a:pt x="166896" y="156162"/>
                  </a:lnTo>
                  <a:lnTo>
                    <a:pt x="166505" y="150811"/>
                  </a:lnTo>
                  <a:lnTo>
                    <a:pt x="165942" y="145475"/>
                  </a:lnTo>
                  <a:lnTo>
                    <a:pt x="165208" y="140160"/>
                  </a:lnTo>
                  <a:lnTo>
                    <a:pt x="164304" y="134872"/>
                  </a:lnTo>
                  <a:lnTo>
                    <a:pt x="163231" y="129615"/>
                  </a:lnTo>
                  <a:lnTo>
                    <a:pt x="161990" y="124395"/>
                  </a:lnTo>
                  <a:lnTo>
                    <a:pt x="160582" y="119218"/>
                  </a:lnTo>
                  <a:lnTo>
                    <a:pt x="159008" y="114088"/>
                  </a:lnTo>
                  <a:lnTo>
                    <a:pt x="157271" y="109012"/>
                  </a:lnTo>
                  <a:lnTo>
                    <a:pt x="155371" y="103994"/>
                  </a:lnTo>
                  <a:lnTo>
                    <a:pt x="153312" y="99040"/>
                  </a:lnTo>
                  <a:lnTo>
                    <a:pt x="151094" y="94154"/>
                  </a:lnTo>
                  <a:lnTo>
                    <a:pt x="148721" y="89342"/>
                  </a:lnTo>
                  <a:lnTo>
                    <a:pt x="146195" y="84609"/>
                  </a:lnTo>
                  <a:lnTo>
                    <a:pt x="143518" y="79959"/>
                  </a:lnTo>
                  <a:lnTo>
                    <a:pt x="140693" y="75397"/>
                  </a:lnTo>
                  <a:lnTo>
                    <a:pt x="137724" y="70929"/>
                  </a:lnTo>
                  <a:lnTo>
                    <a:pt x="134612" y="66558"/>
                  </a:lnTo>
                  <a:lnTo>
                    <a:pt x="131362" y="62289"/>
                  </a:lnTo>
                  <a:lnTo>
                    <a:pt x="127977" y="58126"/>
                  </a:lnTo>
                  <a:lnTo>
                    <a:pt x="124459" y="54075"/>
                  </a:lnTo>
                  <a:lnTo>
                    <a:pt x="120814" y="50138"/>
                  </a:lnTo>
                  <a:lnTo>
                    <a:pt x="117044" y="46321"/>
                  </a:lnTo>
                  <a:lnTo>
                    <a:pt x="113153" y="42626"/>
                  </a:lnTo>
                  <a:lnTo>
                    <a:pt x="109146" y="39058"/>
                  </a:lnTo>
                  <a:lnTo>
                    <a:pt x="105027" y="35621"/>
                  </a:lnTo>
                  <a:lnTo>
                    <a:pt x="100799" y="32317"/>
                  </a:lnTo>
                  <a:lnTo>
                    <a:pt x="96467" y="29151"/>
                  </a:lnTo>
                  <a:lnTo>
                    <a:pt x="92036" y="26125"/>
                  </a:lnTo>
                  <a:lnTo>
                    <a:pt x="87511" y="23244"/>
                  </a:lnTo>
                  <a:lnTo>
                    <a:pt x="82895" y="20509"/>
                  </a:lnTo>
                  <a:lnTo>
                    <a:pt x="78193" y="17923"/>
                  </a:lnTo>
                  <a:lnTo>
                    <a:pt x="73411" y="15490"/>
                  </a:lnTo>
                  <a:lnTo>
                    <a:pt x="68554" y="13211"/>
                  </a:lnTo>
                  <a:lnTo>
                    <a:pt x="63626" y="11090"/>
                  </a:lnTo>
                  <a:lnTo>
                    <a:pt x="58632" y="9128"/>
                  </a:lnTo>
                  <a:lnTo>
                    <a:pt x="53578" y="7327"/>
                  </a:lnTo>
                  <a:lnTo>
                    <a:pt x="48469" y="5689"/>
                  </a:lnTo>
                  <a:lnTo>
                    <a:pt x="43310" y="4216"/>
                  </a:lnTo>
                  <a:lnTo>
                    <a:pt x="38106" y="2909"/>
                  </a:lnTo>
                  <a:lnTo>
                    <a:pt x="32863" y="1770"/>
                  </a:lnTo>
                  <a:lnTo>
                    <a:pt x="27586" y="800"/>
                  </a:lnTo>
                  <a:lnTo>
                    <a:pt x="22281" y="0"/>
                  </a:lnTo>
                  <a:lnTo>
                    <a:pt x="0" y="165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22281" cy="167167"/>
            </a:xfrm>
            <a:custGeom>
              <a:avLst/>
              <a:pathLst>
                <a:path w="22281" h="167167">
                  <a:moveTo>
                    <a:pt x="22281" y="1491"/>
                  </a:moveTo>
                  <a:lnTo>
                    <a:pt x="14878" y="663"/>
                  </a:lnTo>
                  <a:lnTo>
                    <a:pt x="7446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4146" y="1322571"/>
              <a:ext cx="144574" cy="167167"/>
            </a:xfrm>
            <a:custGeom>
              <a:avLst/>
              <a:pathLst>
                <a:path w="144574" h="167167">
                  <a:moveTo>
                    <a:pt x="144574" y="0"/>
                  </a:moveTo>
                  <a:lnTo>
                    <a:pt x="139117" y="89"/>
                  </a:lnTo>
                  <a:lnTo>
                    <a:pt x="133665" y="356"/>
                  </a:lnTo>
                  <a:lnTo>
                    <a:pt x="128226" y="801"/>
                  </a:lnTo>
                  <a:lnTo>
                    <a:pt x="122803" y="1423"/>
                  </a:lnTo>
                  <a:lnTo>
                    <a:pt x="117404" y="2222"/>
                  </a:lnTo>
                  <a:lnTo>
                    <a:pt x="112034" y="3197"/>
                  </a:lnTo>
                  <a:lnTo>
                    <a:pt x="106698" y="4347"/>
                  </a:lnTo>
                  <a:lnTo>
                    <a:pt x="101403" y="5670"/>
                  </a:lnTo>
                  <a:lnTo>
                    <a:pt x="96154" y="7166"/>
                  </a:lnTo>
                  <a:lnTo>
                    <a:pt x="90956" y="8832"/>
                  </a:lnTo>
                  <a:lnTo>
                    <a:pt x="85816" y="10667"/>
                  </a:lnTo>
                  <a:lnTo>
                    <a:pt x="80738" y="12668"/>
                  </a:lnTo>
                  <a:lnTo>
                    <a:pt x="75728" y="14835"/>
                  </a:lnTo>
                  <a:lnTo>
                    <a:pt x="70792" y="17163"/>
                  </a:lnTo>
                  <a:lnTo>
                    <a:pt x="65934" y="19652"/>
                  </a:lnTo>
                  <a:lnTo>
                    <a:pt x="61160" y="22298"/>
                  </a:lnTo>
                  <a:lnTo>
                    <a:pt x="56476" y="25098"/>
                  </a:lnTo>
                  <a:lnTo>
                    <a:pt x="51885" y="28050"/>
                  </a:lnTo>
                  <a:lnTo>
                    <a:pt x="47392" y="31150"/>
                  </a:lnTo>
                  <a:lnTo>
                    <a:pt x="43004" y="34395"/>
                  </a:lnTo>
                  <a:lnTo>
                    <a:pt x="38723" y="37782"/>
                  </a:lnTo>
                  <a:lnTo>
                    <a:pt x="34556" y="41306"/>
                  </a:lnTo>
                  <a:lnTo>
                    <a:pt x="30506" y="44965"/>
                  </a:lnTo>
                  <a:lnTo>
                    <a:pt x="26577" y="48754"/>
                  </a:lnTo>
                  <a:lnTo>
                    <a:pt x="22774" y="52669"/>
                  </a:lnTo>
                  <a:lnTo>
                    <a:pt x="19101" y="56706"/>
                  </a:lnTo>
                  <a:lnTo>
                    <a:pt x="15562" y="60862"/>
                  </a:lnTo>
                  <a:lnTo>
                    <a:pt x="12161" y="65130"/>
                  </a:lnTo>
                  <a:lnTo>
                    <a:pt x="8900" y="69507"/>
                  </a:lnTo>
                  <a:lnTo>
                    <a:pt x="5784" y="73988"/>
                  </a:lnTo>
                  <a:lnTo>
                    <a:pt x="2816" y="78569"/>
                  </a:lnTo>
                  <a:lnTo>
                    <a:pt x="0" y="83244"/>
                  </a:lnTo>
                  <a:lnTo>
                    <a:pt x="14457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4146" y="1405816"/>
              <a:ext cx="144574" cy="83923"/>
            </a:xfrm>
            <a:custGeom>
              <a:avLst/>
              <a:pathLst>
                <a:path w="144574" h="83923">
                  <a:moveTo>
                    <a:pt x="0" y="0"/>
                  </a:moveTo>
                  <a:lnTo>
                    <a:pt x="144574" y="83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21569" y="1361513"/>
              <a:ext cx="334299" cy="295392"/>
            </a:xfrm>
            <a:custGeom>
              <a:avLst/>
              <a:pathLst>
                <a:path w="334299" h="295392">
                  <a:moveTo>
                    <a:pt x="22576" y="44302"/>
                  </a:moveTo>
                  <a:lnTo>
                    <a:pt x="19984" y="48935"/>
                  </a:lnTo>
                  <a:lnTo>
                    <a:pt x="17540" y="53649"/>
                  </a:lnTo>
                  <a:lnTo>
                    <a:pt x="15247" y="58437"/>
                  </a:lnTo>
                  <a:lnTo>
                    <a:pt x="13108" y="63296"/>
                  </a:lnTo>
                  <a:lnTo>
                    <a:pt x="11124" y="68221"/>
                  </a:lnTo>
                  <a:lnTo>
                    <a:pt x="9297" y="73205"/>
                  </a:lnTo>
                  <a:lnTo>
                    <a:pt x="7629" y="78246"/>
                  </a:lnTo>
                  <a:lnTo>
                    <a:pt x="6123" y="83337"/>
                  </a:lnTo>
                  <a:lnTo>
                    <a:pt x="4778" y="88473"/>
                  </a:lnTo>
                  <a:lnTo>
                    <a:pt x="3598" y="93649"/>
                  </a:lnTo>
                  <a:lnTo>
                    <a:pt x="2582" y="98860"/>
                  </a:lnTo>
                  <a:lnTo>
                    <a:pt x="1733" y="104101"/>
                  </a:lnTo>
                  <a:lnTo>
                    <a:pt x="1050" y="109366"/>
                  </a:lnTo>
                  <a:lnTo>
                    <a:pt x="535" y="114650"/>
                  </a:lnTo>
                  <a:lnTo>
                    <a:pt x="188" y="119948"/>
                  </a:lnTo>
                  <a:lnTo>
                    <a:pt x="10" y="125254"/>
                  </a:lnTo>
                  <a:lnTo>
                    <a:pt x="0" y="130563"/>
                  </a:lnTo>
                  <a:lnTo>
                    <a:pt x="158" y="135870"/>
                  </a:lnTo>
                  <a:lnTo>
                    <a:pt x="485" y="141169"/>
                  </a:lnTo>
                  <a:lnTo>
                    <a:pt x="980" y="146455"/>
                  </a:lnTo>
                  <a:lnTo>
                    <a:pt x="1643" y="151722"/>
                  </a:lnTo>
                  <a:lnTo>
                    <a:pt x="2472" y="156966"/>
                  </a:lnTo>
                  <a:lnTo>
                    <a:pt x="3468" y="162181"/>
                  </a:lnTo>
                  <a:lnTo>
                    <a:pt x="4629" y="167362"/>
                  </a:lnTo>
                  <a:lnTo>
                    <a:pt x="5954" y="172503"/>
                  </a:lnTo>
                  <a:lnTo>
                    <a:pt x="7441" y="177599"/>
                  </a:lnTo>
                  <a:lnTo>
                    <a:pt x="9090" y="182646"/>
                  </a:lnTo>
                  <a:lnTo>
                    <a:pt x="10897" y="187638"/>
                  </a:lnTo>
                  <a:lnTo>
                    <a:pt x="12863" y="192570"/>
                  </a:lnTo>
                  <a:lnTo>
                    <a:pt x="14984" y="197437"/>
                  </a:lnTo>
                  <a:lnTo>
                    <a:pt x="17259" y="202234"/>
                  </a:lnTo>
                  <a:lnTo>
                    <a:pt x="19684" y="206957"/>
                  </a:lnTo>
                  <a:lnTo>
                    <a:pt x="22259" y="211600"/>
                  </a:lnTo>
                  <a:lnTo>
                    <a:pt x="24980" y="216159"/>
                  </a:lnTo>
                  <a:lnTo>
                    <a:pt x="27844" y="220629"/>
                  </a:lnTo>
                  <a:lnTo>
                    <a:pt x="30848" y="225006"/>
                  </a:lnTo>
                  <a:lnTo>
                    <a:pt x="33990" y="229286"/>
                  </a:lnTo>
                  <a:lnTo>
                    <a:pt x="37267" y="233463"/>
                  </a:lnTo>
                  <a:lnTo>
                    <a:pt x="40674" y="237535"/>
                  </a:lnTo>
                  <a:lnTo>
                    <a:pt x="44209" y="241496"/>
                  </a:lnTo>
                  <a:lnTo>
                    <a:pt x="47868" y="245343"/>
                  </a:lnTo>
                  <a:lnTo>
                    <a:pt x="51647" y="249072"/>
                  </a:lnTo>
                  <a:lnTo>
                    <a:pt x="55543" y="252679"/>
                  </a:lnTo>
                  <a:lnTo>
                    <a:pt x="59551" y="256160"/>
                  </a:lnTo>
                  <a:lnTo>
                    <a:pt x="63668" y="259512"/>
                  </a:lnTo>
                  <a:lnTo>
                    <a:pt x="67889" y="262732"/>
                  </a:lnTo>
                  <a:lnTo>
                    <a:pt x="72211" y="265816"/>
                  </a:lnTo>
                  <a:lnTo>
                    <a:pt x="76628" y="268762"/>
                  </a:lnTo>
                  <a:lnTo>
                    <a:pt x="81136" y="271565"/>
                  </a:lnTo>
                  <a:lnTo>
                    <a:pt x="85731" y="274225"/>
                  </a:lnTo>
                  <a:lnTo>
                    <a:pt x="90409" y="276736"/>
                  </a:lnTo>
                  <a:lnTo>
                    <a:pt x="95163" y="279099"/>
                  </a:lnTo>
                  <a:lnTo>
                    <a:pt x="99991" y="281308"/>
                  </a:lnTo>
                  <a:lnTo>
                    <a:pt x="104886" y="283364"/>
                  </a:lnTo>
                  <a:lnTo>
                    <a:pt x="109844" y="285263"/>
                  </a:lnTo>
                  <a:lnTo>
                    <a:pt x="114859" y="287003"/>
                  </a:lnTo>
                  <a:lnTo>
                    <a:pt x="119928" y="288584"/>
                  </a:lnTo>
                  <a:lnTo>
                    <a:pt x="125044" y="290003"/>
                  </a:lnTo>
                  <a:lnTo>
                    <a:pt x="130202" y="291258"/>
                  </a:lnTo>
                  <a:lnTo>
                    <a:pt x="135398" y="292349"/>
                  </a:lnTo>
                  <a:lnTo>
                    <a:pt x="140626" y="293275"/>
                  </a:lnTo>
                  <a:lnTo>
                    <a:pt x="145881" y="294034"/>
                  </a:lnTo>
                  <a:lnTo>
                    <a:pt x="151157" y="294626"/>
                  </a:lnTo>
                  <a:lnTo>
                    <a:pt x="156449" y="295050"/>
                  </a:lnTo>
                  <a:lnTo>
                    <a:pt x="161752" y="295305"/>
                  </a:lnTo>
                  <a:lnTo>
                    <a:pt x="167060" y="295392"/>
                  </a:lnTo>
                  <a:lnTo>
                    <a:pt x="172369" y="295311"/>
                  </a:lnTo>
                  <a:lnTo>
                    <a:pt x="177672" y="295061"/>
                  </a:lnTo>
                  <a:lnTo>
                    <a:pt x="182964" y="294643"/>
                  </a:lnTo>
                  <a:lnTo>
                    <a:pt x="188241" y="294057"/>
                  </a:lnTo>
                  <a:lnTo>
                    <a:pt x="193496" y="293303"/>
                  </a:lnTo>
                  <a:lnTo>
                    <a:pt x="198725" y="292383"/>
                  </a:lnTo>
                  <a:lnTo>
                    <a:pt x="203922" y="291298"/>
                  </a:lnTo>
                  <a:lnTo>
                    <a:pt x="209082" y="290048"/>
                  </a:lnTo>
                  <a:lnTo>
                    <a:pt x="214200" y="288635"/>
                  </a:lnTo>
                  <a:lnTo>
                    <a:pt x="219270" y="287060"/>
                  </a:lnTo>
                  <a:lnTo>
                    <a:pt x="224287" y="285325"/>
                  </a:lnTo>
                  <a:lnTo>
                    <a:pt x="229247" y="283431"/>
                  </a:lnTo>
                  <a:lnTo>
                    <a:pt x="234145" y="281381"/>
                  </a:lnTo>
                  <a:lnTo>
                    <a:pt x="238974" y="279176"/>
                  </a:lnTo>
                  <a:lnTo>
                    <a:pt x="243732" y="276819"/>
                  </a:lnTo>
                  <a:lnTo>
                    <a:pt x="248412" y="274313"/>
                  </a:lnTo>
                  <a:lnTo>
                    <a:pt x="253010" y="271659"/>
                  </a:lnTo>
                  <a:lnTo>
                    <a:pt x="257521" y="268860"/>
                  </a:lnTo>
                  <a:lnTo>
                    <a:pt x="261942" y="265919"/>
                  </a:lnTo>
                  <a:lnTo>
                    <a:pt x="266266" y="262839"/>
                  </a:lnTo>
                  <a:lnTo>
                    <a:pt x="270491" y="259624"/>
                  </a:lnTo>
                  <a:lnTo>
                    <a:pt x="274611" y="256276"/>
                  </a:lnTo>
                  <a:lnTo>
                    <a:pt x="278624" y="252799"/>
                  </a:lnTo>
                  <a:lnTo>
                    <a:pt x="282523" y="249197"/>
                  </a:lnTo>
                  <a:lnTo>
                    <a:pt x="286307" y="245472"/>
                  </a:lnTo>
                  <a:lnTo>
                    <a:pt x="289970" y="241629"/>
                  </a:lnTo>
                  <a:lnTo>
                    <a:pt x="293509" y="237672"/>
                  </a:lnTo>
                  <a:lnTo>
                    <a:pt x="296921" y="233604"/>
                  </a:lnTo>
                  <a:lnTo>
                    <a:pt x="300202" y="229430"/>
                  </a:lnTo>
                  <a:lnTo>
                    <a:pt x="303348" y="225154"/>
                  </a:lnTo>
                  <a:lnTo>
                    <a:pt x="306358" y="220780"/>
                  </a:lnTo>
                  <a:lnTo>
                    <a:pt x="309226" y="216313"/>
                  </a:lnTo>
                  <a:lnTo>
                    <a:pt x="311952" y="211757"/>
                  </a:lnTo>
                  <a:lnTo>
                    <a:pt x="314532" y="207116"/>
                  </a:lnTo>
                  <a:lnTo>
                    <a:pt x="316962" y="202396"/>
                  </a:lnTo>
                  <a:lnTo>
                    <a:pt x="319242" y="197602"/>
                  </a:lnTo>
                  <a:lnTo>
                    <a:pt x="321369" y="192737"/>
                  </a:lnTo>
                  <a:lnTo>
                    <a:pt x="323339" y="187807"/>
                  </a:lnTo>
                  <a:lnTo>
                    <a:pt x="325153" y="182817"/>
                  </a:lnTo>
                  <a:lnTo>
                    <a:pt x="326807" y="177772"/>
                  </a:lnTo>
                  <a:lnTo>
                    <a:pt x="328299" y="172677"/>
                  </a:lnTo>
                  <a:lnTo>
                    <a:pt x="329630" y="167538"/>
                  </a:lnTo>
                  <a:lnTo>
                    <a:pt x="330796" y="162358"/>
                  </a:lnTo>
                  <a:lnTo>
                    <a:pt x="331798" y="157144"/>
                  </a:lnTo>
                  <a:lnTo>
                    <a:pt x="332633" y="151901"/>
                  </a:lnTo>
                  <a:lnTo>
                    <a:pt x="333301" y="146635"/>
                  </a:lnTo>
                  <a:lnTo>
                    <a:pt x="333802" y="141349"/>
                  </a:lnTo>
                  <a:lnTo>
                    <a:pt x="334135" y="136050"/>
                  </a:lnTo>
                  <a:lnTo>
                    <a:pt x="334299" y="130744"/>
                  </a:lnTo>
                  <a:lnTo>
                    <a:pt x="334295" y="125435"/>
                  </a:lnTo>
                  <a:lnTo>
                    <a:pt x="334122" y="120128"/>
                  </a:lnTo>
                  <a:lnTo>
                    <a:pt x="333781" y="114830"/>
                  </a:lnTo>
                  <a:lnTo>
                    <a:pt x="333271" y="109546"/>
                  </a:lnTo>
                  <a:lnTo>
                    <a:pt x="332594" y="104280"/>
                  </a:lnTo>
                  <a:lnTo>
                    <a:pt x="331750" y="99038"/>
                  </a:lnTo>
                  <a:lnTo>
                    <a:pt x="330741" y="93826"/>
                  </a:lnTo>
                  <a:lnTo>
                    <a:pt x="329566" y="88649"/>
                  </a:lnTo>
                  <a:lnTo>
                    <a:pt x="328227" y="83511"/>
                  </a:lnTo>
                  <a:lnTo>
                    <a:pt x="326726" y="78419"/>
                  </a:lnTo>
                  <a:lnTo>
                    <a:pt x="325064" y="73376"/>
                  </a:lnTo>
                  <a:lnTo>
                    <a:pt x="323242" y="68389"/>
                  </a:lnTo>
                  <a:lnTo>
                    <a:pt x="321264" y="63463"/>
                  </a:lnTo>
                  <a:lnTo>
                    <a:pt x="319129" y="58602"/>
                  </a:lnTo>
                  <a:lnTo>
                    <a:pt x="316842" y="53811"/>
                  </a:lnTo>
                  <a:lnTo>
                    <a:pt x="314403" y="49095"/>
                  </a:lnTo>
                  <a:lnTo>
                    <a:pt x="311816" y="44459"/>
                  </a:lnTo>
                  <a:lnTo>
                    <a:pt x="309083" y="39907"/>
                  </a:lnTo>
                  <a:lnTo>
                    <a:pt x="306207" y="35444"/>
                  </a:lnTo>
                  <a:lnTo>
                    <a:pt x="303191" y="31075"/>
                  </a:lnTo>
                  <a:lnTo>
                    <a:pt x="300037" y="26804"/>
                  </a:lnTo>
                  <a:lnTo>
                    <a:pt x="296749" y="22636"/>
                  </a:lnTo>
                  <a:lnTo>
                    <a:pt x="293331" y="18573"/>
                  </a:lnTo>
                  <a:lnTo>
                    <a:pt x="289785" y="14622"/>
                  </a:lnTo>
                  <a:lnTo>
                    <a:pt x="286116" y="10785"/>
                  </a:lnTo>
                  <a:lnTo>
                    <a:pt x="282327" y="7066"/>
                  </a:lnTo>
                  <a:lnTo>
                    <a:pt x="278421" y="3470"/>
                  </a:lnTo>
                  <a:lnTo>
                    <a:pt x="274403" y="0"/>
                  </a:lnTo>
                  <a:lnTo>
                    <a:pt x="167151" y="128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107252" cy="167167"/>
            </a:xfrm>
            <a:custGeom>
              <a:avLst/>
              <a:pathLst>
                <a:path w="107252" h="167167">
                  <a:moveTo>
                    <a:pt x="107252" y="38941"/>
                  </a:moveTo>
                  <a:lnTo>
                    <a:pt x="102941" y="35455"/>
                  </a:lnTo>
                  <a:lnTo>
                    <a:pt x="98516" y="32114"/>
                  </a:lnTo>
                  <a:lnTo>
                    <a:pt x="93983" y="28921"/>
                  </a:lnTo>
                  <a:lnTo>
                    <a:pt x="89347" y="25880"/>
                  </a:lnTo>
                  <a:lnTo>
                    <a:pt x="84612" y="22994"/>
                  </a:lnTo>
                  <a:lnTo>
                    <a:pt x="79784" y="20268"/>
                  </a:lnTo>
                  <a:lnTo>
                    <a:pt x="74868" y="17703"/>
                  </a:lnTo>
                  <a:lnTo>
                    <a:pt x="69870" y="15302"/>
                  </a:lnTo>
                  <a:lnTo>
                    <a:pt x="64795" y="13068"/>
                  </a:lnTo>
                  <a:lnTo>
                    <a:pt x="59649" y="11004"/>
                  </a:lnTo>
                  <a:lnTo>
                    <a:pt x="54438" y="9112"/>
                  </a:lnTo>
                  <a:lnTo>
                    <a:pt x="49166" y="7393"/>
                  </a:lnTo>
                  <a:lnTo>
                    <a:pt x="43840" y="5851"/>
                  </a:lnTo>
                  <a:lnTo>
                    <a:pt x="38466" y="4485"/>
                  </a:lnTo>
                  <a:lnTo>
                    <a:pt x="33050" y="3299"/>
                  </a:lnTo>
                  <a:lnTo>
                    <a:pt x="27597" y="2293"/>
                  </a:lnTo>
                  <a:lnTo>
                    <a:pt x="22114" y="1469"/>
                  </a:lnTo>
                  <a:lnTo>
                    <a:pt x="16607" y="826"/>
                  </a:lnTo>
                  <a:lnTo>
                    <a:pt x="11081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89507" y="1681503"/>
              <a:ext cx="97017" cy="167167"/>
            </a:xfrm>
            <a:custGeom>
              <a:avLst/>
              <a:pathLst>
                <a:path w="97017" h="167167">
                  <a:moveTo>
                    <a:pt x="97017" y="0"/>
                  </a:moveTo>
                  <a:lnTo>
                    <a:pt x="91268" y="98"/>
                  </a:lnTo>
                  <a:lnTo>
                    <a:pt x="85525" y="395"/>
                  </a:lnTo>
                  <a:lnTo>
                    <a:pt x="79797" y="889"/>
                  </a:lnTo>
                  <a:lnTo>
                    <a:pt x="74088" y="1579"/>
                  </a:lnTo>
                  <a:lnTo>
                    <a:pt x="68407" y="2466"/>
                  </a:lnTo>
                  <a:lnTo>
                    <a:pt x="62760" y="3547"/>
                  </a:lnTo>
                  <a:lnTo>
                    <a:pt x="57153" y="4822"/>
                  </a:lnTo>
                  <a:lnTo>
                    <a:pt x="51593" y="6289"/>
                  </a:lnTo>
                  <a:lnTo>
                    <a:pt x="46087" y="7947"/>
                  </a:lnTo>
                  <a:lnTo>
                    <a:pt x="40641" y="9792"/>
                  </a:lnTo>
                  <a:lnTo>
                    <a:pt x="35262" y="11824"/>
                  </a:lnTo>
                  <a:lnTo>
                    <a:pt x="29956" y="14040"/>
                  </a:lnTo>
                  <a:lnTo>
                    <a:pt x="24730" y="16437"/>
                  </a:lnTo>
                  <a:lnTo>
                    <a:pt x="19589" y="19012"/>
                  </a:lnTo>
                  <a:lnTo>
                    <a:pt x="14539" y="21763"/>
                  </a:lnTo>
                  <a:lnTo>
                    <a:pt x="9587" y="24685"/>
                  </a:lnTo>
                  <a:lnTo>
                    <a:pt x="4739" y="27776"/>
                  </a:lnTo>
                  <a:lnTo>
                    <a:pt x="0" y="31033"/>
                  </a:lnTo>
                  <a:lnTo>
                    <a:pt x="9701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9507" y="171253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70149" y="31033"/>
                  </a:moveTo>
                  <a:lnTo>
                    <a:pt x="65891" y="34170"/>
                  </a:lnTo>
                  <a:lnTo>
                    <a:pt x="61734" y="37441"/>
                  </a:lnTo>
                  <a:lnTo>
                    <a:pt x="57682" y="40841"/>
                  </a:lnTo>
                  <a:lnTo>
                    <a:pt x="53741" y="44368"/>
                  </a:lnTo>
                  <a:lnTo>
                    <a:pt x="49912" y="48018"/>
                  </a:lnTo>
                  <a:lnTo>
                    <a:pt x="46201" y="51787"/>
                  </a:lnTo>
                  <a:lnTo>
                    <a:pt x="42612" y="55672"/>
                  </a:lnTo>
                  <a:lnTo>
                    <a:pt x="39147" y="59669"/>
                  </a:lnTo>
                  <a:lnTo>
                    <a:pt x="35810" y="63773"/>
                  </a:lnTo>
                  <a:lnTo>
                    <a:pt x="32604" y="67980"/>
                  </a:lnTo>
                  <a:lnTo>
                    <a:pt x="29534" y="72287"/>
                  </a:lnTo>
                  <a:lnTo>
                    <a:pt x="26601" y="76689"/>
                  </a:lnTo>
                  <a:lnTo>
                    <a:pt x="23809" y="81181"/>
                  </a:lnTo>
                  <a:lnTo>
                    <a:pt x="21160" y="85760"/>
                  </a:lnTo>
                  <a:lnTo>
                    <a:pt x="18658" y="90420"/>
                  </a:lnTo>
                  <a:lnTo>
                    <a:pt x="16304" y="95156"/>
                  </a:lnTo>
                  <a:lnTo>
                    <a:pt x="14101" y="99965"/>
                  </a:lnTo>
                  <a:lnTo>
                    <a:pt x="12052" y="104842"/>
                  </a:lnTo>
                  <a:lnTo>
                    <a:pt x="10158" y="109780"/>
                  </a:lnTo>
                  <a:lnTo>
                    <a:pt x="8421" y="114776"/>
                  </a:lnTo>
                  <a:lnTo>
                    <a:pt x="6843" y="119825"/>
                  </a:lnTo>
                  <a:lnTo>
                    <a:pt x="5425" y="124921"/>
                  </a:lnTo>
                  <a:lnTo>
                    <a:pt x="4170" y="130059"/>
                  </a:lnTo>
                  <a:lnTo>
                    <a:pt x="3077" y="135234"/>
                  </a:lnTo>
                  <a:lnTo>
                    <a:pt x="2149" y="140441"/>
                  </a:lnTo>
                  <a:lnTo>
                    <a:pt x="1386" y="145676"/>
                  </a:lnTo>
                  <a:lnTo>
                    <a:pt x="789" y="150931"/>
                  </a:lnTo>
                  <a:lnTo>
                    <a:pt x="359" y="156203"/>
                  </a:lnTo>
                  <a:lnTo>
                    <a:pt x="96" y="161486"/>
                  </a:lnTo>
                  <a:lnTo>
                    <a:pt x="0" y="166774"/>
                  </a:lnTo>
                  <a:lnTo>
                    <a:pt x="71" y="172063"/>
                  </a:lnTo>
                  <a:lnTo>
                    <a:pt x="309" y="177347"/>
                  </a:lnTo>
                  <a:lnTo>
                    <a:pt x="715" y="182621"/>
                  </a:lnTo>
                  <a:lnTo>
                    <a:pt x="1287" y="187879"/>
                  </a:lnTo>
                  <a:lnTo>
                    <a:pt x="2025" y="193117"/>
                  </a:lnTo>
                  <a:lnTo>
                    <a:pt x="2929" y="198329"/>
                  </a:lnTo>
                  <a:lnTo>
                    <a:pt x="3997" y="203509"/>
                  </a:lnTo>
                  <a:lnTo>
                    <a:pt x="5229" y="208653"/>
                  </a:lnTo>
                  <a:lnTo>
                    <a:pt x="6622" y="213756"/>
                  </a:lnTo>
                  <a:lnTo>
                    <a:pt x="8177" y="218811"/>
                  </a:lnTo>
                  <a:lnTo>
                    <a:pt x="9890" y="223816"/>
                  </a:lnTo>
                  <a:lnTo>
                    <a:pt x="11761" y="228763"/>
                  </a:lnTo>
                  <a:lnTo>
                    <a:pt x="13787" y="233649"/>
                  </a:lnTo>
                  <a:lnTo>
                    <a:pt x="15968" y="238468"/>
                  </a:lnTo>
                  <a:lnTo>
                    <a:pt x="18299" y="243216"/>
                  </a:lnTo>
                  <a:lnTo>
                    <a:pt x="20780" y="247887"/>
                  </a:lnTo>
                  <a:lnTo>
                    <a:pt x="23407" y="252478"/>
                  </a:lnTo>
                  <a:lnTo>
                    <a:pt x="26178" y="256984"/>
                  </a:lnTo>
                  <a:lnTo>
                    <a:pt x="29090" y="261399"/>
                  </a:lnTo>
                  <a:lnTo>
                    <a:pt x="32140" y="265721"/>
                  </a:lnTo>
                  <a:lnTo>
                    <a:pt x="35326" y="269943"/>
                  </a:lnTo>
                  <a:lnTo>
                    <a:pt x="38643" y="274063"/>
                  </a:lnTo>
                  <a:lnTo>
                    <a:pt x="42089" y="278075"/>
                  </a:lnTo>
                  <a:lnTo>
                    <a:pt x="45661" y="281977"/>
                  </a:lnTo>
                  <a:lnTo>
                    <a:pt x="49354" y="285764"/>
                  </a:lnTo>
                  <a:lnTo>
                    <a:pt x="53165" y="289431"/>
                  </a:lnTo>
                  <a:lnTo>
                    <a:pt x="57090" y="292977"/>
                  </a:lnTo>
                  <a:lnTo>
                    <a:pt x="61126" y="296396"/>
                  </a:lnTo>
                  <a:lnTo>
                    <a:pt x="65267" y="299687"/>
                  </a:lnTo>
                  <a:lnTo>
                    <a:pt x="69511" y="302844"/>
                  </a:lnTo>
                  <a:lnTo>
                    <a:pt x="73852" y="305866"/>
                  </a:lnTo>
                  <a:lnTo>
                    <a:pt x="78287" y="308749"/>
                  </a:lnTo>
                  <a:lnTo>
                    <a:pt x="82811" y="311490"/>
                  </a:lnTo>
                  <a:lnTo>
                    <a:pt x="87419" y="314086"/>
                  </a:lnTo>
                  <a:lnTo>
                    <a:pt x="92107" y="316536"/>
                  </a:lnTo>
                  <a:lnTo>
                    <a:pt x="96870" y="318835"/>
                  </a:lnTo>
                  <a:lnTo>
                    <a:pt x="101704" y="320984"/>
                  </a:lnTo>
                  <a:lnTo>
                    <a:pt x="106603" y="322978"/>
                  </a:lnTo>
                  <a:lnTo>
                    <a:pt x="111562" y="324816"/>
                  </a:lnTo>
                  <a:lnTo>
                    <a:pt x="116578" y="326496"/>
                  </a:lnTo>
                  <a:lnTo>
                    <a:pt x="121644" y="328017"/>
                  </a:lnTo>
                  <a:lnTo>
                    <a:pt x="126755" y="329376"/>
                  </a:lnTo>
                  <a:lnTo>
                    <a:pt x="131908" y="330574"/>
                  </a:lnTo>
                  <a:lnTo>
                    <a:pt x="137095" y="331607"/>
                  </a:lnTo>
                  <a:lnTo>
                    <a:pt x="142312" y="332476"/>
                  </a:lnTo>
                  <a:lnTo>
                    <a:pt x="147555" y="333180"/>
                  </a:lnTo>
                  <a:lnTo>
                    <a:pt x="152817" y="333717"/>
                  </a:lnTo>
                  <a:lnTo>
                    <a:pt x="158093" y="334088"/>
                  </a:lnTo>
                  <a:lnTo>
                    <a:pt x="163379" y="334291"/>
                  </a:lnTo>
                  <a:lnTo>
                    <a:pt x="168668" y="334328"/>
                  </a:lnTo>
                  <a:lnTo>
                    <a:pt x="173956" y="334196"/>
                  </a:lnTo>
                  <a:lnTo>
                    <a:pt x="179237" y="333898"/>
                  </a:lnTo>
                  <a:lnTo>
                    <a:pt x="184506" y="333433"/>
                  </a:lnTo>
                  <a:lnTo>
                    <a:pt x="189757" y="332801"/>
                  </a:lnTo>
                  <a:lnTo>
                    <a:pt x="194986" y="332003"/>
                  </a:lnTo>
                  <a:lnTo>
                    <a:pt x="200187" y="331041"/>
                  </a:lnTo>
                  <a:lnTo>
                    <a:pt x="205355" y="329914"/>
                  </a:lnTo>
                  <a:lnTo>
                    <a:pt x="210485" y="328624"/>
                  </a:lnTo>
                  <a:lnTo>
                    <a:pt x="215571" y="327173"/>
                  </a:lnTo>
                  <a:lnTo>
                    <a:pt x="220609" y="325562"/>
                  </a:lnTo>
                  <a:lnTo>
                    <a:pt x="225593" y="323791"/>
                  </a:lnTo>
                  <a:lnTo>
                    <a:pt x="230519" y="321865"/>
                  </a:lnTo>
                  <a:lnTo>
                    <a:pt x="235382" y="319783"/>
                  </a:lnTo>
                  <a:lnTo>
                    <a:pt x="240176" y="317548"/>
                  </a:lnTo>
                  <a:lnTo>
                    <a:pt x="244897" y="315163"/>
                  </a:lnTo>
                  <a:lnTo>
                    <a:pt x="249540" y="312630"/>
                  </a:lnTo>
                  <a:lnTo>
                    <a:pt x="254101" y="309951"/>
                  </a:lnTo>
                  <a:lnTo>
                    <a:pt x="258575" y="307129"/>
                  </a:lnTo>
                  <a:lnTo>
                    <a:pt x="262957" y="304167"/>
                  </a:lnTo>
                  <a:lnTo>
                    <a:pt x="267244" y="301068"/>
                  </a:lnTo>
                  <a:lnTo>
                    <a:pt x="271430" y="297835"/>
                  </a:lnTo>
                  <a:lnTo>
                    <a:pt x="275512" y="294471"/>
                  </a:lnTo>
                  <a:lnTo>
                    <a:pt x="279485" y="290979"/>
                  </a:lnTo>
                  <a:lnTo>
                    <a:pt x="283346" y="287364"/>
                  </a:lnTo>
                  <a:lnTo>
                    <a:pt x="287090" y="283628"/>
                  </a:lnTo>
                  <a:lnTo>
                    <a:pt x="290715" y="279776"/>
                  </a:lnTo>
                  <a:lnTo>
                    <a:pt x="294216" y="275811"/>
                  </a:lnTo>
                  <a:lnTo>
                    <a:pt x="297589" y="271737"/>
                  </a:lnTo>
                  <a:lnTo>
                    <a:pt x="300832" y="267558"/>
                  </a:lnTo>
                  <a:lnTo>
                    <a:pt x="303941" y="263279"/>
                  </a:lnTo>
                  <a:lnTo>
                    <a:pt x="306914" y="258904"/>
                  </a:lnTo>
                  <a:lnTo>
                    <a:pt x="309746" y="254437"/>
                  </a:lnTo>
                  <a:lnTo>
                    <a:pt x="312436" y="249882"/>
                  </a:lnTo>
                  <a:lnTo>
                    <a:pt x="314980" y="245245"/>
                  </a:lnTo>
                  <a:lnTo>
                    <a:pt x="317376" y="240529"/>
                  </a:lnTo>
                  <a:lnTo>
                    <a:pt x="319622" y="235741"/>
                  </a:lnTo>
                  <a:lnTo>
                    <a:pt x="321715" y="230883"/>
                  </a:lnTo>
                  <a:lnTo>
                    <a:pt x="323653" y="225962"/>
                  </a:lnTo>
                  <a:lnTo>
                    <a:pt x="325435" y="220981"/>
                  </a:lnTo>
                  <a:lnTo>
                    <a:pt x="327058" y="215947"/>
                  </a:lnTo>
                  <a:lnTo>
                    <a:pt x="328522" y="210864"/>
                  </a:lnTo>
                  <a:lnTo>
                    <a:pt x="329823" y="205738"/>
                  </a:lnTo>
                  <a:lnTo>
                    <a:pt x="330962" y="200572"/>
                  </a:lnTo>
                  <a:lnTo>
                    <a:pt x="331937" y="195373"/>
                  </a:lnTo>
                  <a:lnTo>
                    <a:pt x="332747" y="190146"/>
                  </a:lnTo>
                  <a:lnTo>
                    <a:pt x="333391" y="184896"/>
                  </a:lnTo>
                  <a:lnTo>
                    <a:pt x="333869" y="179629"/>
                  </a:lnTo>
                  <a:lnTo>
                    <a:pt x="334180" y="174348"/>
                  </a:lnTo>
                  <a:lnTo>
                    <a:pt x="334323" y="169061"/>
                  </a:lnTo>
                  <a:lnTo>
                    <a:pt x="334299" y="163772"/>
                  </a:lnTo>
                  <a:lnTo>
                    <a:pt x="334108" y="158486"/>
                  </a:lnTo>
                  <a:lnTo>
                    <a:pt x="333750" y="153208"/>
                  </a:lnTo>
                  <a:lnTo>
                    <a:pt x="333225" y="147945"/>
                  </a:lnTo>
                  <a:lnTo>
                    <a:pt x="332534" y="142701"/>
                  </a:lnTo>
                  <a:lnTo>
                    <a:pt x="331677" y="137482"/>
                  </a:lnTo>
                  <a:lnTo>
                    <a:pt x="330656" y="132292"/>
                  </a:lnTo>
                  <a:lnTo>
                    <a:pt x="329470" y="127137"/>
                  </a:lnTo>
                  <a:lnTo>
                    <a:pt x="328123" y="122022"/>
                  </a:lnTo>
                  <a:lnTo>
                    <a:pt x="326614" y="116953"/>
                  </a:lnTo>
                  <a:lnTo>
                    <a:pt x="324945" y="111933"/>
                  </a:lnTo>
                  <a:lnTo>
                    <a:pt x="323119" y="106969"/>
                  </a:lnTo>
                  <a:lnTo>
                    <a:pt x="321136" y="102065"/>
                  </a:lnTo>
                  <a:lnTo>
                    <a:pt x="319000" y="97227"/>
                  </a:lnTo>
                  <a:lnTo>
                    <a:pt x="316711" y="92458"/>
                  </a:lnTo>
                  <a:lnTo>
                    <a:pt x="314273" y="87764"/>
                  </a:lnTo>
                  <a:lnTo>
                    <a:pt x="311687" y="83150"/>
                  </a:lnTo>
                  <a:lnTo>
                    <a:pt x="308956" y="78620"/>
                  </a:lnTo>
                  <a:lnTo>
                    <a:pt x="306084" y="74178"/>
                  </a:lnTo>
                  <a:lnTo>
                    <a:pt x="303073" y="69830"/>
                  </a:lnTo>
                  <a:lnTo>
                    <a:pt x="299925" y="65579"/>
                  </a:lnTo>
                  <a:lnTo>
                    <a:pt x="296645" y="61430"/>
                  </a:lnTo>
                  <a:lnTo>
                    <a:pt x="293235" y="57386"/>
                  </a:lnTo>
                  <a:lnTo>
                    <a:pt x="289698" y="53453"/>
                  </a:lnTo>
                  <a:lnTo>
                    <a:pt x="286039" y="49633"/>
                  </a:lnTo>
                  <a:lnTo>
                    <a:pt x="282262" y="45931"/>
                  </a:lnTo>
                  <a:lnTo>
                    <a:pt x="278368" y="42351"/>
                  </a:lnTo>
                  <a:lnTo>
                    <a:pt x="274364" y="38895"/>
                  </a:lnTo>
                  <a:lnTo>
                    <a:pt x="270252" y="35568"/>
                  </a:lnTo>
                  <a:lnTo>
                    <a:pt x="266037" y="32372"/>
                  </a:lnTo>
                  <a:lnTo>
                    <a:pt x="261723" y="29312"/>
                  </a:lnTo>
                  <a:lnTo>
                    <a:pt x="257314" y="26389"/>
                  </a:lnTo>
                  <a:lnTo>
                    <a:pt x="252815" y="23608"/>
                  </a:lnTo>
                  <a:lnTo>
                    <a:pt x="248231" y="20970"/>
                  </a:lnTo>
                  <a:lnTo>
                    <a:pt x="243565" y="18478"/>
                  </a:lnTo>
                  <a:lnTo>
                    <a:pt x="238822" y="16136"/>
                  </a:lnTo>
                  <a:lnTo>
                    <a:pt x="234008" y="13944"/>
                  </a:lnTo>
                  <a:lnTo>
                    <a:pt x="229127" y="11907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3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1011" y="2126963"/>
              <a:ext cx="130276" cy="167167"/>
            </a:xfrm>
            <a:custGeom>
              <a:avLst/>
              <a:pathLst>
                <a:path w="130276" h="167167">
                  <a:moveTo>
                    <a:pt x="130276" y="0"/>
                  </a:moveTo>
                  <a:lnTo>
                    <a:pt x="124745" y="91"/>
                  </a:lnTo>
                  <a:lnTo>
                    <a:pt x="119219" y="366"/>
                  </a:lnTo>
                  <a:lnTo>
                    <a:pt x="113706" y="823"/>
                  </a:lnTo>
                  <a:lnTo>
                    <a:pt x="108211" y="1462"/>
                  </a:lnTo>
                  <a:lnTo>
                    <a:pt x="102740" y="2283"/>
                  </a:lnTo>
                  <a:lnTo>
                    <a:pt x="97299" y="3284"/>
                  </a:lnTo>
                  <a:lnTo>
                    <a:pt x="91894" y="4465"/>
                  </a:lnTo>
                  <a:lnTo>
                    <a:pt x="86532" y="5825"/>
                  </a:lnTo>
                  <a:lnTo>
                    <a:pt x="81217" y="7360"/>
                  </a:lnTo>
                  <a:lnTo>
                    <a:pt x="75956" y="9071"/>
                  </a:lnTo>
                  <a:lnTo>
                    <a:pt x="70754" y="10955"/>
                  </a:lnTo>
                  <a:lnTo>
                    <a:pt x="65618" y="13010"/>
                  </a:lnTo>
                  <a:lnTo>
                    <a:pt x="60552" y="15234"/>
                  </a:lnTo>
                  <a:lnTo>
                    <a:pt x="55563" y="17625"/>
                  </a:lnTo>
                  <a:lnTo>
                    <a:pt x="50656" y="20179"/>
                  </a:lnTo>
                  <a:lnTo>
                    <a:pt x="45836" y="22894"/>
                  </a:lnTo>
                  <a:lnTo>
                    <a:pt x="41108" y="25767"/>
                  </a:lnTo>
                  <a:lnTo>
                    <a:pt x="36478" y="28795"/>
                  </a:lnTo>
                  <a:lnTo>
                    <a:pt x="31951" y="31974"/>
                  </a:lnTo>
                  <a:lnTo>
                    <a:pt x="27531" y="35302"/>
                  </a:lnTo>
                  <a:lnTo>
                    <a:pt x="23224" y="38774"/>
                  </a:lnTo>
                  <a:lnTo>
                    <a:pt x="19034" y="42386"/>
                  </a:lnTo>
                  <a:lnTo>
                    <a:pt x="14966" y="46136"/>
                  </a:lnTo>
                  <a:lnTo>
                    <a:pt x="11024" y="50018"/>
                  </a:lnTo>
                  <a:lnTo>
                    <a:pt x="7213" y="54028"/>
                  </a:lnTo>
                  <a:lnTo>
                    <a:pt x="3537" y="58162"/>
                  </a:lnTo>
                  <a:lnTo>
                    <a:pt x="0" y="62415"/>
                  </a:lnTo>
                  <a:lnTo>
                    <a:pt x="1302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51011" y="2189379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14128" y="2128088"/>
              <a:ext cx="334322" cy="333204"/>
            </a:xfrm>
            <a:custGeom>
              <a:avLst/>
              <a:pathLst>
                <a:path w="334322" h="333204">
                  <a:moveTo>
                    <a:pt x="36882" y="61290"/>
                  </a:moveTo>
                  <a:lnTo>
                    <a:pt x="33620" y="65481"/>
                  </a:lnTo>
                  <a:lnTo>
                    <a:pt x="30494" y="69773"/>
                  </a:lnTo>
                  <a:lnTo>
                    <a:pt x="27505" y="74162"/>
                  </a:lnTo>
                  <a:lnTo>
                    <a:pt x="24657" y="78645"/>
                  </a:lnTo>
                  <a:lnTo>
                    <a:pt x="21953" y="83215"/>
                  </a:lnTo>
                  <a:lnTo>
                    <a:pt x="19395" y="87869"/>
                  </a:lnTo>
                  <a:lnTo>
                    <a:pt x="16987" y="92602"/>
                  </a:lnTo>
                  <a:lnTo>
                    <a:pt x="14730" y="97409"/>
                  </a:lnTo>
                  <a:lnTo>
                    <a:pt x="12627" y="102285"/>
                  </a:lnTo>
                  <a:lnTo>
                    <a:pt x="10680" y="107225"/>
                  </a:lnTo>
                  <a:lnTo>
                    <a:pt x="8891" y="112225"/>
                  </a:lnTo>
                  <a:lnTo>
                    <a:pt x="7261" y="117279"/>
                  </a:lnTo>
                  <a:lnTo>
                    <a:pt x="5793" y="122383"/>
                  </a:lnTo>
                  <a:lnTo>
                    <a:pt x="4488" y="127530"/>
                  </a:lnTo>
                  <a:lnTo>
                    <a:pt x="3346" y="132716"/>
                  </a:lnTo>
                  <a:lnTo>
                    <a:pt x="2371" y="137936"/>
                  </a:lnTo>
                  <a:lnTo>
                    <a:pt x="1561" y="143185"/>
                  </a:lnTo>
                  <a:lnTo>
                    <a:pt x="919" y="148456"/>
                  </a:lnTo>
                  <a:lnTo>
                    <a:pt x="444" y="153745"/>
                  </a:lnTo>
                  <a:lnTo>
                    <a:pt x="137" y="159047"/>
                  </a:lnTo>
                  <a:lnTo>
                    <a:pt x="0" y="164355"/>
                  </a:lnTo>
                  <a:lnTo>
                    <a:pt x="30" y="169666"/>
                  </a:lnTo>
                  <a:lnTo>
                    <a:pt x="230" y="174972"/>
                  </a:lnTo>
                  <a:lnTo>
                    <a:pt x="598" y="180270"/>
                  </a:lnTo>
                  <a:lnTo>
                    <a:pt x="1134" y="185553"/>
                  </a:lnTo>
                  <a:lnTo>
                    <a:pt x="1837" y="190817"/>
                  </a:lnTo>
                  <a:lnTo>
                    <a:pt x="2707" y="196055"/>
                  </a:lnTo>
                  <a:lnTo>
                    <a:pt x="3744" y="201264"/>
                  </a:lnTo>
                  <a:lnTo>
                    <a:pt x="4945" y="206436"/>
                  </a:lnTo>
                  <a:lnTo>
                    <a:pt x="6310" y="211568"/>
                  </a:lnTo>
                  <a:lnTo>
                    <a:pt x="7837" y="216654"/>
                  </a:lnTo>
                  <a:lnTo>
                    <a:pt x="9525" y="221689"/>
                  </a:lnTo>
                  <a:lnTo>
                    <a:pt x="11372" y="226668"/>
                  </a:lnTo>
                  <a:lnTo>
                    <a:pt x="13376" y="231586"/>
                  </a:lnTo>
                  <a:lnTo>
                    <a:pt x="15536" y="236437"/>
                  </a:lnTo>
                  <a:lnTo>
                    <a:pt x="17848" y="241218"/>
                  </a:lnTo>
                  <a:lnTo>
                    <a:pt x="20311" y="245922"/>
                  </a:lnTo>
                  <a:lnTo>
                    <a:pt x="22923" y="250546"/>
                  </a:lnTo>
                  <a:lnTo>
                    <a:pt x="25680" y="255085"/>
                  </a:lnTo>
                  <a:lnTo>
                    <a:pt x="28579" y="259534"/>
                  </a:lnTo>
                  <a:lnTo>
                    <a:pt x="31619" y="263888"/>
                  </a:lnTo>
                  <a:lnTo>
                    <a:pt x="34795" y="268144"/>
                  </a:lnTo>
                  <a:lnTo>
                    <a:pt x="38105" y="272297"/>
                  </a:lnTo>
                  <a:lnTo>
                    <a:pt x="41545" y="276342"/>
                  </a:lnTo>
                  <a:lnTo>
                    <a:pt x="45112" y="280276"/>
                  </a:lnTo>
                  <a:lnTo>
                    <a:pt x="48802" y="284095"/>
                  </a:lnTo>
                  <a:lnTo>
                    <a:pt x="52611" y="287795"/>
                  </a:lnTo>
                  <a:lnTo>
                    <a:pt x="56536" y="291372"/>
                  </a:lnTo>
                  <a:lnTo>
                    <a:pt x="60573" y="294822"/>
                  </a:lnTo>
                  <a:lnTo>
                    <a:pt x="64717" y="298143"/>
                  </a:lnTo>
                  <a:lnTo>
                    <a:pt x="68965" y="301330"/>
                  </a:lnTo>
                  <a:lnTo>
                    <a:pt x="73311" y="304381"/>
                  </a:lnTo>
                  <a:lnTo>
                    <a:pt x="77753" y="307292"/>
                  </a:lnTo>
                  <a:lnTo>
                    <a:pt x="82284" y="310060"/>
                  </a:lnTo>
                  <a:lnTo>
                    <a:pt x="86902" y="312683"/>
                  </a:lnTo>
                  <a:lnTo>
                    <a:pt x="91600" y="315159"/>
                  </a:lnTo>
                  <a:lnTo>
                    <a:pt x="96374" y="317483"/>
                  </a:lnTo>
                  <a:lnTo>
                    <a:pt x="101220" y="319655"/>
                  </a:lnTo>
                  <a:lnTo>
                    <a:pt x="106133" y="321672"/>
                  </a:lnTo>
                  <a:lnTo>
                    <a:pt x="111107" y="323532"/>
                  </a:lnTo>
                  <a:lnTo>
                    <a:pt x="116137" y="325233"/>
                  </a:lnTo>
                  <a:lnTo>
                    <a:pt x="121220" y="326773"/>
                  </a:lnTo>
                  <a:lnTo>
                    <a:pt x="126348" y="328151"/>
                  </a:lnTo>
                  <a:lnTo>
                    <a:pt x="131518" y="329366"/>
                  </a:lnTo>
                  <a:lnTo>
                    <a:pt x="136723" y="330415"/>
                  </a:lnTo>
                  <a:lnTo>
                    <a:pt x="141960" y="331299"/>
                  </a:lnTo>
                  <a:lnTo>
                    <a:pt x="147221" y="332016"/>
                  </a:lnTo>
                  <a:lnTo>
                    <a:pt x="152503" y="332565"/>
                  </a:lnTo>
                  <a:lnTo>
                    <a:pt x="157800" y="332947"/>
                  </a:lnTo>
                  <a:lnTo>
                    <a:pt x="163106" y="333160"/>
                  </a:lnTo>
                  <a:lnTo>
                    <a:pt x="168416" y="333204"/>
                  </a:lnTo>
                  <a:lnTo>
                    <a:pt x="173725" y="333080"/>
                  </a:lnTo>
                  <a:lnTo>
                    <a:pt x="179027" y="332787"/>
                  </a:lnTo>
                  <a:lnTo>
                    <a:pt x="184318" y="332326"/>
                  </a:lnTo>
                  <a:lnTo>
                    <a:pt x="189591" y="331697"/>
                  </a:lnTo>
                  <a:lnTo>
                    <a:pt x="194841" y="330901"/>
                  </a:lnTo>
                  <a:lnTo>
                    <a:pt x="200063" y="329939"/>
                  </a:lnTo>
                  <a:lnTo>
                    <a:pt x="205253" y="328811"/>
                  </a:lnTo>
                  <a:lnTo>
                    <a:pt x="210403" y="327519"/>
                  </a:lnTo>
                  <a:lnTo>
                    <a:pt x="215511" y="326064"/>
                  </a:lnTo>
                  <a:lnTo>
                    <a:pt x="220569" y="324447"/>
                  </a:lnTo>
                  <a:lnTo>
                    <a:pt x="225573" y="322671"/>
                  </a:lnTo>
                  <a:lnTo>
                    <a:pt x="230519" y="320736"/>
                  </a:lnTo>
                  <a:lnTo>
                    <a:pt x="235400" y="318646"/>
                  </a:lnTo>
                  <a:lnTo>
                    <a:pt x="240213" y="316401"/>
                  </a:lnTo>
                  <a:lnTo>
                    <a:pt x="244952" y="314005"/>
                  </a:lnTo>
                  <a:lnTo>
                    <a:pt x="249613" y="311459"/>
                  </a:lnTo>
                  <a:lnTo>
                    <a:pt x="254190" y="308767"/>
                  </a:lnTo>
                  <a:lnTo>
                    <a:pt x="258679" y="305930"/>
                  </a:lnTo>
                  <a:lnTo>
                    <a:pt x="263076" y="302953"/>
                  </a:lnTo>
                  <a:lnTo>
                    <a:pt x="267377" y="299837"/>
                  </a:lnTo>
                  <a:lnTo>
                    <a:pt x="271576" y="296587"/>
                  </a:lnTo>
                  <a:lnTo>
                    <a:pt x="275670" y="293204"/>
                  </a:lnTo>
                  <a:lnTo>
                    <a:pt x="279654" y="289693"/>
                  </a:lnTo>
                  <a:lnTo>
                    <a:pt x="283525" y="286058"/>
                  </a:lnTo>
                  <a:lnTo>
                    <a:pt x="287278" y="282301"/>
                  </a:lnTo>
                  <a:lnTo>
                    <a:pt x="290910" y="278427"/>
                  </a:lnTo>
                  <a:lnTo>
                    <a:pt x="294417" y="274440"/>
                  </a:lnTo>
                  <a:lnTo>
                    <a:pt x="297796" y="270343"/>
                  </a:lnTo>
                  <a:lnTo>
                    <a:pt x="301043" y="266141"/>
                  </a:lnTo>
                  <a:lnTo>
                    <a:pt x="304155" y="261838"/>
                  </a:lnTo>
                  <a:lnTo>
                    <a:pt x="307129" y="257438"/>
                  </a:lnTo>
                  <a:lnTo>
                    <a:pt x="309961" y="252946"/>
                  </a:lnTo>
                  <a:lnTo>
                    <a:pt x="312649" y="248366"/>
                  </a:lnTo>
                  <a:lnTo>
                    <a:pt x="315191" y="243704"/>
                  </a:lnTo>
                  <a:lnTo>
                    <a:pt x="317583" y="238963"/>
                  </a:lnTo>
                  <a:lnTo>
                    <a:pt x="319823" y="234148"/>
                  </a:lnTo>
                  <a:lnTo>
                    <a:pt x="321909" y="229264"/>
                  </a:lnTo>
                  <a:lnTo>
                    <a:pt x="323839" y="224317"/>
                  </a:lnTo>
                  <a:lnTo>
                    <a:pt x="325611" y="219311"/>
                  </a:lnTo>
                  <a:lnTo>
                    <a:pt x="327223" y="214251"/>
                  </a:lnTo>
                  <a:lnTo>
                    <a:pt x="328674" y="209143"/>
                  </a:lnTo>
                  <a:lnTo>
                    <a:pt x="329961" y="203991"/>
                  </a:lnTo>
                  <a:lnTo>
                    <a:pt x="331085" y="198801"/>
                  </a:lnTo>
                  <a:lnTo>
                    <a:pt x="332042" y="193577"/>
                  </a:lnTo>
                  <a:lnTo>
                    <a:pt x="332834" y="188326"/>
                  </a:lnTo>
                  <a:lnTo>
                    <a:pt x="333458" y="183053"/>
                  </a:lnTo>
                  <a:lnTo>
                    <a:pt x="333914" y="177762"/>
                  </a:lnTo>
                  <a:lnTo>
                    <a:pt x="334203" y="172460"/>
                  </a:lnTo>
                  <a:lnTo>
                    <a:pt x="334322" y="167151"/>
                  </a:lnTo>
                  <a:lnTo>
                    <a:pt x="334273" y="161840"/>
                  </a:lnTo>
                  <a:lnTo>
                    <a:pt x="334055" y="156534"/>
                  </a:lnTo>
                  <a:lnTo>
                    <a:pt x="333669" y="151238"/>
                  </a:lnTo>
                  <a:lnTo>
                    <a:pt x="333115" y="145957"/>
                  </a:lnTo>
                  <a:lnTo>
                    <a:pt x="332393" y="140696"/>
                  </a:lnTo>
                  <a:lnTo>
                    <a:pt x="331505" y="135460"/>
                  </a:lnTo>
                  <a:lnTo>
                    <a:pt x="330451" y="130255"/>
                  </a:lnTo>
                  <a:lnTo>
                    <a:pt x="329231" y="125087"/>
                  </a:lnTo>
                  <a:lnTo>
                    <a:pt x="327849" y="119960"/>
                  </a:lnTo>
                  <a:lnTo>
                    <a:pt x="326304" y="114879"/>
                  </a:lnTo>
                  <a:lnTo>
                    <a:pt x="324599" y="109850"/>
                  </a:lnTo>
                  <a:lnTo>
                    <a:pt x="322734" y="104877"/>
                  </a:lnTo>
                  <a:lnTo>
                    <a:pt x="320713" y="99967"/>
                  </a:lnTo>
                  <a:lnTo>
                    <a:pt x="318537" y="95123"/>
                  </a:lnTo>
                  <a:lnTo>
                    <a:pt x="316208" y="90350"/>
                  </a:lnTo>
                  <a:lnTo>
                    <a:pt x="313729" y="85654"/>
                  </a:lnTo>
                  <a:lnTo>
                    <a:pt x="311101" y="81039"/>
                  </a:lnTo>
                  <a:lnTo>
                    <a:pt x="308329" y="76510"/>
                  </a:lnTo>
                  <a:lnTo>
                    <a:pt x="305414" y="72071"/>
                  </a:lnTo>
                  <a:lnTo>
                    <a:pt x="302359" y="67728"/>
                  </a:lnTo>
                  <a:lnTo>
                    <a:pt x="299168" y="63483"/>
                  </a:lnTo>
                  <a:lnTo>
                    <a:pt x="295844" y="59342"/>
                  </a:lnTo>
                  <a:lnTo>
                    <a:pt x="292390" y="55308"/>
                  </a:lnTo>
                  <a:lnTo>
                    <a:pt x="288810" y="51386"/>
                  </a:lnTo>
                  <a:lnTo>
                    <a:pt x="285107" y="47580"/>
                  </a:lnTo>
                  <a:lnTo>
                    <a:pt x="281284" y="43893"/>
                  </a:lnTo>
                  <a:lnTo>
                    <a:pt x="277347" y="40330"/>
                  </a:lnTo>
                  <a:lnTo>
                    <a:pt x="273299" y="36894"/>
                  </a:lnTo>
                  <a:lnTo>
                    <a:pt x="269143" y="33587"/>
                  </a:lnTo>
                  <a:lnTo>
                    <a:pt x="264884" y="30415"/>
                  </a:lnTo>
                  <a:lnTo>
                    <a:pt x="260527" y="27379"/>
                  </a:lnTo>
                  <a:lnTo>
                    <a:pt x="256076" y="24484"/>
                  </a:lnTo>
                  <a:lnTo>
                    <a:pt x="251535" y="21731"/>
                  </a:lnTo>
                  <a:lnTo>
                    <a:pt x="246908" y="19124"/>
                  </a:lnTo>
                  <a:lnTo>
                    <a:pt x="242201" y="16665"/>
                  </a:lnTo>
                  <a:lnTo>
                    <a:pt x="237419" y="14356"/>
                  </a:lnTo>
                  <a:lnTo>
                    <a:pt x="232566" y="12201"/>
                  </a:lnTo>
                  <a:lnTo>
                    <a:pt x="227646" y="10201"/>
                  </a:lnTo>
                  <a:lnTo>
                    <a:pt x="222666" y="8359"/>
                  </a:lnTo>
                  <a:lnTo>
                    <a:pt x="217629" y="6675"/>
                  </a:lnTo>
                  <a:lnTo>
                    <a:pt x="212542" y="5153"/>
                  </a:lnTo>
                  <a:lnTo>
                    <a:pt x="207409" y="3792"/>
                  </a:lnTo>
                  <a:lnTo>
                    <a:pt x="202235" y="2596"/>
                  </a:lnTo>
                  <a:lnTo>
                    <a:pt x="197026" y="1564"/>
                  </a:lnTo>
                  <a:lnTo>
                    <a:pt x="191786" y="698"/>
                  </a:lnTo>
                  <a:lnTo>
                    <a:pt x="186522" y="0"/>
                  </a:lnTo>
                  <a:lnTo>
                    <a:pt x="167158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4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200" y="11905"/>
                  </a:lnTo>
                  <a:lnTo>
                    <a:pt x="100319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3" y="23605"/>
                  </a:lnTo>
                  <a:lnTo>
                    <a:pt x="77014" y="26386"/>
                  </a:lnTo>
                  <a:lnTo>
                    <a:pt x="72606" y="29308"/>
                  </a:lnTo>
                  <a:lnTo>
                    <a:pt x="68292" y="32368"/>
                  </a:lnTo>
                  <a:lnTo>
                    <a:pt x="64077" y="35563"/>
                  </a:lnTo>
                  <a:lnTo>
                    <a:pt x="59965" y="38890"/>
                  </a:lnTo>
                  <a:lnTo>
                    <a:pt x="55961" y="42345"/>
                  </a:lnTo>
                  <a:lnTo>
                    <a:pt x="52068" y="45925"/>
                  </a:lnTo>
                  <a:lnTo>
                    <a:pt x="48290" y="49627"/>
                  </a:lnTo>
                  <a:lnTo>
                    <a:pt x="44631" y="53446"/>
                  </a:lnTo>
                  <a:lnTo>
                    <a:pt x="41095" y="57379"/>
                  </a:lnTo>
                  <a:lnTo>
                    <a:pt x="37685" y="61422"/>
                  </a:lnTo>
                  <a:lnTo>
                    <a:pt x="34404" y="65571"/>
                  </a:lnTo>
                  <a:lnTo>
                    <a:pt x="31257" y="69821"/>
                  </a:lnTo>
                  <a:lnTo>
                    <a:pt x="28245" y="74169"/>
                  </a:lnTo>
                  <a:lnTo>
                    <a:pt x="25373" y="78610"/>
                  </a:lnTo>
                  <a:lnTo>
                    <a:pt x="22642" y="83140"/>
                  </a:lnTo>
                  <a:lnTo>
                    <a:pt x="20056" y="87753"/>
                  </a:lnTo>
                  <a:lnTo>
                    <a:pt x="17618" y="92447"/>
                  </a:lnTo>
                  <a:lnTo>
                    <a:pt x="15329" y="97215"/>
                  </a:lnTo>
                  <a:lnTo>
                    <a:pt x="13192" y="102053"/>
                  </a:lnTo>
                  <a:lnTo>
                    <a:pt x="11209" y="106956"/>
                  </a:lnTo>
                  <a:lnTo>
                    <a:pt x="9382" y="111920"/>
                  </a:lnTo>
                  <a:lnTo>
                    <a:pt x="7713" y="116939"/>
                  </a:lnTo>
                  <a:lnTo>
                    <a:pt x="6204" y="122008"/>
                  </a:lnTo>
                  <a:lnTo>
                    <a:pt x="4856" y="127122"/>
                  </a:lnTo>
                  <a:lnTo>
                    <a:pt x="3671" y="132276"/>
                  </a:lnTo>
                  <a:lnTo>
                    <a:pt x="2649" y="137466"/>
                  </a:lnTo>
                  <a:lnTo>
                    <a:pt x="1791" y="142685"/>
                  </a:lnTo>
                  <a:lnTo>
                    <a:pt x="1100" y="147928"/>
                  </a:lnTo>
                  <a:lnTo>
                    <a:pt x="574" y="153191"/>
                  </a:lnTo>
                  <a:lnTo>
                    <a:pt x="215" y="158468"/>
                  </a:lnTo>
                  <a:lnTo>
                    <a:pt x="24" y="163754"/>
                  </a:lnTo>
                  <a:lnTo>
                    <a:pt x="0" y="169043"/>
                  </a:lnTo>
                  <a:lnTo>
                    <a:pt x="143" y="174330"/>
                  </a:lnTo>
                  <a:lnTo>
                    <a:pt x="453" y="179610"/>
                  </a:lnTo>
                  <a:lnTo>
                    <a:pt x="930" y="184877"/>
                  </a:lnTo>
                  <a:lnTo>
                    <a:pt x="1573" y="190127"/>
                  </a:lnTo>
                  <a:lnTo>
                    <a:pt x="2382" y="195354"/>
                  </a:lnTo>
                  <a:lnTo>
                    <a:pt x="3357" y="200552"/>
                  </a:lnTo>
                  <a:lnTo>
                    <a:pt x="4495" y="205717"/>
                  </a:lnTo>
                  <a:lnTo>
                    <a:pt x="5796" y="210844"/>
                  </a:lnTo>
                  <a:lnTo>
                    <a:pt x="7258" y="215926"/>
                  </a:lnTo>
                  <a:lnTo>
                    <a:pt x="8881" y="220960"/>
                  </a:lnTo>
                  <a:lnTo>
                    <a:pt x="10662" y="225941"/>
                  </a:lnTo>
                  <a:lnTo>
                    <a:pt x="12599" y="230862"/>
                  </a:lnTo>
                  <a:lnTo>
                    <a:pt x="14692" y="235719"/>
                  </a:lnTo>
                  <a:lnTo>
                    <a:pt x="16937" y="240508"/>
                  </a:lnTo>
                  <a:lnTo>
                    <a:pt x="19332" y="245224"/>
                  </a:lnTo>
                  <a:lnTo>
                    <a:pt x="21875" y="249861"/>
                  </a:lnTo>
                  <a:lnTo>
                    <a:pt x="24564" y="254416"/>
                  </a:lnTo>
                  <a:lnTo>
                    <a:pt x="27396" y="258883"/>
                  </a:lnTo>
                  <a:lnTo>
                    <a:pt x="30367" y="263259"/>
                  </a:lnTo>
                  <a:lnTo>
                    <a:pt x="33475" y="267538"/>
                  </a:lnTo>
                  <a:lnTo>
                    <a:pt x="36717" y="271717"/>
                  </a:lnTo>
                  <a:lnTo>
                    <a:pt x="40090" y="275791"/>
                  </a:lnTo>
                  <a:lnTo>
                    <a:pt x="43590" y="279756"/>
                  </a:lnTo>
                  <a:lnTo>
                    <a:pt x="47214" y="283609"/>
                  </a:lnTo>
                  <a:lnTo>
                    <a:pt x="50957" y="287345"/>
                  </a:lnTo>
                  <a:lnTo>
                    <a:pt x="54817" y="290961"/>
                  </a:lnTo>
                  <a:lnTo>
                    <a:pt x="58790" y="294453"/>
                  </a:lnTo>
                  <a:lnTo>
                    <a:pt x="62871" y="297817"/>
                  </a:lnTo>
                  <a:lnTo>
                    <a:pt x="67056" y="301051"/>
                  </a:lnTo>
                  <a:lnTo>
                    <a:pt x="71342" y="304150"/>
                  </a:lnTo>
                  <a:lnTo>
                    <a:pt x="75723" y="307113"/>
                  </a:lnTo>
                  <a:lnTo>
                    <a:pt x="80196" y="309935"/>
                  </a:lnTo>
                  <a:lnTo>
                    <a:pt x="84756" y="312615"/>
                  </a:lnTo>
                  <a:lnTo>
                    <a:pt x="89398" y="315149"/>
                  </a:lnTo>
                  <a:lnTo>
                    <a:pt x="94119" y="317535"/>
                  </a:lnTo>
                  <a:lnTo>
                    <a:pt x="98912" y="319770"/>
                  </a:lnTo>
                  <a:lnTo>
                    <a:pt x="103774" y="321852"/>
                  </a:lnTo>
                  <a:lnTo>
                    <a:pt x="108699" y="323780"/>
                  </a:lnTo>
                  <a:lnTo>
                    <a:pt x="113683" y="325551"/>
                  </a:lnTo>
                  <a:lnTo>
                    <a:pt x="118720" y="327163"/>
                  </a:lnTo>
                  <a:lnTo>
                    <a:pt x="123806" y="328616"/>
                  </a:lnTo>
                  <a:lnTo>
                    <a:pt x="128935" y="329906"/>
                  </a:lnTo>
                  <a:lnTo>
                    <a:pt x="134102" y="331034"/>
                  </a:lnTo>
                  <a:lnTo>
                    <a:pt x="139303" y="331998"/>
                  </a:lnTo>
                  <a:lnTo>
                    <a:pt x="144531" y="332796"/>
                  </a:lnTo>
                  <a:lnTo>
                    <a:pt x="149782" y="333429"/>
                  </a:lnTo>
                  <a:lnTo>
                    <a:pt x="155051" y="333895"/>
                  </a:lnTo>
                  <a:lnTo>
                    <a:pt x="160331" y="334195"/>
                  </a:lnTo>
                  <a:lnTo>
                    <a:pt x="165619" y="334327"/>
                  </a:lnTo>
                  <a:lnTo>
                    <a:pt x="170908" y="334292"/>
                  </a:lnTo>
                  <a:lnTo>
                    <a:pt x="176193" y="334090"/>
                  </a:lnTo>
                  <a:lnTo>
                    <a:pt x="181469" y="333721"/>
                  </a:lnTo>
                  <a:lnTo>
                    <a:pt x="186731" y="333184"/>
                  </a:lnTo>
                  <a:lnTo>
                    <a:pt x="191973" y="332482"/>
                  </a:lnTo>
                  <a:lnTo>
                    <a:pt x="197190" y="331614"/>
                  </a:lnTo>
                  <a:lnTo>
                    <a:pt x="202377" y="330582"/>
                  </a:lnTo>
                  <a:lnTo>
                    <a:pt x="207529" y="329386"/>
                  </a:lnTo>
                  <a:lnTo>
                    <a:pt x="212641" y="328027"/>
                  </a:lnTo>
                  <a:lnTo>
                    <a:pt x="217707" y="326508"/>
                  </a:lnTo>
                  <a:lnTo>
                    <a:pt x="222722" y="324829"/>
                  </a:lnTo>
                  <a:lnTo>
                    <a:pt x="227682" y="322992"/>
                  </a:lnTo>
                  <a:lnTo>
                    <a:pt x="232582" y="321000"/>
                  </a:lnTo>
                  <a:lnTo>
                    <a:pt x="237415" y="318853"/>
                  </a:lnTo>
                  <a:lnTo>
                    <a:pt x="242179" y="316554"/>
                  </a:lnTo>
                  <a:lnTo>
                    <a:pt x="246867" y="314106"/>
                  </a:lnTo>
                  <a:lnTo>
                    <a:pt x="251476" y="311511"/>
                  </a:lnTo>
                  <a:lnTo>
                    <a:pt x="256000" y="308771"/>
                  </a:lnTo>
                  <a:lnTo>
                    <a:pt x="260435" y="305890"/>
                  </a:lnTo>
                  <a:lnTo>
                    <a:pt x="264777" y="302870"/>
                  </a:lnTo>
                  <a:lnTo>
                    <a:pt x="269021" y="299713"/>
                  </a:lnTo>
                  <a:lnTo>
                    <a:pt x="273163" y="296425"/>
                  </a:lnTo>
                  <a:lnTo>
                    <a:pt x="277199" y="293006"/>
                  </a:lnTo>
                  <a:lnTo>
                    <a:pt x="281125" y="289462"/>
                  </a:lnTo>
                  <a:lnTo>
                    <a:pt x="284937" y="285796"/>
                  </a:lnTo>
                  <a:lnTo>
                    <a:pt x="288631" y="282010"/>
                  </a:lnTo>
                  <a:lnTo>
                    <a:pt x="292203" y="278110"/>
                  </a:lnTo>
                  <a:lnTo>
                    <a:pt x="295650" y="274099"/>
                  </a:lnTo>
                  <a:lnTo>
                    <a:pt x="298968" y="269980"/>
                  </a:lnTo>
                  <a:lnTo>
                    <a:pt x="302155" y="265759"/>
                  </a:lnTo>
                  <a:lnTo>
                    <a:pt x="305206" y="261439"/>
                  </a:lnTo>
                  <a:lnTo>
                    <a:pt x="308119" y="257024"/>
                  </a:lnTo>
                  <a:lnTo>
                    <a:pt x="310892" y="252520"/>
                  </a:lnTo>
                  <a:lnTo>
                    <a:pt x="313520" y="247930"/>
                  </a:lnTo>
                  <a:lnTo>
                    <a:pt x="316001" y="243260"/>
                  </a:lnTo>
                  <a:lnTo>
                    <a:pt x="318334" y="238513"/>
                  </a:lnTo>
                  <a:lnTo>
                    <a:pt x="320516" y="233695"/>
                  </a:lnTo>
                  <a:lnTo>
                    <a:pt x="322543" y="228810"/>
                  </a:lnTo>
                  <a:lnTo>
                    <a:pt x="324416" y="223863"/>
                  </a:lnTo>
                  <a:lnTo>
                    <a:pt x="326131" y="218860"/>
                  </a:lnTo>
                  <a:lnTo>
                    <a:pt x="327686" y="213805"/>
                  </a:lnTo>
                  <a:lnTo>
                    <a:pt x="329081" y="208703"/>
                  </a:lnTo>
                  <a:lnTo>
                    <a:pt x="330314" y="203560"/>
                  </a:lnTo>
                  <a:lnTo>
                    <a:pt x="331384" y="198380"/>
                  </a:lnTo>
                  <a:lnTo>
                    <a:pt x="332289" y="193169"/>
                  </a:lnTo>
                  <a:lnTo>
                    <a:pt x="333029" y="187932"/>
                  </a:lnTo>
                  <a:lnTo>
                    <a:pt x="333603" y="182674"/>
                  </a:lnTo>
                  <a:lnTo>
                    <a:pt x="334010" y="177401"/>
                  </a:lnTo>
                  <a:lnTo>
                    <a:pt x="334251" y="172118"/>
                  </a:lnTo>
                  <a:lnTo>
                    <a:pt x="334324" y="166829"/>
                  </a:lnTo>
                  <a:lnTo>
                    <a:pt x="334229" y="161541"/>
                  </a:lnTo>
                  <a:lnTo>
                    <a:pt x="333968" y="156258"/>
                  </a:lnTo>
                  <a:lnTo>
                    <a:pt x="333539" y="150987"/>
                  </a:lnTo>
                  <a:lnTo>
                    <a:pt x="332944" y="145731"/>
                  </a:lnTo>
                  <a:lnTo>
                    <a:pt x="332183" y="140497"/>
                  </a:lnTo>
                  <a:lnTo>
                    <a:pt x="331256" y="135290"/>
                  </a:lnTo>
                  <a:lnTo>
                    <a:pt x="330166" y="130115"/>
                  </a:lnTo>
                  <a:lnTo>
                    <a:pt x="328912" y="124976"/>
                  </a:lnTo>
                  <a:lnTo>
                    <a:pt x="327496" y="119880"/>
                  </a:lnTo>
                  <a:lnTo>
                    <a:pt x="325920" y="114832"/>
                  </a:lnTo>
                  <a:lnTo>
                    <a:pt x="324185" y="109835"/>
                  </a:lnTo>
                  <a:lnTo>
                    <a:pt x="322293" y="10489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8398"/>
              <a:ext cx="155136" cy="161833"/>
            </a:xfrm>
            <a:custGeom>
              <a:avLst/>
              <a:pathLst>
                <a:path w="155136" h="161833">
                  <a:moveTo>
                    <a:pt x="155136" y="99562"/>
                  </a:moveTo>
                  <a:lnTo>
                    <a:pt x="152969" y="94413"/>
                  </a:lnTo>
                  <a:lnTo>
                    <a:pt x="150630" y="89339"/>
                  </a:lnTo>
                  <a:lnTo>
                    <a:pt x="148124" y="84347"/>
                  </a:lnTo>
                  <a:lnTo>
                    <a:pt x="145452" y="79440"/>
                  </a:lnTo>
                  <a:lnTo>
                    <a:pt x="142618" y="74626"/>
                  </a:lnTo>
                  <a:lnTo>
                    <a:pt x="139624" y="69909"/>
                  </a:lnTo>
                  <a:lnTo>
                    <a:pt x="136474" y="65295"/>
                  </a:lnTo>
                  <a:lnTo>
                    <a:pt x="133172" y="60789"/>
                  </a:lnTo>
                  <a:lnTo>
                    <a:pt x="129722" y="56395"/>
                  </a:lnTo>
                  <a:lnTo>
                    <a:pt x="126126" y="52119"/>
                  </a:lnTo>
                  <a:lnTo>
                    <a:pt x="122389" y="47966"/>
                  </a:lnTo>
                  <a:lnTo>
                    <a:pt x="118516" y="43940"/>
                  </a:lnTo>
                  <a:lnTo>
                    <a:pt x="114511" y="40046"/>
                  </a:lnTo>
                  <a:lnTo>
                    <a:pt x="110377" y="36287"/>
                  </a:lnTo>
                  <a:lnTo>
                    <a:pt x="106120" y="32669"/>
                  </a:lnTo>
                  <a:lnTo>
                    <a:pt x="101745" y="29195"/>
                  </a:lnTo>
                  <a:lnTo>
                    <a:pt x="97256" y="25869"/>
                  </a:lnTo>
                  <a:lnTo>
                    <a:pt x="92659" y="22695"/>
                  </a:lnTo>
                  <a:lnTo>
                    <a:pt x="87958" y="19677"/>
                  </a:lnTo>
                  <a:lnTo>
                    <a:pt x="83158" y="16817"/>
                  </a:lnTo>
                  <a:lnTo>
                    <a:pt x="78266" y="14119"/>
                  </a:lnTo>
                  <a:lnTo>
                    <a:pt x="73287" y="11587"/>
                  </a:lnTo>
                  <a:lnTo>
                    <a:pt x="68225" y="9222"/>
                  </a:lnTo>
                  <a:lnTo>
                    <a:pt x="63088" y="7027"/>
                  </a:lnTo>
                  <a:lnTo>
                    <a:pt x="57880" y="5005"/>
                  </a:lnTo>
                  <a:lnTo>
                    <a:pt x="52607" y="3159"/>
                  </a:lnTo>
                  <a:lnTo>
                    <a:pt x="47276" y="1490"/>
                  </a:lnTo>
                  <a:lnTo>
                    <a:pt x="41891" y="0"/>
                  </a:lnTo>
                  <a:lnTo>
                    <a:pt x="0" y="161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41891" cy="167167"/>
            </a:xfrm>
            <a:custGeom>
              <a:avLst/>
              <a:pathLst>
                <a:path w="41891" h="167167">
                  <a:moveTo>
                    <a:pt x="41891" y="5334"/>
                  </a:move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358826" y="3170392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1247"/>
              <a:ext cx="59257" cy="156312"/>
            </a:xfrm>
            <a:custGeom>
              <a:avLst/>
              <a:pathLst>
                <a:path w="59257" h="156312">
                  <a:moveTo>
                    <a:pt x="59257" y="0"/>
                  </a:moveTo>
                  <a:lnTo>
                    <a:pt x="0" y="1563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6332"/>
              <a:ext cx="59257" cy="161227"/>
            </a:xfrm>
            <a:custGeom>
              <a:avLst/>
              <a:pathLst>
                <a:path w="59257" h="161227">
                  <a:moveTo>
                    <a:pt x="59257" y="4915"/>
                  </a:moveTo>
                  <a:lnTo>
                    <a:pt x="51769" y="2278"/>
                  </a:lnTo>
                  <a:lnTo>
                    <a:pt x="44164" y="0"/>
                  </a:lnTo>
                  <a:lnTo>
                    <a:pt x="0" y="161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44164" cy="167167"/>
            </a:xfrm>
            <a:custGeom>
              <a:avLst/>
              <a:pathLst>
                <a:path w="44164" h="167167">
                  <a:moveTo>
                    <a:pt x="44164" y="5939"/>
                  </a:moveTo>
                  <a:lnTo>
                    <a:pt x="37975" y="4370"/>
                  </a:lnTo>
                  <a:lnTo>
                    <a:pt x="31731" y="3039"/>
                  </a:lnTo>
                  <a:lnTo>
                    <a:pt x="25441" y="1947"/>
                  </a:lnTo>
                  <a:lnTo>
                    <a:pt x="19113" y="1096"/>
                  </a:lnTo>
                  <a:lnTo>
                    <a:pt x="12757" y="487"/>
                  </a:lnTo>
                  <a:lnTo>
                    <a:pt x="638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3" y="5346"/>
                  </a:lnTo>
                  <a:lnTo>
                    <a:pt x="120105" y="6756"/>
                  </a:lnTo>
                  <a:lnTo>
                    <a:pt x="115045" y="8327"/>
                  </a:lnTo>
                  <a:lnTo>
                    <a:pt x="110037" y="10059"/>
                  </a:lnTo>
                  <a:lnTo>
                    <a:pt x="105087" y="11948"/>
                  </a:lnTo>
                  <a:lnTo>
                    <a:pt x="100199" y="13992"/>
                  </a:lnTo>
                  <a:lnTo>
                    <a:pt x="95378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7" y="23688"/>
                  </a:lnTo>
                  <a:lnTo>
                    <a:pt x="76863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7"/>
                  </a:lnTo>
                  <a:lnTo>
                    <a:pt x="59797" y="39025"/>
                  </a:lnTo>
                  <a:lnTo>
                    <a:pt x="55790" y="42492"/>
                  </a:lnTo>
                  <a:lnTo>
                    <a:pt x="51895" y="46084"/>
                  </a:lnTo>
                  <a:lnTo>
                    <a:pt x="48115" y="49797"/>
                  </a:lnTo>
                  <a:lnTo>
                    <a:pt x="44455" y="53629"/>
                  </a:lnTo>
                  <a:lnTo>
                    <a:pt x="40919" y="57574"/>
                  </a:lnTo>
                  <a:lnTo>
                    <a:pt x="37509" y="61630"/>
                  </a:lnTo>
                  <a:lnTo>
                    <a:pt x="34229" y="65792"/>
                  </a:lnTo>
                  <a:lnTo>
                    <a:pt x="31083" y="70055"/>
                  </a:lnTo>
                  <a:lnTo>
                    <a:pt x="28074" y="74416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6" y="88041"/>
                  </a:lnTo>
                  <a:lnTo>
                    <a:pt x="17462" y="92747"/>
                  </a:lnTo>
                  <a:lnTo>
                    <a:pt x="15178" y="97529"/>
                  </a:lnTo>
                  <a:lnTo>
                    <a:pt x="13048" y="102380"/>
                  </a:lnTo>
                  <a:lnTo>
                    <a:pt x="11072" y="107296"/>
                  </a:lnTo>
                  <a:lnTo>
                    <a:pt x="9253" y="112273"/>
                  </a:lnTo>
                  <a:lnTo>
                    <a:pt x="7592" y="117305"/>
                  </a:lnTo>
                  <a:lnTo>
                    <a:pt x="6092" y="122386"/>
                  </a:lnTo>
                  <a:lnTo>
                    <a:pt x="4754" y="127513"/>
                  </a:lnTo>
                  <a:lnTo>
                    <a:pt x="3579" y="132680"/>
                  </a:lnTo>
                  <a:lnTo>
                    <a:pt x="2568" y="137881"/>
                  </a:lnTo>
                  <a:lnTo>
                    <a:pt x="1723" y="143112"/>
                  </a:lnTo>
                  <a:lnTo>
                    <a:pt x="1043" y="148367"/>
                  </a:lnTo>
                  <a:lnTo>
                    <a:pt x="531" y="153641"/>
                  </a:lnTo>
                  <a:lnTo>
                    <a:pt x="186" y="158928"/>
                  </a:lnTo>
                  <a:lnTo>
                    <a:pt x="9" y="164224"/>
                  </a:lnTo>
                  <a:lnTo>
                    <a:pt x="0" y="169522"/>
                  </a:lnTo>
                  <a:lnTo>
                    <a:pt x="158" y="174818"/>
                  </a:lnTo>
                  <a:lnTo>
                    <a:pt x="484" y="180107"/>
                  </a:lnTo>
                  <a:lnTo>
                    <a:pt x="978" y="185383"/>
                  </a:lnTo>
                  <a:lnTo>
                    <a:pt x="1639" y="190640"/>
                  </a:lnTo>
                  <a:lnTo>
                    <a:pt x="2466" y="195873"/>
                  </a:lnTo>
                  <a:lnTo>
                    <a:pt x="3459" y="201078"/>
                  </a:lnTo>
                  <a:lnTo>
                    <a:pt x="4616" y="206249"/>
                  </a:lnTo>
                  <a:lnTo>
                    <a:pt x="5936" y="211381"/>
                  </a:lnTo>
                  <a:lnTo>
                    <a:pt x="7418" y="216468"/>
                  </a:lnTo>
                  <a:lnTo>
                    <a:pt x="9061" y="221505"/>
                  </a:lnTo>
                  <a:lnTo>
                    <a:pt x="10862" y="226488"/>
                  </a:lnTo>
                  <a:lnTo>
                    <a:pt x="12821" y="231411"/>
                  </a:lnTo>
                  <a:lnTo>
                    <a:pt x="14934" y="236270"/>
                  </a:lnTo>
                  <a:lnTo>
                    <a:pt x="17201" y="241060"/>
                  </a:lnTo>
                  <a:lnTo>
                    <a:pt x="19618" y="245775"/>
                  </a:lnTo>
                  <a:lnTo>
                    <a:pt x="22183" y="250411"/>
                  </a:lnTo>
                  <a:lnTo>
                    <a:pt x="24894" y="254963"/>
                  </a:lnTo>
                  <a:lnTo>
                    <a:pt x="27748" y="259428"/>
                  </a:lnTo>
                  <a:lnTo>
                    <a:pt x="30742" y="263799"/>
                  </a:lnTo>
                  <a:lnTo>
                    <a:pt x="33873" y="268074"/>
                  </a:lnTo>
                  <a:lnTo>
                    <a:pt x="37138" y="272247"/>
                  </a:lnTo>
                  <a:lnTo>
                    <a:pt x="40534" y="276315"/>
                  </a:lnTo>
                  <a:lnTo>
                    <a:pt x="44057" y="280273"/>
                  </a:lnTo>
                  <a:lnTo>
                    <a:pt x="47703" y="284117"/>
                  </a:lnTo>
                  <a:lnTo>
                    <a:pt x="51470" y="287844"/>
                  </a:lnTo>
                  <a:lnTo>
                    <a:pt x="55352" y="291449"/>
                  </a:lnTo>
                  <a:lnTo>
                    <a:pt x="59347" y="294930"/>
                  </a:lnTo>
                  <a:lnTo>
                    <a:pt x="63450" y="298282"/>
                  </a:lnTo>
                  <a:lnTo>
                    <a:pt x="67658" y="301503"/>
                  </a:lnTo>
                  <a:lnTo>
                    <a:pt x="71965" y="304589"/>
                  </a:lnTo>
                  <a:lnTo>
                    <a:pt x="76368" y="307536"/>
                  </a:lnTo>
                  <a:lnTo>
                    <a:pt x="80863" y="310343"/>
                  </a:lnTo>
                  <a:lnTo>
                    <a:pt x="85444" y="313006"/>
                  </a:lnTo>
                  <a:lnTo>
                    <a:pt x="90107" y="315522"/>
                  </a:lnTo>
                  <a:lnTo>
                    <a:pt x="94847" y="317889"/>
                  </a:lnTo>
                  <a:lnTo>
                    <a:pt x="99660" y="320105"/>
                  </a:lnTo>
                  <a:lnTo>
                    <a:pt x="104541" y="322167"/>
                  </a:lnTo>
                  <a:lnTo>
                    <a:pt x="109485" y="324073"/>
                  </a:lnTo>
                  <a:lnTo>
                    <a:pt x="114486" y="325822"/>
                  </a:lnTo>
                  <a:lnTo>
                    <a:pt x="119541" y="327411"/>
                  </a:lnTo>
                  <a:lnTo>
                    <a:pt x="124644" y="328840"/>
                  </a:lnTo>
                  <a:lnTo>
                    <a:pt x="129789" y="330106"/>
                  </a:lnTo>
                  <a:lnTo>
                    <a:pt x="134971" y="331208"/>
                  </a:lnTo>
                  <a:lnTo>
                    <a:pt x="140186" y="332145"/>
                  </a:lnTo>
                  <a:lnTo>
                    <a:pt x="145429" y="332917"/>
                  </a:lnTo>
                  <a:lnTo>
                    <a:pt x="150692" y="333522"/>
                  </a:lnTo>
                  <a:lnTo>
                    <a:pt x="155973" y="333960"/>
                  </a:lnTo>
                  <a:lnTo>
                    <a:pt x="161265" y="334231"/>
                  </a:lnTo>
                  <a:lnTo>
                    <a:pt x="166562" y="334333"/>
                  </a:lnTo>
                  <a:lnTo>
                    <a:pt x="171860" y="334268"/>
                  </a:lnTo>
                  <a:lnTo>
                    <a:pt x="177154" y="334035"/>
                  </a:lnTo>
                  <a:lnTo>
                    <a:pt x="182437" y="333634"/>
                  </a:lnTo>
                  <a:lnTo>
                    <a:pt x="187705" y="333066"/>
                  </a:lnTo>
                  <a:lnTo>
                    <a:pt x="192953" y="332331"/>
                  </a:lnTo>
                  <a:lnTo>
                    <a:pt x="198174" y="331430"/>
                  </a:lnTo>
                  <a:lnTo>
                    <a:pt x="203365" y="330365"/>
                  </a:lnTo>
                  <a:lnTo>
                    <a:pt x="208519" y="329135"/>
                  </a:lnTo>
                  <a:lnTo>
                    <a:pt x="213631" y="327742"/>
                  </a:lnTo>
                  <a:lnTo>
                    <a:pt x="218697" y="326189"/>
                  </a:lnTo>
                  <a:lnTo>
                    <a:pt x="223711" y="324475"/>
                  </a:lnTo>
                  <a:lnTo>
                    <a:pt x="228668" y="322604"/>
                  </a:lnTo>
                  <a:lnTo>
                    <a:pt x="233563" y="320576"/>
                  </a:lnTo>
                  <a:lnTo>
                    <a:pt x="238391" y="318394"/>
                  </a:lnTo>
                  <a:lnTo>
                    <a:pt x="243148" y="316060"/>
                  </a:lnTo>
                  <a:lnTo>
                    <a:pt x="247829" y="313577"/>
                  </a:lnTo>
                  <a:lnTo>
                    <a:pt x="252429" y="310947"/>
                  </a:lnTo>
                  <a:lnTo>
                    <a:pt x="256942" y="308172"/>
                  </a:lnTo>
                  <a:lnTo>
                    <a:pt x="261366" y="305255"/>
                  </a:lnTo>
                  <a:lnTo>
                    <a:pt x="265695" y="302200"/>
                  </a:lnTo>
                  <a:lnTo>
                    <a:pt x="269925" y="299009"/>
                  </a:lnTo>
                  <a:lnTo>
                    <a:pt x="274052" y="295685"/>
                  </a:lnTo>
                  <a:lnTo>
                    <a:pt x="278071" y="292233"/>
                  </a:lnTo>
                  <a:lnTo>
                    <a:pt x="281979" y="288655"/>
                  </a:lnTo>
                  <a:lnTo>
                    <a:pt x="285772" y="284955"/>
                  </a:lnTo>
                  <a:lnTo>
                    <a:pt x="289445" y="281136"/>
                  </a:lnTo>
                  <a:lnTo>
                    <a:pt x="292996" y="277203"/>
                  </a:lnTo>
                  <a:lnTo>
                    <a:pt x="296420" y="273159"/>
                  </a:lnTo>
                  <a:lnTo>
                    <a:pt x="299714" y="269009"/>
                  </a:lnTo>
                  <a:lnTo>
                    <a:pt x="302875" y="264757"/>
                  </a:lnTo>
                  <a:lnTo>
                    <a:pt x="305900" y="260406"/>
                  </a:lnTo>
                  <a:lnTo>
                    <a:pt x="308785" y="255962"/>
                  </a:lnTo>
                  <a:lnTo>
                    <a:pt x="311528" y="251429"/>
                  </a:lnTo>
                  <a:lnTo>
                    <a:pt x="314126" y="246811"/>
                  </a:lnTo>
                  <a:lnTo>
                    <a:pt x="316576" y="242113"/>
                  </a:lnTo>
                  <a:lnTo>
                    <a:pt x="318876" y="237339"/>
                  </a:lnTo>
                  <a:lnTo>
                    <a:pt x="321024" y="232496"/>
                  </a:lnTo>
                  <a:lnTo>
                    <a:pt x="323017" y="227586"/>
                  </a:lnTo>
                  <a:lnTo>
                    <a:pt x="324854" y="222616"/>
                  </a:lnTo>
                  <a:lnTo>
                    <a:pt x="326532" y="217590"/>
                  </a:lnTo>
                  <a:lnTo>
                    <a:pt x="328050" y="212514"/>
                  </a:lnTo>
                  <a:lnTo>
                    <a:pt x="329406" y="207392"/>
                  </a:lnTo>
                  <a:lnTo>
                    <a:pt x="330599" y="202229"/>
                  </a:lnTo>
                  <a:lnTo>
                    <a:pt x="331629" y="197031"/>
                  </a:lnTo>
                  <a:lnTo>
                    <a:pt x="332492" y="191804"/>
                  </a:lnTo>
                  <a:lnTo>
                    <a:pt x="333190" y="186551"/>
                  </a:lnTo>
                  <a:lnTo>
                    <a:pt x="333721" y="181279"/>
                  </a:lnTo>
                  <a:lnTo>
                    <a:pt x="334085" y="175993"/>
                  </a:lnTo>
                  <a:lnTo>
                    <a:pt x="334280" y="170698"/>
                  </a:lnTo>
                  <a:lnTo>
                    <a:pt x="334308" y="165400"/>
                  </a:lnTo>
                  <a:lnTo>
                    <a:pt x="334168" y="160103"/>
                  </a:lnTo>
                  <a:lnTo>
                    <a:pt x="333861" y="154813"/>
                  </a:lnTo>
                  <a:lnTo>
                    <a:pt x="333385" y="149536"/>
                  </a:lnTo>
                  <a:lnTo>
                    <a:pt x="332743" y="144277"/>
                  </a:lnTo>
                  <a:lnTo>
                    <a:pt x="331935" y="139040"/>
                  </a:lnTo>
                  <a:lnTo>
                    <a:pt x="330960" y="133832"/>
                  </a:lnTo>
                  <a:lnTo>
                    <a:pt x="329822" y="128657"/>
                  </a:lnTo>
                  <a:lnTo>
                    <a:pt x="328519" y="123521"/>
                  </a:lnTo>
                  <a:lnTo>
                    <a:pt x="327055" y="118429"/>
                  </a:lnTo>
                  <a:lnTo>
                    <a:pt x="325430" y="113385"/>
                  </a:lnTo>
                  <a:lnTo>
                    <a:pt x="323646" y="108396"/>
                  </a:lnTo>
                  <a:lnTo>
                    <a:pt x="321705" y="103466"/>
                  </a:lnTo>
                  <a:lnTo>
                    <a:pt x="319608" y="98600"/>
                  </a:lnTo>
                  <a:lnTo>
                    <a:pt x="317359" y="93802"/>
                  </a:lnTo>
                  <a:lnTo>
                    <a:pt x="314958" y="89079"/>
                  </a:lnTo>
                  <a:lnTo>
                    <a:pt x="312409" y="84433"/>
                  </a:lnTo>
                  <a:lnTo>
                    <a:pt x="309714" y="79871"/>
                  </a:lnTo>
                  <a:lnTo>
                    <a:pt x="306876" y="75397"/>
                  </a:lnTo>
                  <a:lnTo>
                    <a:pt x="303897" y="71015"/>
                  </a:lnTo>
                  <a:lnTo>
                    <a:pt x="300781" y="66729"/>
                  </a:lnTo>
                  <a:lnTo>
                    <a:pt x="297531" y="62545"/>
                  </a:lnTo>
                  <a:lnTo>
                    <a:pt x="294150" y="58465"/>
                  </a:lnTo>
                  <a:lnTo>
                    <a:pt x="290641" y="54495"/>
                  </a:lnTo>
                  <a:lnTo>
                    <a:pt x="287008" y="50638"/>
                  </a:lnTo>
                  <a:lnTo>
                    <a:pt x="283255" y="46898"/>
                  </a:lnTo>
                  <a:lnTo>
                    <a:pt x="279385" y="43279"/>
                  </a:lnTo>
                  <a:lnTo>
                    <a:pt x="275402" y="39784"/>
                  </a:lnTo>
                  <a:lnTo>
                    <a:pt x="271311" y="36417"/>
                  </a:lnTo>
                  <a:lnTo>
                    <a:pt x="267115" y="33182"/>
                  </a:lnTo>
                  <a:lnTo>
                    <a:pt x="262818" y="30081"/>
                  </a:lnTo>
                  <a:lnTo>
                    <a:pt x="258426" y="27118"/>
                  </a:lnTo>
                  <a:lnTo>
                    <a:pt x="253941" y="24295"/>
                  </a:lnTo>
                  <a:lnTo>
                    <a:pt x="249370" y="21616"/>
                  </a:lnTo>
                  <a:lnTo>
                    <a:pt x="244716" y="19084"/>
                  </a:lnTo>
                  <a:lnTo>
                    <a:pt x="239983" y="16700"/>
                  </a:lnTo>
                  <a:lnTo>
                    <a:pt x="235178" y="14467"/>
                  </a:lnTo>
                  <a:lnTo>
                    <a:pt x="230305" y="12388"/>
                  </a:lnTo>
                  <a:lnTo>
                    <a:pt x="225368" y="10464"/>
                  </a:lnTo>
                  <a:lnTo>
                    <a:pt x="220372" y="8698"/>
                  </a:lnTo>
                  <a:lnTo>
                    <a:pt x="215323" y="7091"/>
                  </a:lnTo>
                  <a:lnTo>
                    <a:pt x="210226" y="5645"/>
                  </a:lnTo>
                  <a:lnTo>
                    <a:pt x="205085" y="4361"/>
                  </a:lnTo>
                  <a:lnTo>
                    <a:pt x="199906" y="3240"/>
                  </a:lnTo>
                  <a:lnTo>
                    <a:pt x="194695" y="2284"/>
                  </a:lnTo>
                  <a:lnTo>
                    <a:pt x="189455" y="1494"/>
                  </a:lnTo>
                  <a:lnTo>
                    <a:pt x="184193" y="871"/>
                  </a:lnTo>
                  <a:lnTo>
                    <a:pt x="178914" y="414"/>
                  </a:lnTo>
                  <a:lnTo>
                    <a:pt x="173624" y="125"/>
                  </a:lnTo>
                  <a:lnTo>
                    <a:pt x="168327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4136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3" y="5346"/>
                  </a:lnTo>
                  <a:lnTo>
                    <a:pt x="120105" y="6756"/>
                  </a:lnTo>
                  <a:lnTo>
                    <a:pt x="115045" y="8327"/>
                  </a:lnTo>
                  <a:lnTo>
                    <a:pt x="110037" y="10059"/>
                  </a:lnTo>
                  <a:lnTo>
                    <a:pt x="105087" y="11948"/>
                  </a:lnTo>
                  <a:lnTo>
                    <a:pt x="100199" y="13992"/>
                  </a:lnTo>
                  <a:lnTo>
                    <a:pt x="95378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7" y="23688"/>
                  </a:lnTo>
                  <a:lnTo>
                    <a:pt x="76863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7"/>
                  </a:lnTo>
                  <a:lnTo>
                    <a:pt x="59797" y="39025"/>
                  </a:lnTo>
                  <a:lnTo>
                    <a:pt x="55790" y="42492"/>
                  </a:lnTo>
                  <a:lnTo>
                    <a:pt x="51895" y="46084"/>
                  </a:lnTo>
                  <a:lnTo>
                    <a:pt x="48115" y="49797"/>
                  </a:lnTo>
                  <a:lnTo>
                    <a:pt x="44455" y="53629"/>
                  </a:lnTo>
                  <a:lnTo>
                    <a:pt x="40919" y="57574"/>
                  </a:lnTo>
                  <a:lnTo>
                    <a:pt x="37509" y="61630"/>
                  </a:lnTo>
                  <a:lnTo>
                    <a:pt x="34229" y="65792"/>
                  </a:lnTo>
                  <a:lnTo>
                    <a:pt x="31083" y="70055"/>
                  </a:lnTo>
                  <a:lnTo>
                    <a:pt x="28074" y="74416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6" y="88041"/>
                  </a:lnTo>
                  <a:lnTo>
                    <a:pt x="17462" y="92747"/>
                  </a:lnTo>
                  <a:lnTo>
                    <a:pt x="15178" y="97529"/>
                  </a:lnTo>
                  <a:lnTo>
                    <a:pt x="13048" y="102380"/>
                  </a:lnTo>
                  <a:lnTo>
                    <a:pt x="11072" y="107296"/>
                  </a:lnTo>
                  <a:lnTo>
                    <a:pt x="9253" y="112273"/>
                  </a:lnTo>
                  <a:lnTo>
                    <a:pt x="7592" y="117305"/>
                  </a:lnTo>
                  <a:lnTo>
                    <a:pt x="6092" y="122386"/>
                  </a:lnTo>
                  <a:lnTo>
                    <a:pt x="4754" y="127513"/>
                  </a:lnTo>
                  <a:lnTo>
                    <a:pt x="3579" y="132680"/>
                  </a:lnTo>
                  <a:lnTo>
                    <a:pt x="2568" y="137881"/>
                  </a:lnTo>
                  <a:lnTo>
                    <a:pt x="1723" y="143112"/>
                  </a:lnTo>
                  <a:lnTo>
                    <a:pt x="1043" y="148367"/>
                  </a:lnTo>
                  <a:lnTo>
                    <a:pt x="531" y="153641"/>
                  </a:lnTo>
                  <a:lnTo>
                    <a:pt x="186" y="158928"/>
                  </a:lnTo>
                  <a:lnTo>
                    <a:pt x="9" y="164224"/>
                  </a:lnTo>
                  <a:lnTo>
                    <a:pt x="0" y="169522"/>
                  </a:lnTo>
                  <a:lnTo>
                    <a:pt x="158" y="174818"/>
                  </a:lnTo>
                  <a:lnTo>
                    <a:pt x="484" y="180107"/>
                  </a:lnTo>
                  <a:lnTo>
                    <a:pt x="978" y="185383"/>
                  </a:lnTo>
                  <a:lnTo>
                    <a:pt x="1639" y="190640"/>
                  </a:lnTo>
                  <a:lnTo>
                    <a:pt x="2466" y="195873"/>
                  </a:lnTo>
                  <a:lnTo>
                    <a:pt x="3459" y="201078"/>
                  </a:lnTo>
                  <a:lnTo>
                    <a:pt x="4616" y="206249"/>
                  </a:lnTo>
                  <a:lnTo>
                    <a:pt x="5936" y="211381"/>
                  </a:lnTo>
                  <a:lnTo>
                    <a:pt x="7418" y="216468"/>
                  </a:lnTo>
                  <a:lnTo>
                    <a:pt x="9061" y="221505"/>
                  </a:lnTo>
                  <a:lnTo>
                    <a:pt x="10862" y="226488"/>
                  </a:lnTo>
                  <a:lnTo>
                    <a:pt x="12821" y="231411"/>
                  </a:lnTo>
                  <a:lnTo>
                    <a:pt x="14934" y="236270"/>
                  </a:lnTo>
                  <a:lnTo>
                    <a:pt x="17201" y="241060"/>
                  </a:lnTo>
                  <a:lnTo>
                    <a:pt x="19618" y="245775"/>
                  </a:lnTo>
                  <a:lnTo>
                    <a:pt x="22183" y="250411"/>
                  </a:lnTo>
                  <a:lnTo>
                    <a:pt x="24894" y="254963"/>
                  </a:lnTo>
                  <a:lnTo>
                    <a:pt x="27748" y="259428"/>
                  </a:lnTo>
                  <a:lnTo>
                    <a:pt x="30742" y="263799"/>
                  </a:lnTo>
                  <a:lnTo>
                    <a:pt x="33873" y="268074"/>
                  </a:lnTo>
                  <a:lnTo>
                    <a:pt x="37138" y="272247"/>
                  </a:lnTo>
                  <a:lnTo>
                    <a:pt x="40534" y="276315"/>
                  </a:lnTo>
                  <a:lnTo>
                    <a:pt x="44057" y="280273"/>
                  </a:lnTo>
                  <a:lnTo>
                    <a:pt x="47703" y="284117"/>
                  </a:lnTo>
                  <a:lnTo>
                    <a:pt x="51470" y="287844"/>
                  </a:lnTo>
                  <a:lnTo>
                    <a:pt x="55352" y="291449"/>
                  </a:lnTo>
                  <a:lnTo>
                    <a:pt x="59347" y="294930"/>
                  </a:lnTo>
                  <a:lnTo>
                    <a:pt x="63450" y="298282"/>
                  </a:lnTo>
                  <a:lnTo>
                    <a:pt x="67658" y="301503"/>
                  </a:lnTo>
                  <a:lnTo>
                    <a:pt x="71965" y="304589"/>
                  </a:lnTo>
                  <a:lnTo>
                    <a:pt x="76368" y="307536"/>
                  </a:lnTo>
                  <a:lnTo>
                    <a:pt x="80863" y="310343"/>
                  </a:lnTo>
                  <a:lnTo>
                    <a:pt x="85444" y="313006"/>
                  </a:lnTo>
                  <a:lnTo>
                    <a:pt x="90107" y="315522"/>
                  </a:lnTo>
                  <a:lnTo>
                    <a:pt x="94847" y="317889"/>
                  </a:lnTo>
                  <a:lnTo>
                    <a:pt x="99660" y="320105"/>
                  </a:lnTo>
                  <a:lnTo>
                    <a:pt x="104541" y="322167"/>
                  </a:lnTo>
                  <a:lnTo>
                    <a:pt x="109485" y="324073"/>
                  </a:lnTo>
                  <a:lnTo>
                    <a:pt x="114486" y="325822"/>
                  </a:lnTo>
                  <a:lnTo>
                    <a:pt x="119541" y="327411"/>
                  </a:lnTo>
                  <a:lnTo>
                    <a:pt x="124644" y="328840"/>
                  </a:lnTo>
                  <a:lnTo>
                    <a:pt x="129789" y="330106"/>
                  </a:lnTo>
                  <a:lnTo>
                    <a:pt x="134971" y="331208"/>
                  </a:lnTo>
                  <a:lnTo>
                    <a:pt x="140186" y="332145"/>
                  </a:lnTo>
                  <a:lnTo>
                    <a:pt x="145429" y="332917"/>
                  </a:lnTo>
                  <a:lnTo>
                    <a:pt x="150692" y="333522"/>
                  </a:lnTo>
                  <a:lnTo>
                    <a:pt x="155973" y="333960"/>
                  </a:lnTo>
                  <a:lnTo>
                    <a:pt x="161265" y="334231"/>
                  </a:lnTo>
                  <a:lnTo>
                    <a:pt x="166562" y="334333"/>
                  </a:lnTo>
                  <a:lnTo>
                    <a:pt x="171860" y="334268"/>
                  </a:lnTo>
                  <a:lnTo>
                    <a:pt x="177154" y="334035"/>
                  </a:lnTo>
                  <a:lnTo>
                    <a:pt x="182437" y="333634"/>
                  </a:lnTo>
                  <a:lnTo>
                    <a:pt x="187705" y="333066"/>
                  </a:lnTo>
                  <a:lnTo>
                    <a:pt x="192953" y="332331"/>
                  </a:lnTo>
                  <a:lnTo>
                    <a:pt x="198174" y="331430"/>
                  </a:lnTo>
                  <a:lnTo>
                    <a:pt x="203365" y="330365"/>
                  </a:lnTo>
                  <a:lnTo>
                    <a:pt x="208519" y="329135"/>
                  </a:lnTo>
                  <a:lnTo>
                    <a:pt x="213631" y="327742"/>
                  </a:lnTo>
                  <a:lnTo>
                    <a:pt x="218697" y="326189"/>
                  </a:lnTo>
                  <a:lnTo>
                    <a:pt x="223711" y="324475"/>
                  </a:lnTo>
                  <a:lnTo>
                    <a:pt x="228668" y="322604"/>
                  </a:lnTo>
                  <a:lnTo>
                    <a:pt x="233563" y="320576"/>
                  </a:lnTo>
                  <a:lnTo>
                    <a:pt x="238391" y="318394"/>
                  </a:lnTo>
                  <a:lnTo>
                    <a:pt x="243148" y="316060"/>
                  </a:lnTo>
                  <a:lnTo>
                    <a:pt x="247829" y="313577"/>
                  </a:lnTo>
                  <a:lnTo>
                    <a:pt x="252429" y="310947"/>
                  </a:lnTo>
                  <a:lnTo>
                    <a:pt x="256942" y="308172"/>
                  </a:lnTo>
                  <a:lnTo>
                    <a:pt x="261366" y="305255"/>
                  </a:lnTo>
                  <a:lnTo>
                    <a:pt x="265695" y="302200"/>
                  </a:lnTo>
                  <a:lnTo>
                    <a:pt x="269925" y="299009"/>
                  </a:lnTo>
                  <a:lnTo>
                    <a:pt x="274052" y="295685"/>
                  </a:lnTo>
                  <a:lnTo>
                    <a:pt x="278071" y="292233"/>
                  </a:lnTo>
                  <a:lnTo>
                    <a:pt x="281979" y="288655"/>
                  </a:lnTo>
                  <a:lnTo>
                    <a:pt x="285772" y="284955"/>
                  </a:lnTo>
                  <a:lnTo>
                    <a:pt x="289445" y="281136"/>
                  </a:lnTo>
                  <a:lnTo>
                    <a:pt x="292996" y="277203"/>
                  </a:lnTo>
                  <a:lnTo>
                    <a:pt x="296420" y="273159"/>
                  </a:lnTo>
                  <a:lnTo>
                    <a:pt x="299714" y="269009"/>
                  </a:lnTo>
                  <a:lnTo>
                    <a:pt x="302875" y="264757"/>
                  </a:lnTo>
                  <a:lnTo>
                    <a:pt x="305900" y="260406"/>
                  </a:lnTo>
                  <a:lnTo>
                    <a:pt x="308785" y="255962"/>
                  </a:lnTo>
                  <a:lnTo>
                    <a:pt x="311528" y="251429"/>
                  </a:lnTo>
                  <a:lnTo>
                    <a:pt x="314126" y="246811"/>
                  </a:lnTo>
                  <a:lnTo>
                    <a:pt x="316576" y="242113"/>
                  </a:lnTo>
                  <a:lnTo>
                    <a:pt x="318876" y="237339"/>
                  </a:lnTo>
                  <a:lnTo>
                    <a:pt x="321024" y="232496"/>
                  </a:lnTo>
                  <a:lnTo>
                    <a:pt x="323017" y="227586"/>
                  </a:lnTo>
                  <a:lnTo>
                    <a:pt x="324854" y="222616"/>
                  </a:lnTo>
                  <a:lnTo>
                    <a:pt x="326532" y="217590"/>
                  </a:lnTo>
                  <a:lnTo>
                    <a:pt x="328050" y="212514"/>
                  </a:lnTo>
                  <a:lnTo>
                    <a:pt x="329406" y="207392"/>
                  </a:lnTo>
                  <a:lnTo>
                    <a:pt x="330599" y="202229"/>
                  </a:lnTo>
                  <a:lnTo>
                    <a:pt x="331629" y="197031"/>
                  </a:lnTo>
                  <a:lnTo>
                    <a:pt x="332492" y="191804"/>
                  </a:lnTo>
                  <a:lnTo>
                    <a:pt x="333190" y="186551"/>
                  </a:lnTo>
                  <a:lnTo>
                    <a:pt x="333721" y="181279"/>
                  </a:lnTo>
                  <a:lnTo>
                    <a:pt x="334085" y="175993"/>
                  </a:lnTo>
                  <a:lnTo>
                    <a:pt x="334280" y="170698"/>
                  </a:lnTo>
                  <a:lnTo>
                    <a:pt x="334308" y="165400"/>
                  </a:lnTo>
                  <a:lnTo>
                    <a:pt x="334168" y="160103"/>
                  </a:lnTo>
                  <a:lnTo>
                    <a:pt x="333861" y="154813"/>
                  </a:lnTo>
                  <a:lnTo>
                    <a:pt x="333385" y="149536"/>
                  </a:lnTo>
                  <a:lnTo>
                    <a:pt x="332743" y="144277"/>
                  </a:lnTo>
                  <a:lnTo>
                    <a:pt x="331935" y="139040"/>
                  </a:lnTo>
                  <a:lnTo>
                    <a:pt x="330960" y="133832"/>
                  </a:lnTo>
                  <a:lnTo>
                    <a:pt x="329822" y="128657"/>
                  </a:lnTo>
                  <a:lnTo>
                    <a:pt x="328519" y="123521"/>
                  </a:lnTo>
                  <a:lnTo>
                    <a:pt x="327055" y="118429"/>
                  </a:lnTo>
                  <a:lnTo>
                    <a:pt x="325430" y="113385"/>
                  </a:lnTo>
                  <a:lnTo>
                    <a:pt x="323646" y="108396"/>
                  </a:lnTo>
                  <a:lnTo>
                    <a:pt x="321705" y="103466"/>
                  </a:lnTo>
                  <a:lnTo>
                    <a:pt x="319608" y="98600"/>
                  </a:lnTo>
                  <a:lnTo>
                    <a:pt x="317359" y="93802"/>
                  </a:lnTo>
                  <a:lnTo>
                    <a:pt x="314958" y="89079"/>
                  </a:lnTo>
                  <a:lnTo>
                    <a:pt x="312409" y="84433"/>
                  </a:lnTo>
                  <a:lnTo>
                    <a:pt x="309714" y="79871"/>
                  </a:lnTo>
                  <a:lnTo>
                    <a:pt x="306876" y="75397"/>
                  </a:lnTo>
                  <a:lnTo>
                    <a:pt x="303897" y="71015"/>
                  </a:lnTo>
                  <a:lnTo>
                    <a:pt x="300781" y="66729"/>
                  </a:lnTo>
                  <a:lnTo>
                    <a:pt x="297531" y="62545"/>
                  </a:lnTo>
                  <a:lnTo>
                    <a:pt x="294150" y="58465"/>
                  </a:lnTo>
                  <a:lnTo>
                    <a:pt x="290641" y="54495"/>
                  </a:lnTo>
                  <a:lnTo>
                    <a:pt x="287008" y="50638"/>
                  </a:lnTo>
                  <a:lnTo>
                    <a:pt x="283255" y="46898"/>
                  </a:lnTo>
                  <a:lnTo>
                    <a:pt x="279385" y="43279"/>
                  </a:lnTo>
                  <a:lnTo>
                    <a:pt x="275402" y="39784"/>
                  </a:lnTo>
                  <a:lnTo>
                    <a:pt x="271311" y="36417"/>
                  </a:lnTo>
                  <a:lnTo>
                    <a:pt x="267115" y="33182"/>
                  </a:lnTo>
                  <a:lnTo>
                    <a:pt x="262818" y="30081"/>
                  </a:lnTo>
                  <a:lnTo>
                    <a:pt x="258426" y="27118"/>
                  </a:lnTo>
                  <a:lnTo>
                    <a:pt x="253941" y="24295"/>
                  </a:lnTo>
                  <a:lnTo>
                    <a:pt x="249370" y="21616"/>
                  </a:lnTo>
                  <a:lnTo>
                    <a:pt x="244716" y="19084"/>
                  </a:lnTo>
                  <a:lnTo>
                    <a:pt x="239983" y="16700"/>
                  </a:lnTo>
                  <a:lnTo>
                    <a:pt x="235178" y="14467"/>
                  </a:lnTo>
                  <a:lnTo>
                    <a:pt x="230305" y="12388"/>
                  </a:lnTo>
                  <a:lnTo>
                    <a:pt x="225368" y="10464"/>
                  </a:lnTo>
                  <a:lnTo>
                    <a:pt x="220372" y="8698"/>
                  </a:lnTo>
                  <a:lnTo>
                    <a:pt x="215323" y="7091"/>
                  </a:lnTo>
                  <a:lnTo>
                    <a:pt x="210226" y="5645"/>
                  </a:lnTo>
                  <a:lnTo>
                    <a:pt x="205085" y="4361"/>
                  </a:lnTo>
                  <a:lnTo>
                    <a:pt x="199906" y="3240"/>
                  </a:lnTo>
                  <a:lnTo>
                    <a:pt x="194695" y="2284"/>
                  </a:lnTo>
                  <a:lnTo>
                    <a:pt x="189455" y="1494"/>
                  </a:lnTo>
                  <a:lnTo>
                    <a:pt x="184193" y="871"/>
                  </a:lnTo>
                  <a:lnTo>
                    <a:pt x="178914" y="414"/>
                  </a:lnTo>
                  <a:lnTo>
                    <a:pt x="173624" y="125"/>
                  </a:lnTo>
                  <a:lnTo>
                    <a:pt x="168327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70" y="4659281"/>
              <a:ext cx="167154" cy="196131"/>
            </a:xfrm>
            <a:custGeom>
              <a:avLst/>
              <a:pathLst>
                <a:path w="167154" h="196131">
                  <a:moveTo>
                    <a:pt x="167154" y="0"/>
                  </a:moveTo>
                  <a:lnTo>
                    <a:pt x="161753" y="87"/>
                  </a:lnTo>
                  <a:lnTo>
                    <a:pt x="156358" y="348"/>
                  </a:lnTo>
                  <a:lnTo>
                    <a:pt x="150974" y="784"/>
                  </a:lnTo>
                  <a:lnTo>
                    <a:pt x="145607" y="1394"/>
                  </a:lnTo>
                  <a:lnTo>
                    <a:pt x="140262" y="2177"/>
                  </a:lnTo>
                  <a:lnTo>
                    <a:pt x="134946" y="3132"/>
                  </a:lnTo>
                  <a:lnTo>
                    <a:pt x="129663" y="4258"/>
                  </a:lnTo>
                  <a:lnTo>
                    <a:pt x="124419" y="5554"/>
                  </a:lnTo>
                  <a:lnTo>
                    <a:pt x="119220" y="7019"/>
                  </a:lnTo>
                  <a:lnTo>
                    <a:pt x="114071" y="8651"/>
                  </a:lnTo>
                  <a:lnTo>
                    <a:pt x="108977" y="10449"/>
                  </a:lnTo>
                  <a:lnTo>
                    <a:pt x="103944" y="12411"/>
                  </a:lnTo>
                  <a:lnTo>
                    <a:pt x="98978" y="14533"/>
                  </a:lnTo>
                  <a:lnTo>
                    <a:pt x="94082" y="16816"/>
                  </a:lnTo>
                  <a:lnTo>
                    <a:pt x="89262" y="19255"/>
                  </a:lnTo>
                  <a:lnTo>
                    <a:pt x="84524" y="21849"/>
                  </a:lnTo>
                  <a:lnTo>
                    <a:pt x="79873" y="24594"/>
                  </a:lnTo>
                  <a:lnTo>
                    <a:pt x="75312" y="27489"/>
                  </a:lnTo>
                  <a:lnTo>
                    <a:pt x="70847" y="30529"/>
                  </a:lnTo>
                  <a:lnTo>
                    <a:pt x="66483" y="33712"/>
                  </a:lnTo>
                  <a:lnTo>
                    <a:pt x="62224" y="37034"/>
                  </a:lnTo>
                  <a:lnTo>
                    <a:pt x="58074" y="40492"/>
                  </a:lnTo>
                  <a:lnTo>
                    <a:pt x="54039" y="44082"/>
                  </a:lnTo>
                  <a:lnTo>
                    <a:pt x="50121" y="47801"/>
                  </a:lnTo>
                  <a:lnTo>
                    <a:pt x="46326" y="51644"/>
                  </a:lnTo>
                  <a:lnTo>
                    <a:pt x="42656" y="55608"/>
                  </a:lnTo>
                  <a:lnTo>
                    <a:pt x="39117" y="59689"/>
                  </a:lnTo>
                  <a:lnTo>
                    <a:pt x="35711" y="63881"/>
                  </a:lnTo>
                  <a:lnTo>
                    <a:pt x="32443" y="68182"/>
                  </a:lnTo>
                  <a:lnTo>
                    <a:pt x="29315" y="72586"/>
                  </a:lnTo>
                  <a:lnTo>
                    <a:pt x="26332" y="77089"/>
                  </a:lnTo>
                  <a:lnTo>
                    <a:pt x="23495" y="81685"/>
                  </a:lnTo>
                  <a:lnTo>
                    <a:pt x="20808" y="86371"/>
                  </a:lnTo>
                  <a:lnTo>
                    <a:pt x="18274" y="91142"/>
                  </a:lnTo>
                  <a:lnTo>
                    <a:pt x="15896" y="95991"/>
                  </a:lnTo>
                  <a:lnTo>
                    <a:pt x="13675" y="100915"/>
                  </a:lnTo>
                  <a:lnTo>
                    <a:pt x="11615" y="105908"/>
                  </a:lnTo>
                  <a:lnTo>
                    <a:pt x="9717" y="110966"/>
                  </a:lnTo>
                  <a:lnTo>
                    <a:pt x="7983" y="116081"/>
                  </a:lnTo>
                  <a:lnTo>
                    <a:pt x="6416" y="121251"/>
                  </a:lnTo>
                  <a:lnTo>
                    <a:pt x="5016" y="126468"/>
                  </a:lnTo>
                  <a:lnTo>
                    <a:pt x="3786" y="131727"/>
                  </a:lnTo>
                  <a:lnTo>
                    <a:pt x="2726" y="137024"/>
                  </a:lnTo>
                  <a:lnTo>
                    <a:pt x="1838" y="142352"/>
                  </a:lnTo>
                  <a:lnTo>
                    <a:pt x="1123" y="147706"/>
                  </a:lnTo>
                  <a:lnTo>
                    <a:pt x="581" y="153080"/>
                  </a:lnTo>
                  <a:lnTo>
                    <a:pt x="213" y="158469"/>
                  </a:lnTo>
                  <a:lnTo>
                    <a:pt x="19" y="163867"/>
                  </a:lnTo>
                  <a:lnTo>
                    <a:pt x="0" y="169269"/>
                  </a:lnTo>
                  <a:lnTo>
                    <a:pt x="155" y="174668"/>
                  </a:lnTo>
                  <a:lnTo>
                    <a:pt x="484" y="180060"/>
                  </a:lnTo>
                  <a:lnTo>
                    <a:pt x="988" y="185438"/>
                  </a:lnTo>
                  <a:lnTo>
                    <a:pt x="1665" y="190797"/>
                  </a:lnTo>
                  <a:lnTo>
                    <a:pt x="2515" y="19613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1885" y="4826449"/>
              <a:ext cx="164639" cy="28963"/>
            </a:xfrm>
            <a:custGeom>
              <a:avLst/>
              <a:pathLst>
                <a:path w="164639" h="28963">
                  <a:moveTo>
                    <a:pt x="0" y="28963"/>
                  </a:moveTo>
                  <a:lnTo>
                    <a:pt x="1646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1885" y="4826449"/>
              <a:ext cx="164639" cy="41607"/>
            </a:xfrm>
            <a:custGeom>
              <a:avLst/>
              <a:pathLst>
                <a:path w="164639" h="41607">
                  <a:moveTo>
                    <a:pt x="0" y="28963"/>
                  </a:moveTo>
                  <a:lnTo>
                    <a:pt x="2732" y="41607"/>
                  </a:lnTo>
                  <a:lnTo>
                    <a:pt x="1646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618" y="4659281"/>
              <a:ext cx="329066" cy="334321"/>
            </a:xfrm>
            <a:custGeom>
              <a:avLst/>
              <a:pathLst>
                <a:path w="329066" h="334321">
                  <a:moveTo>
                    <a:pt x="0" y="208774"/>
                  </a:moveTo>
                  <a:lnTo>
                    <a:pt x="1407" y="213911"/>
                  </a:lnTo>
                  <a:lnTo>
                    <a:pt x="2978" y="219000"/>
                  </a:lnTo>
                  <a:lnTo>
                    <a:pt x="4710" y="224037"/>
                  </a:lnTo>
                  <a:lnTo>
                    <a:pt x="6601" y="229016"/>
                  </a:lnTo>
                  <a:lnTo>
                    <a:pt x="8651" y="233932"/>
                  </a:lnTo>
                  <a:lnTo>
                    <a:pt x="10855" y="238781"/>
                  </a:lnTo>
                  <a:lnTo>
                    <a:pt x="13213" y="243557"/>
                  </a:lnTo>
                  <a:lnTo>
                    <a:pt x="15723" y="248255"/>
                  </a:lnTo>
                  <a:lnTo>
                    <a:pt x="18380" y="252871"/>
                  </a:lnTo>
                  <a:lnTo>
                    <a:pt x="21183" y="257400"/>
                  </a:lnTo>
                  <a:lnTo>
                    <a:pt x="24129" y="261837"/>
                  </a:lnTo>
                  <a:lnTo>
                    <a:pt x="27215" y="266178"/>
                  </a:lnTo>
                  <a:lnTo>
                    <a:pt x="30438" y="270419"/>
                  </a:lnTo>
                  <a:lnTo>
                    <a:pt x="33794" y="274555"/>
                  </a:lnTo>
                  <a:lnTo>
                    <a:pt x="37280" y="278582"/>
                  </a:lnTo>
                  <a:lnTo>
                    <a:pt x="40893" y="282496"/>
                  </a:lnTo>
                  <a:lnTo>
                    <a:pt x="44628" y="286292"/>
                  </a:lnTo>
                  <a:lnTo>
                    <a:pt x="48483" y="289968"/>
                  </a:lnTo>
                  <a:lnTo>
                    <a:pt x="52453" y="293519"/>
                  </a:lnTo>
                  <a:lnTo>
                    <a:pt x="56534" y="296942"/>
                  </a:lnTo>
                  <a:lnTo>
                    <a:pt x="60721" y="300233"/>
                  </a:lnTo>
                  <a:lnTo>
                    <a:pt x="65012" y="303389"/>
                  </a:lnTo>
                  <a:lnTo>
                    <a:pt x="69401" y="306407"/>
                  </a:lnTo>
                  <a:lnTo>
                    <a:pt x="73884" y="309283"/>
                  </a:lnTo>
                  <a:lnTo>
                    <a:pt x="78456" y="312015"/>
                  </a:lnTo>
                  <a:lnTo>
                    <a:pt x="83113" y="314600"/>
                  </a:lnTo>
                  <a:lnTo>
                    <a:pt x="87850" y="317036"/>
                  </a:lnTo>
                  <a:lnTo>
                    <a:pt x="92662" y="319319"/>
                  </a:lnTo>
                  <a:lnTo>
                    <a:pt x="97544" y="321447"/>
                  </a:lnTo>
                  <a:lnTo>
                    <a:pt x="102492" y="323420"/>
                  </a:lnTo>
                  <a:lnTo>
                    <a:pt x="107500" y="325233"/>
                  </a:lnTo>
                  <a:lnTo>
                    <a:pt x="112563" y="326886"/>
                  </a:lnTo>
                  <a:lnTo>
                    <a:pt x="117677" y="328377"/>
                  </a:lnTo>
                  <a:lnTo>
                    <a:pt x="122835" y="329704"/>
                  </a:lnTo>
                  <a:lnTo>
                    <a:pt x="128033" y="330866"/>
                  </a:lnTo>
                  <a:lnTo>
                    <a:pt x="133265" y="331863"/>
                  </a:lnTo>
                  <a:lnTo>
                    <a:pt x="138526" y="332691"/>
                  </a:lnTo>
                  <a:lnTo>
                    <a:pt x="143812" y="333352"/>
                  </a:lnTo>
                  <a:lnTo>
                    <a:pt x="149115" y="333844"/>
                  </a:lnTo>
                  <a:lnTo>
                    <a:pt x="154432" y="334167"/>
                  </a:lnTo>
                  <a:lnTo>
                    <a:pt x="159756" y="334321"/>
                  </a:lnTo>
                  <a:lnTo>
                    <a:pt x="165082" y="334304"/>
                  </a:lnTo>
                  <a:lnTo>
                    <a:pt x="170405" y="334118"/>
                  </a:lnTo>
                  <a:lnTo>
                    <a:pt x="175719" y="333763"/>
                  </a:lnTo>
                  <a:lnTo>
                    <a:pt x="181020" y="333238"/>
                  </a:lnTo>
                  <a:lnTo>
                    <a:pt x="186301" y="332545"/>
                  </a:lnTo>
                  <a:lnTo>
                    <a:pt x="191557" y="331684"/>
                  </a:lnTo>
                  <a:lnTo>
                    <a:pt x="196783" y="330656"/>
                  </a:lnTo>
                  <a:lnTo>
                    <a:pt x="201974" y="329462"/>
                  </a:lnTo>
                  <a:lnTo>
                    <a:pt x="207124" y="328103"/>
                  </a:lnTo>
                  <a:lnTo>
                    <a:pt x="212228" y="326581"/>
                  </a:lnTo>
                  <a:lnTo>
                    <a:pt x="217281" y="324897"/>
                  </a:lnTo>
                  <a:lnTo>
                    <a:pt x="222278" y="323052"/>
                  </a:lnTo>
                  <a:lnTo>
                    <a:pt x="227213" y="321050"/>
                  </a:lnTo>
                  <a:lnTo>
                    <a:pt x="232082" y="318891"/>
                  </a:lnTo>
                  <a:lnTo>
                    <a:pt x="236880" y="316579"/>
                  </a:lnTo>
                  <a:lnTo>
                    <a:pt x="241602" y="314114"/>
                  </a:lnTo>
                  <a:lnTo>
                    <a:pt x="246243" y="311501"/>
                  </a:lnTo>
                  <a:lnTo>
                    <a:pt x="250798" y="308741"/>
                  </a:lnTo>
                  <a:lnTo>
                    <a:pt x="255264" y="305837"/>
                  </a:lnTo>
                  <a:lnTo>
                    <a:pt x="259634" y="302792"/>
                  </a:lnTo>
                  <a:lnTo>
                    <a:pt x="263905" y="299610"/>
                  </a:lnTo>
                  <a:lnTo>
                    <a:pt x="268073" y="296293"/>
                  </a:lnTo>
                  <a:lnTo>
                    <a:pt x="272132" y="292846"/>
                  </a:lnTo>
                  <a:lnTo>
                    <a:pt x="276080" y="289270"/>
                  </a:lnTo>
                  <a:lnTo>
                    <a:pt x="279912" y="285571"/>
                  </a:lnTo>
                  <a:lnTo>
                    <a:pt x="283625" y="281752"/>
                  </a:lnTo>
                  <a:lnTo>
                    <a:pt x="287213" y="277816"/>
                  </a:lnTo>
                  <a:lnTo>
                    <a:pt x="290675" y="273767"/>
                  </a:lnTo>
                  <a:lnTo>
                    <a:pt x="294005" y="269611"/>
                  </a:lnTo>
                  <a:lnTo>
                    <a:pt x="297202" y="265351"/>
                  </a:lnTo>
                  <a:lnTo>
                    <a:pt x="300261" y="260991"/>
                  </a:lnTo>
                  <a:lnTo>
                    <a:pt x="303180" y="256535"/>
                  </a:lnTo>
                  <a:lnTo>
                    <a:pt x="305955" y="251989"/>
                  </a:lnTo>
                  <a:lnTo>
                    <a:pt x="308584" y="247357"/>
                  </a:lnTo>
                  <a:lnTo>
                    <a:pt x="311065" y="242644"/>
                  </a:lnTo>
                  <a:lnTo>
                    <a:pt x="313393" y="237853"/>
                  </a:lnTo>
                  <a:lnTo>
                    <a:pt x="315569" y="232992"/>
                  </a:lnTo>
                  <a:lnTo>
                    <a:pt x="317588" y="228063"/>
                  </a:lnTo>
                  <a:lnTo>
                    <a:pt x="319449" y="223072"/>
                  </a:lnTo>
                  <a:lnTo>
                    <a:pt x="321150" y="218025"/>
                  </a:lnTo>
                  <a:lnTo>
                    <a:pt x="322689" y="212926"/>
                  </a:lnTo>
                  <a:lnTo>
                    <a:pt x="324065" y="207780"/>
                  </a:lnTo>
                  <a:lnTo>
                    <a:pt x="325277" y="202594"/>
                  </a:lnTo>
                  <a:lnTo>
                    <a:pt x="326322" y="197371"/>
                  </a:lnTo>
                  <a:lnTo>
                    <a:pt x="327201" y="192118"/>
                  </a:lnTo>
                  <a:lnTo>
                    <a:pt x="327912" y="186839"/>
                  </a:lnTo>
                  <a:lnTo>
                    <a:pt x="328455" y="181541"/>
                  </a:lnTo>
                  <a:lnTo>
                    <a:pt x="328828" y="176228"/>
                  </a:lnTo>
                  <a:lnTo>
                    <a:pt x="329032" y="170905"/>
                  </a:lnTo>
                  <a:lnTo>
                    <a:pt x="329066" y="165579"/>
                  </a:lnTo>
                  <a:lnTo>
                    <a:pt x="328931" y="160255"/>
                  </a:lnTo>
                  <a:lnTo>
                    <a:pt x="328626" y="154937"/>
                  </a:lnTo>
                  <a:lnTo>
                    <a:pt x="328152" y="149632"/>
                  </a:lnTo>
                  <a:lnTo>
                    <a:pt x="327509" y="144345"/>
                  </a:lnTo>
                  <a:lnTo>
                    <a:pt x="326697" y="139080"/>
                  </a:lnTo>
                  <a:lnTo>
                    <a:pt x="325719" y="133845"/>
                  </a:lnTo>
                  <a:lnTo>
                    <a:pt x="324574" y="128643"/>
                  </a:lnTo>
                  <a:lnTo>
                    <a:pt x="323264" y="123480"/>
                  </a:lnTo>
                  <a:lnTo>
                    <a:pt x="321791" y="118362"/>
                  </a:lnTo>
                  <a:lnTo>
                    <a:pt x="320155" y="113293"/>
                  </a:lnTo>
                  <a:lnTo>
                    <a:pt x="318358" y="108279"/>
                  </a:lnTo>
                  <a:lnTo>
                    <a:pt x="316403" y="103325"/>
                  </a:lnTo>
                  <a:lnTo>
                    <a:pt x="314290" y="98435"/>
                  </a:lnTo>
                  <a:lnTo>
                    <a:pt x="312023" y="93616"/>
                  </a:lnTo>
                  <a:lnTo>
                    <a:pt x="309604" y="88870"/>
                  </a:lnTo>
                  <a:lnTo>
                    <a:pt x="307035" y="84205"/>
                  </a:lnTo>
                  <a:lnTo>
                    <a:pt x="304318" y="79623"/>
                  </a:lnTo>
                  <a:lnTo>
                    <a:pt x="301457" y="75131"/>
                  </a:lnTo>
                  <a:lnTo>
                    <a:pt x="298454" y="70732"/>
                  </a:lnTo>
                  <a:lnTo>
                    <a:pt x="295312" y="66431"/>
                  </a:lnTo>
                  <a:lnTo>
                    <a:pt x="292035" y="62232"/>
                  </a:lnTo>
                  <a:lnTo>
                    <a:pt x="288626" y="58140"/>
                  </a:lnTo>
                  <a:lnTo>
                    <a:pt x="285089" y="54158"/>
                  </a:lnTo>
                  <a:lnTo>
                    <a:pt x="281426" y="50291"/>
                  </a:lnTo>
                  <a:lnTo>
                    <a:pt x="277642" y="46543"/>
                  </a:lnTo>
                  <a:lnTo>
                    <a:pt x="273740" y="42917"/>
                  </a:lnTo>
                  <a:lnTo>
                    <a:pt x="269725" y="39417"/>
                  </a:lnTo>
                  <a:lnTo>
                    <a:pt x="265601" y="36047"/>
                  </a:lnTo>
                  <a:lnTo>
                    <a:pt x="261371" y="32810"/>
                  </a:lnTo>
                  <a:lnTo>
                    <a:pt x="257040" y="29710"/>
                  </a:lnTo>
                  <a:lnTo>
                    <a:pt x="252613" y="26749"/>
                  </a:lnTo>
                  <a:lnTo>
                    <a:pt x="248093" y="23930"/>
                  </a:lnTo>
                  <a:lnTo>
                    <a:pt x="243486" y="21257"/>
                  </a:lnTo>
                  <a:lnTo>
                    <a:pt x="238796" y="18732"/>
                  </a:lnTo>
                  <a:lnTo>
                    <a:pt x="234029" y="16358"/>
                  </a:lnTo>
                  <a:lnTo>
                    <a:pt x="229187" y="14137"/>
                  </a:lnTo>
                  <a:lnTo>
                    <a:pt x="224278" y="12071"/>
                  </a:lnTo>
                  <a:lnTo>
                    <a:pt x="219305" y="10163"/>
                  </a:lnTo>
                  <a:lnTo>
                    <a:pt x="214274" y="8414"/>
                  </a:lnTo>
                  <a:lnTo>
                    <a:pt x="209190" y="6826"/>
                  </a:lnTo>
                  <a:lnTo>
                    <a:pt x="204058" y="5401"/>
                  </a:lnTo>
                  <a:lnTo>
                    <a:pt x="198883" y="4140"/>
                  </a:lnTo>
                  <a:lnTo>
                    <a:pt x="193671" y="3045"/>
                  </a:lnTo>
                  <a:lnTo>
                    <a:pt x="188426" y="2117"/>
                  </a:lnTo>
                  <a:lnTo>
                    <a:pt x="183155" y="1355"/>
                  </a:lnTo>
                  <a:lnTo>
                    <a:pt x="177861" y="763"/>
                  </a:lnTo>
                  <a:lnTo>
                    <a:pt x="172552" y="339"/>
                  </a:lnTo>
                  <a:lnTo>
                    <a:pt x="167232" y="84"/>
                  </a:lnTo>
                  <a:lnTo>
                    <a:pt x="161906" y="0"/>
                  </a:lnTo>
                  <a:lnTo>
                    <a:pt x="1619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016" y="5018213"/>
              <a:ext cx="4704" cy="167167"/>
            </a:xfrm>
            <a:custGeom>
              <a:avLst/>
              <a:pathLst>
                <a:path w="4704" h="167167">
                  <a:moveTo>
                    <a:pt x="4704" y="0"/>
                  </a:moveTo>
                  <a:lnTo>
                    <a:pt x="0" y="66"/>
                  </a:lnTo>
                  <a:lnTo>
                    <a:pt x="470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321566" y="5018214"/>
              <a:ext cx="334309" cy="334332"/>
            </a:xfrm>
            <a:custGeom>
              <a:avLst/>
              <a:pathLst>
                <a:path w="334309" h="334332">
                  <a:moveTo>
                    <a:pt x="162450" y="65"/>
                  </a:moveTo>
                  <a:lnTo>
                    <a:pt x="157151" y="298"/>
                  </a:lnTo>
                  <a:lnTo>
                    <a:pt x="151861" y="699"/>
                  </a:lnTo>
                  <a:lnTo>
                    <a:pt x="146587" y="1268"/>
                  </a:lnTo>
                  <a:lnTo>
                    <a:pt x="141334" y="2005"/>
                  </a:lnTo>
                  <a:lnTo>
                    <a:pt x="136107" y="2907"/>
                  </a:lnTo>
                  <a:lnTo>
                    <a:pt x="130911" y="3975"/>
                  </a:lnTo>
                  <a:lnTo>
                    <a:pt x="125751" y="5207"/>
                  </a:lnTo>
                  <a:lnTo>
                    <a:pt x="120633" y="6602"/>
                  </a:lnTo>
                  <a:lnTo>
                    <a:pt x="115562" y="8159"/>
                  </a:lnTo>
                  <a:lnTo>
                    <a:pt x="110543" y="9876"/>
                  </a:lnTo>
                  <a:lnTo>
                    <a:pt x="105581" y="11751"/>
                  </a:lnTo>
                  <a:lnTo>
                    <a:pt x="100681" y="13783"/>
                  </a:lnTo>
                  <a:lnTo>
                    <a:pt x="95848" y="15969"/>
                  </a:lnTo>
                  <a:lnTo>
                    <a:pt x="91087" y="18308"/>
                  </a:lnTo>
                  <a:lnTo>
                    <a:pt x="86402" y="20796"/>
                  </a:lnTo>
                  <a:lnTo>
                    <a:pt x="81799" y="23432"/>
                  </a:lnTo>
                  <a:lnTo>
                    <a:pt x="77281" y="26213"/>
                  </a:lnTo>
                  <a:lnTo>
                    <a:pt x="72854" y="29135"/>
                  </a:lnTo>
                  <a:lnTo>
                    <a:pt x="68522" y="32197"/>
                  </a:lnTo>
                  <a:lnTo>
                    <a:pt x="64290" y="35394"/>
                  </a:lnTo>
                  <a:lnTo>
                    <a:pt x="60160" y="38724"/>
                  </a:lnTo>
                  <a:lnTo>
                    <a:pt x="56139" y="42184"/>
                  </a:lnTo>
                  <a:lnTo>
                    <a:pt x="52230" y="45769"/>
                  </a:lnTo>
                  <a:lnTo>
                    <a:pt x="48436" y="49476"/>
                  </a:lnTo>
                  <a:lnTo>
                    <a:pt x="44761" y="53302"/>
                  </a:lnTo>
                  <a:lnTo>
                    <a:pt x="41210" y="57243"/>
                  </a:lnTo>
                  <a:lnTo>
                    <a:pt x="37786" y="61294"/>
                  </a:lnTo>
                  <a:lnTo>
                    <a:pt x="34492" y="65452"/>
                  </a:lnTo>
                  <a:lnTo>
                    <a:pt x="31332" y="69713"/>
                  </a:lnTo>
                  <a:lnTo>
                    <a:pt x="28308" y="74071"/>
                  </a:lnTo>
                  <a:lnTo>
                    <a:pt x="25424" y="78523"/>
                  </a:lnTo>
                  <a:lnTo>
                    <a:pt x="22683" y="83065"/>
                  </a:lnTo>
                  <a:lnTo>
                    <a:pt x="20087" y="87691"/>
                  </a:lnTo>
                  <a:lnTo>
                    <a:pt x="17640" y="92397"/>
                  </a:lnTo>
                  <a:lnTo>
                    <a:pt x="15343" y="97179"/>
                  </a:lnTo>
                  <a:lnTo>
                    <a:pt x="13199" y="102031"/>
                  </a:lnTo>
                  <a:lnTo>
                    <a:pt x="11210" y="106948"/>
                  </a:lnTo>
                  <a:lnTo>
                    <a:pt x="9377" y="111926"/>
                  </a:lnTo>
                  <a:lnTo>
                    <a:pt x="7704" y="116960"/>
                  </a:lnTo>
                  <a:lnTo>
                    <a:pt x="6192" y="122044"/>
                  </a:lnTo>
                  <a:lnTo>
                    <a:pt x="4841" y="127174"/>
                  </a:lnTo>
                  <a:lnTo>
                    <a:pt x="3654" y="132344"/>
                  </a:lnTo>
                  <a:lnTo>
                    <a:pt x="2631" y="137549"/>
                  </a:lnTo>
                  <a:lnTo>
                    <a:pt x="1774" y="142784"/>
                  </a:lnTo>
                  <a:lnTo>
                    <a:pt x="1084" y="148044"/>
                  </a:lnTo>
                  <a:lnTo>
                    <a:pt x="561" y="153323"/>
                  </a:lnTo>
                  <a:lnTo>
                    <a:pt x="206" y="158615"/>
                  </a:lnTo>
                  <a:lnTo>
                    <a:pt x="18" y="163917"/>
                  </a:lnTo>
                  <a:lnTo>
                    <a:pt x="0" y="169221"/>
                  </a:lnTo>
                  <a:lnTo>
                    <a:pt x="149" y="174524"/>
                  </a:lnTo>
                  <a:lnTo>
                    <a:pt x="466" y="179819"/>
                  </a:lnTo>
                  <a:lnTo>
                    <a:pt x="952" y="185101"/>
                  </a:lnTo>
                  <a:lnTo>
                    <a:pt x="1605" y="190365"/>
                  </a:lnTo>
                  <a:lnTo>
                    <a:pt x="2424" y="195606"/>
                  </a:lnTo>
                  <a:lnTo>
                    <a:pt x="3409" y="200819"/>
                  </a:lnTo>
                  <a:lnTo>
                    <a:pt x="4559" y="205997"/>
                  </a:lnTo>
                  <a:lnTo>
                    <a:pt x="5873" y="211136"/>
                  </a:lnTo>
                  <a:lnTo>
                    <a:pt x="7350" y="216231"/>
                  </a:lnTo>
                  <a:lnTo>
                    <a:pt x="8987" y="221277"/>
                  </a:lnTo>
                  <a:lnTo>
                    <a:pt x="10783" y="226268"/>
                  </a:lnTo>
                  <a:lnTo>
                    <a:pt x="12737" y="231200"/>
                  </a:lnTo>
                  <a:lnTo>
                    <a:pt x="14847" y="236067"/>
                  </a:lnTo>
                  <a:lnTo>
                    <a:pt x="17110" y="240865"/>
                  </a:lnTo>
                  <a:lnTo>
                    <a:pt x="19523" y="245588"/>
                  </a:lnTo>
                  <a:lnTo>
                    <a:pt x="22086" y="250233"/>
                  </a:lnTo>
                  <a:lnTo>
                    <a:pt x="24795" y="254794"/>
                  </a:lnTo>
                  <a:lnTo>
                    <a:pt x="27647" y="259267"/>
                  </a:lnTo>
                  <a:lnTo>
                    <a:pt x="30639" y="263647"/>
                  </a:lnTo>
                  <a:lnTo>
                    <a:pt x="33769" y="267929"/>
                  </a:lnTo>
                  <a:lnTo>
                    <a:pt x="37033" y="272111"/>
                  </a:lnTo>
                  <a:lnTo>
                    <a:pt x="40428" y="276186"/>
                  </a:lnTo>
                  <a:lnTo>
                    <a:pt x="43951" y="280152"/>
                  </a:lnTo>
                  <a:lnTo>
                    <a:pt x="47598" y="284004"/>
                  </a:lnTo>
                  <a:lnTo>
                    <a:pt x="51365" y="287739"/>
                  </a:lnTo>
                  <a:lnTo>
                    <a:pt x="55249" y="291352"/>
                  </a:lnTo>
                  <a:lnTo>
                    <a:pt x="59246" y="294840"/>
                  </a:lnTo>
                  <a:lnTo>
                    <a:pt x="63351" y="298200"/>
                  </a:lnTo>
                  <a:lnTo>
                    <a:pt x="67561" y="301427"/>
                  </a:lnTo>
                  <a:lnTo>
                    <a:pt x="71871" y="304519"/>
                  </a:lnTo>
                  <a:lnTo>
                    <a:pt x="76277" y="307473"/>
                  </a:lnTo>
                  <a:lnTo>
                    <a:pt x="80774" y="310286"/>
                  </a:lnTo>
                  <a:lnTo>
                    <a:pt x="85359" y="312955"/>
                  </a:lnTo>
                  <a:lnTo>
                    <a:pt x="90025" y="315477"/>
                  </a:lnTo>
                  <a:lnTo>
                    <a:pt x="94770" y="317849"/>
                  </a:lnTo>
                  <a:lnTo>
                    <a:pt x="99587" y="320070"/>
                  </a:lnTo>
                  <a:lnTo>
                    <a:pt x="104473" y="322137"/>
                  </a:lnTo>
                  <a:lnTo>
                    <a:pt x="109421" y="324048"/>
                  </a:lnTo>
                  <a:lnTo>
                    <a:pt x="114428" y="325800"/>
                  </a:lnTo>
                  <a:lnTo>
                    <a:pt x="119488" y="327393"/>
                  </a:lnTo>
                  <a:lnTo>
                    <a:pt x="124595" y="328825"/>
                  </a:lnTo>
                  <a:lnTo>
                    <a:pt x="129746" y="330094"/>
                  </a:lnTo>
                  <a:lnTo>
                    <a:pt x="134934" y="331199"/>
                  </a:lnTo>
                  <a:lnTo>
                    <a:pt x="140155" y="332139"/>
                  </a:lnTo>
                  <a:lnTo>
                    <a:pt x="145403" y="332912"/>
                  </a:lnTo>
                  <a:lnTo>
                    <a:pt x="150673" y="333519"/>
                  </a:lnTo>
                  <a:lnTo>
                    <a:pt x="155959" y="333958"/>
                  </a:lnTo>
                  <a:lnTo>
                    <a:pt x="161257" y="334229"/>
                  </a:lnTo>
                  <a:lnTo>
                    <a:pt x="166560" y="334332"/>
                  </a:lnTo>
                  <a:lnTo>
                    <a:pt x="171864" y="334267"/>
                  </a:lnTo>
                  <a:lnTo>
                    <a:pt x="177164" y="334033"/>
                  </a:lnTo>
                  <a:lnTo>
                    <a:pt x="182453" y="333632"/>
                  </a:lnTo>
                  <a:lnTo>
                    <a:pt x="187727" y="333063"/>
                  </a:lnTo>
                  <a:lnTo>
                    <a:pt x="192981" y="332326"/>
                  </a:lnTo>
                  <a:lnTo>
                    <a:pt x="198208" y="331424"/>
                  </a:lnTo>
                  <a:lnTo>
                    <a:pt x="203404" y="330356"/>
                  </a:lnTo>
                  <a:lnTo>
                    <a:pt x="208563" y="329123"/>
                  </a:lnTo>
                  <a:lnTo>
                    <a:pt x="213681" y="327728"/>
                  </a:lnTo>
                  <a:lnTo>
                    <a:pt x="218752" y="326171"/>
                  </a:lnTo>
                  <a:lnTo>
                    <a:pt x="223771" y="324454"/>
                  </a:lnTo>
                  <a:lnTo>
                    <a:pt x="228733" y="322578"/>
                  </a:lnTo>
                  <a:lnTo>
                    <a:pt x="233633" y="320546"/>
                  </a:lnTo>
                  <a:lnTo>
                    <a:pt x="238466" y="318360"/>
                  </a:lnTo>
                  <a:lnTo>
                    <a:pt x="243227" y="316021"/>
                  </a:lnTo>
                  <a:lnTo>
                    <a:pt x="247912" y="313533"/>
                  </a:lnTo>
                  <a:lnTo>
                    <a:pt x="252515" y="310897"/>
                  </a:lnTo>
                  <a:lnTo>
                    <a:pt x="257032" y="308116"/>
                  </a:lnTo>
                  <a:lnTo>
                    <a:pt x="261459" y="305193"/>
                  </a:lnTo>
                  <a:lnTo>
                    <a:pt x="265791" y="302132"/>
                  </a:lnTo>
                  <a:lnTo>
                    <a:pt x="270024" y="298934"/>
                  </a:lnTo>
                  <a:lnTo>
                    <a:pt x="274153" y="295604"/>
                  </a:lnTo>
                  <a:lnTo>
                    <a:pt x="278174" y="292144"/>
                  </a:lnTo>
                  <a:lnTo>
                    <a:pt x="282083" y="288559"/>
                  </a:lnTo>
                  <a:lnTo>
                    <a:pt x="285877" y="284851"/>
                  </a:lnTo>
                  <a:lnTo>
                    <a:pt x="289551" y="281025"/>
                  </a:lnTo>
                  <a:lnTo>
                    <a:pt x="293102" y="277084"/>
                  </a:lnTo>
                  <a:lnTo>
                    <a:pt x="296526" y="273033"/>
                  </a:lnTo>
                  <a:lnTo>
                    <a:pt x="299820" y="268875"/>
                  </a:lnTo>
                  <a:lnTo>
                    <a:pt x="302980" y="264614"/>
                  </a:lnTo>
                  <a:lnTo>
                    <a:pt x="306004" y="260256"/>
                  </a:lnTo>
                  <a:lnTo>
                    <a:pt x="308888" y="255803"/>
                  </a:lnTo>
                  <a:lnTo>
                    <a:pt x="311629" y="251262"/>
                  </a:lnTo>
                  <a:lnTo>
                    <a:pt x="314224" y="246636"/>
                  </a:lnTo>
                  <a:lnTo>
                    <a:pt x="316671" y="241929"/>
                  </a:lnTo>
                  <a:lnTo>
                    <a:pt x="318968" y="237148"/>
                  </a:lnTo>
                  <a:lnTo>
                    <a:pt x="321112" y="232296"/>
                  </a:lnTo>
                  <a:lnTo>
                    <a:pt x="323101" y="227378"/>
                  </a:lnTo>
                  <a:lnTo>
                    <a:pt x="324933" y="222400"/>
                  </a:lnTo>
                  <a:lnTo>
                    <a:pt x="326606" y="217366"/>
                  </a:lnTo>
                  <a:lnTo>
                    <a:pt x="328119" y="212282"/>
                  </a:lnTo>
                  <a:lnTo>
                    <a:pt x="329469" y="207152"/>
                  </a:lnTo>
                  <a:lnTo>
                    <a:pt x="330656" y="201982"/>
                  </a:lnTo>
                  <a:lnTo>
                    <a:pt x="331678" y="196776"/>
                  </a:lnTo>
                  <a:lnTo>
                    <a:pt x="332535" y="191542"/>
                  </a:lnTo>
                  <a:lnTo>
                    <a:pt x="333225" y="186282"/>
                  </a:lnTo>
                  <a:lnTo>
                    <a:pt x="333748" y="181003"/>
                  </a:lnTo>
                  <a:lnTo>
                    <a:pt x="334103" y="175711"/>
                  </a:lnTo>
                  <a:lnTo>
                    <a:pt x="334290" y="170409"/>
                  </a:lnTo>
                  <a:lnTo>
                    <a:pt x="334309" y="165105"/>
                  </a:lnTo>
                  <a:lnTo>
                    <a:pt x="334159" y="159802"/>
                  </a:lnTo>
                  <a:lnTo>
                    <a:pt x="333842" y="154507"/>
                  </a:lnTo>
                  <a:lnTo>
                    <a:pt x="333356" y="149225"/>
                  </a:lnTo>
                  <a:lnTo>
                    <a:pt x="332703" y="143960"/>
                  </a:lnTo>
                  <a:lnTo>
                    <a:pt x="331884" y="138720"/>
                  </a:lnTo>
                  <a:lnTo>
                    <a:pt x="330898" y="133507"/>
                  </a:lnTo>
                  <a:lnTo>
                    <a:pt x="329748" y="128329"/>
                  </a:lnTo>
                  <a:lnTo>
                    <a:pt x="328434" y="123190"/>
                  </a:lnTo>
                  <a:lnTo>
                    <a:pt x="326957" y="118095"/>
                  </a:lnTo>
                  <a:lnTo>
                    <a:pt x="325320" y="113049"/>
                  </a:lnTo>
                  <a:lnTo>
                    <a:pt x="323523" y="108058"/>
                  </a:lnTo>
                  <a:lnTo>
                    <a:pt x="321569" y="103126"/>
                  </a:lnTo>
                  <a:lnTo>
                    <a:pt x="319459" y="98259"/>
                  </a:lnTo>
                  <a:lnTo>
                    <a:pt x="317196" y="93462"/>
                  </a:lnTo>
                  <a:lnTo>
                    <a:pt x="314782" y="88738"/>
                  </a:lnTo>
                  <a:lnTo>
                    <a:pt x="312220" y="84094"/>
                  </a:lnTo>
                  <a:lnTo>
                    <a:pt x="309511" y="79533"/>
                  </a:lnTo>
                  <a:lnTo>
                    <a:pt x="306659" y="75060"/>
                  </a:lnTo>
                  <a:lnTo>
                    <a:pt x="303666" y="70680"/>
                  </a:lnTo>
                  <a:lnTo>
                    <a:pt x="300536" y="66398"/>
                  </a:lnTo>
                  <a:lnTo>
                    <a:pt x="297272" y="62216"/>
                  </a:lnTo>
                  <a:lnTo>
                    <a:pt x="293876" y="58141"/>
                  </a:lnTo>
                  <a:lnTo>
                    <a:pt x="290353" y="54175"/>
                  </a:lnTo>
                  <a:lnTo>
                    <a:pt x="286706" y="50323"/>
                  </a:lnTo>
                  <a:lnTo>
                    <a:pt x="282939" y="46589"/>
                  </a:lnTo>
                  <a:lnTo>
                    <a:pt x="279055" y="42976"/>
                  </a:lnTo>
                  <a:lnTo>
                    <a:pt x="275058" y="39488"/>
                  </a:lnTo>
                  <a:lnTo>
                    <a:pt x="270953" y="36129"/>
                  </a:lnTo>
                  <a:lnTo>
                    <a:pt x="266743" y="32901"/>
                  </a:lnTo>
                  <a:lnTo>
                    <a:pt x="262433" y="29809"/>
                  </a:lnTo>
                  <a:lnTo>
                    <a:pt x="258027" y="26855"/>
                  </a:lnTo>
                  <a:lnTo>
                    <a:pt x="253529" y="24043"/>
                  </a:lnTo>
                  <a:lnTo>
                    <a:pt x="248945" y="21374"/>
                  </a:lnTo>
                  <a:lnTo>
                    <a:pt x="244278" y="18852"/>
                  </a:lnTo>
                  <a:lnTo>
                    <a:pt x="239533" y="16480"/>
                  </a:lnTo>
                  <a:lnTo>
                    <a:pt x="234716" y="14259"/>
                  </a:lnTo>
                  <a:lnTo>
                    <a:pt x="229830" y="12193"/>
                  </a:lnTo>
                  <a:lnTo>
                    <a:pt x="224882" y="10282"/>
                  </a:lnTo>
                  <a:lnTo>
                    <a:pt x="219875" y="8530"/>
                  </a:lnTo>
                  <a:lnTo>
                    <a:pt x="214815" y="6937"/>
                  </a:lnTo>
                  <a:lnTo>
                    <a:pt x="209708" y="5505"/>
                  </a:lnTo>
                  <a:lnTo>
                    <a:pt x="204557" y="4236"/>
                  </a:lnTo>
                  <a:lnTo>
                    <a:pt x="199369" y="3132"/>
                  </a:lnTo>
                  <a:lnTo>
                    <a:pt x="194148" y="2192"/>
                  </a:lnTo>
                  <a:lnTo>
                    <a:pt x="188900" y="1419"/>
                  </a:lnTo>
                  <a:lnTo>
                    <a:pt x="183630" y="812"/>
                  </a:lnTo>
                  <a:lnTo>
                    <a:pt x="178344" y="373"/>
                  </a:lnTo>
                  <a:lnTo>
                    <a:pt x="173046" y="102"/>
                  </a:lnTo>
                  <a:lnTo>
                    <a:pt x="167742" y="0"/>
                  </a:lnTo>
                  <a:lnTo>
                    <a:pt x="167154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588" cy="167167"/>
            </a:xfrm>
            <a:custGeom>
              <a:avLst/>
              <a:pathLst>
                <a:path w="588" h="167167">
                  <a:moveTo>
                    <a:pt x="588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48" y="5269756"/>
              <a:ext cx="167152" cy="190904"/>
            </a:xfrm>
            <a:custGeom>
              <a:avLst/>
              <a:pathLst>
                <a:path w="167152" h="190904">
                  <a:moveTo>
                    <a:pt x="167152" y="0"/>
                  </a:moveTo>
                  <a:lnTo>
                    <a:pt x="161750" y="87"/>
                  </a:lnTo>
                  <a:lnTo>
                    <a:pt x="156352" y="349"/>
                  </a:lnTo>
                  <a:lnTo>
                    <a:pt x="150966" y="785"/>
                  </a:lnTo>
                  <a:lnTo>
                    <a:pt x="145597" y="1395"/>
                  </a:lnTo>
                  <a:lnTo>
                    <a:pt x="140251" y="2178"/>
                  </a:lnTo>
                  <a:lnTo>
                    <a:pt x="134932" y="3134"/>
                  </a:lnTo>
                  <a:lnTo>
                    <a:pt x="129647" y="4261"/>
                  </a:lnTo>
                  <a:lnTo>
                    <a:pt x="124402" y="5558"/>
                  </a:lnTo>
                  <a:lnTo>
                    <a:pt x="119201" y="7024"/>
                  </a:lnTo>
                  <a:lnTo>
                    <a:pt x="114050" y="8658"/>
                  </a:lnTo>
                  <a:lnTo>
                    <a:pt x="108955" y="10457"/>
                  </a:lnTo>
                  <a:lnTo>
                    <a:pt x="103920" y="12420"/>
                  </a:lnTo>
                  <a:lnTo>
                    <a:pt x="98952" y="14544"/>
                  </a:lnTo>
                  <a:lnTo>
                    <a:pt x="94055" y="16828"/>
                  </a:lnTo>
                  <a:lnTo>
                    <a:pt x="89234" y="19269"/>
                  </a:lnTo>
                  <a:lnTo>
                    <a:pt x="84495" y="21865"/>
                  </a:lnTo>
                  <a:lnTo>
                    <a:pt x="79842" y="24613"/>
                  </a:lnTo>
                  <a:lnTo>
                    <a:pt x="75280" y="27509"/>
                  </a:lnTo>
                  <a:lnTo>
                    <a:pt x="70814" y="30551"/>
                  </a:lnTo>
                  <a:lnTo>
                    <a:pt x="66449" y="33736"/>
                  </a:lnTo>
                  <a:lnTo>
                    <a:pt x="62189" y="37061"/>
                  </a:lnTo>
                  <a:lnTo>
                    <a:pt x="58039" y="40521"/>
                  </a:lnTo>
                  <a:lnTo>
                    <a:pt x="54002" y="44114"/>
                  </a:lnTo>
                  <a:lnTo>
                    <a:pt x="50084" y="47835"/>
                  </a:lnTo>
                  <a:lnTo>
                    <a:pt x="46289" y="51681"/>
                  </a:lnTo>
                  <a:lnTo>
                    <a:pt x="42619" y="55648"/>
                  </a:lnTo>
                  <a:lnTo>
                    <a:pt x="39080" y="59731"/>
                  </a:lnTo>
                  <a:lnTo>
                    <a:pt x="35675" y="63927"/>
                  </a:lnTo>
                  <a:lnTo>
                    <a:pt x="32407" y="68230"/>
                  </a:lnTo>
                  <a:lnTo>
                    <a:pt x="29279" y="72637"/>
                  </a:lnTo>
                  <a:lnTo>
                    <a:pt x="26296" y="77142"/>
                  </a:lnTo>
                  <a:lnTo>
                    <a:pt x="23460" y="81742"/>
                  </a:lnTo>
                  <a:lnTo>
                    <a:pt x="20774" y="86431"/>
                  </a:lnTo>
                  <a:lnTo>
                    <a:pt x="18241" y="91204"/>
                  </a:lnTo>
                  <a:lnTo>
                    <a:pt x="15864" y="96056"/>
                  </a:lnTo>
                  <a:lnTo>
                    <a:pt x="13645" y="100983"/>
                  </a:lnTo>
                  <a:lnTo>
                    <a:pt x="11586" y="105979"/>
                  </a:lnTo>
                  <a:lnTo>
                    <a:pt x="9689" y="111039"/>
                  </a:lnTo>
                  <a:lnTo>
                    <a:pt x="7958" y="116158"/>
                  </a:lnTo>
                  <a:lnTo>
                    <a:pt x="6392" y="121330"/>
                  </a:lnTo>
                  <a:lnTo>
                    <a:pt x="4995" y="126549"/>
                  </a:lnTo>
                  <a:lnTo>
                    <a:pt x="3767" y="131812"/>
                  </a:lnTo>
                  <a:lnTo>
                    <a:pt x="2709" y="137111"/>
                  </a:lnTo>
                  <a:lnTo>
                    <a:pt x="1824" y="142441"/>
                  </a:lnTo>
                  <a:lnTo>
                    <a:pt x="1111" y="147798"/>
                  </a:lnTo>
                  <a:lnTo>
                    <a:pt x="572" y="153174"/>
                  </a:lnTo>
                  <a:lnTo>
                    <a:pt x="206" y="158566"/>
                  </a:lnTo>
                  <a:lnTo>
                    <a:pt x="16" y="163966"/>
                  </a:lnTo>
                  <a:lnTo>
                    <a:pt x="0" y="169369"/>
                  </a:lnTo>
                  <a:lnTo>
                    <a:pt x="158" y="174771"/>
                  </a:lnTo>
                  <a:lnTo>
                    <a:pt x="491" y="180164"/>
                  </a:lnTo>
                  <a:lnTo>
                    <a:pt x="998" y="185544"/>
                  </a:lnTo>
                  <a:lnTo>
                    <a:pt x="1679" y="19090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9027" y="5269756"/>
              <a:ext cx="332620" cy="334334"/>
            </a:xfrm>
            <a:custGeom>
              <a:avLst/>
              <a:pathLst>
                <a:path w="332620" h="334334">
                  <a:moveTo>
                    <a:pt x="0" y="190904"/>
                  </a:moveTo>
                  <a:lnTo>
                    <a:pt x="836" y="196143"/>
                  </a:lnTo>
                  <a:lnTo>
                    <a:pt x="1838" y="201352"/>
                  </a:lnTo>
                  <a:lnTo>
                    <a:pt x="3005" y="206527"/>
                  </a:lnTo>
                  <a:lnTo>
                    <a:pt x="4336" y="211663"/>
                  </a:lnTo>
                  <a:lnTo>
                    <a:pt x="5829" y="216753"/>
                  </a:lnTo>
                  <a:lnTo>
                    <a:pt x="7483" y="221794"/>
                  </a:lnTo>
                  <a:lnTo>
                    <a:pt x="9296" y="226779"/>
                  </a:lnTo>
                  <a:lnTo>
                    <a:pt x="11266" y="231705"/>
                  </a:lnTo>
                  <a:lnTo>
                    <a:pt x="13391" y="236565"/>
                  </a:lnTo>
                  <a:lnTo>
                    <a:pt x="15670" y="241356"/>
                  </a:lnTo>
                  <a:lnTo>
                    <a:pt x="18099" y="246072"/>
                  </a:lnTo>
                  <a:lnTo>
                    <a:pt x="20677" y="250708"/>
                  </a:lnTo>
                  <a:lnTo>
                    <a:pt x="23401" y="255261"/>
                  </a:lnTo>
                  <a:lnTo>
                    <a:pt x="26268" y="259724"/>
                  </a:lnTo>
                  <a:lnTo>
                    <a:pt x="29275" y="264095"/>
                  </a:lnTo>
                  <a:lnTo>
                    <a:pt x="32419" y="268367"/>
                  </a:lnTo>
                  <a:lnTo>
                    <a:pt x="35697" y="272538"/>
                  </a:lnTo>
                  <a:lnTo>
                    <a:pt x="39106" y="276603"/>
                  </a:lnTo>
                  <a:lnTo>
                    <a:pt x="42642" y="280558"/>
                  </a:lnTo>
                  <a:lnTo>
                    <a:pt x="46301" y="284398"/>
                  </a:lnTo>
                  <a:lnTo>
                    <a:pt x="50081" y="288120"/>
                  </a:lnTo>
                  <a:lnTo>
                    <a:pt x="53977" y="291721"/>
                  </a:lnTo>
                  <a:lnTo>
                    <a:pt x="57985" y="295196"/>
                  </a:lnTo>
                  <a:lnTo>
                    <a:pt x="62102" y="298542"/>
                  </a:lnTo>
                  <a:lnTo>
                    <a:pt x="66323" y="301756"/>
                  </a:lnTo>
                  <a:lnTo>
                    <a:pt x="70643" y="304834"/>
                  </a:lnTo>
                  <a:lnTo>
                    <a:pt x="75059" y="307774"/>
                  </a:lnTo>
                  <a:lnTo>
                    <a:pt x="79566" y="310572"/>
                  </a:lnTo>
                  <a:lnTo>
                    <a:pt x="84159" y="313225"/>
                  </a:lnTo>
                  <a:lnTo>
                    <a:pt x="88835" y="315732"/>
                  </a:lnTo>
                  <a:lnTo>
                    <a:pt x="93587" y="318089"/>
                  </a:lnTo>
                  <a:lnTo>
                    <a:pt x="98412" y="320294"/>
                  </a:lnTo>
                  <a:lnTo>
                    <a:pt x="103305" y="322345"/>
                  </a:lnTo>
                  <a:lnTo>
                    <a:pt x="108260" y="324239"/>
                  </a:lnTo>
                  <a:lnTo>
                    <a:pt x="113273" y="325975"/>
                  </a:lnTo>
                  <a:lnTo>
                    <a:pt x="118338" y="327552"/>
                  </a:lnTo>
                  <a:lnTo>
                    <a:pt x="123451" y="328966"/>
                  </a:lnTo>
                  <a:lnTo>
                    <a:pt x="128606" y="330218"/>
                  </a:lnTo>
                  <a:lnTo>
                    <a:pt x="133798" y="331306"/>
                  </a:lnTo>
                  <a:lnTo>
                    <a:pt x="139022" y="332228"/>
                  </a:lnTo>
                  <a:lnTo>
                    <a:pt x="144273" y="332985"/>
                  </a:lnTo>
                  <a:lnTo>
                    <a:pt x="149545" y="333574"/>
                  </a:lnTo>
                  <a:lnTo>
                    <a:pt x="154833" y="333995"/>
                  </a:lnTo>
                  <a:lnTo>
                    <a:pt x="160132" y="334249"/>
                  </a:lnTo>
                  <a:lnTo>
                    <a:pt x="165436" y="334334"/>
                  </a:lnTo>
                  <a:lnTo>
                    <a:pt x="170741" y="334251"/>
                  </a:lnTo>
                  <a:lnTo>
                    <a:pt x="176039" y="334000"/>
                  </a:lnTo>
                  <a:lnTo>
                    <a:pt x="181328" y="333581"/>
                  </a:lnTo>
                  <a:lnTo>
                    <a:pt x="186600" y="332994"/>
                  </a:lnTo>
                  <a:lnTo>
                    <a:pt x="191851" y="332240"/>
                  </a:lnTo>
                  <a:lnTo>
                    <a:pt x="197076" y="331320"/>
                  </a:lnTo>
                  <a:lnTo>
                    <a:pt x="202268" y="330235"/>
                  </a:lnTo>
                  <a:lnTo>
                    <a:pt x="207424" y="328985"/>
                  </a:lnTo>
                  <a:lnTo>
                    <a:pt x="212537" y="327572"/>
                  </a:lnTo>
                  <a:lnTo>
                    <a:pt x="217603" y="325998"/>
                  </a:lnTo>
                  <a:lnTo>
                    <a:pt x="222617" y="324264"/>
                  </a:lnTo>
                  <a:lnTo>
                    <a:pt x="227573" y="322372"/>
                  </a:lnTo>
                  <a:lnTo>
                    <a:pt x="232466" y="320323"/>
                  </a:lnTo>
                  <a:lnTo>
                    <a:pt x="237292" y="318120"/>
                  </a:lnTo>
                  <a:lnTo>
                    <a:pt x="242046" y="315766"/>
                  </a:lnTo>
                  <a:lnTo>
                    <a:pt x="246722" y="313261"/>
                  </a:lnTo>
                  <a:lnTo>
                    <a:pt x="251317" y="310609"/>
                  </a:lnTo>
                  <a:lnTo>
                    <a:pt x="255825" y="307813"/>
                  </a:lnTo>
                  <a:lnTo>
                    <a:pt x="260242" y="304876"/>
                  </a:lnTo>
                  <a:lnTo>
                    <a:pt x="264564" y="301799"/>
                  </a:lnTo>
                  <a:lnTo>
                    <a:pt x="268786" y="298587"/>
                  </a:lnTo>
                  <a:lnTo>
                    <a:pt x="272904" y="295243"/>
                  </a:lnTo>
                  <a:lnTo>
                    <a:pt x="276914" y="291770"/>
                  </a:lnTo>
                  <a:lnTo>
                    <a:pt x="280812" y="288171"/>
                  </a:lnTo>
                  <a:lnTo>
                    <a:pt x="284593" y="284450"/>
                  </a:lnTo>
                  <a:lnTo>
                    <a:pt x="288254" y="280612"/>
                  </a:lnTo>
                  <a:lnTo>
                    <a:pt x="291792" y="276659"/>
                  </a:lnTo>
                  <a:lnTo>
                    <a:pt x="295203" y="272595"/>
                  </a:lnTo>
                  <a:lnTo>
                    <a:pt x="298483" y="268426"/>
                  </a:lnTo>
                  <a:lnTo>
                    <a:pt x="301629" y="264154"/>
                  </a:lnTo>
                  <a:lnTo>
                    <a:pt x="304638" y="259785"/>
                  </a:lnTo>
                  <a:lnTo>
                    <a:pt x="307506" y="255323"/>
                  </a:lnTo>
                  <a:lnTo>
                    <a:pt x="310232" y="250772"/>
                  </a:lnTo>
                  <a:lnTo>
                    <a:pt x="312812" y="246137"/>
                  </a:lnTo>
                  <a:lnTo>
                    <a:pt x="315243" y="241422"/>
                  </a:lnTo>
                  <a:lnTo>
                    <a:pt x="317524" y="236632"/>
                  </a:lnTo>
                  <a:lnTo>
                    <a:pt x="319652" y="231772"/>
                  </a:lnTo>
                  <a:lnTo>
                    <a:pt x="321624" y="226848"/>
                  </a:lnTo>
                  <a:lnTo>
                    <a:pt x="323439" y="221863"/>
                  </a:lnTo>
                  <a:lnTo>
                    <a:pt x="325095" y="216823"/>
                  </a:lnTo>
                  <a:lnTo>
                    <a:pt x="326590" y="211733"/>
                  </a:lnTo>
                  <a:lnTo>
                    <a:pt x="327923" y="206599"/>
                  </a:lnTo>
                  <a:lnTo>
                    <a:pt x="329093" y="201424"/>
                  </a:lnTo>
                  <a:lnTo>
                    <a:pt x="330097" y="196215"/>
                  </a:lnTo>
                  <a:lnTo>
                    <a:pt x="330936" y="190977"/>
                  </a:lnTo>
                  <a:lnTo>
                    <a:pt x="331608" y="185715"/>
                  </a:lnTo>
                  <a:lnTo>
                    <a:pt x="332113" y="180434"/>
                  </a:lnTo>
                  <a:lnTo>
                    <a:pt x="332450" y="175140"/>
                  </a:lnTo>
                  <a:lnTo>
                    <a:pt x="332619" y="169838"/>
                  </a:lnTo>
                  <a:lnTo>
                    <a:pt x="332620" y="164533"/>
                  </a:lnTo>
                  <a:lnTo>
                    <a:pt x="332452" y="159231"/>
                  </a:lnTo>
                  <a:lnTo>
                    <a:pt x="332116" y="153936"/>
                  </a:lnTo>
                  <a:lnTo>
                    <a:pt x="331612" y="148655"/>
                  </a:lnTo>
                  <a:lnTo>
                    <a:pt x="330941" y="143393"/>
                  </a:lnTo>
                  <a:lnTo>
                    <a:pt x="330104" y="138155"/>
                  </a:lnTo>
                  <a:lnTo>
                    <a:pt x="329100" y="132946"/>
                  </a:lnTo>
                  <a:lnTo>
                    <a:pt x="327932" y="127771"/>
                  </a:lnTo>
                  <a:lnTo>
                    <a:pt x="326600" y="122636"/>
                  </a:lnTo>
                  <a:lnTo>
                    <a:pt x="325106" y="117546"/>
                  </a:lnTo>
                  <a:lnTo>
                    <a:pt x="323451" y="112506"/>
                  </a:lnTo>
                  <a:lnTo>
                    <a:pt x="321637" y="107520"/>
                  </a:lnTo>
                  <a:lnTo>
                    <a:pt x="319666" y="102595"/>
                  </a:lnTo>
                  <a:lnTo>
                    <a:pt x="317539" y="97735"/>
                  </a:lnTo>
                  <a:lnTo>
                    <a:pt x="315260" y="92945"/>
                  </a:lnTo>
                  <a:lnTo>
                    <a:pt x="312829" y="88230"/>
                  </a:lnTo>
                  <a:lnTo>
                    <a:pt x="310250" y="83594"/>
                  </a:lnTo>
                  <a:lnTo>
                    <a:pt x="307526" y="79042"/>
                  </a:lnTo>
                  <a:lnTo>
                    <a:pt x="304658" y="74579"/>
                  </a:lnTo>
                  <a:lnTo>
                    <a:pt x="301650" y="70209"/>
                  </a:lnTo>
                  <a:lnTo>
                    <a:pt x="298505" y="65937"/>
                  </a:lnTo>
                  <a:lnTo>
                    <a:pt x="295226" y="61767"/>
                  </a:lnTo>
                  <a:lnTo>
                    <a:pt x="291816" y="57703"/>
                  </a:lnTo>
                  <a:lnTo>
                    <a:pt x="288279" y="53749"/>
                  </a:lnTo>
                  <a:lnTo>
                    <a:pt x="284619" y="49910"/>
                  </a:lnTo>
                  <a:lnTo>
                    <a:pt x="280838" y="46188"/>
                  </a:lnTo>
                  <a:lnTo>
                    <a:pt x="276941" y="42589"/>
                  </a:lnTo>
                  <a:lnTo>
                    <a:pt x="272932" y="39115"/>
                  </a:lnTo>
                  <a:lnTo>
                    <a:pt x="268815" y="35769"/>
                  </a:lnTo>
                  <a:lnTo>
                    <a:pt x="264594" y="32556"/>
                  </a:lnTo>
                  <a:lnTo>
                    <a:pt x="260273" y="29479"/>
                  </a:lnTo>
                  <a:lnTo>
                    <a:pt x="255856" y="26540"/>
                  </a:lnTo>
                  <a:lnTo>
                    <a:pt x="251349" y="23743"/>
                  </a:lnTo>
                  <a:lnTo>
                    <a:pt x="246754" y="21091"/>
                  </a:lnTo>
                  <a:lnTo>
                    <a:pt x="242079" y="18585"/>
                  </a:lnTo>
                  <a:lnTo>
                    <a:pt x="237325" y="16229"/>
                  </a:lnTo>
                  <a:lnTo>
                    <a:pt x="232500" y="14025"/>
                  </a:lnTo>
                  <a:lnTo>
                    <a:pt x="227607" y="11976"/>
                  </a:lnTo>
                  <a:lnTo>
                    <a:pt x="222651" y="10082"/>
                  </a:lnTo>
                  <a:lnTo>
                    <a:pt x="217638" y="8347"/>
                  </a:lnTo>
                  <a:lnTo>
                    <a:pt x="212573" y="6772"/>
                  </a:lnTo>
                  <a:lnTo>
                    <a:pt x="207460" y="5358"/>
                  </a:lnTo>
                  <a:lnTo>
                    <a:pt x="202304" y="4107"/>
                  </a:lnTo>
                  <a:lnTo>
                    <a:pt x="197112" y="3021"/>
                  </a:lnTo>
                  <a:lnTo>
                    <a:pt x="191888" y="2100"/>
                  </a:lnTo>
                  <a:lnTo>
                    <a:pt x="186637" y="1345"/>
                  </a:lnTo>
                  <a:lnTo>
                    <a:pt x="181364" y="757"/>
                  </a:lnTo>
                  <a:lnTo>
                    <a:pt x="176076" y="336"/>
                  </a:lnTo>
                  <a:lnTo>
                    <a:pt x="170777" y="84"/>
                  </a:lnTo>
                  <a:lnTo>
                    <a:pt x="165473" y="0"/>
                  </a:lnTo>
                  <a:lnTo>
                    <a:pt x="1654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8701" y="5399291"/>
              <a:ext cx="27514" cy="167167"/>
            </a:xfrm>
            <a:custGeom>
              <a:avLst/>
              <a:pathLst>
                <a:path w="27514" h="167167">
                  <a:moveTo>
                    <a:pt x="27514" y="0"/>
                  </a:moveTo>
                  <a:lnTo>
                    <a:pt x="20606" y="142"/>
                  </a:lnTo>
                  <a:lnTo>
                    <a:pt x="13710" y="570"/>
                  </a:lnTo>
                  <a:lnTo>
                    <a:pt x="6837" y="1283"/>
                  </a:lnTo>
                  <a:lnTo>
                    <a:pt x="0" y="2279"/>
                  </a:lnTo>
                  <a:lnTo>
                    <a:pt x="2751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8701" y="5401571"/>
              <a:ext cx="27514" cy="164887"/>
            </a:xfrm>
            <a:custGeom>
              <a:avLst/>
              <a:pathLst>
                <a:path w="27514" h="164887">
                  <a:moveTo>
                    <a:pt x="0" y="0"/>
                  </a:moveTo>
                  <a:lnTo>
                    <a:pt x="27514" y="1648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319062" y="5400862"/>
              <a:ext cx="334312" cy="332763"/>
            </a:xfrm>
            <a:custGeom>
              <a:avLst/>
              <a:pathLst>
                <a:path w="334312" h="332763">
                  <a:moveTo>
                    <a:pt x="139638" y="708"/>
                  </a:moveTo>
                  <a:lnTo>
                    <a:pt x="134435" y="1662"/>
                  </a:lnTo>
                  <a:lnTo>
                    <a:pt x="129264" y="2779"/>
                  </a:lnTo>
                  <a:lnTo>
                    <a:pt x="124132" y="4059"/>
                  </a:lnTo>
                  <a:lnTo>
                    <a:pt x="119043" y="5501"/>
                  </a:lnTo>
                  <a:lnTo>
                    <a:pt x="114002" y="7103"/>
                  </a:lnTo>
                  <a:lnTo>
                    <a:pt x="109014" y="8864"/>
                  </a:lnTo>
                  <a:lnTo>
                    <a:pt x="104084" y="10782"/>
                  </a:lnTo>
                  <a:lnTo>
                    <a:pt x="99218" y="12855"/>
                  </a:lnTo>
                  <a:lnTo>
                    <a:pt x="94420" y="15081"/>
                  </a:lnTo>
                  <a:lnTo>
                    <a:pt x="89694" y="17457"/>
                  </a:lnTo>
                  <a:lnTo>
                    <a:pt x="85046" y="19982"/>
                  </a:lnTo>
                  <a:lnTo>
                    <a:pt x="80480" y="22653"/>
                  </a:lnTo>
                  <a:lnTo>
                    <a:pt x="76001" y="25466"/>
                  </a:lnTo>
                  <a:lnTo>
                    <a:pt x="71613" y="28420"/>
                  </a:lnTo>
                  <a:lnTo>
                    <a:pt x="67321" y="31512"/>
                  </a:lnTo>
                  <a:lnTo>
                    <a:pt x="63129" y="34737"/>
                  </a:lnTo>
                  <a:lnTo>
                    <a:pt x="59041" y="38094"/>
                  </a:lnTo>
                  <a:lnTo>
                    <a:pt x="55061" y="41578"/>
                  </a:lnTo>
                  <a:lnTo>
                    <a:pt x="51193" y="45187"/>
                  </a:lnTo>
                  <a:lnTo>
                    <a:pt x="47442" y="48916"/>
                  </a:lnTo>
                  <a:lnTo>
                    <a:pt x="43810" y="52762"/>
                  </a:lnTo>
                  <a:lnTo>
                    <a:pt x="40302" y="56721"/>
                  </a:lnTo>
                  <a:lnTo>
                    <a:pt x="36921" y="60788"/>
                  </a:lnTo>
                  <a:lnTo>
                    <a:pt x="33670" y="64961"/>
                  </a:lnTo>
                  <a:lnTo>
                    <a:pt x="30553" y="69235"/>
                  </a:lnTo>
                  <a:lnTo>
                    <a:pt x="27573" y="73605"/>
                  </a:lnTo>
                  <a:lnTo>
                    <a:pt x="24732" y="78067"/>
                  </a:lnTo>
                  <a:lnTo>
                    <a:pt x="22034" y="82617"/>
                  </a:lnTo>
                  <a:lnTo>
                    <a:pt x="19481" y="87249"/>
                  </a:lnTo>
                  <a:lnTo>
                    <a:pt x="17077" y="91961"/>
                  </a:lnTo>
                  <a:lnTo>
                    <a:pt x="14822" y="96746"/>
                  </a:lnTo>
                  <a:lnTo>
                    <a:pt x="12720" y="101600"/>
                  </a:lnTo>
                  <a:lnTo>
                    <a:pt x="10773" y="106518"/>
                  </a:lnTo>
                  <a:lnTo>
                    <a:pt x="8982" y="111495"/>
                  </a:lnTo>
                  <a:lnTo>
                    <a:pt x="7349" y="116526"/>
                  </a:lnTo>
                  <a:lnTo>
                    <a:pt x="5877" y="121607"/>
                  </a:lnTo>
                  <a:lnTo>
                    <a:pt x="4566" y="126731"/>
                  </a:lnTo>
                  <a:lnTo>
                    <a:pt x="3417" y="131895"/>
                  </a:lnTo>
                  <a:lnTo>
                    <a:pt x="2433" y="137092"/>
                  </a:lnTo>
                  <a:lnTo>
                    <a:pt x="1614" y="142318"/>
                  </a:lnTo>
                  <a:lnTo>
                    <a:pt x="960" y="147567"/>
                  </a:lnTo>
                  <a:lnTo>
                    <a:pt x="473" y="152834"/>
                  </a:lnTo>
                  <a:lnTo>
                    <a:pt x="153" y="158113"/>
                  </a:lnTo>
                  <a:lnTo>
                    <a:pt x="0" y="163401"/>
                  </a:lnTo>
                  <a:lnTo>
                    <a:pt x="14" y="168690"/>
                  </a:lnTo>
                  <a:lnTo>
                    <a:pt x="195" y="173977"/>
                  </a:lnTo>
                  <a:lnTo>
                    <a:pt x="544" y="179255"/>
                  </a:lnTo>
                  <a:lnTo>
                    <a:pt x="1060" y="184519"/>
                  </a:lnTo>
                  <a:lnTo>
                    <a:pt x="1741" y="189765"/>
                  </a:lnTo>
                  <a:lnTo>
                    <a:pt x="2589" y="194986"/>
                  </a:lnTo>
                  <a:lnTo>
                    <a:pt x="3601" y="200178"/>
                  </a:lnTo>
                  <a:lnTo>
                    <a:pt x="4777" y="205335"/>
                  </a:lnTo>
                  <a:lnTo>
                    <a:pt x="6116" y="210452"/>
                  </a:lnTo>
                  <a:lnTo>
                    <a:pt x="7615" y="215525"/>
                  </a:lnTo>
                  <a:lnTo>
                    <a:pt x="9275" y="220547"/>
                  </a:lnTo>
                  <a:lnTo>
                    <a:pt x="11093" y="225515"/>
                  </a:lnTo>
                  <a:lnTo>
                    <a:pt x="13066" y="230422"/>
                  </a:lnTo>
                  <a:lnTo>
                    <a:pt x="15195" y="235265"/>
                  </a:lnTo>
                  <a:lnTo>
                    <a:pt x="17475" y="240037"/>
                  </a:lnTo>
                  <a:lnTo>
                    <a:pt x="19905" y="244736"/>
                  </a:lnTo>
                  <a:lnTo>
                    <a:pt x="22483" y="249355"/>
                  </a:lnTo>
                  <a:lnTo>
                    <a:pt x="25205" y="253890"/>
                  </a:lnTo>
                  <a:lnTo>
                    <a:pt x="28069" y="258337"/>
                  </a:lnTo>
                  <a:lnTo>
                    <a:pt x="31073" y="262691"/>
                  </a:lnTo>
                  <a:lnTo>
                    <a:pt x="34213" y="266947"/>
                  </a:lnTo>
                  <a:lnTo>
                    <a:pt x="37486" y="271103"/>
                  </a:lnTo>
                  <a:lnTo>
                    <a:pt x="40889" y="275152"/>
                  </a:lnTo>
                  <a:lnTo>
                    <a:pt x="44419" y="279092"/>
                  </a:lnTo>
                  <a:lnTo>
                    <a:pt x="48071" y="282918"/>
                  </a:lnTo>
                  <a:lnTo>
                    <a:pt x="51843" y="286627"/>
                  </a:lnTo>
                  <a:lnTo>
                    <a:pt x="55729" y="290215"/>
                  </a:lnTo>
                  <a:lnTo>
                    <a:pt x="59728" y="293678"/>
                  </a:lnTo>
                  <a:lnTo>
                    <a:pt x="63834" y="297012"/>
                  </a:lnTo>
                  <a:lnTo>
                    <a:pt x="68044" y="300215"/>
                  </a:lnTo>
                  <a:lnTo>
                    <a:pt x="72352" y="303284"/>
                  </a:lnTo>
                  <a:lnTo>
                    <a:pt x="76756" y="306214"/>
                  </a:lnTo>
                  <a:lnTo>
                    <a:pt x="81250" y="309004"/>
                  </a:lnTo>
                  <a:lnTo>
                    <a:pt x="85830" y="311650"/>
                  </a:lnTo>
                  <a:lnTo>
                    <a:pt x="90492" y="314149"/>
                  </a:lnTo>
                  <a:lnTo>
                    <a:pt x="95230" y="316500"/>
                  </a:lnTo>
                  <a:lnTo>
                    <a:pt x="100041" y="318700"/>
                  </a:lnTo>
                  <a:lnTo>
                    <a:pt x="104918" y="320747"/>
                  </a:lnTo>
                  <a:lnTo>
                    <a:pt x="109858" y="322638"/>
                  </a:lnTo>
                  <a:lnTo>
                    <a:pt x="114855" y="324372"/>
                  </a:lnTo>
                  <a:lnTo>
                    <a:pt x="119905" y="325948"/>
                  </a:lnTo>
                  <a:lnTo>
                    <a:pt x="125002" y="327362"/>
                  </a:lnTo>
                  <a:lnTo>
                    <a:pt x="130141" y="328615"/>
                  </a:lnTo>
                  <a:lnTo>
                    <a:pt x="135317" y="329704"/>
                  </a:lnTo>
                  <a:lnTo>
                    <a:pt x="140525" y="330629"/>
                  </a:lnTo>
                  <a:lnTo>
                    <a:pt x="145760" y="331389"/>
                  </a:lnTo>
                  <a:lnTo>
                    <a:pt x="151016" y="331983"/>
                  </a:lnTo>
                  <a:lnTo>
                    <a:pt x="156288" y="332410"/>
                  </a:lnTo>
                  <a:lnTo>
                    <a:pt x="161571" y="332670"/>
                  </a:lnTo>
                  <a:lnTo>
                    <a:pt x="166860" y="332763"/>
                  </a:lnTo>
                  <a:lnTo>
                    <a:pt x="172149" y="332689"/>
                  </a:lnTo>
                  <a:lnTo>
                    <a:pt x="177433" y="332447"/>
                  </a:lnTo>
                  <a:lnTo>
                    <a:pt x="182707" y="332038"/>
                  </a:lnTo>
                  <a:lnTo>
                    <a:pt x="187965" y="331463"/>
                  </a:lnTo>
                  <a:lnTo>
                    <a:pt x="193202" y="330721"/>
                  </a:lnTo>
                  <a:lnTo>
                    <a:pt x="198414" y="329814"/>
                  </a:lnTo>
                  <a:lnTo>
                    <a:pt x="203593" y="328743"/>
                  </a:lnTo>
                  <a:lnTo>
                    <a:pt x="208737" y="327509"/>
                  </a:lnTo>
                  <a:lnTo>
                    <a:pt x="213839" y="326112"/>
                  </a:lnTo>
                  <a:lnTo>
                    <a:pt x="218894" y="324554"/>
                  </a:lnTo>
                  <a:lnTo>
                    <a:pt x="223897" y="322838"/>
                  </a:lnTo>
                  <a:lnTo>
                    <a:pt x="228844" y="320964"/>
                  </a:lnTo>
                  <a:lnTo>
                    <a:pt x="233728" y="318934"/>
                  </a:lnTo>
                  <a:lnTo>
                    <a:pt x="238546" y="316751"/>
                  </a:lnTo>
                  <a:lnTo>
                    <a:pt x="243293" y="314417"/>
                  </a:lnTo>
                  <a:lnTo>
                    <a:pt x="247963" y="311933"/>
                  </a:lnTo>
                  <a:lnTo>
                    <a:pt x="252553" y="309303"/>
                  </a:lnTo>
                  <a:lnTo>
                    <a:pt x="257056" y="306529"/>
                  </a:lnTo>
                  <a:lnTo>
                    <a:pt x="261470" y="303614"/>
                  </a:lnTo>
                  <a:lnTo>
                    <a:pt x="265790" y="300561"/>
                  </a:lnTo>
                  <a:lnTo>
                    <a:pt x="270011" y="297373"/>
                  </a:lnTo>
                  <a:lnTo>
                    <a:pt x="274128" y="294053"/>
                  </a:lnTo>
                  <a:lnTo>
                    <a:pt x="278139" y="290604"/>
                  </a:lnTo>
                  <a:lnTo>
                    <a:pt x="282038" y="287030"/>
                  </a:lnTo>
                  <a:lnTo>
                    <a:pt x="285823" y="283334"/>
                  </a:lnTo>
                  <a:lnTo>
                    <a:pt x="289488" y="279521"/>
                  </a:lnTo>
                  <a:lnTo>
                    <a:pt x="293032" y="275593"/>
                  </a:lnTo>
                  <a:lnTo>
                    <a:pt x="296449" y="271556"/>
                  </a:lnTo>
                  <a:lnTo>
                    <a:pt x="299736" y="267412"/>
                  </a:lnTo>
                  <a:lnTo>
                    <a:pt x="302891" y="263166"/>
                  </a:lnTo>
                  <a:lnTo>
                    <a:pt x="305910" y="258823"/>
                  </a:lnTo>
                  <a:lnTo>
                    <a:pt x="308790" y="254386"/>
                  </a:lnTo>
                  <a:lnTo>
                    <a:pt x="311529" y="249861"/>
                  </a:lnTo>
                  <a:lnTo>
                    <a:pt x="314122" y="245251"/>
                  </a:lnTo>
                  <a:lnTo>
                    <a:pt x="316569" y="240561"/>
                  </a:lnTo>
                  <a:lnTo>
                    <a:pt x="318866" y="235796"/>
                  </a:lnTo>
                  <a:lnTo>
                    <a:pt x="321011" y="230961"/>
                  </a:lnTo>
                  <a:lnTo>
                    <a:pt x="323002" y="226060"/>
                  </a:lnTo>
                  <a:lnTo>
                    <a:pt x="324837" y="221099"/>
                  </a:lnTo>
                  <a:lnTo>
                    <a:pt x="326514" y="216083"/>
                  </a:lnTo>
                  <a:lnTo>
                    <a:pt x="328031" y="211015"/>
                  </a:lnTo>
                  <a:lnTo>
                    <a:pt x="329388" y="205903"/>
                  </a:lnTo>
                  <a:lnTo>
                    <a:pt x="330582" y="200750"/>
                  </a:lnTo>
                  <a:lnTo>
                    <a:pt x="331612" y="195562"/>
                  </a:lnTo>
                  <a:lnTo>
                    <a:pt x="332478" y="190343"/>
                  </a:lnTo>
                  <a:lnTo>
                    <a:pt x="333178" y="185100"/>
                  </a:lnTo>
                  <a:lnTo>
                    <a:pt x="333712" y="179838"/>
                  </a:lnTo>
                  <a:lnTo>
                    <a:pt x="334079" y="174561"/>
                  </a:lnTo>
                  <a:lnTo>
                    <a:pt x="334279" y="169275"/>
                  </a:lnTo>
                  <a:lnTo>
                    <a:pt x="334312" y="163986"/>
                  </a:lnTo>
                  <a:lnTo>
                    <a:pt x="334178" y="158698"/>
                  </a:lnTo>
                  <a:lnTo>
                    <a:pt x="333876" y="153417"/>
                  </a:lnTo>
                  <a:lnTo>
                    <a:pt x="333407" y="148148"/>
                  </a:lnTo>
                  <a:lnTo>
                    <a:pt x="332772" y="142897"/>
                  </a:lnTo>
                  <a:lnTo>
                    <a:pt x="331971" y="137668"/>
                  </a:lnTo>
                  <a:lnTo>
                    <a:pt x="331005" y="132468"/>
                  </a:lnTo>
                  <a:lnTo>
                    <a:pt x="329874" y="127300"/>
                  </a:lnTo>
                  <a:lnTo>
                    <a:pt x="328581" y="122171"/>
                  </a:lnTo>
                  <a:lnTo>
                    <a:pt x="327127" y="117086"/>
                  </a:lnTo>
                  <a:lnTo>
                    <a:pt x="325512" y="112049"/>
                  </a:lnTo>
                  <a:lnTo>
                    <a:pt x="323738" y="107065"/>
                  </a:lnTo>
                  <a:lnTo>
                    <a:pt x="321808" y="102141"/>
                  </a:lnTo>
                  <a:lnTo>
                    <a:pt x="319723" y="97279"/>
                  </a:lnTo>
                  <a:lnTo>
                    <a:pt x="317485" y="92486"/>
                  </a:lnTo>
                  <a:lnTo>
                    <a:pt x="315097" y="87767"/>
                  </a:lnTo>
                  <a:lnTo>
                    <a:pt x="312561" y="83125"/>
                  </a:lnTo>
                  <a:lnTo>
                    <a:pt x="309878" y="78566"/>
                  </a:lnTo>
                  <a:lnTo>
                    <a:pt x="307054" y="74094"/>
                  </a:lnTo>
                  <a:lnTo>
                    <a:pt x="304089" y="69713"/>
                  </a:lnTo>
                  <a:lnTo>
                    <a:pt x="300986" y="65429"/>
                  </a:lnTo>
                  <a:lnTo>
                    <a:pt x="297750" y="61245"/>
                  </a:lnTo>
                  <a:lnTo>
                    <a:pt x="294383" y="57165"/>
                  </a:lnTo>
                  <a:lnTo>
                    <a:pt x="290889" y="53194"/>
                  </a:lnTo>
                  <a:lnTo>
                    <a:pt x="287271" y="49335"/>
                  </a:lnTo>
                  <a:lnTo>
                    <a:pt x="283533" y="45593"/>
                  </a:lnTo>
                  <a:lnTo>
                    <a:pt x="279678" y="41971"/>
                  </a:lnTo>
                  <a:lnTo>
                    <a:pt x="275710" y="38473"/>
                  </a:lnTo>
                  <a:lnTo>
                    <a:pt x="271634" y="35102"/>
                  </a:lnTo>
                  <a:lnTo>
                    <a:pt x="267453" y="31862"/>
                  </a:lnTo>
                  <a:lnTo>
                    <a:pt x="263172" y="28756"/>
                  </a:lnTo>
                  <a:lnTo>
                    <a:pt x="258794" y="25786"/>
                  </a:lnTo>
                  <a:lnTo>
                    <a:pt x="254325" y="22957"/>
                  </a:lnTo>
                  <a:lnTo>
                    <a:pt x="249768" y="20270"/>
                  </a:lnTo>
                  <a:lnTo>
                    <a:pt x="245129" y="17729"/>
                  </a:lnTo>
                  <a:lnTo>
                    <a:pt x="240412" y="15336"/>
                  </a:lnTo>
                  <a:lnTo>
                    <a:pt x="235621" y="13094"/>
                  </a:lnTo>
                  <a:lnTo>
                    <a:pt x="230762" y="11004"/>
                  </a:lnTo>
                  <a:lnTo>
                    <a:pt x="225839" y="9069"/>
                  </a:lnTo>
                  <a:lnTo>
                    <a:pt x="220857" y="7290"/>
                  </a:lnTo>
                  <a:lnTo>
                    <a:pt x="215822" y="5670"/>
                  </a:lnTo>
                  <a:lnTo>
                    <a:pt x="210738" y="4211"/>
                  </a:lnTo>
                  <a:lnTo>
                    <a:pt x="205610" y="2912"/>
                  </a:lnTo>
                  <a:lnTo>
                    <a:pt x="200444" y="1777"/>
                  </a:lnTo>
                  <a:lnTo>
                    <a:pt x="195244" y="806"/>
                  </a:lnTo>
                  <a:lnTo>
                    <a:pt x="190016" y="0"/>
                  </a:lnTo>
                  <a:lnTo>
                    <a:pt x="167153" y="1655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56382" y="5399291"/>
              <a:ext cx="167161" cy="288753"/>
            </a:xfrm>
            <a:custGeom>
              <a:avLst/>
              <a:pathLst>
                <a:path w="167161" h="288753">
                  <a:moveTo>
                    <a:pt x="167161" y="0"/>
                  </a:moveTo>
                  <a:lnTo>
                    <a:pt x="161773" y="86"/>
                  </a:lnTo>
                  <a:lnTo>
                    <a:pt x="156392" y="347"/>
                  </a:lnTo>
                  <a:lnTo>
                    <a:pt x="151021" y="780"/>
                  </a:lnTo>
                  <a:lnTo>
                    <a:pt x="145667" y="1387"/>
                  </a:lnTo>
                  <a:lnTo>
                    <a:pt x="140336" y="2166"/>
                  </a:lnTo>
                  <a:lnTo>
                    <a:pt x="135032" y="3116"/>
                  </a:lnTo>
                  <a:lnTo>
                    <a:pt x="129762" y="4237"/>
                  </a:lnTo>
                  <a:lnTo>
                    <a:pt x="124531" y="5526"/>
                  </a:lnTo>
                  <a:lnTo>
                    <a:pt x="119344" y="6984"/>
                  </a:lnTo>
                  <a:lnTo>
                    <a:pt x="114206" y="8608"/>
                  </a:lnTo>
                  <a:lnTo>
                    <a:pt x="109124" y="10397"/>
                  </a:lnTo>
                  <a:lnTo>
                    <a:pt x="104102" y="12349"/>
                  </a:lnTo>
                  <a:lnTo>
                    <a:pt x="99145" y="14462"/>
                  </a:lnTo>
                  <a:lnTo>
                    <a:pt x="94259" y="16733"/>
                  </a:lnTo>
                  <a:lnTo>
                    <a:pt x="89449" y="19161"/>
                  </a:lnTo>
                  <a:lnTo>
                    <a:pt x="84720" y="21742"/>
                  </a:lnTo>
                  <a:lnTo>
                    <a:pt x="80076" y="24474"/>
                  </a:lnTo>
                  <a:lnTo>
                    <a:pt x="75523" y="27355"/>
                  </a:lnTo>
                  <a:lnTo>
                    <a:pt x="71065" y="30381"/>
                  </a:lnTo>
                  <a:lnTo>
                    <a:pt x="66706" y="33549"/>
                  </a:lnTo>
                  <a:lnTo>
                    <a:pt x="62452" y="36855"/>
                  </a:lnTo>
                  <a:lnTo>
                    <a:pt x="58307" y="40298"/>
                  </a:lnTo>
                  <a:lnTo>
                    <a:pt x="54275" y="43872"/>
                  </a:lnTo>
                  <a:lnTo>
                    <a:pt x="50360" y="47574"/>
                  </a:lnTo>
                  <a:lnTo>
                    <a:pt x="46567" y="51400"/>
                  </a:lnTo>
                  <a:lnTo>
                    <a:pt x="42899" y="55346"/>
                  </a:lnTo>
                  <a:lnTo>
                    <a:pt x="39359" y="59409"/>
                  </a:lnTo>
                  <a:lnTo>
                    <a:pt x="35953" y="63584"/>
                  </a:lnTo>
                  <a:lnTo>
                    <a:pt x="32683" y="67866"/>
                  </a:lnTo>
                  <a:lnTo>
                    <a:pt x="29553" y="72251"/>
                  </a:lnTo>
                  <a:lnTo>
                    <a:pt x="26565" y="76735"/>
                  </a:lnTo>
                  <a:lnTo>
                    <a:pt x="23724" y="81313"/>
                  </a:lnTo>
                  <a:lnTo>
                    <a:pt x="21032" y="85980"/>
                  </a:lnTo>
                  <a:lnTo>
                    <a:pt x="18491" y="90732"/>
                  </a:lnTo>
                  <a:lnTo>
                    <a:pt x="16105" y="95563"/>
                  </a:lnTo>
                  <a:lnTo>
                    <a:pt x="13876" y="100468"/>
                  </a:lnTo>
                  <a:lnTo>
                    <a:pt x="11806" y="105443"/>
                  </a:lnTo>
                  <a:lnTo>
                    <a:pt x="9898" y="110481"/>
                  </a:lnTo>
                  <a:lnTo>
                    <a:pt x="8152" y="115579"/>
                  </a:lnTo>
                  <a:lnTo>
                    <a:pt x="6573" y="120730"/>
                  </a:lnTo>
                  <a:lnTo>
                    <a:pt x="5159" y="125929"/>
                  </a:lnTo>
                  <a:lnTo>
                    <a:pt x="3915" y="131172"/>
                  </a:lnTo>
                  <a:lnTo>
                    <a:pt x="2839" y="136451"/>
                  </a:lnTo>
                  <a:lnTo>
                    <a:pt x="1935" y="141763"/>
                  </a:lnTo>
                  <a:lnTo>
                    <a:pt x="1202" y="147101"/>
                  </a:lnTo>
                  <a:lnTo>
                    <a:pt x="642" y="152460"/>
                  </a:lnTo>
                  <a:lnTo>
                    <a:pt x="254" y="157834"/>
                  </a:lnTo>
                  <a:lnTo>
                    <a:pt x="40" y="163218"/>
                  </a:lnTo>
                  <a:lnTo>
                    <a:pt x="0" y="168605"/>
                  </a:lnTo>
                  <a:lnTo>
                    <a:pt x="133" y="173992"/>
                  </a:lnTo>
                  <a:lnTo>
                    <a:pt x="439" y="179371"/>
                  </a:lnTo>
                  <a:lnTo>
                    <a:pt x="919" y="184738"/>
                  </a:lnTo>
                  <a:lnTo>
                    <a:pt x="1572" y="190086"/>
                  </a:lnTo>
                  <a:lnTo>
                    <a:pt x="2397" y="195411"/>
                  </a:lnTo>
                  <a:lnTo>
                    <a:pt x="3392" y="200706"/>
                  </a:lnTo>
                  <a:lnTo>
                    <a:pt x="4558" y="205966"/>
                  </a:lnTo>
                  <a:lnTo>
                    <a:pt x="5893" y="211186"/>
                  </a:lnTo>
                  <a:lnTo>
                    <a:pt x="7395" y="216360"/>
                  </a:lnTo>
                  <a:lnTo>
                    <a:pt x="9064" y="221484"/>
                  </a:lnTo>
                  <a:lnTo>
                    <a:pt x="10896" y="226550"/>
                  </a:lnTo>
                  <a:lnTo>
                    <a:pt x="12891" y="231556"/>
                  </a:lnTo>
                  <a:lnTo>
                    <a:pt x="15047" y="236494"/>
                  </a:lnTo>
                  <a:lnTo>
                    <a:pt x="17360" y="241360"/>
                  </a:lnTo>
                  <a:lnTo>
                    <a:pt x="19829" y="246149"/>
                  </a:lnTo>
                  <a:lnTo>
                    <a:pt x="22450" y="250856"/>
                  </a:lnTo>
                  <a:lnTo>
                    <a:pt x="25223" y="255476"/>
                  </a:lnTo>
                  <a:lnTo>
                    <a:pt x="28142" y="260005"/>
                  </a:lnTo>
                  <a:lnTo>
                    <a:pt x="31206" y="264437"/>
                  </a:lnTo>
                  <a:lnTo>
                    <a:pt x="34412" y="268767"/>
                  </a:lnTo>
                  <a:lnTo>
                    <a:pt x="37755" y="272993"/>
                  </a:lnTo>
                  <a:lnTo>
                    <a:pt x="41233" y="277108"/>
                  </a:lnTo>
                  <a:lnTo>
                    <a:pt x="44841" y="281109"/>
                  </a:lnTo>
                  <a:lnTo>
                    <a:pt x="48577" y="284992"/>
                  </a:lnTo>
                  <a:lnTo>
                    <a:pt x="52436" y="28875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08818" y="5566459"/>
              <a:ext cx="114725" cy="121585"/>
            </a:xfrm>
            <a:custGeom>
              <a:avLst/>
              <a:pathLst>
                <a:path w="114725" h="121585">
                  <a:moveTo>
                    <a:pt x="0" y="121585"/>
                  </a:moveTo>
                  <a:lnTo>
                    <a:pt x="114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8818" y="5566459"/>
              <a:ext cx="114725" cy="121585"/>
            </a:xfrm>
            <a:custGeom>
              <a:avLst/>
              <a:pathLst>
                <a:path w="114725" h="121585">
                  <a:moveTo>
                    <a:pt x="0" y="121585"/>
                  </a:moveTo>
                  <a:lnTo>
                    <a:pt x="114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8818" y="5566459"/>
              <a:ext cx="114725" cy="121585"/>
            </a:xfrm>
            <a:custGeom>
              <a:avLst/>
              <a:pathLst>
                <a:path w="114725" h="121585">
                  <a:moveTo>
                    <a:pt x="0" y="121585"/>
                  </a:moveTo>
                  <a:lnTo>
                    <a:pt x="114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08818" y="5566459"/>
              <a:ext cx="114725" cy="121585"/>
            </a:xfrm>
            <a:custGeom>
              <a:avLst/>
              <a:pathLst>
                <a:path w="114725" h="121585">
                  <a:moveTo>
                    <a:pt x="0" y="121585"/>
                  </a:moveTo>
                  <a:lnTo>
                    <a:pt x="1147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08818" y="5566459"/>
              <a:ext cx="114725" cy="121585"/>
            </a:xfrm>
            <a:custGeom>
              <a:avLst/>
              <a:pathLst>
                <a:path w="114725" h="121585">
                  <a:moveTo>
                    <a:pt x="0" y="121585"/>
                  </a:moveTo>
                  <a:lnTo>
                    <a:pt x="1147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08818" y="5566459"/>
              <a:ext cx="114725" cy="156312"/>
            </a:xfrm>
            <a:custGeom>
              <a:avLst/>
              <a:pathLst>
                <a:path w="114725" h="156312">
                  <a:moveTo>
                    <a:pt x="0" y="121585"/>
                  </a:moveTo>
                  <a:lnTo>
                    <a:pt x="4427" y="125616"/>
                  </a:lnTo>
                  <a:lnTo>
                    <a:pt x="8997" y="129485"/>
                  </a:lnTo>
                  <a:lnTo>
                    <a:pt x="13702" y="133188"/>
                  </a:lnTo>
                  <a:lnTo>
                    <a:pt x="18536" y="136721"/>
                  </a:lnTo>
                  <a:lnTo>
                    <a:pt x="23494" y="140078"/>
                  </a:lnTo>
                  <a:lnTo>
                    <a:pt x="28569" y="143255"/>
                  </a:lnTo>
                  <a:lnTo>
                    <a:pt x="33755" y="146249"/>
                  </a:lnTo>
                  <a:lnTo>
                    <a:pt x="39044" y="149055"/>
                  </a:lnTo>
                  <a:lnTo>
                    <a:pt x="44431" y="151669"/>
                  </a:lnTo>
                  <a:lnTo>
                    <a:pt x="49908" y="154089"/>
                  </a:lnTo>
                  <a:lnTo>
                    <a:pt x="55467" y="156312"/>
                  </a:lnTo>
                  <a:lnTo>
                    <a:pt x="1147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4286" y="5399291"/>
              <a:ext cx="226416" cy="334322"/>
            </a:xfrm>
            <a:custGeom>
              <a:avLst/>
              <a:pathLst>
                <a:path w="226416" h="334322">
                  <a:moveTo>
                    <a:pt x="0" y="323479"/>
                  </a:moveTo>
                  <a:lnTo>
                    <a:pt x="5008" y="325287"/>
                  </a:lnTo>
                  <a:lnTo>
                    <a:pt x="10071" y="326935"/>
                  </a:lnTo>
                  <a:lnTo>
                    <a:pt x="15185" y="328420"/>
                  </a:lnTo>
                  <a:lnTo>
                    <a:pt x="20343" y="329742"/>
                  </a:lnTo>
                  <a:lnTo>
                    <a:pt x="25540" y="330899"/>
                  </a:lnTo>
                  <a:lnTo>
                    <a:pt x="30772" y="331890"/>
                  </a:lnTo>
                  <a:lnTo>
                    <a:pt x="36033" y="332713"/>
                  </a:lnTo>
                  <a:lnTo>
                    <a:pt x="41317" y="333369"/>
                  </a:lnTo>
                  <a:lnTo>
                    <a:pt x="46619" y="333856"/>
                  </a:lnTo>
                  <a:lnTo>
                    <a:pt x="51935" y="334174"/>
                  </a:lnTo>
                  <a:lnTo>
                    <a:pt x="57257" y="334322"/>
                  </a:lnTo>
                  <a:lnTo>
                    <a:pt x="62582" y="334301"/>
                  </a:lnTo>
                  <a:lnTo>
                    <a:pt x="67903" y="334111"/>
                  </a:lnTo>
                  <a:lnTo>
                    <a:pt x="73216" y="333751"/>
                  </a:lnTo>
                  <a:lnTo>
                    <a:pt x="78514" y="333221"/>
                  </a:lnTo>
                  <a:lnTo>
                    <a:pt x="83793" y="332524"/>
                  </a:lnTo>
                  <a:lnTo>
                    <a:pt x="89047" y="331659"/>
                  </a:lnTo>
                  <a:lnTo>
                    <a:pt x="94271" y="330626"/>
                  </a:lnTo>
                  <a:lnTo>
                    <a:pt x="99459" y="329428"/>
                  </a:lnTo>
                  <a:lnTo>
                    <a:pt x="104606" y="328066"/>
                  </a:lnTo>
                  <a:lnTo>
                    <a:pt x="109708" y="326540"/>
                  </a:lnTo>
                  <a:lnTo>
                    <a:pt x="114758" y="324852"/>
                  </a:lnTo>
                  <a:lnTo>
                    <a:pt x="119752" y="323004"/>
                  </a:lnTo>
                  <a:lnTo>
                    <a:pt x="124684" y="320999"/>
                  </a:lnTo>
                  <a:lnTo>
                    <a:pt x="129551" y="318837"/>
                  </a:lnTo>
                  <a:lnTo>
                    <a:pt x="134345" y="316521"/>
                  </a:lnTo>
                  <a:lnTo>
                    <a:pt x="139064" y="314054"/>
                  </a:lnTo>
                  <a:lnTo>
                    <a:pt x="143702" y="311438"/>
                  </a:lnTo>
                  <a:lnTo>
                    <a:pt x="148254" y="308675"/>
                  </a:lnTo>
                  <a:lnTo>
                    <a:pt x="152715" y="305769"/>
                  </a:lnTo>
                  <a:lnTo>
                    <a:pt x="157082" y="302722"/>
                  </a:lnTo>
                  <a:lnTo>
                    <a:pt x="161350" y="299537"/>
                  </a:lnTo>
                  <a:lnTo>
                    <a:pt x="165514" y="296219"/>
                  </a:lnTo>
                  <a:lnTo>
                    <a:pt x="169570" y="292769"/>
                  </a:lnTo>
                  <a:lnTo>
                    <a:pt x="173514" y="289192"/>
                  </a:lnTo>
                  <a:lnTo>
                    <a:pt x="177343" y="285491"/>
                  </a:lnTo>
                  <a:lnTo>
                    <a:pt x="181051" y="281670"/>
                  </a:lnTo>
                  <a:lnTo>
                    <a:pt x="184636" y="277733"/>
                  </a:lnTo>
                  <a:lnTo>
                    <a:pt x="188094" y="273684"/>
                  </a:lnTo>
                  <a:lnTo>
                    <a:pt x="191421" y="269527"/>
                  </a:lnTo>
                  <a:lnTo>
                    <a:pt x="194614" y="265265"/>
                  </a:lnTo>
                  <a:lnTo>
                    <a:pt x="197670" y="260905"/>
                  </a:lnTo>
                  <a:lnTo>
                    <a:pt x="200585" y="256449"/>
                  </a:lnTo>
                  <a:lnTo>
                    <a:pt x="203357" y="251902"/>
                  </a:lnTo>
                  <a:lnTo>
                    <a:pt x="205982" y="247270"/>
                  </a:lnTo>
                  <a:lnTo>
                    <a:pt x="208459" y="242556"/>
                  </a:lnTo>
                  <a:lnTo>
                    <a:pt x="210785" y="237766"/>
                  </a:lnTo>
                  <a:lnTo>
                    <a:pt x="212956" y="232904"/>
                  </a:lnTo>
                  <a:lnTo>
                    <a:pt x="214972" y="227976"/>
                  </a:lnTo>
                  <a:lnTo>
                    <a:pt x="216830" y="222986"/>
                  </a:lnTo>
                  <a:lnTo>
                    <a:pt x="218527" y="217939"/>
                  </a:lnTo>
                  <a:lnTo>
                    <a:pt x="220064" y="212841"/>
                  </a:lnTo>
                  <a:lnTo>
                    <a:pt x="221437" y="207696"/>
                  </a:lnTo>
                  <a:lnTo>
                    <a:pt x="222645" y="202510"/>
                  </a:lnTo>
                  <a:lnTo>
                    <a:pt x="223688" y="197289"/>
                  </a:lnTo>
                  <a:lnTo>
                    <a:pt x="224564" y="192036"/>
                  </a:lnTo>
                  <a:lnTo>
                    <a:pt x="225272" y="186759"/>
                  </a:lnTo>
                  <a:lnTo>
                    <a:pt x="225812" y="181462"/>
                  </a:lnTo>
                  <a:lnTo>
                    <a:pt x="226183" y="176150"/>
                  </a:lnTo>
                  <a:lnTo>
                    <a:pt x="226384" y="170829"/>
                  </a:lnTo>
                  <a:lnTo>
                    <a:pt x="226416" y="165504"/>
                  </a:lnTo>
                  <a:lnTo>
                    <a:pt x="226278" y="160181"/>
                  </a:lnTo>
                  <a:lnTo>
                    <a:pt x="225971" y="154865"/>
                  </a:lnTo>
                  <a:lnTo>
                    <a:pt x="225495" y="149562"/>
                  </a:lnTo>
                  <a:lnTo>
                    <a:pt x="224850" y="144277"/>
                  </a:lnTo>
                  <a:lnTo>
                    <a:pt x="224037" y="139014"/>
                  </a:lnTo>
                  <a:lnTo>
                    <a:pt x="223056" y="133780"/>
                  </a:lnTo>
                  <a:lnTo>
                    <a:pt x="221910" y="128581"/>
                  </a:lnTo>
                  <a:lnTo>
                    <a:pt x="220598" y="123420"/>
                  </a:lnTo>
                  <a:lnTo>
                    <a:pt x="219123" y="118304"/>
                  </a:lnTo>
                  <a:lnTo>
                    <a:pt x="217486" y="113237"/>
                  </a:lnTo>
                  <a:lnTo>
                    <a:pt x="215688" y="108225"/>
                  </a:lnTo>
                  <a:lnTo>
                    <a:pt x="213732" y="103273"/>
                  </a:lnTo>
                  <a:lnTo>
                    <a:pt x="211618" y="98385"/>
                  </a:lnTo>
                  <a:lnTo>
                    <a:pt x="209350" y="93568"/>
                  </a:lnTo>
                  <a:lnTo>
                    <a:pt x="206930" y="88825"/>
                  </a:lnTo>
                  <a:lnTo>
                    <a:pt x="204360" y="84161"/>
                  </a:lnTo>
                  <a:lnTo>
                    <a:pt x="201643" y="79582"/>
                  </a:lnTo>
                  <a:lnTo>
                    <a:pt x="198781" y="75091"/>
                  </a:lnTo>
                  <a:lnTo>
                    <a:pt x="195778" y="70695"/>
                  </a:lnTo>
                  <a:lnTo>
                    <a:pt x="192636" y="66395"/>
                  </a:lnTo>
                  <a:lnTo>
                    <a:pt x="189359" y="62199"/>
                  </a:lnTo>
                  <a:lnTo>
                    <a:pt x="185950" y="58108"/>
                  </a:lnTo>
                  <a:lnTo>
                    <a:pt x="182412" y="54129"/>
                  </a:lnTo>
                  <a:lnTo>
                    <a:pt x="178750" y="50264"/>
                  </a:lnTo>
                  <a:lnTo>
                    <a:pt x="174966" y="46517"/>
                  </a:lnTo>
                  <a:lnTo>
                    <a:pt x="171065" y="42893"/>
                  </a:lnTo>
                  <a:lnTo>
                    <a:pt x="167050" y="39395"/>
                  </a:lnTo>
                  <a:lnTo>
                    <a:pt x="162926" y="36027"/>
                  </a:lnTo>
                  <a:lnTo>
                    <a:pt x="158697" y="32792"/>
                  </a:lnTo>
                  <a:lnTo>
                    <a:pt x="154367" y="29693"/>
                  </a:lnTo>
                  <a:lnTo>
                    <a:pt x="149940" y="26734"/>
                  </a:lnTo>
                  <a:lnTo>
                    <a:pt x="145421" y="23917"/>
                  </a:lnTo>
                  <a:lnTo>
                    <a:pt x="140815" y="21245"/>
                  </a:lnTo>
                  <a:lnTo>
                    <a:pt x="136126" y="18722"/>
                  </a:lnTo>
                  <a:lnTo>
                    <a:pt x="131360" y="16349"/>
                  </a:lnTo>
                  <a:lnTo>
                    <a:pt x="126520" y="14129"/>
                  </a:lnTo>
                  <a:lnTo>
                    <a:pt x="121612" y="12064"/>
                  </a:lnTo>
                  <a:lnTo>
                    <a:pt x="116640" y="10157"/>
                  </a:lnTo>
                  <a:lnTo>
                    <a:pt x="111610" y="8409"/>
                  </a:lnTo>
                  <a:lnTo>
                    <a:pt x="106528" y="6822"/>
                  </a:lnTo>
                  <a:lnTo>
                    <a:pt x="101397" y="5398"/>
                  </a:lnTo>
                  <a:lnTo>
                    <a:pt x="96223" y="4138"/>
                  </a:lnTo>
                  <a:lnTo>
                    <a:pt x="91012" y="3043"/>
                  </a:lnTo>
                  <a:lnTo>
                    <a:pt x="85769" y="2115"/>
                  </a:lnTo>
                  <a:lnTo>
                    <a:pt x="80499" y="1355"/>
                  </a:lnTo>
                  <a:lnTo>
                    <a:pt x="75207" y="762"/>
                  </a:lnTo>
                  <a:lnTo>
                    <a:pt x="69899" y="339"/>
                  </a:lnTo>
                  <a:lnTo>
                    <a:pt x="64581" y="84"/>
                  </a:lnTo>
                  <a:lnTo>
                    <a:pt x="59257" y="0"/>
                  </a:lnTo>
                  <a:lnTo>
                    <a:pt x="592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817" y="5269756"/>
              <a:ext cx="166441" cy="167167"/>
            </a:xfrm>
            <a:custGeom>
              <a:avLst/>
              <a:pathLst>
                <a:path w="166441" h="167167">
                  <a:moveTo>
                    <a:pt x="166441" y="0"/>
                  </a:moveTo>
                  <a:lnTo>
                    <a:pt x="161072" y="86"/>
                  </a:lnTo>
                  <a:lnTo>
                    <a:pt x="155709" y="344"/>
                  </a:lnTo>
                  <a:lnTo>
                    <a:pt x="150357" y="775"/>
                  </a:lnTo>
                  <a:lnTo>
                    <a:pt x="145022" y="1377"/>
                  </a:lnTo>
                  <a:lnTo>
                    <a:pt x="139708" y="2151"/>
                  </a:lnTo>
                  <a:lnTo>
                    <a:pt x="134423" y="3094"/>
                  </a:lnTo>
                  <a:lnTo>
                    <a:pt x="129170" y="4207"/>
                  </a:lnTo>
                  <a:lnTo>
                    <a:pt x="123955" y="5488"/>
                  </a:lnTo>
                  <a:lnTo>
                    <a:pt x="118785" y="6936"/>
                  </a:lnTo>
                  <a:lnTo>
                    <a:pt x="113664" y="8549"/>
                  </a:lnTo>
                  <a:lnTo>
                    <a:pt x="108597" y="10326"/>
                  </a:lnTo>
                  <a:lnTo>
                    <a:pt x="103590" y="12265"/>
                  </a:lnTo>
                  <a:lnTo>
                    <a:pt x="98647" y="14363"/>
                  </a:lnTo>
                  <a:lnTo>
                    <a:pt x="93775" y="16619"/>
                  </a:lnTo>
                  <a:lnTo>
                    <a:pt x="88977" y="19031"/>
                  </a:lnTo>
                  <a:lnTo>
                    <a:pt x="84260" y="21595"/>
                  </a:lnTo>
                  <a:lnTo>
                    <a:pt x="79627" y="24309"/>
                  </a:lnTo>
                  <a:lnTo>
                    <a:pt x="75084" y="27171"/>
                  </a:lnTo>
                  <a:lnTo>
                    <a:pt x="70635" y="30177"/>
                  </a:lnTo>
                  <a:lnTo>
                    <a:pt x="66285" y="33325"/>
                  </a:lnTo>
                  <a:lnTo>
                    <a:pt x="62038" y="36610"/>
                  </a:lnTo>
                  <a:lnTo>
                    <a:pt x="57899" y="40031"/>
                  </a:lnTo>
                  <a:lnTo>
                    <a:pt x="53872" y="43582"/>
                  </a:lnTo>
                  <a:lnTo>
                    <a:pt x="49961" y="47261"/>
                  </a:lnTo>
                  <a:lnTo>
                    <a:pt x="46170" y="51064"/>
                  </a:lnTo>
                  <a:lnTo>
                    <a:pt x="42504" y="54986"/>
                  </a:lnTo>
                  <a:lnTo>
                    <a:pt x="38965" y="59024"/>
                  </a:lnTo>
                  <a:lnTo>
                    <a:pt x="35558" y="63174"/>
                  </a:lnTo>
                  <a:lnTo>
                    <a:pt x="32285" y="67431"/>
                  </a:lnTo>
                  <a:lnTo>
                    <a:pt x="29152" y="71791"/>
                  </a:lnTo>
                  <a:lnTo>
                    <a:pt x="26159" y="76249"/>
                  </a:lnTo>
                  <a:lnTo>
                    <a:pt x="23312" y="80801"/>
                  </a:lnTo>
                  <a:lnTo>
                    <a:pt x="20612" y="85443"/>
                  </a:lnTo>
                  <a:lnTo>
                    <a:pt x="18063" y="90168"/>
                  </a:lnTo>
                  <a:lnTo>
                    <a:pt x="15666" y="94973"/>
                  </a:lnTo>
                  <a:lnTo>
                    <a:pt x="13426" y="99853"/>
                  </a:lnTo>
                  <a:lnTo>
                    <a:pt x="11343" y="104802"/>
                  </a:lnTo>
                  <a:lnTo>
                    <a:pt x="9420" y="109815"/>
                  </a:lnTo>
                  <a:lnTo>
                    <a:pt x="7659" y="114887"/>
                  </a:lnTo>
                  <a:lnTo>
                    <a:pt x="6062" y="120014"/>
                  </a:lnTo>
                  <a:lnTo>
                    <a:pt x="4630" y="125189"/>
                  </a:lnTo>
                  <a:lnTo>
                    <a:pt x="3365" y="130407"/>
                  </a:lnTo>
                  <a:lnTo>
                    <a:pt x="2269" y="135663"/>
                  </a:lnTo>
                  <a:lnTo>
                    <a:pt x="1342" y="140952"/>
                  </a:lnTo>
                  <a:lnTo>
                    <a:pt x="585" y="146268"/>
                  </a:lnTo>
                  <a:lnTo>
                    <a:pt x="0" y="151605"/>
                  </a:lnTo>
                  <a:lnTo>
                    <a:pt x="1664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817" y="5421361"/>
              <a:ext cx="166441" cy="15562"/>
            </a:xfrm>
            <a:custGeom>
              <a:avLst/>
              <a:pathLst>
                <a:path w="166441" h="15562">
                  <a:moveTo>
                    <a:pt x="0" y="0"/>
                  </a:moveTo>
                  <a:lnTo>
                    <a:pt x="166441" y="15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817" y="5421361"/>
              <a:ext cx="166441" cy="15562"/>
            </a:xfrm>
            <a:custGeom>
              <a:avLst/>
              <a:pathLst>
                <a:path w="166441" h="15562">
                  <a:moveTo>
                    <a:pt x="0" y="0"/>
                  </a:moveTo>
                  <a:lnTo>
                    <a:pt x="166441" y="15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817" y="5421361"/>
              <a:ext cx="166441" cy="15562"/>
            </a:xfrm>
            <a:custGeom>
              <a:avLst/>
              <a:pathLst>
                <a:path w="166441" h="15562">
                  <a:moveTo>
                    <a:pt x="0" y="0"/>
                  </a:moveTo>
                  <a:lnTo>
                    <a:pt x="166441" y="15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817" y="5421361"/>
              <a:ext cx="166441" cy="15562"/>
            </a:xfrm>
            <a:custGeom>
              <a:avLst/>
              <a:pathLst>
                <a:path w="166441" h="15562">
                  <a:moveTo>
                    <a:pt x="0" y="0"/>
                  </a:moveTo>
                  <a:lnTo>
                    <a:pt x="166441" y="15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112" y="5421361"/>
              <a:ext cx="167146" cy="45105"/>
            </a:xfrm>
            <a:custGeom>
              <a:avLst/>
              <a:pathLst>
                <a:path w="167146" h="45105">
                  <a:moveTo>
                    <a:pt x="704" y="0"/>
                  </a:moveTo>
                  <a:lnTo>
                    <a:pt x="227" y="6451"/>
                  </a:lnTo>
                  <a:lnTo>
                    <a:pt x="0" y="12915"/>
                  </a:lnTo>
                  <a:lnTo>
                    <a:pt x="22" y="19384"/>
                  </a:lnTo>
                  <a:lnTo>
                    <a:pt x="295" y="25847"/>
                  </a:lnTo>
                  <a:lnTo>
                    <a:pt x="818" y="32294"/>
                  </a:lnTo>
                  <a:lnTo>
                    <a:pt x="1590" y="38717"/>
                  </a:lnTo>
                  <a:lnTo>
                    <a:pt x="2610" y="45105"/>
                  </a:lnTo>
                  <a:lnTo>
                    <a:pt x="167146" y="15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0722" y="5269756"/>
              <a:ext cx="331685" cy="334334"/>
            </a:xfrm>
            <a:custGeom>
              <a:avLst/>
              <a:pathLst>
                <a:path w="331685" h="334334">
                  <a:moveTo>
                    <a:pt x="0" y="196710"/>
                  </a:moveTo>
                  <a:lnTo>
                    <a:pt x="1019" y="201912"/>
                  </a:lnTo>
                  <a:lnTo>
                    <a:pt x="2203" y="207079"/>
                  </a:lnTo>
                  <a:lnTo>
                    <a:pt x="3550" y="212206"/>
                  </a:lnTo>
                  <a:lnTo>
                    <a:pt x="5059" y="217287"/>
                  </a:lnTo>
                  <a:lnTo>
                    <a:pt x="6728" y="222319"/>
                  </a:lnTo>
                  <a:lnTo>
                    <a:pt x="8556" y="227294"/>
                  </a:lnTo>
                  <a:lnTo>
                    <a:pt x="10541" y="232210"/>
                  </a:lnTo>
                  <a:lnTo>
                    <a:pt x="12681" y="237059"/>
                  </a:lnTo>
                  <a:lnTo>
                    <a:pt x="14973" y="241839"/>
                  </a:lnTo>
                  <a:lnTo>
                    <a:pt x="17416" y="246544"/>
                  </a:lnTo>
                  <a:lnTo>
                    <a:pt x="20006" y="251168"/>
                  </a:lnTo>
                  <a:lnTo>
                    <a:pt x="22742" y="255708"/>
                  </a:lnTo>
                  <a:lnTo>
                    <a:pt x="25621" y="260160"/>
                  </a:lnTo>
                  <a:lnTo>
                    <a:pt x="28639" y="264517"/>
                  </a:lnTo>
                  <a:lnTo>
                    <a:pt x="31794" y="268777"/>
                  </a:lnTo>
                  <a:lnTo>
                    <a:pt x="35083" y="272935"/>
                  </a:lnTo>
                  <a:lnTo>
                    <a:pt x="38501" y="276986"/>
                  </a:lnTo>
                  <a:lnTo>
                    <a:pt x="42046" y="280927"/>
                  </a:lnTo>
                  <a:lnTo>
                    <a:pt x="45715" y="284753"/>
                  </a:lnTo>
                  <a:lnTo>
                    <a:pt x="49503" y="288462"/>
                  </a:lnTo>
                  <a:lnTo>
                    <a:pt x="53406" y="292048"/>
                  </a:lnTo>
                  <a:lnTo>
                    <a:pt x="57422" y="295509"/>
                  </a:lnTo>
                  <a:lnTo>
                    <a:pt x="61545" y="298840"/>
                  </a:lnTo>
                  <a:lnTo>
                    <a:pt x="65771" y="302039"/>
                  </a:lnTo>
                  <a:lnTo>
                    <a:pt x="70097" y="305103"/>
                  </a:lnTo>
                  <a:lnTo>
                    <a:pt x="74518" y="308028"/>
                  </a:lnTo>
                  <a:lnTo>
                    <a:pt x="79030" y="310811"/>
                  </a:lnTo>
                  <a:lnTo>
                    <a:pt x="83627" y="313450"/>
                  </a:lnTo>
                  <a:lnTo>
                    <a:pt x="88306" y="315942"/>
                  </a:lnTo>
                  <a:lnTo>
                    <a:pt x="93061" y="318284"/>
                  </a:lnTo>
                  <a:lnTo>
                    <a:pt x="97888" y="320474"/>
                  </a:lnTo>
                  <a:lnTo>
                    <a:pt x="102783" y="322510"/>
                  </a:lnTo>
                  <a:lnTo>
                    <a:pt x="107739" y="324390"/>
                  </a:lnTo>
                  <a:lnTo>
                    <a:pt x="112753" y="326112"/>
                  </a:lnTo>
                  <a:lnTo>
                    <a:pt x="117818" y="327674"/>
                  </a:lnTo>
                  <a:lnTo>
                    <a:pt x="122931" y="329074"/>
                  </a:lnTo>
                  <a:lnTo>
                    <a:pt x="128085" y="330312"/>
                  </a:lnTo>
                  <a:lnTo>
                    <a:pt x="133276" y="331386"/>
                  </a:lnTo>
                  <a:lnTo>
                    <a:pt x="138499" y="332294"/>
                  </a:lnTo>
                  <a:lnTo>
                    <a:pt x="143747" y="333037"/>
                  </a:lnTo>
                  <a:lnTo>
                    <a:pt x="149017" y="333612"/>
                  </a:lnTo>
                  <a:lnTo>
                    <a:pt x="154302" y="334021"/>
                  </a:lnTo>
                  <a:lnTo>
                    <a:pt x="159597" y="334261"/>
                  </a:lnTo>
                  <a:lnTo>
                    <a:pt x="164898" y="334334"/>
                  </a:lnTo>
                  <a:lnTo>
                    <a:pt x="170198" y="334238"/>
                  </a:lnTo>
                  <a:lnTo>
                    <a:pt x="175492" y="333975"/>
                  </a:lnTo>
                  <a:lnTo>
                    <a:pt x="180775" y="333544"/>
                  </a:lnTo>
                  <a:lnTo>
                    <a:pt x="186042" y="332945"/>
                  </a:lnTo>
                  <a:lnTo>
                    <a:pt x="191288" y="332180"/>
                  </a:lnTo>
                  <a:lnTo>
                    <a:pt x="196506" y="331249"/>
                  </a:lnTo>
                  <a:lnTo>
                    <a:pt x="201692" y="330153"/>
                  </a:lnTo>
                  <a:lnTo>
                    <a:pt x="206841" y="328893"/>
                  </a:lnTo>
                  <a:lnTo>
                    <a:pt x="211948" y="327470"/>
                  </a:lnTo>
                  <a:lnTo>
                    <a:pt x="217007" y="325886"/>
                  </a:lnTo>
                  <a:lnTo>
                    <a:pt x="222013" y="324143"/>
                  </a:lnTo>
                  <a:lnTo>
                    <a:pt x="226961" y="322241"/>
                  </a:lnTo>
                  <a:lnTo>
                    <a:pt x="231846" y="320184"/>
                  </a:lnTo>
                  <a:lnTo>
                    <a:pt x="236664" y="317973"/>
                  </a:lnTo>
                  <a:lnTo>
                    <a:pt x="241409" y="315610"/>
                  </a:lnTo>
                  <a:lnTo>
                    <a:pt x="246077" y="313098"/>
                  </a:lnTo>
                  <a:lnTo>
                    <a:pt x="250663" y="310440"/>
                  </a:lnTo>
                  <a:lnTo>
                    <a:pt x="255162" y="307637"/>
                  </a:lnTo>
                  <a:lnTo>
                    <a:pt x="259570" y="304693"/>
                  </a:lnTo>
                  <a:lnTo>
                    <a:pt x="263883" y="301610"/>
                  </a:lnTo>
                  <a:lnTo>
                    <a:pt x="268096" y="298393"/>
                  </a:lnTo>
                  <a:lnTo>
                    <a:pt x="272204" y="295044"/>
                  </a:lnTo>
                  <a:lnTo>
                    <a:pt x="276205" y="291565"/>
                  </a:lnTo>
                  <a:lnTo>
                    <a:pt x="280093" y="287962"/>
                  </a:lnTo>
                  <a:lnTo>
                    <a:pt x="283865" y="284238"/>
                  </a:lnTo>
                  <a:lnTo>
                    <a:pt x="287516" y="280395"/>
                  </a:lnTo>
                  <a:lnTo>
                    <a:pt x="291045" y="276439"/>
                  </a:lnTo>
                  <a:lnTo>
                    <a:pt x="294446" y="272373"/>
                  </a:lnTo>
                  <a:lnTo>
                    <a:pt x="297716" y="268201"/>
                  </a:lnTo>
                  <a:lnTo>
                    <a:pt x="300852" y="263928"/>
                  </a:lnTo>
                  <a:lnTo>
                    <a:pt x="303852" y="259557"/>
                  </a:lnTo>
                  <a:lnTo>
                    <a:pt x="306711" y="255094"/>
                  </a:lnTo>
                  <a:lnTo>
                    <a:pt x="309427" y="250542"/>
                  </a:lnTo>
                  <a:lnTo>
                    <a:pt x="311998" y="245906"/>
                  </a:lnTo>
                  <a:lnTo>
                    <a:pt x="314420" y="241191"/>
                  </a:lnTo>
                  <a:lnTo>
                    <a:pt x="316692" y="236401"/>
                  </a:lnTo>
                  <a:lnTo>
                    <a:pt x="318811" y="231542"/>
                  </a:lnTo>
                  <a:lnTo>
                    <a:pt x="320774" y="226618"/>
                  </a:lnTo>
                  <a:lnTo>
                    <a:pt x="322581" y="221635"/>
                  </a:lnTo>
                  <a:lnTo>
                    <a:pt x="324228" y="216596"/>
                  </a:lnTo>
                  <a:lnTo>
                    <a:pt x="325715" y="211508"/>
                  </a:lnTo>
                  <a:lnTo>
                    <a:pt x="327040" y="206376"/>
                  </a:lnTo>
                  <a:lnTo>
                    <a:pt x="328201" y="201204"/>
                  </a:lnTo>
                  <a:lnTo>
                    <a:pt x="329198" y="195997"/>
                  </a:lnTo>
                  <a:lnTo>
                    <a:pt x="330030" y="190762"/>
                  </a:lnTo>
                  <a:lnTo>
                    <a:pt x="330695" y="185503"/>
                  </a:lnTo>
                  <a:lnTo>
                    <a:pt x="331192" y="180225"/>
                  </a:lnTo>
                  <a:lnTo>
                    <a:pt x="331523" y="174935"/>
                  </a:lnTo>
                  <a:lnTo>
                    <a:pt x="331685" y="169636"/>
                  </a:lnTo>
                  <a:lnTo>
                    <a:pt x="331679" y="164336"/>
                  </a:lnTo>
                  <a:lnTo>
                    <a:pt x="331505" y="159038"/>
                  </a:lnTo>
                  <a:lnTo>
                    <a:pt x="331164" y="153748"/>
                  </a:lnTo>
                  <a:lnTo>
                    <a:pt x="330654" y="148471"/>
                  </a:lnTo>
                  <a:lnTo>
                    <a:pt x="329978" y="143214"/>
                  </a:lnTo>
                  <a:lnTo>
                    <a:pt x="329135" y="137980"/>
                  </a:lnTo>
                  <a:lnTo>
                    <a:pt x="328127" y="132776"/>
                  </a:lnTo>
                  <a:lnTo>
                    <a:pt x="326955" y="127607"/>
                  </a:lnTo>
                  <a:lnTo>
                    <a:pt x="325619" y="122477"/>
                  </a:lnTo>
                  <a:lnTo>
                    <a:pt x="324121" y="117392"/>
                  </a:lnTo>
                  <a:lnTo>
                    <a:pt x="322462" y="112357"/>
                  </a:lnTo>
                  <a:lnTo>
                    <a:pt x="320645" y="107377"/>
                  </a:lnTo>
                  <a:lnTo>
                    <a:pt x="318671" y="102458"/>
                  </a:lnTo>
                  <a:lnTo>
                    <a:pt x="316542" y="97603"/>
                  </a:lnTo>
                  <a:lnTo>
                    <a:pt x="314260" y="92819"/>
                  </a:lnTo>
                  <a:lnTo>
                    <a:pt x="311827" y="88109"/>
                  </a:lnTo>
                  <a:lnTo>
                    <a:pt x="309247" y="83479"/>
                  </a:lnTo>
                  <a:lnTo>
                    <a:pt x="306520" y="78933"/>
                  </a:lnTo>
                  <a:lnTo>
                    <a:pt x="303651" y="74475"/>
                  </a:lnTo>
                  <a:lnTo>
                    <a:pt x="300643" y="70111"/>
                  </a:lnTo>
                  <a:lnTo>
                    <a:pt x="297497" y="65844"/>
                  </a:lnTo>
                  <a:lnTo>
                    <a:pt x="294218" y="61680"/>
                  </a:lnTo>
                  <a:lnTo>
                    <a:pt x="290808" y="57621"/>
                  </a:lnTo>
                  <a:lnTo>
                    <a:pt x="287271" y="53672"/>
                  </a:lnTo>
                  <a:lnTo>
                    <a:pt x="283611" y="49838"/>
                  </a:lnTo>
                  <a:lnTo>
                    <a:pt x="279831" y="46122"/>
                  </a:lnTo>
                  <a:lnTo>
                    <a:pt x="275935" y="42527"/>
                  </a:lnTo>
                  <a:lnTo>
                    <a:pt x="271927" y="39058"/>
                  </a:lnTo>
                  <a:lnTo>
                    <a:pt x="267811" y="35717"/>
                  </a:lnTo>
                  <a:lnTo>
                    <a:pt x="263592" y="32509"/>
                  </a:lnTo>
                  <a:lnTo>
                    <a:pt x="259272" y="29436"/>
                  </a:lnTo>
                  <a:lnTo>
                    <a:pt x="254858" y="26501"/>
                  </a:lnTo>
                  <a:lnTo>
                    <a:pt x="250353" y="23708"/>
                  </a:lnTo>
                  <a:lnTo>
                    <a:pt x="245761" y="21059"/>
                  </a:lnTo>
                  <a:lnTo>
                    <a:pt x="241088" y="18557"/>
                  </a:lnTo>
                  <a:lnTo>
                    <a:pt x="236337" y="16205"/>
                  </a:lnTo>
                  <a:lnTo>
                    <a:pt x="231515" y="14004"/>
                  </a:lnTo>
                  <a:lnTo>
                    <a:pt x="226625" y="11958"/>
                  </a:lnTo>
                  <a:lnTo>
                    <a:pt x="221673" y="10067"/>
                  </a:lnTo>
                  <a:lnTo>
                    <a:pt x="216663" y="8335"/>
                  </a:lnTo>
                  <a:lnTo>
                    <a:pt x="211601" y="6762"/>
                  </a:lnTo>
                  <a:lnTo>
                    <a:pt x="206491" y="5350"/>
                  </a:lnTo>
                  <a:lnTo>
                    <a:pt x="201339" y="4101"/>
                  </a:lnTo>
                  <a:lnTo>
                    <a:pt x="196151" y="3016"/>
                  </a:lnTo>
                  <a:lnTo>
                    <a:pt x="190930" y="2096"/>
                  </a:lnTo>
                  <a:lnTo>
                    <a:pt x="185683" y="1343"/>
                  </a:lnTo>
                  <a:lnTo>
                    <a:pt x="180415" y="755"/>
                  </a:lnTo>
                  <a:lnTo>
                    <a:pt x="175131" y="336"/>
                  </a:lnTo>
                  <a:lnTo>
                    <a:pt x="169836" y="84"/>
                  </a:lnTo>
                  <a:lnTo>
                    <a:pt x="164536" y="0"/>
                  </a:lnTo>
                  <a:lnTo>
                    <a:pt x="1645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0762" y="5018213"/>
              <a:ext cx="130276" cy="167167"/>
            </a:xfrm>
            <a:custGeom>
              <a:avLst/>
              <a:pathLst>
                <a:path w="130276" h="167167">
                  <a:moveTo>
                    <a:pt x="130276" y="0"/>
                  </a:moveTo>
                  <a:lnTo>
                    <a:pt x="124745" y="91"/>
                  </a:lnTo>
                  <a:lnTo>
                    <a:pt x="119219" y="366"/>
                  </a:lnTo>
                  <a:lnTo>
                    <a:pt x="113706" y="823"/>
                  </a:lnTo>
                  <a:lnTo>
                    <a:pt x="108211" y="1462"/>
                  </a:lnTo>
                  <a:lnTo>
                    <a:pt x="102740" y="2283"/>
                  </a:lnTo>
                  <a:lnTo>
                    <a:pt x="97299" y="3284"/>
                  </a:lnTo>
                  <a:lnTo>
                    <a:pt x="91894" y="4465"/>
                  </a:lnTo>
                  <a:lnTo>
                    <a:pt x="86532" y="5825"/>
                  </a:lnTo>
                  <a:lnTo>
                    <a:pt x="81217" y="7360"/>
                  </a:lnTo>
                  <a:lnTo>
                    <a:pt x="75956" y="9071"/>
                  </a:lnTo>
                  <a:lnTo>
                    <a:pt x="70754" y="10955"/>
                  </a:lnTo>
                  <a:lnTo>
                    <a:pt x="65618" y="13010"/>
                  </a:lnTo>
                  <a:lnTo>
                    <a:pt x="60552" y="15234"/>
                  </a:lnTo>
                  <a:lnTo>
                    <a:pt x="55563" y="17625"/>
                  </a:lnTo>
                  <a:lnTo>
                    <a:pt x="50656" y="20179"/>
                  </a:lnTo>
                  <a:lnTo>
                    <a:pt x="45836" y="22894"/>
                  </a:lnTo>
                  <a:lnTo>
                    <a:pt x="41108" y="25767"/>
                  </a:lnTo>
                  <a:lnTo>
                    <a:pt x="36478" y="28795"/>
                  </a:lnTo>
                  <a:lnTo>
                    <a:pt x="31951" y="31974"/>
                  </a:lnTo>
                  <a:lnTo>
                    <a:pt x="27531" y="35302"/>
                  </a:lnTo>
                  <a:lnTo>
                    <a:pt x="23224" y="38774"/>
                  </a:lnTo>
                  <a:lnTo>
                    <a:pt x="19034" y="42386"/>
                  </a:lnTo>
                  <a:lnTo>
                    <a:pt x="14966" y="46136"/>
                  </a:lnTo>
                  <a:lnTo>
                    <a:pt x="11024" y="50018"/>
                  </a:lnTo>
                  <a:lnTo>
                    <a:pt x="7213" y="54028"/>
                  </a:lnTo>
                  <a:lnTo>
                    <a:pt x="3537" y="58162"/>
                  </a:lnTo>
                  <a:lnTo>
                    <a:pt x="0" y="62415"/>
                  </a:lnTo>
                  <a:lnTo>
                    <a:pt x="1302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81092" y="5080628"/>
              <a:ext cx="139946" cy="104751"/>
            </a:xfrm>
            <a:custGeom>
              <a:avLst/>
              <a:pathLst>
                <a:path w="139946" h="104751">
                  <a:moveTo>
                    <a:pt x="9670" y="0"/>
                  </a:moveTo>
                  <a:lnTo>
                    <a:pt x="4671" y="6540"/>
                  </a:lnTo>
                  <a:lnTo>
                    <a:pt x="0" y="13319"/>
                  </a:lnTo>
                  <a:lnTo>
                    <a:pt x="139946" y="104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77" y="5018213"/>
              <a:ext cx="334314" cy="334332"/>
            </a:xfrm>
            <a:custGeom>
              <a:avLst/>
              <a:pathLst>
                <a:path w="334314" h="334332">
                  <a:moveTo>
                    <a:pt x="27214" y="75735"/>
                  </a:moveTo>
                  <a:lnTo>
                    <a:pt x="24388" y="80214"/>
                  </a:lnTo>
                  <a:lnTo>
                    <a:pt x="21705" y="84781"/>
                  </a:lnTo>
                  <a:lnTo>
                    <a:pt x="19168" y="89430"/>
                  </a:lnTo>
                  <a:lnTo>
                    <a:pt x="16780" y="94157"/>
                  </a:lnTo>
                  <a:lnTo>
                    <a:pt x="14543" y="98957"/>
                  </a:lnTo>
                  <a:lnTo>
                    <a:pt x="12458" y="103826"/>
                  </a:lnTo>
                  <a:lnTo>
                    <a:pt x="10530" y="108758"/>
                  </a:lnTo>
                  <a:lnTo>
                    <a:pt x="8758" y="113750"/>
                  </a:lnTo>
                  <a:lnTo>
                    <a:pt x="7145" y="118794"/>
                  </a:lnTo>
                  <a:lnTo>
                    <a:pt x="5693" y="123888"/>
                  </a:lnTo>
                  <a:lnTo>
                    <a:pt x="4403" y="129024"/>
                  </a:lnTo>
                  <a:lnTo>
                    <a:pt x="3277" y="134199"/>
                  </a:lnTo>
                  <a:lnTo>
                    <a:pt x="2315" y="139407"/>
                  </a:lnTo>
                  <a:lnTo>
                    <a:pt x="1518" y="144643"/>
                  </a:lnTo>
                  <a:lnTo>
                    <a:pt x="888" y="149902"/>
                  </a:lnTo>
                  <a:lnTo>
                    <a:pt x="424" y="155178"/>
                  </a:lnTo>
                  <a:lnTo>
                    <a:pt x="128" y="160465"/>
                  </a:lnTo>
                  <a:lnTo>
                    <a:pt x="0" y="165760"/>
                  </a:lnTo>
                  <a:lnTo>
                    <a:pt x="39" y="171056"/>
                  </a:lnTo>
                  <a:lnTo>
                    <a:pt x="246" y="176348"/>
                  </a:lnTo>
                  <a:lnTo>
                    <a:pt x="621" y="181631"/>
                  </a:lnTo>
                  <a:lnTo>
                    <a:pt x="1162" y="186900"/>
                  </a:lnTo>
                  <a:lnTo>
                    <a:pt x="1871" y="192148"/>
                  </a:lnTo>
                  <a:lnTo>
                    <a:pt x="2745" y="197372"/>
                  </a:lnTo>
                  <a:lnTo>
                    <a:pt x="3784" y="202565"/>
                  </a:lnTo>
                  <a:lnTo>
                    <a:pt x="4988" y="207723"/>
                  </a:lnTo>
                  <a:lnTo>
                    <a:pt x="6354" y="212840"/>
                  </a:lnTo>
                  <a:lnTo>
                    <a:pt x="7881" y="217911"/>
                  </a:lnTo>
                  <a:lnTo>
                    <a:pt x="9569" y="222931"/>
                  </a:lnTo>
                  <a:lnTo>
                    <a:pt x="11414" y="227895"/>
                  </a:lnTo>
                  <a:lnTo>
                    <a:pt x="13416" y="232798"/>
                  </a:lnTo>
                  <a:lnTo>
                    <a:pt x="15572" y="237636"/>
                  </a:lnTo>
                  <a:lnTo>
                    <a:pt x="17881" y="242402"/>
                  </a:lnTo>
                  <a:lnTo>
                    <a:pt x="20339" y="247094"/>
                  </a:lnTo>
                  <a:lnTo>
                    <a:pt x="22945" y="251704"/>
                  </a:lnTo>
                  <a:lnTo>
                    <a:pt x="25695" y="256230"/>
                  </a:lnTo>
                  <a:lnTo>
                    <a:pt x="28587" y="260667"/>
                  </a:lnTo>
                  <a:lnTo>
                    <a:pt x="31619" y="265010"/>
                  </a:lnTo>
                  <a:lnTo>
                    <a:pt x="34786" y="269255"/>
                  </a:lnTo>
                  <a:lnTo>
                    <a:pt x="38087" y="273397"/>
                  </a:lnTo>
                  <a:lnTo>
                    <a:pt x="41517" y="277432"/>
                  </a:lnTo>
                  <a:lnTo>
                    <a:pt x="45073" y="281357"/>
                  </a:lnTo>
                  <a:lnTo>
                    <a:pt x="48751" y="285167"/>
                  </a:lnTo>
                  <a:lnTo>
                    <a:pt x="52549" y="288859"/>
                  </a:lnTo>
                  <a:lnTo>
                    <a:pt x="56461" y="292429"/>
                  </a:lnTo>
                  <a:lnTo>
                    <a:pt x="60485" y="295872"/>
                  </a:lnTo>
                  <a:lnTo>
                    <a:pt x="64615" y="299187"/>
                  </a:lnTo>
                  <a:lnTo>
                    <a:pt x="68849" y="302369"/>
                  </a:lnTo>
                  <a:lnTo>
                    <a:pt x="73181" y="305416"/>
                  </a:lnTo>
                  <a:lnTo>
                    <a:pt x="77608" y="308323"/>
                  </a:lnTo>
                  <a:lnTo>
                    <a:pt x="82124" y="311090"/>
                  </a:lnTo>
                  <a:lnTo>
                    <a:pt x="86726" y="313711"/>
                  </a:lnTo>
                  <a:lnTo>
                    <a:pt x="91409" y="316186"/>
                  </a:lnTo>
                  <a:lnTo>
                    <a:pt x="96167" y="318510"/>
                  </a:lnTo>
                  <a:lnTo>
                    <a:pt x="100997" y="320683"/>
                  </a:lnTo>
                  <a:lnTo>
                    <a:pt x="105894" y="322702"/>
                  </a:lnTo>
                  <a:lnTo>
                    <a:pt x="110851" y="324565"/>
                  </a:lnTo>
                  <a:lnTo>
                    <a:pt x="115866" y="326270"/>
                  </a:lnTo>
                  <a:lnTo>
                    <a:pt x="120931" y="327815"/>
                  </a:lnTo>
                  <a:lnTo>
                    <a:pt x="126044" y="329199"/>
                  </a:lnTo>
                  <a:lnTo>
                    <a:pt x="131197" y="330420"/>
                  </a:lnTo>
                  <a:lnTo>
                    <a:pt x="136387" y="331477"/>
                  </a:lnTo>
                  <a:lnTo>
                    <a:pt x="141607" y="332370"/>
                  </a:lnTo>
                  <a:lnTo>
                    <a:pt x="146853" y="333096"/>
                  </a:lnTo>
                  <a:lnTo>
                    <a:pt x="152120" y="333656"/>
                  </a:lnTo>
                  <a:lnTo>
                    <a:pt x="157401" y="334049"/>
                  </a:lnTo>
                  <a:lnTo>
                    <a:pt x="162693" y="334275"/>
                  </a:lnTo>
                  <a:lnTo>
                    <a:pt x="167989" y="334332"/>
                  </a:lnTo>
                  <a:lnTo>
                    <a:pt x="173284" y="334222"/>
                  </a:lnTo>
                  <a:lnTo>
                    <a:pt x="178573" y="333944"/>
                  </a:lnTo>
                  <a:lnTo>
                    <a:pt x="183850" y="333499"/>
                  </a:lnTo>
                  <a:lnTo>
                    <a:pt x="189111" y="332887"/>
                  </a:lnTo>
                  <a:lnTo>
                    <a:pt x="194349" y="332109"/>
                  </a:lnTo>
                  <a:lnTo>
                    <a:pt x="199561" y="331165"/>
                  </a:lnTo>
                  <a:lnTo>
                    <a:pt x="204740" y="330056"/>
                  </a:lnTo>
                  <a:lnTo>
                    <a:pt x="209881" y="328784"/>
                  </a:lnTo>
                  <a:lnTo>
                    <a:pt x="214979" y="327349"/>
                  </a:lnTo>
                  <a:lnTo>
                    <a:pt x="220029" y="325754"/>
                  </a:lnTo>
                  <a:lnTo>
                    <a:pt x="225026" y="324000"/>
                  </a:lnTo>
                  <a:lnTo>
                    <a:pt x="229965" y="322088"/>
                  </a:lnTo>
                  <a:lnTo>
                    <a:pt x="234842" y="320021"/>
                  </a:lnTo>
                  <a:lnTo>
                    <a:pt x="239650" y="317800"/>
                  </a:lnTo>
                  <a:lnTo>
                    <a:pt x="244385" y="315428"/>
                  </a:lnTo>
                  <a:lnTo>
                    <a:pt x="249043" y="312908"/>
                  </a:lnTo>
                  <a:lnTo>
                    <a:pt x="253619" y="310241"/>
                  </a:lnTo>
                  <a:lnTo>
                    <a:pt x="258107" y="307430"/>
                  </a:lnTo>
                  <a:lnTo>
                    <a:pt x="262505" y="304479"/>
                  </a:lnTo>
                  <a:lnTo>
                    <a:pt x="266807" y="301389"/>
                  </a:lnTo>
                  <a:lnTo>
                    <a:pt x="271009" y="298165"/>
                  </a:lnTo>
                  <a:lnTo>
                    <a:pt x="275106" y="294810"/>
                  </a:lnTo>
                  <a:lnTo>
                    <a:pt x="279096" y="291326"/>
                  </a:lnTo>
                  <a:lnTo>
                    <a:pt x="282973" y="287718"/>
                  </a:lnTo>
                  <a:lnTo>
                    <a:pt x="286733" y="283989"/>
                  </a:lnTo>
                  <a:lnTo>
                    <a:pt x="290374" y="280143"/>
                  </a:lnTo>
                  <a:lnTo>
                    <a:pt x="293891" y="276183"/>
                  </a:lnTo>
                  <a:lnTo>
                    <a:pt x="297281" y="272114"/>
                  </a:lnTo>
                  <a:lnTo>
                    <a:pt x="300540" y="267939"/>
                  </a:lnTo>
                  <a:lnTo>
                    <a:pt x="303665" y="263663"/>
                  </a:lnTo>
                  <a:lnTo>
                    <a:pt x="306654" y="259291"/>
                  </a:lnTo>
                  <a:lnTo>
                    <a:pt x="309502" y="254825"/>
                  </a:lnTo>
                  <a:lnTo>
                    <a:pt x="312207" y="250272"/>
                  </a:lnTo>
                  <a:lnTo>
                    <a:pt x="314767" y="245636"/>
                  </a:lnTo>
                  <a:lnTo>
                    <a:pt x="317179" y="240921"/>
                  </a:lnTo>
                  <a:lnTo>
                    <a:pt x="319440" y="236131"/>
                  </a:lnTo>
                  <a:lnTo>
                    <a:pt x="321548" y="231273"/>
                  </a:lnTo>
                  <a:lnTo>
                    <a:pt x="323501" y="226350"/>
                  </a:lnTo>
                  <a:lnTo>
                    <a:pt x="325298" y="221368"/>
                  </a:lnTo>
                  <a:lnTo>
                    <a:pt x="326935" y="216331"/>
                  </a:lnTo>
                  <a:lnTo>
                    <a:pt x="328413" y="211245"/>
                  </a:lnTo>
                  <a:lnTo>
                    <a:pt x="329728" y="206115"/>
                  </a:lnTo>
                  <a:lnTo>
                    <a:pt x="330880" y="200946"/>
                  </a:lnTo>
                  <a:lnTo>
                    <a:pt x="331868" y="195742"/>
                  </a:lnTo>
                  <a:lnTo>
                    <a:pt x="332691" y="190510"/>
                  </a:lnTo>
                  <a:lnTo>
                    <a:pt x="333347" y="185255"/>
                  </a:lnTo>
                  <a:lnTo>
                    <a:pt x="333837" y="179982"/>
                  </a:lnTo>
                  <a:lnTo>
                    <a:pt x="334159" y="174695"/>
                  </a:lnTo>
                  <a:lnTo>
                    <a:pt x="334314" y="169401"/>
                  </a:lnTo>
                  <a:lnTo>
                    <a:pt x="334300" y="164105"/>
                  </a:lnTo>
                  <a:lnTo>
                    <a:pt x="334120" y="158812"/>
                  </a:lnTo>
                  <a:lnTo>
                    <a:pt x="333771" y="153527"/>
                  </a:lnTo>
                  <a:lnTo>
                    <a:pt x="333255" y="148256"/>
                  </a:lnTo>
                  <a:lnTo>
                    <a:pt x="332573" y="143004"/>
                  </a:lnTo>
                  <a:lnTo>
                    <a:pt x="331725" y="137776"/>
                  </a:lnTo>
                  <a:lnTo>
                    <a:pt x="330711" y="132578"/>
                  </a:lnTo>
                  <a:lnTo>
                    <a:pt x="329533" y="127415"/>
                  </a:lnTo>
                  <a:lnTo>
                    <a:pt x="328192" y="122291"/>
                  </a:lnTo>
                  <a:lnTo>
                    <a:pt x="326690" y="117212"/>
                  </a:lnTo>
                  <a:lnTo>
                    <a:pt x="325027" y="112184"/>
                  </a:lnTo>
                  <a:lnTo>
                    <a:pt x="323206" y="107211"/>
                  </a:lnTo>
                  <a:lnTo>
                    <a:pt x="321229" y="102297"/>
                  </a:lnTo>
                  <a:lnTo>
                    <a:pt x="319097" y="97449"/>
                  </a:lnTo>
                  <a:lnTo>
                    <a:pt x="316812" y="92671"/>
                  </a:lnTo>
                  <a:lnTo>
                    <a:pt x="314377" y="87968"/>
                  </a:lnTo>
                  <a:lnTo>
                    <a:pt x="311794" y="83344"/>
                  </a:lnTo>
                  <a:lnTo>
                    <a:pt x="309066" y="78805"/>
                  </a:lnTo>
                  <a:lnTo>
                    <a:pt x="306196" y="74354"/>
                  </a:lnTo>
                  <a:lnTo>
                    <a:pt x="303186" y="69996"/>
                  </a:lnTo>
                  <a:lnTo>
                    <a:pt x="300040" y="65736"/>
                  </a:lnTo>
                  <a:lnTo>
                    <a:pt x="296760" y="61578"/>
                  </a:lnTo>
                  <a:lnTo>
                    <a:pt x="293350" y="57525"/>
                  </a:lnTo>
                  <a:lnTo>
                    <a:pt x="289813" y="53583"/>
                  </a:lnTo>
                  <a:lnTo>
                    <a:pt x="286154" y="49754"/>
                  </a:lnTo>
                  <a:lnTo>
                    <a:pt x="282374" y="46044"/>
                  </a:lnTo>
                  <a:lnTo>
                    <a:pt x="278480" y="42455"/>
                  </a:lnTo>
                  <a:lnTo>
                    <a:pt x="274473" y="38991"/>
                  </a:lnTo>
                  <a:lnTo>
                    <a:pt x="270359" y="35656"/>
                  </a:lnTo>
                  <a:lnTo>
                    <a:pt x="266141" y="32453"/>
                  </a:lnTo>
                  <a:lnTo>
                    <a:pt x="261824" y="29385"/>
                  </a:lnTo>
                  <a:lnTo>
                    <a:pt x="257412" y="26455"/>
                  </a:lnTo>
                  <a:lnTo>
                    <a:pt x="252909" y="23667"/>
                  </a:lnTo>
                  <a:lnTo>
                    <a:pt x="248320" y="21023"/>
                  </a:lnTo>
                  <a:lnTo>
                    <a:pt x="243650" y="18525"/>
                  </a:lnTo>
                  <a:lnTo>
                    <a:pt x="238903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49" y="10050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256080" y="465928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9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5" y="4125"/>
                  </a:lnTo>
                  <a:lnTo>
                    <a:pt x="125079" y="5381"/>
                  </a:lnTo>
                  <a:lnTo>
                    <a:pt x="119956" y="6801"/>
                  </a:lnTo>
                  <a:lnTo>
                    <a:pt x="114880" y="8383"/>
                  </a:lnTo>
                  <a:lnTo>
                    <a:pt x="109857" y="10125"/>
                  </a:lnTo>
                  <a:lnTo>
                    <a:pt x="104893" y="12027"/>
                  </a:lnTo>
                  <a:lnTo>
                    <a:pt x="99991" y="14085"/>
                  </a:lnTo>
                  <a:lnTo>
                    <a:pt x="95157" y="16298"/>
                  </a:lnTo>
                  <a:lnTo>
                    <a:pt x="90396" y="18664"/>
                  </a:lnTo>
                  <a:lnTo>
                    <a:pt x="85713" y="21180"/>
                  </a:lnTo>
                  <a:lnTo>
                    <a:pt x="81112" y="23843"/>
                  </a:lnTo>
                  <a:lnTo>
                    <a:pt x="76598" y="26652"/>
                  </a:lnTo>
                  <a:lnTo>
                    <a:pt x="72176" y="29602"/>
                  </a:lnTo>
                  <a:lnTo>
                    <a:pt x="67849" y="32692"/>
                  </a:lnTo>
                  <a:lnTo>
                    <a:pt x="63623" y="35918"/>
                  </a:lnTo>
                  <a:lnTo>
                    <a:pt x="59502" y="39276"/>
                  </a:lnTo>
                  <a:lnTo>
                    <a:pt x="55490" y="42764"/>
                  </a:lnTo>
                  <a:lnTo>
                    <a:pt x="51591" y="46378"/>
                  </a:lnTo>
                  <a:lnTo>
                    <a:pt x="47808" y="50114"/>
                  </a:lnTo>
                  <a:lnTo>
                    <a:pt x="44146" y="53968"/>
                  </a:lnTo>
                  <a:lnTo>
                    <a:pt x="40609" y="57937"/>
                  </a:lnTo>
                  <a:lnTo>
                    <a:pt x="37200" y="62016"/>
                  </a:lnTo>
                  <a:lnTo>
                    <a:pt x="33922" y="66201"/>
                  </a:lnTo>
                  <a:lnTo>
                    <a:pt x="30778" y="70489"/>
                  </a:lnTo>
                  <a:lnTo>
                    <a:pt x="27773" y="74874"/>
                  </a:lnTo>
                  <a:lnTo>
                    <a:pt x="24909" y="79353"/>
                  </a:lnTo>
                  <a:lnTo>
                    <a:pt x="22188" y="83921"/>
                  </a:lnTo>
                  <a:lnTo>
                    <a:pt x="19615" y="88572"/>
                  </a:lnTo>
                  <a:lnTo>
                    <a:pt x="17190" y="93304"/>
                  </a:lnTo>
                  <a:lnTo>
                    <a:pt x="14917" y="98110"/>
                  </a:lnTo>
                  <a:lnTo>
                    <a:pt x="12798" y="102986"/>
                  </a:lnTo>
                  <a:lnTo>
                    <a:pt x="10835" y="107926"/>
                  </a:lnTo>
                  <a:lnTo>
                    <a:pt x="9031" y="112927"/>
                  </a:lnTo>
                  <a:lnTo>
                    <a:pt x="7386" y="117982"/>
                  </a:lnTo>
                  <a:lnTo>
                    <a:pt x="5903" y="123088"/>
                  </a:lnTo>
                  <a:lnTo>
                    <a:pt x="4583" y="128238"/>
                  </a:lnTo>
                  <a:lnTo>
                    <a:pt x="3427" y="133427"/>
                  </a:lnTo>
                  <a:lnTo>
                    <a:pt x="2437" y="138650"/>
                  </a:lnTo>
                  <a:lnTo>
                    <a:pt x="1613" y="143902"/>
                  </a:lnTo>
                  <a:lnTo>
                    <a:pt x="957" y="149178"/>
                  </a:lnTo>
                  <a:lnTo>
                    <a:pt x="469" y="154472"/>
                  </a:lnTo>
                  <a:lnTo>
                    <a:pt x="150" y="159779"/>
                  </a:lnTo>
                  <a:lnTo>
                    <a:pt x="0" y="165093"/>
                  </a:lnTo>
                  <a:lnTo>
                    <a:pt x="18" y="170409"/>
                  </a:lnTo>
                  <a:lnTo>
                    <a:pt x="206" y="175722"/>
                  </a:lnTo>
                  <a:lnTo>
                    <a:pt x="562" y="181027"/>
                  </a:lnTo>
                  <a:lnTo>
                    <a:pt x="1087" y="186317"/>
                  </a:lnTo>
                  <a:lnTo>
                    <a:pt x="1780" y="191588"/>
                  </a:lnTo>
                  <a:lnTo>
                    <a:pt x="2640" y="196834"/>
                  </a:lnTo>
                  <a:lnTo>
                    <a:pt x="3667" y="202051"/>
                  </a:lnTo>
                  <a:lnTo>
                    <a:pt x="4859" y="207232"/>
                  </a:lnTo>
                  <a:lnTo>
                    <a:pt x="6215" y="212372"/>
                  </a:lnTo>
                  <a:lnTo>
                    <a:pt x="7734" y="217467"/>
                  </a:lnTo>
                  <a:lnTo>
                    <a:pt x="9414" y="222511"/>
                  </a:lnTo>
                  <a:lnTo>
                    <a:pt x="11253" y="227499"/>
                  </a:lnTo>
                  <a:lnTo>
                    <a:pt x="13251" y="232426"/>
                  </a:lnTo>
                  <a:lnTo>
                    <a:pt x="15404" y="237286"/>
                  </a:lnTo>
                  <a:lnTo>
                    <a:pt x="17710" y="242076"/>
                  </a:lnTo>
                  <a:lnTo>
                    <a:pt x="20168" y="246791"/>
                  </a:lnTo>
                  <a:lnTo>
                    <a:pt x="22774" y="251424"/>
                  </a:lnTo>
                  <a:lnTo>
                    <a:pt x="25526" y="255973"/>
                  </a:lnTo>
                  <a:lnTo>
                    <a:pt x="28422" y="260431"/>
                  </a:lnTo>
                  <a:lnTo>
                    <a:pt x="31457" y="264796"/>
                  </a:lnTo>
                  <a:lnTo>
                    <a:pt x="34631" y="269061"/>
                  </a:lnTo>
                  <a:lnTo>
                    <a:pt x="37938" y="273224"/>
                  </a:lnTo>
                  <a:lnTo>
                    <a:pt x="41375" y="277279"/>
                  </a:lnTo>
                  <a:lnTo>
                    <a:pt x="44940" y="281223"/>
                  </a:lnTo>
                  <a:lnTo>
                    <a:pt x="48629" y="285051"/>
                  </a:lnTo>
                  <a:lnTo>
                    <a:pt x="52438" y="288761"/>
                  </a:lnTo>
                  <a:lnTo>
                    <a:pt x="56362" y="292347"/>
                  </a:lnTo>
                  <a:lnTo>
                    <a:pt x="60399" y="295807"/>
                  </a:lnTo>
                  <a:lnTo>
                    <a:pt x="64543" y="299136"/>
                  </a:lnTo>
                  <a:lnTo>
                    <a:pt x="68791" y="302333"/>
                  </a:lnTo>
                  <a:lnTo>
                    <a:pt x="73139" y="305392"/>
                  </a:lnTo>
                  <a:lnTo>
                    <a:pt x="77582" y="308312"/>
                  </a:lnTo>
                  <a:lnTo>
                    <a:pt x="82116" y="311089"/>
                  </a:lnTo>
                  <a:lnTo>
                    <a:pt x="86735" y="313720"/>
                  </a:lnTo>
                  <a:lnTo>
                    <a:pt x="91436" y="316203"/>
                  </a:lnTo>
                  <a:lnTo>
                    <a:pt x="96213" y="318535"/>
                  </a:lnTo>
                  <a:lnTo>
                    <a:pt x="101063" y="320715"/>
                  </a:lnTo>
                  <a:lnTo>
                    <a:pt x="105979" y="322738"/>
                  </a:lnTo>
                  <a:lnTo>
                    <a:pt x="110956" y="324605"/>
                  </a:lnTo>
                  <a:lnTo>
                    <a:pt x="115991" y="326312"/>
                  </a:lnTo>
                  <a:lnTo>
                    <a:pt x="121078" y="327859"/>
                  </a:lnTo>
                  <a:lnTo>
                    <a:pt x="126211" y="329243"/>
                  </a:lnTo>
                  <a:lnTo>
                    <a:pt x="131385" y="330463"/>
                  </a:lnTo>
                  <a:lnTo>
                    <a:pt x="136596" y="331518"/>
                  </a:lnTo>
                  <a:lnTo>
                    <a:pt x="141837" y="332406"/>
                  </a:lnTo>
                  <a:lnTo>
                    <a:pt x="147104" y="333128"/>
                  </a:lnTo>
                  <a:lnTo>
                    <a:pt x="152392" y="333681"/>
                  </a:lnTo>
                  <a:lnTo>
                    <a:pt x="157694" y="334067"/>
                  </a:lnTo>
                  <a:lnTo>
                    <a:pt x="163006" y="334283"/>
                  </a:lnTo>
                  <a:lnTo>
                    <a:pt x="168322" y="334330"/>
                  </a:lnTo>
                  <a:lnTo>
                    <a:pt x="173637" y="334209"/>
                  </a:lnTo>
                  <a:lnTo>
                    <a:pt x="178946" y="333918"/>
                  </a:lnTo>
                  <a:lnTo>
                    <a:pt x="184242" y="333459"/>
                  </a:lnTo>
                  <a:lnTo>
                    <a:pt x="189521" y="332831"/>
                  </a:lnTo>
                  <a:lnTo>
                    <a:pt x="194778" y="332036"/>
                  </a:lnTo>
                  <a:lnTo>
                    <a:pt x="200007" y="331074"/>
                  </a:lnTo>
                  <a:lnTo>
                    <a:pt x="205202" y="329947"/>
                  </a:lnTo>
                  <a:lnTo>
                    <a:pt x="210359" y="328655"/>
                  </a:lnTo>
                  <a:lnTo>
                    <a:pt x="215472" y="327199"/>
                  </a:lnTo>
                  <a:lnTo>
                    <a:pt x="220536" y="325582"/>
                  </a:lnTo>
                  <a:lnTo>
                    <a:pt x="225547" y="323804"/>
                  </a:lnTo>
                  <a:lnTo>
                    <a:pt x="230498" y="321868"/>
                  </a:lnTo>
                  <a:lnTo>
                    <a:pt x="235385" y="319776"/>
                  </a:lnTo>
                  <a:lnTo>
                    <a:pt x="240204" y="317529"/>
                  </a:lnTo>
                  <a:lnTo>
                    <a:pt x="244948" y="315130"/>
                  </a:lnTo>
                  <a:lnTo>
                    <a:pt x="249614" y="312581"/>
                  </a:lnTo>
                  <a:lnTo>
                    <a:pt x="254196" y="309886"/>
                  </a:lnTo>
                  <a:lnTo>
                    <a:pt x="258690" y="307046"/>
                  </a:lnTo>
                  <a:lnTo>
                    <a:pt x="263092" y="304064"/>
                  </a:lnTo>
                  <a:lnTo>
                    <a:pt x="267396" y="300945"/>
                  </a:lnTo>
                  <a:lnTo>
                    <a:pt x="271600" y="297689"/>
                  </a:lnTo>
                  <a:lnTo>
                    <a:pt x="275697" y="294302"/>
                  </a:lnTo>
                  <a:lnTo>
                    <a:pt x="279685" y="290786"/>
                  </a:lnTo>
                  <a:lnTo>
                    <a:pt x="283559" y="287145"/>
                  </a:lnTo>
                  <a:lnTo>
                    <a:pt x="287315" y="283383"/>
                  </a:lnTo>
                  <a:lnTo>
                    <a:pt x="290950" y="279504"/>
                  </a:lnTo>
                  <a:lnTo>
                    <a:pt x="294460" y="275510"/>
                  </a:lnTo>
                  <a:lnTo>
                    <a:pt x="297840" y="271407"/>
                  </a:lnTo>
                  <a:lnTo>
                    <a:pt x="301089" y="267199"/>
                  </a:lnTo>
                  <a:lnTo>
                    <a:pt x="304202" y="262890"/>
                  </a:lnTo>
                  <a:lnTo>
                    <a:pt x="307177" y="258483"/>
                  </a:lnTo>
                  <a:lnTo>
                    <a:pt x="310009" y="253985"/>
                  </a:lnTo>
                  <a:lnTo>
                    <a:pt x="312698" y="249398"/>
                  </a:lnTo>
                  <a:lnTo>
                    <a:pt x="315239" y="244728"/>
                  </a:lnTo>
                  <a:lnTo>
                    <a:pt x="317631" y="239980"/>
                  </a:lnTo>
                  <a:lnTo>
                    <a:pt x="319870" y="235159"/>
                  </a:lnTo>
                  <a:lnTo>
                    <a:pt x="321955" y="230268"/>
                  </a:lnTo>
                  <a:lnTo>
                    <a:pt x="323883" y="225314"/>
                  </a:lnTo>
                  <a:lnTo>
                    <a:pt x="325653" y="220301"/>
                  </a:lnTo>
                  <a:lnTo>
                    <a:pt x="327262" y="215234"/>
                  </a:lnTo>
                  <a:lnTo>
                    <a:pt x="328709" y="210118"/>
                  </a:lnTo>
                  <a:lnTo>
                    <a:pt x="329994" y="204959"/>
                  </a:lnTo>
                  <a:lnTo>
                    <a:pt x="331113" y="199762"/>
                  </a:lnTo>
                  <a:lnTo>
                    <a:pt x="332067" y="194532"/>
                  </a:lnTo>
                  <a:lnTo>
                    <a:pt x="332853" y="189274"/>
                  </a:lnTo>
                  <a:lnTo>
                    <a:pt x="333472" y="183994"/>
                  </a:lnTo>
                  <a:lnTo>
                    <a:pt x="333923" y="178697"/>
                  </a:lnTo>
                  <a:lnTo>
                    <a:pt x="334206" y="173388"/>
                  </a:lnTo>
                  <a:lnTo>
                    <a:pt x="334319" y="168073"/>
                  </a:lnTo>
                  <a:lnTo>
                    <a:pt x="334263" y="16275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2039"/>
              <a:ext cx="167109" cy="4410"/>
            </a:xfrm>
            <a:custGeom>
              <a:avLst/>
              <a:pathLst>
                <a:path w="167109" h="4410">
                  <a:moveTo>
                    <a:pt x="167109" y="0"/>
                  </a:moveTo>
                  <a:lnTo>
                    <a:pt x="0" y="4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2039"/>
              <a:ext cx="167109" cy="4410"/>
            </a:xfrm>
            <a:custGeom>
              <a:avLst/>
              <a:pathLst>
                <a:path w="167109" h="4410">
                  <a:moveTo>
                    <a:pt x="167109" y="0"/>
                  </a:moveTo>
                  <a:lnTo>
                    <a:pt x="0" y="4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747145"/>
              <a:ext cx="167109" cy="79304"/>
            </a:xfrm>
            <a:custGeom>
              <a:avLst/>
              <a:pathLst>
                <a:path w="167109" h="79304">
                  <a:moveTo>
                    <a:pt x="167109" y="74893"/>
                  </a:moveTo>
                  <a:lnTo>
                    <a:pt x="166842" y="68883"/>
                  </a:lnTo>
                  <a:lnTo>
                    <a:pt x="166359" y="62886"/>
                  </a:lnTo>
                  <a:lnTo>
                    <a:pt x="165660" y="56910"/>
                  </a:lnTo>
                  <a:lnTo>
                    <a:pt x="164747" y="50964"/>
                  </a:lnTo>
                  <a:lnTo>
                    <a:pt x="163621" y="45054"/>
                  </a:lnTo>
                  <a:lnTo>
                    <a:pt x="162282" y="39188"/>
                  </a:lnTo>
                  <a:lnTo>
                    <a:pt x="160734" y="33374"/>
                  </a:lnTo>
                  <a:lnTo>
                    <a:pt x="158977" y="27620"/>
                  </a:lnTo>
                  <a:lnTo>
                    <a:pt x="157014" y="21933"/>
                  </a:lnTo>
                  <a:lnTo>
                    <a:pt x="154848" y="16320"/>
                  </a:lnTo>
                  <a:lnTo>
                    <a:pt x="152481" y="10789"/>
                  </a:lnTo>
                  <a:lnTo>
                    <a:pt x="149917" y="5346"/>
                  </a:lnTo>
                  <a:lnTo>
                    <a:pt x="147159" y="0"/>
                  </a:lnTo>
                  <a:lnTo>
                    <a:pt x="0" y="7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147159" cy="167167"/>
            </a:xfrm>
            <a:custGeom>
              <a:avLst/>
              <a:pathLst>
                <a:path w="147159" h="167167">
                  <a:moveTo>
                    <a:pt x="147159" y="87863"/>
                  </a:moveTo>
                  <a:lnTo>
                    <a:pt x="144494" y="83105"/>
                  </a:lnTo>
                  <a:lnTo>
                    <a:pt x="141675" y="78437"/>
                  </a:lnTo>
                  <a:lnTo>
                    <a:pt x="138706" y="73863"/>
                  </a:lnTo>
                  <a:lnTo>
                    <a:pt x="135589" y="69389"/>
                  </a:lnTo>
                  <a:lnTo>
                    <a:pt x="132328" y="65019"/>
                  </a:lnTo>
                  <a:lnTo>
                    <a:pt x="128925" y="60757"/>
                  </a:lnTo>
                  <a:lnTo>
                    <a:pt x="125386" y="56609"/>
                  </a:lnTo>
                  <a:lnTo>
                    <a:pt x="121714" y="52578"/>
                  </a:lnTo>
                  <a:lnTo>
                    <a:pt x="117911" y="48669"/>
                  </a:lnTo>
                  <a:lnTo>
                    <a:pt x="113984" y="44886"/>
                  </a:lnTo>
                  <a:lnTo>
                    <a:pt x="109935" y="41234"/>
                  </a:lnTo>
                  <a:lnTo>
                    <a:pt x="105769" y="37715"/>
                  </a:lnTo>
                  <a:lnTo>
                    <a:pt x="101490" y="34334"/>
                  </a:lnTo>
                  <a:lnTo>
                    <a:pt x="97104" y="31095"/>
                  </a:lnTo>
                  <a:lnTo>
                    <a:pt x="92614" y="28000"/>
                  </a:lnTo>
                  <a:lnTo>
                    <a:pt x="88026" y="25053"/>
                  </a:lnTo>
                  <a:lnTo>
                    <a:pt x="83344" y="22258"/>
                  </a:lnTo>
                  <a:lnTo>
                    <a:pt x="78573" y="19617"/>
                  </a:lnTo>
                  <a:lnTo>
                    <a:pt x="73719" y="17132"/>
                  </a:lnTo>
                  <a:lnTo>
                    <a:pt x="68786" y="14808"/>
                  </a:lnTo>
                  <a:lnTo>
                    <a:pt x="63780" y="12645"/>
                  </a:lnTo>
                  <a:lnTo>
                    <a:pt x="58706" y="10647"/>
                  </a:lnTo>
                  <a:lnTo>
                    <a:pt x="53570" y="8816"/>
                  </a:lnTo>
                  <a:lnTo>
                    <a:pt x="48377" y="7153"/>
                  </a:lnTo>
                  <a:lnTo>
                    <a:pt x="43132" y="5660"/>
                  </a:lnTo>
                  <a:lnTo>
                    <a:pt x="37842" y="4339"/>
                  </a:lnTo>
                  <a:lnTo>
                    <a:pt x="32511" y="3191"/>
                  </a:lnTo>
                  <a:lnTo>
                    <a:pt x="27145" y="2218"/>
                  </a:lnTo>
                  <a:lnTo>
                    <a:pt x="21751" y="1421"/>
                  </a:lnTo>
                  <a:lnTo>
                    <a:pt x="16333" y="799"/>
                  </a:lnTo>
                  <a:lnTo>
                    <a:pt x="10898" y="355"/>
                  </a:lnTo>
                  <a:lnTo>
                    <a:pt x="545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61304" y="4213821"/>
              <a:ext cx="167167" cy="267272"/>
            </a:xfrm>
            <a:custGeom>
              <a:avLst/>
              <a:pathLst>
                <a:path w="167167" h="267272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9" y="3085"/>
                  </a:lnTo>
                  <a:lnTo>
                    <a:pt x="129954" y="4194"/>
                  </a:lnTo>
                  <a:lnTo>
                    <a:pt x="124747" y="5471"/>
                  </a:lnTo>
                  <a:lnTo>
                    <a:pt x="119584" y="6914"/>
                  </a:lnTo>
                  <a:lnTo>
                    <a:pt x="114470" y="8523"/>
                  </a:lnTo>
                  <a:lnTo>
                    <a:pt x="109411" y="10294"/>
                  </a:lnTo>
                  <a:lnTo>
                    <a:pt x="104410" y="12226"/>
                  </a:lnTo>
                  <a:lnTo>
                    <a:pt x="99474" y="14318"/>
                  </a:lnTo>
                  <a:lnTo>
                    <a:pt x="94608" y="16567"/>
                  </a:lnTo>
                  <a:lnTo>
                    <a:pt x="89817" y="18971"/>
                  </a:lnTo>
                  <a:lnTo>
                    <a:pt x="85105" y="21528"/>
                  </a:lnTo>
                  <a:lnTo>
                    <a:pt x="80477" y="24234"/>
                  </a:lnTo>
                  <a:lnTo>
                    <a:pt x="75938" y="27087"/>
                  </a:lnTo>
                  <a:lnTo>
                    <a:pt x="71494" y="30084"/>
                  </a:lnTo>
                  <a:lnTo>
                    <a:pt x="67147" y="33223"/>
                  </a:lnTo>
                  <a:lnTo>
                    <a:pt x="62904" y="36499"/>
                  </a:lnTo>
                  <a:lnTo>
                    <a:pt x="58768" y="39909"/>
                  </a:lnTo>
                  <a:lnTo>
                    <a:pt x="54743" y="43450"/>
                  </a:lnTo>
                  <a:lnTo>
                    <a:pt x="50834" y="47119"/>
                  </a:lnTo>
                  <a:lnTo>
                    <a:pt x="47044" y="50911"/>
                  </a:lnTo>
                  <a:lnTo>
                    <a:pt x="43379" y="54822"/>
                  </a:lnTo>
                  <a:lnTo>
                    <a:pt x="39840" y="58849"/>
                  </a:lnTo>
                  <a:lnTo>
                    <a:pt x="36432" y="62987"/>
                  </a:lnTo>
                  <a:lnTo>
                    <a:pt x="33159" y="67233"/>
                  </a:lnTo>
                  <a:lnTo>
                    <a:pt x="30024" y="71581"/>
                  </a:lnTo>
                  <a:lnTo>
                    <a:pt x="27029" y="76028"/>
                  </a:lnTo>
                  <a:lnTo>
                    <a:pt x="24179" y="80568"/>
                  </a:lnTo>
                  <a:lnTo>
                    <a:pt x="21476" y="85197"/>
                  </a:lnTo>
                  <a:lnTo>
                    <a:pt x="18922" y="89911"/>
                  </a:lnTo>
                  <a:lnTo>
                    <a:pt x="16521" y="94704"/>
                  </a:lnTo>
                  <a:lnTo>
                    <a:pt x="14275" y="99572"/>
                  </a:lnTo>
                  <a:lnTo>
                    <a:pt x="12186" y="104509"/>
                  </a:lnTo>
                  <a:lnTo>
                    <a:pt x="10257" y="109511"/>
                  </a:lnTo>
                  <a:lnTo>
                    <a:pt x="8489" y="114572"/>
                  </a:lnTo>
                  <a:lnTo>
                    <a:pt x="6884" y="119687"/>
                  </a:lnTo>
                  <a:lnTo>
                    <a:pt x="5444" y="124850"/>
                  </a:lnTo>
                  <a:lnTo>
                    <a:pt x="4170" y="130058"/>
                  </a:lnTo>
                  <a:lnTo>
                    <a:pt x="3064" y="135303"/>
                  </a:lnTo>
                  <a:lnTo>
                    <a:pt x="2127" y="140581"/>
                  </a:lnTo>
                  <a:lnTo>
                    <a:pt x="1359" y="145887"/>
                  </a:lnTo>
                  <a:lnTo>
                    <a:pt x="762" y="151215"/>
                  </a:lnTo>
                  <a:lnTo>
                    <a:pt x="336" y="156558"/>
                  </a:lnTo>
                  <a:lnTo>
                    <a:pt x="82" y="161913"/>
                  </a:lnTo>
                  <a:lnTo>
                    <a:pt x="0" y="167273"/>
                  </a:lnTo>
                  <a:lnTo>
                    <a:pt x="89" y="172634"/>
                  </a:lnTo>
                  <a:lnTo>
                    <a:pt x="350" y="177988"/>
                  </a:lnTo>
                  <a:lnTo>
                    <a:pt x="783" y="183331"/>
                  </a:lnTo>
                  <a:lnTo>
                    <a:pt x="1387" y="188658"/>
                  </a:lnTo>
                  <a:lnTo>
                    <a:pt x="2161" y="193963"/>
                  </a:lnTo>
                  <a:lnTo>
                    <a:pt x="3105" y="199240"/>
                  </a:lnTo>
                  <a:lnTo>
                    <a:pt x="4218" y="204484"/>
                  </a:lnTo>
                  <a:lnTo>
                    <a:pt x="5498" y="209690"/>
                  </a:lnTo>
                  <a:lnTo>
                    <a:pt x="6945" y="214852"/>
                  </a:lnTo>
                  <a:lnTo>
                    <a:pt x="8556" y="219965"/>
                  </a:lnTo>
                  <a:lnTo>
                    <a:pt x="10331" y="225023"/>
                  </a:lnTo>
                  <a:lnTo>
                    <a:pt x="12266" y="230022"/>
                  </a:lnTo>
                  <a:lnTo>
                    <a:pt x="14362" y="234957"/>
                  </a:lnTo>
                  <a:lnTo>
                    <a:pt x="16614" y="239822"/>
                  </a:lnTo>
                  <a:lnTo>
                    <a:pt x="19021" y="244612"/>
                  </a:lnTo>
                  <a:lnTo>
                    <a:pt x="21580" y="249322"/>
                  </a:lnTo>
                  <a:lnTo>
                    <a:pt x="24289" y="253948"/>
                  </a:lnTo>
                  <a:lnTo>
                    <a:pt x="27145" y="258485"/>
                  </a:lnTo>
                  <a:lnTo>
                    <a:pt x="30145" y="262927"/>
                  </a:lnTo>
                  <a:lnTo>
                    <a:pt x="33286" y="2672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94591" y="4380988"/>
              <a:ext cx="133880" cy="100104"/>
            </a:xfrm>
            <a:custGeom>
              <a:avLst/>
              <a:pathLst>
                <a:path w="133880" h="100104">
                  <a:moveTo>
                    <a:pt x="0" y="100104"/>
                  </a:moveTo>
                  <a:lnTo>
                    <a:pt x="1338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94591" y="4380988"/>
              <a:ext cx="133880" cy="127467"/>
            </a:xfrm>
            <a:custGeom>
              <a:avLst/>
              <a:pathLst>
                <a:path w="133880" h="127467">
                  <a:moveTo>
                    <a:pt x="0" y="100104"/>
                  </a:moveTo>
                  <a:lnTo>
                    <a:pt x="3849" y="105057"/>
                  </a:lnTo>
                  <a:lnTo>
                    <a:pt x="7882" y="109861"/>
                  </a:lnTo>
                  <a:lnTo>
                    <a:pt x="12093" y="114511"/>
                  </a:lnTo>
                  <a:lnTo>
                    <a:pt x="16474" y="118999"/>
                  </a:lnTo>
                  <a:lnTo>
                    <a:pt x="21022" y="123320"/>
                  </a:lnTo>
                  <a:lnTo>
                    <a:pt x="25728" y="127467"/>
                  </a:lnTo>
                  <a:lnTo>
                    <a:pt x="13388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20319" y="4213821"/>
              <a:ext cx="275304" cy="334333"/>
            </a:xfrm>
            <a:custGeom>
              <a:avLst/>
              <a:pathLst>
                <a:path w="275304" h="334333">
                  <a:moveTo>
                    <a:pt x="0" y="294635"/>
                  </a:moveTo>
                  <a:lnTo>
                    <a:pt x="4104" y="298007"/>
                  </a:lnTo>
                  <a:lnTo>
                    <a:pt x="8314" y="301247"/>
                  </a:lnTo>
                  <a:lnTo>
                    <a:pt x="12624" y="304351"/>
                  </a:lnTo>
                  <a:lnTo>
                    <a:pt x="17031" y="307317"/>
                  </a:lnTo>
                  <a:lnTo>
                    <a:pt x="21530" y="310141"/>
                  </a:lnTo>
                  <a:lnTo>
                    <a:pt x="26117" y="312821"/>
                  </a:lnTo>
                  <a:lnTo>
                    <a:pt x="30786" y="315354"/>
                  </a:lnTo>
                  <a:lnTo>
                    <a:pt x="35534" y="317738"/>
                  </a:lnTo>
                  <a:lnTo>
                    <a:pt x="40354" y="319969"/>
                  </a:lnTo>
                  <a:lnTo>
                    <a:pt x="45244" y="322046"/>
                  </a:lnTo>
                  <a:lnTo>
                    <a:pt x="50196" y="323967"/>
                  </a:lnTo>
                  <a:lnTo>
                    <a:pt x="55208" y="325729"/>
                  </a:lnTo>
                  <a:lnTo>
                    <a:pt x="60272" y="327331"/>
                  </a:lnTo>
                  <a:lnTo>
                    <a:pt x="65386" y="328771"/>
                  </a:lnTo>
                  <a:lnTo>
                    <a:pt x="70542" y="330049"/>
                  </a:lnTo>
                  <a:lnTo>
                    <a:pt x="75736" y="331161"/>
                  </a:lnTo>
                  <a:lnTo>
                    <a:pt x="80963" y="332109"/>
                  </a:lnTo>
                  <a:lnTo>
                    <a:pt x="86217" y="332889"/>
                  </a:lnTo>
                  <a:lnTo>
                    <a:pt x="91494" y="333502"/>
                  </a:lnTo>
                  <a:lnTo>
                    <a:pt x="96787" y="333948"/>
                  </a:lnTo>
                  <a:lnTo>
                    <a:pt x="102092" y="334225"/>
                  </a:lnTo>
                  <a:lnTo>
                    <a:pt x="107403" y="334333"/>
                  </a:lnTo>
                  <a:lnTo>
                    <a:pt x="112715" y="334272"/>
                  </a:lnTo>
                  <a:lnTo>
                    <a:pt x="118022" y="334043"/>
                  </a:lnTo>
                  <a:lnTo>
                    <a:pt x="123319" y="333645"/>
                  </a:lnTo>
                  <a:lnTo>
                    <a:pt x="128601" y="333079"/>
                  </a:lnTo>
                  <a:lnTo>
                    <a:pt x="133863" y="332345"/>
                  </a:lnTo>
                  <a:lnTo>
                    <a:pt x="139098" y="331445"/>
                  </a:lnTo>
                  <a:lnTo>
                    <a:pt x="144302" y="330379"/>
                  </a:lnTo>
                  <a:lnTo>
                    <a:pt x="149469" y="329148"/>
                  </a:lnTo>
                  <a:lnTo>
                    <a:pt x="154595" y="327753"/>
                  </a:lnTo>
                  <a:lnTo>
                    <a:pt x="159674" y="326197"/>
                  </a:lnTo>
                  <a:lnTo>
                    <a:pt x="164701" y="324479"/>
                  </a:lnTo>
                  <a:lnTo>
                    <a:pt x="169671" y="322603"/>
                  </a:lnTo>
                  <a:lnTo>
                    <a:pt x="174578" y="320570"/>
                  </a:lnTo>
                  <a:lnTo>
                    <a:pt x="179419" y="318382"/>
                  </a:lnTo>
                  <a:lnTo>
                    <a:pt x="184187" y="316041"/>
                  </a:lnTo>
                  <a:lnTo>
                    <a:pt x="188879" y="313550"/>
                  </a:lnTo>
                  <a:lnTo>
                    <a:pt x="193489" y="310911"/>
                  </a:lnTo>
                  <a:lnTo>
                    <a:pt x="198014" y="308127"/>
                  </a:lnTo>
                  <a:lnTo>
                    <a:pt x="202447" y="305201"/>
                  </a:lnTo>
                  <a:lnTo>
                    <a:pt x="206785" y="302135"/>
                  </a:lnTo>
                  <a:lnTo>
                    <a:pt x="211024" y="298933"/>
                  </a:lnTo>
                  <a:lnTo>
                    <a:pt x="215158" y="295598"/>
                  </a:lnTo>
                  <a:lnTo>
                    <a:pt x="219185" y="292133"/>
                  </a:lnTo>
                  <a:lnTo>
                    <a:pt x="223100" y="288542"/>
                  </a:lnTo>
                  <a:lnTo>
                    <a:pt x="226898" y="284829"/>
                  </a:lnTo>
                  <a:lnTo>
                    <a:pt x="230577" y="280996"/>
                  </a:lnTo>
                  <a:lnTo>
                    <a:pt x="234131" y="277049"/>
                  </a:lnTo>
                  <a:lnTo>
                    <a:pt x="237559" y="272991"/>
                  </a:lnTo>
                  <a:lnTo>
                    <a:pt x="240856" y="268826"/>
                  </a:lnTo>
                  <a:lnTo>
                    <a:pt x="244019" y="264558"/>
                  </a:lnTo>
                  <a:lnTo>
                    <a:pt x="247045" y="260192"/>
                  </a:lnTo>
                  <a:lnTo>
                    <a:pt x="249931" y="255732"/>
                  </a:lnTo>
                  <a:lnTo>
                    <a:pt x="252673" y="251182"/>
                  </a:lnTo>
                  <a:lnTo>
                    <a:pt x="255269" y="246548"/>
                  </a:lnTo>
                  <a:lnTo>
                    <a:pt x="257717" y="241834"/>
                  </a:lnTo>
                  <a:lnTo>
                    <a:pt x="260014" y="237044"/>
                  </a:lnTo>
                  <a:lnTo>
                    <a:pt x="262158" y="232183"/>
                  </a:lnTo>
                  <a:lnTo>
                    <a:pt x="264146" y="227257"/>
                  </a:lnTo>
                  <a:lnTo>
                    <a:pt x="265976" y="222271"/>
                  </a:lnTo>
                  <a:lnTo>
                    <a:pt x="267647" y="217228"/>
                  </a:lnTo>
                  <a:lnTo>
                    <a:pt x="269157" y="212135"/>
                  </a:lnTo>
                  <a:lnTo>
                    <a:pt x="270505" y="206997"/>
                  </a:lnTo>
                  <a:lnTo>
                    <a:pt x="271689" y="201818"/>
                  </a:lnTo>
                  <a:lnTo>
                    <a:pt x="272707" y="196605"/>
                  </a:lnTo>
                  <a:lnTo>
                    <a:pt x="273559" y="191361"/>
                  </a:lnTo>
                  <a:lnTo>
                    <a:pt x="274244" y="186094"/>
                  </a:lnTo>
                  <a:lnTo>
                    <a:pt x="274762" y="180807"/>
                  </a:lnTo>
                  <a:lnTo>
                    <a:pt x="275111" y="175506"/>
                  </a:lnTo>
                  <a:lnTo>
                    <a:pt x="275292" y="170197"/>
                  </a:lnTo>
                  <a:lnTo>
                    <a:pt x="275304" y="164885"/>
                  </a:lnTo>
                  <a:lnTo>
                    <a:pt x="275147" y="159575"/>
                  </a:lnTo>
                  <a:lnTo>
                    <a:pt x="274821" y="154273"/>
                  </a:lnTo>
                  <a:lnTo>
                    <a:pt x="274327" y="148984"/>
                  </a:lnTo>
                  <a:lnTo>
                    <a:pt x="273666" y="143713"/>
                  </a:lnTo>
                  <a:lnTo>
                    <a:pt x="272837" y="138466"/>
                  </a:lnTo>
                  <a:lnTo>
                    <a:pt x="271842" y="133248"/>
                  </a:lnTo>
                  <a:lnTo>
                    <a:pt x="270682" y="128064"/>
                  </a:lnTo>
                  <a:lnTo>
                    <a:pt x="269357" y="122920"/>
                  </a:lnTo>
                  <a:lnTo>
                    <a:pt x="267870" y="117820"/>
                  </a:lnTo>
                  <a:lnTo>
                    <a:pt x="266221" y="112771"/>
                  </a:lnTo>
                  <a:lnTo>
                    <a:pt x="264413" y="107776"/>
                  </a:lnTo>
                  <a:lnTo>
                    <a:pt x="262447" y="102841"/>
                  </a:lnTo>
                  <a:lnTo>
                    <a:pt x="260326" y="97971"/>
                  </a:lnTo>
                  <a:lnTo>
                    <a:pt x="258050" y="93171"/>
                  </a:lnTo>
                  <a:lnTo>
                    <a:pt x="255623" y="88445"/>
                  </a:lnTo>
                  <a:lnTo>
                    <a:pt x="253048" y="83799"/>
                  </a:lnTo>
                  <a:lnTo>
                    <a:pt x="250326" y="79238"/>
                  </a:lnTo>
                  <a:lnTo>
                    <a:pt x="247460" y="74765"/>
                  </a:lnTo>
                  <a:lnTo>
                    <a:pt x="244454" y="70385"/>
                  </a:lnTo>
                  <a:lnTo>
                    <a:pt x="241310" y="66103"/>
                  </a:lnTo>
                  <a:lnTo>
                    <a:pt x="238032" y="61923"/>
                  </a:lnTo>
                  <a:lnTo>
                    <a:pt x="234622" y="57850"/>
                  </a:lnTo>
                  <a:lnTo>
                    <a:pt x="231085" y="53887"/>
                  </a:lnTo>
                  <a:lnTo>
                    <a:pt x="227424" y="50038"/>
                  </a:lnTo>
                  <a:lnTo>
                    <a:pt x="223642" y="46307"/>
                  </a:lnTo>
                  <a:lnTo>
                    <a:pt x="219743" y="42699"/>
                  </a:lnTo>
                  <a:lnTo>
                    <a:pt x="215732" y="39216"/>
                  </a:lnTo>
                  <a:lnTo>
                    <a:pt x="211613" y="35863"/>
                  </a:lnTo>
                  <a:lnTo>
                    <a:pt x="207388" y="32642"/>
                  </a:lnTo>
                  <a:lnTo>
                    <a:pt x="203064" y="29557"/>
                  </a:lnTo>
                  <a:lnTo>
                    <a:pt x="198644" y="26610"/>
                  </a:lnTo>
                  <a:lnTo>
                    <a:pt x="194132" y="23806"/>
                  </a:lnTo>
                  <a:lnTo>
                    <a:pt x="189534" y="21147"/>
                  </a:lnTo>
                  <a:lnTo>
                    <a:pt x="184853" y="18635"/>
                  </a:lnTo>
                  <a:lnTo>
                    <a:pt x="180095" y="16273"/>
                  </a:lnTo>
                  <a:lnTo>
                    <a:pt x="175264" y="14063"/>
                  </a:lnTo>
                  <a:lnTo>
                    <a:pt x="170366" y="12008"/>
                  </a:lnTo>
                  <a:lnTo>
                    <a:pt x="165405" y="10109"/>
                  </a:lnTo>
                  <a:lnTo>
                    <a:pt x="160385" y="8370"/>
                  </a:lnTo>
                  <a:lnTo>
                    <a:pt x="155314" y="6790"/>
                  </a:lnTo>
                  <a:lnTo>
                    <a:pt x="150194" y="5373"/>
                  </a:lnTo>
                  <a:lnTo>
                    <a:pt x="145032" y="4119"/>
                  </a:lnTo>
                  <a:lnTo>
                    <a:pt x="139833" y="3029"/>
                  </a:lnTo>
                  <a:lnTo>
                    <a:pt x="134602" y="2105"/>
                  </a:lnTo>
                  <a:lnTo>
                    <a:pt x="129344" y="1348"/>
                  </a:lnTo>
                  <a:lnTo>
                    <a:pt x="124065" y="759"/>
                  </a:lnTo>
                  <a:lnTo>
                    <a:pt x="118769" y="337"/>
                  </a:lnTo>
                  <a:lnTo>
                    <a:pt x="113463" y="84"/>
                  </a:lnTo>
                  <a:lnTo>
                    <a:pt x="108152" y="0"/>
                  </a:lnTo>
                  <a:lnTo>
                    <a:pt x="108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51847" y="3707720"/>
              <a:ext cx="222553" cy="334319"/>
            </a:xfrm>
            <a:custGeom>
              <a:avLst/>
              <a:pathLst>
                <a:path w="222553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8" y="340"/>
                  </a:lnTo>
                  <a:lnTo>
                    <a:pt x="151179" y="765"/>
                  </a:lnTo>
                  <a:lnTo>
                    <a:pt x="145877" y="1360"/>
                  </a:lnTo>
                  <a:lnTo>
                    <a:pt x="140596" y="2124"/>
                  </a:lnTo>
                  <a:lnTo>
                    <a:pt x="135342" y="3056"/>
                  </a:lnTo>
                  <a:lnTo>
                    <a:pt x="130121" y="4155"/>
                  </a:lnTo>
                  <a:lnTo>
                    <a:pt x="124937" y="5420"/>
                  </a:lnTo>
                  <a:lnTo>
                    <a:pt x="119797" y="6851"/>
                  </a:lnTo>
                  <a:lnTo>
                    <a:pt x="114704" y="8444"/>
                  </a:lnTo>
                  <a:lnTo>
                    <a:pt x="109665" y="10199"/>
                  </a:lnTo>
                  <a:lnTo>
                    <a:pt x="104685" y="12114"/>
                  </a:lnTo>
                  <a:lnTo>
                    <a:pt x="99768" y="14187"/>
                  </a:lnTo>
                  <a:lnTo>
                    <a:pt x="94920" y="16416"/>
                  </a:lnTo>
                  <a:lnTo>
                    <a:pt x="90146" y="18798"/>
                  </a:lnTo>
                  <a:lnTo>
                    <a:pt x="85450" y="21332"/>
                  </a:lnTo>
                  <a:lnTo>
                    <a:pt x="80837" y="24014"/>
                  </a:lnTo>
                  <a:lnTo>
                    <a:pt x="76312" y="26842"/>
                  </a:lnTo>
                  <a:lnTo>
                    <a:pt x="71880" y="29813"/>
                  </a:lnTo>
                  <a:lnTo>
                    <a:pt x="67545" y="32924"/>
                  </a:lnTo>
                  <a:lnTo>
                    <a:pt x="63312" y="36172"/>
                  </a:lnTo>
                  <a:lnTo>
                    <a:pt x="59184" y="39553"/>
                  </a:lnTo>
                  <a:lnTo>
                    <a:pt x="55166" y="43064"/>
                  </a:lnTo>
                  <a:lnTo>
                    <a:pt x="51262" y="46701"/>
                  </a:lnTo>
                  <a:lnTo>
                    <a:pt x="47477" y="50462"/>
                  </a:lnTo>
                  <a:lnTo>
                    <a:pt x="43813" y="54341"/>
                  </a:lnTo>
                  <a:lnTo>
                    <a:pt x="40275" y="58335"/>
                  </a:lnTo>
                  <a:lnTo>
                    <a:pt x="36866" y="62440"/>
                  </a:lnTo>
                  <a:lnTo>
                    <a:pt x="33590" y="66652"/>
                  </a:lnTo>
                  <a:lnTo>
                    <a:pt x="30450" y="70966"/>
                  </a:lnTo>
                  <a:lnTo>
                    <a:pt x="27450" y="75378"/>
                  </a:lnTo>
                  <a:lnTo>
                    <a:pt x="24592" y="79884"/>
                  </a:lnTo>
                  <a:lnTo>
                    <a:pt x="21879" y="84479"/>
                  </a:lnTo>
                  <a:lnTo>
                    <a:pt x="19314" y="89158"/>
                  </a:lnTo>
                  <a:lnTo>
                    <a:pt x="16899" y="93916"/>
                  </a:lnTo>
                  <a:lnTo>
                    <a:pt x="14638" y="98749"/>
                  </a:lnTo>
                  <a:lnTo>
                    <a:pt x="12532" y="103652"/>
                  </a:lnTo>
                  <a:lnTo>
                    <a:pt x="10584" y="108619"/>
                  </a:lnTo>
                  <a:lnTo>
                    <a:pt x="8795" y="113646"/>
                  </a:lnTo>
                  <a:lnTo>
                    <a:pt x="7168" y="118728"/>
                  </a:lnTo>
                  <a:lnTo>
                    <a:pt x="5703" y="123859"/>
                  </a:lnTo>
                  <a:lnTo>
                    <a:pt x="4403" y="129034"/>
                  </a:lnTo>
                  <a:lnTo>
                    <a:pt x="3269" y="134248"/>
                  </a:lnTo>
                  <a:lnTo>
                    <a:pt x="2302" y="139495"/>
                  </a:lnTo>
                  <a:lnTo>
                    <a:pt x="1503" y="144771"/>
                  </a:lnTo>
                  <a:lnTo>
                    <a:pt x="872" y="150069"/>
                  </a:lnTo>
                  <a:lnTo>
                    <a:pt x="411" y="155385"/>
                  </a:lnTo>
                  <a:lnTo>
                    <a:pt x="120" y="160713"/>
                  </a:lnTo>
                  <a:lnTo>
                    <a:pt x="0" y="166047"/>
                  </a:lnTo>
                  <a:lnTo>
                    <a:pt x="49" y="171383"/>
                  </a:lnTo>
                  <a:lnTo>
                    <a:pt x="269" y="176714"/>
                  </a:lnTo>
                  <a:lnTo>
                    <a:pt x="658" y="182036"/>
                  </a:lnTo>
                  <a:lnTo>
                    <a:pt x="1218" y="187342"/>
                  </a:lnTo>
                  <a:lnTo>
                    <a:pt x="1946" y="192628"/>
                  </a:lnTo>
                  <a:lnTo>
                    <a:pt x="2843" y="197888"/>
                  </a:lnTo>
                  <a:lnTo>
                    <a:pt x="3907" y="203117"/>
                  </a:lnTo>
                  <a:lnTo>
                    <a:pt x="5138" y="208309"/>
                  </a:lnTo>
                  <a:lnTo>
                    <a:pt x="6533" y="213459"/>
                  </a:lnTo>
                  <a:lnTo>
                    <a:pt x="8092" y="218562"/>
                  </a:lnTo>
                  <a:lnTo>
                    <a:pt x="9814" y="223612"/>
                  </a:lnTo>
                  <a:lnTo>
                    <a:pt x="11695" y="228605"/>
                  </a:lnTo>
                  <a:lnTo>
                    <a:pt x="13735" y="233536"/>
                  </a:lnTo>
                  <a:lnTo>
                    <a:pt x="15932" y="238399"/>
                  </a:lnTo>
                  <a:lnTo>
                    <a:pt x="18282" y="243189"/>
                  </a:lnTo>
                  <a:lnTo>
                    <a:pt x="20784" y="247902"/>
                  </a:lnTo>
                  <a:lnTo>
                    <a:pt x="23435" y="252532"/>
                  </a:lnTo>
                  <a:lnTo>
                    <a:pt x="26233" y="257076"/>
                  </a:lnTo>
                  <a:lnTo>
                    <a:pt x="29174" y="261528"/>
                  </a:lnTo>
                  <a:lnTo>
                    <a:pt x="32256" y="265884"/>
                  </a:lnTo>
                  <a:lnTo>
                    <a:pt x="35475" y="270139"/>
                  </a:lnTo>
                  <a:lnTo>
                    <a:pt x="38829" y="274289"/>
                  </a:lnTo>
                  <a:lnTo>
                    <a:pt x="42313" y="278331"/>
                  </a:lnTo>
                  <a:lnTo>
                    <a:pt x="45924" y="282259"/>
                  </a:lnTo>
                  <a:lnTo>
                    <a:pt x="49659" y="286069"/>
                  </a:lnTo>
                  <a:lnTo>
                    <a:pt x="53514" y="289759"/>
                  </a:lnTo>
                  <a:lnTo>
                    <a:pt x="57484" y="293323"/>
                  </a:lnTo>
                  <a:lnTo>
                    <a:pt x="61566" y="296760"/>
                  </a:lnTo>
                  <a:lnTo>
                    <a:pt x="65756" y="300064"/>
                  </a:lnTo>
                  <a:lnTo>
                    <a:pt x="70049" y="303232"/>
                  </a:lnTo>
                  <a:lnTo>
                    <a:pt x="74441" y="306262"/>
                  </a:lnTo>
                  <a:lnTo>
                    <a:pt x="78928" y="309151"/>
                  </a:lnTo>
                  <a:lnTo>
                    <a:pt x="83504" y="311895"/>
                  </a:lnTo>
                  <a:lnTo>
                    <a:pt x="88166" y="314491"/>
                  </a:lnTo>
                  <a:lnTo>
                    <a:pt x="92908" y="316937"/>
                  </a:lnTo>
                  <a:lnTo>
                    <a:pt x="97725" y="319231"/>
                  </a:lnTo>
                  <a:lnTo>
                    <a:pt x="102614" y="321369"/>
                  </a:lnTo>
                  <a:lnTo>
                    <a:pt x="107568" y="323351"/>
                  </a:lnTo>
                  <a:lnTo>
                    <a:pt x="112583" y="325173"/>
                  </a:lnTo>
                  <a:lnTo>
                    <a:pt x="117654" y="326835"/>
                  </a:lnTo>
                  <a:lnTo>
                    <a:pt x="122775" y="328333"/>
                  </a:lnTo>
                  <a:lnTo>
                    <a:pt x="127941" y="329668"/>
                  </a:lnTo>
                  <a:lnTo>
                    <a:pt x="133147" y="330837"/>
                  </a:lnTo>
                  <a:lnTo>
                    <a:pt x="138388" y="331839"/>
                  </a:lnTo>
                  <a:lnTo>
                    <a:pt x="143658" y="332674"/>
                  </a:lnTo>
                  <a:lnTo>
                    <a:pt x="148952" y="333339"/>
                  </a:lnTo>
                  <a:lnTo>
                    <a:pt x="154265" y="333836"/>
                  </a:lnTo>
                  <a:lnTo>
                    <a:pt x="159591" y="334163"/>
                  </a:lnTo>
                  <a:lnTo>
                    <a:pt x="164924" y="334319"/>
                  </a:lnTo>
                  <a:lnTo>
                    <a:pt x="170260" y="334306"/>
                  </a:lnTo>
                  <a:lnTo>
                    <a:pt x="175593" y="334122"/>
                  </a:lnTo>
                  <a:lnTo>
                    <a:pt x="180917" y="333768"/>
                  </a:lnTo>
                  <a:lnTo>
                    <a:pt x="186227" y="333244"/>
                  </a:lnTo>
                  <a:lnTo>
                    <a:pt x="191517" y="332551"/>
                  </a:lnTo>
                  <a:lnTo>
                    <a:pt x="196783" y="331689"/>
                  </a:lnTo>
                  <a:lnTo>
                    <a:pt x="202019" y="330660"/>
                  </a:lnTo>
                  <a:lnTo>
                    <a:pt x="207219" y="329464"/>
                  </a:lnTo>
                  <a:lnTo>
                    <a:pt x="212378" y="328103"/>
                  </a:lnTo>
                  <a:lnTo>
                    <a:pt x="217492" y="326578"/>
                  </a:lnTo>
                  <a:lnTo>
                    <a:pt x="222553" y="32489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1"/>
              <a:ext cx="167162" cy="324890"/>
            </a:xfrm>
            <a:custGeom>
              <a:avLst/>
              <a:pathLst>
                <a:path w="167162" h="324890">
                  <a:moveTo>
                    <a:pt x="55390" y="324890"/>
                  </a:moveTo>
                  <a:lnTo>
                    <a:pt x="60380" y="323048"/>
                  </a:lnTo>
                  <a:lnTo>
                    <a:pt x="65309" y="321048"/>
                  </a:lnTo>
                  <a:lnTo>
                    <a:pt x="70172" y="318892"/>
                  </a:lnTo>
                  <a:lnTo>
                    <a:pt x="74964" y="316582"/>
                  </a:lnTo>
                  <a:lnTo>
                    <a:pt x="79680" y="314122"/>
                  </a:lnTo>
                  <a:lnTo>
                    <a:pt x="84315" y="311512"/>
                  </a:lnTo>
                  <a:lnTo>
                    <a:pt x="88865" y="308756"/>
                  </a:lnTo>
                  <a:lnTo>
                    <a:pt x="93325" y="305857"/>
                  </a:lnTo>
                  <a:lnTo>
                    <a:pt x="97691" y="302818"/>
                  </a:lnTo>
                  <a:lnTo>
                    <a:pt x="101957" y="299641"/>
                  </a:lnTo>
                  <a:lnTo>
                    <a:pt x="106120" y="296330"/>
                  </a:lnTo>
                  <a:lnTo>
                    <a:pt x="110176" y="292888"/>
                  </a:lnTo>
                  <a:lnTo>
                    <a:pt x="114121" y="289319"/>
                  </a:lnTo>
                  <a:lnTo>
                    <a:pt x="117949" y="285626"/>
                  </a:lnTo>
                  <a:lnTo>
                    <a:pt x="121659" y="281813"/>
                  </a:lnTo>
                  <a:lnTo>
                    <a:pt x="125245" y="277884"/>
                  </a:lnTo>
                  <a:lnTo>
                    <a:pt x="128704" y="273844"/>
                  </a:lnTo>
                  <a:lnTo>
                    <a:pt x="132033" y="269695"/>
                  </a:lnTo>
                  <a:lnTo>
                    <a:pt x="135228" y="265442"/>
                  </a:lnTo>
                  <a:lnTo>
                    <a:pt x="138287" y="261089"/>
                  </a:lnTo>
                  <a:lnTo>
                    <a:pt x="141205" y="256642"/>
                  </a:lnTo>
                  <a:lnTo>
                    <a:pt x="143980" y="252104"/>
                  </a:lnTo>
                  <a:lnTo>
                    <a:pt x="146610" y="247480"/>
                  </a:lnTo>
                  <a:lnTo>
                    <a:pt x="149091" y="242775"/>
                  </a:lnTo>
                  <a:lnTo>
                    <a:pt x="151421" y="237993"/>
                  </a:lnTo>
                  <a:lnTo>
                    <a:pt x="153598" y="233139"/>
                  </a:lnTo>
                  <a:lnTo>
                    <a:pt x="155619" y="228219"/>
                  </a:lnTo>
                  <a:lnTo>
                    <a:pt x="157483" y="223237"/>
                  </a:lnTo>
                  <a:lnTo>
                    <a:pt x="159187" y="218198"/>
                  </a:lnTo>
                  <a:lnTo>
                    <a:pt x="160730" y="213107"/>
                  </a:lnTo>
                  <a:lnTo>
                    <a:pt x="162111" y="207970"/>
                  </a:lnTo>
                  <a:lnTo>
                    <a:pt x="163327" y="202791"/>
                  </a:lnTo>
                  <a:lnTo>
                    <a:pt x="164378" y="197577"/>
                  </a:lnTo>
                  <a:lnTo>
                    <a:pt x="165262" y="192331"/>
                  </a:lnTo>
                  <a:lnTo>
                    <a:pt x="165979" y="187061"/>
                  </a:lnTo>
                  <a:lnTo>
                    <a:pt x="166528" y="181770"/>
                  </a:lnTo>
                  <a:lnTo>
                    <a:pt x="166908" y="176464"/>
                  </a:lnTo>
                  <a:lnTo>
                    <a:pt x="167119" y="171149"/>
                  </a:lnTo>
                  <a:lnTo>
                    <a:pt x="167162" y="165829"/>
                  </a:lnTo>
                  <a:lnTo>
                    <a:pt x="167034" y="160511"/>
                  </a:lnTo>
                  <a:lnTo>
                    <a:pt x="166738" y="155200"/>
                  </a:lnTo>
                  <a:lnTo>
                    <a:pt x="166273" y="149901"/>
                  </a:lnTo>
                  <a:lnTo>
                    <a:pt x="165640" y="144620"/>
                  </a:lnTo>
                  <a:lnTo>
                    <a:pt x="164838" y="139361"/>
                  </a:lnTo>
                  <a:lnTo>
                    <a:pt x="163870" y="134130"/>
                  </a:lnTo>
                  <a:lnTo>
                    <a:pt x="162736" y="128933"/>
                  </a:lnTo>
                  <a:lnTo>
                    <a:pt x="161437" y="123775"/>
                  </a:lnTo>
                  <a:lnTo>
                    <a:pt x="159975" y="118661"/>
                  </a:lnTo>
                  <a:lnTo>
                    <a:pt x="158351" y="113595"/>
                  </a:lnTo>
                  <a:lnTo>
                    <a:pt x="156566" y="108584"/>
                  </a:lnTo>
                  <a:lnTo>
                    <a:pt x="154623" y="103632"/>
                  </a:lnTo>
                  <a:lnTo>
                    <a:pt x="152523" y="98745"/>
                  </a:lnTo>
                  <a:lnTo>
                    <a:pt x="150269" y="93927"/>
                  </a:lnTo>
                  <a:lnTo>
                    <a:pt x="147863" y="89183"/>
                  </a:lnTo>
                  <a:lnTo>
                    <a:pt x="145307" y="84518"/>
                  </a:lnTo>
                  <a:lnTo>
                    <a:pt x="142604" y="79936"/>
                  </a:lnTo>
                  <a:lnTo>
                    <a:pt x="139756" y="75443"/>
                  </a:lnTo>
                  <a:lnTo>
                    <a:pt x="136767" y="71043"/>
                  </a:lnTo>
                  <a:lnTo>
                    <a:pt x="133639" y="66740"/>
                  </a:lnTo>
                  <a:lnTo>
                    <a:pt x="130377" y="62539"/>
                  </a:lnTo>
                  <a:lnTo>
                    <a:pt x="126982" y="58444"/>
                  </a:lnTo>
                  <a:lnTo>
                    <a:pt x="123458" y="54459"/>
                  </a:lnTo>
                  <a:lnTo>
                    <a:pt x="119810" y="50588"/>
                  </a:lnTo>
                  <a:lnTo>
                    <a:pt x="116040" y="46835"/>
                  </a:lnTo>
                  <a:lnTo>
                    <a:pt x="112153" y="43204"/>
                  </a:lnTo>
                  <a:lnTo>
                    <a:pt x="108152" y="39698"/>
                  </a:lnTo>
                  <a:lnTo>
                    <a:pt x="104041" y="36322"/>
                  </a:lnTo>
                  <a:lnTo>
                    <a:pt x="99826" y="33078"/>
                  </a:lnTo>
                  <a:lnTo>
                    <a:pt x="95509" y="29969"/>
                  </a:lnTo>
                  <a:lnTo>
                    <a:pt x="91095" y="27000"/>
                  </a:lnTo>
                  <a:lnTo>
                    <a:pt x="86590" y="24173"/>
                  </a:lnTo>
                  <a:lnTo>
                    <a:pt x="81996" y="21490"/>
                  </a:lnTo>
                  <a:lnTo>
                    <a:pt x="77320" y="18955"/>
                  </a:lnTo>
                  <a:lnTo>
                    <a:pt x="72565" y="16570"/>
                  </a:lnTo>
                  <a:lnTo>
                    <a:pt x="67737" y="14337"/>
                  </a:lnTo>
                  <a:lnTo>
                    <a:pt x="62840" y="12259"/>
                  </a:lnTo>
                  <a:lnTo>
                    <a:pt x="57880" y="10338"/>
                  </a:lnTo>
                  <a:lnTo>
                    <a:pt x="52861" y="8576"/>
                  </a:lnTo>
                  <a:lnTo>
                    <a:pt x="47788" y="6975"/>
                  </a:lnTo>
                  <a:lnTo>
                    <a:pt x="42667" y="5535"/>
                  </a:lnTo>
                  <a:lnTo>
                    <a:pt x="37503" y="4260"/>
                  </a:lnTo>
                  <a:lnTo>
                    <a:pt x="32301" y="3149"/>
                  </a:lnTo>
                  <a:lnTo>
                    <a:pt x="27066" y="2204"/>
                  </a:lnTo>
                  <a:lnTo>
                    <a:pt x="21804" y="1427"/>
                  </a:lnTo>
                  <a:lnTo>
                    <a:pt x="16519" y="817"/>
                  </a:lnTo>
                  <a:lnTo>
                    <a:pt x="11218" y="375"/>
                  </a:lnTo>
                  <a:lnTo>
                    <a:pt x="5906" y="103"/>
                  </a:lnTo>
                  <a:lnTo>
                    <a:pt x="588" y="0"/>
                  </a:lnTo>
                  <a:lnTo>
                    <a:pt x="0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588" cy="167167"/>
            </a:xfrm>
            <a:custGeom>
              <a:avLst/>
              <a:pathLst>
                <a:path w="588" h="167167">
                  <a:moveTo>
                    <a:pt x="588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2025-06-05T21:52:39Z</dcterms:modified>
  <cp:category/>
</cp:coreProperties>
</file>